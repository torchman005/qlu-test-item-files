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1E2C-6A41-4B5C-B3EB-184BBE0E44B3}" type="datetimeFigureOut">
              <a:rPr lang="zh-CN" altLang="en-US" smtClean="0"/>
              <a:t>2021/3/12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73-01F8-487F-B25F-3AEFAA91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2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1E2C-6A41-4B5C-B3EB-184BBE0E44B3}" type="datetimeFigureOut">
              <a:rPr lang="zh-CN" altLang="en-US" smtClean="0"/>
              <a:t>2021/3/12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73-01F8-487F-B25F-3AEFAA91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178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1E2C-6A41-4B5C-B3EB-184BBE0E44B3}" type="datetimeFigureOut">
              <a:rPr lang="zh-CN" altLang="en-US" smtClean="0"/>
              <a:t>2021/3/12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73-01F8-487F-B25F-3AEFAA91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740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1E2C-6A41-4B5C-B3EB-184BBE0E44B3}" type="datetimeFigureOut">
              <a:rPr lang="zh-CN" altLang="en-US" smtClean="0"/>
              <a:t>2021/3/12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73-01F8-487F-B25F-3AEFAA91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45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1E2C-6A41-4B5C-B3EB-184BBE0E44B3}" type="datetimeFigureOut">
              <a:rPr lang="zh-CN" altLang="en-US" smtClean="0"/>
              <a:t>2021/3/12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73-01F8-487F-B25F-3AEFAA91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647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1E2C-6A41-4B5C-B3EB-184BBE0E44B3}" type="datetimeFigureOut">
              <a:rPr lang="zh-CN" altLang="en-US" smtClean="0"/>
              <a:t>2021/3/12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73-01F8-487F-B25F-3AEFAA91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18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1E2C-6A41-4B5C-B3EB-184BBE0E44B3}" type="datetimeFigureOut">
              <a:rPr lang="zh-CN" altLang="en-US" smtClean="0"/>
              <a:t>2021/3/12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73-01F8-487F-B25F-3AEFAA91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82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1E2C-6A41-4B5C-B3EB-184BBE0E44B3}" type="datetimeFigureOut">
              <a:rPr lang="zh-CN" altLang="en-US" smtClean="0"/>
              <a:t>2021/3/12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73-01F8-487F-B25F-3AEFAA91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159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1E2C-6A41-4B5C-B3EB-184BBE0E44B3}" type="datetimeFigureOut">
              <a:rPr lang="zh-CN" altLang="en-US" smtClean="0"/>
              <a:t>2021/3/12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73-01F8-487F-B25F-3AEFAA91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677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1E2C-6A41-4B5C-B3EB-184BBE0E44B3}" type="datetimeFigureOut">
              <a:rPr lang="zh-CN" altLang="en-US" smtClean="0"/>
              <a:t>2021/3/12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73-01F8-487F-B25F-3AEFAA91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51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61E2C-6A41-4B5C-B3EB-184BBE0E44B3}" type="datetimeFigureOut">
              <a:rPr lang="zh-CN" altLang="en-US" smtClean="0"/>
              <a:t>2021/3/12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7D73-01F8-487F-B25F-3AEFAA91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0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61E2C-6A41-4B5C-B3EB-184BBE0E44B3}" type="datetimeFigureOut">
              <a:rPr lang="zh-CN" altLang="en-US" smtClean="0"/>
              <a:t>2021/3/12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07D73-01F8-487F-B25F-3AEFAA910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52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, 示意图&#10;&#10;描述已自动生成">
            <a:extLst>
              <a:ext uri="{FF2B5EF4-FFF2-40B4-BE49-F238E27FC236}">
                <a16:creationId xmlns:a16="http://schemas.microsoft.com/office/drawing/2014/main" id="{68FFB941-024B-42B6-A2CF-3164D8970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00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16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034B769C-165D-4B8D-944B-2FC33E361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139146"/>
            <a:ext cx="8958470" cy="671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74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A437FEF0-E6F8-4E44-B32A-28F1FBFE4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178904"/>
            <a:ext cx="8905461" cy="667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8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FFDA523B-BF08-4DB0-B31A-1FF5EFBA6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99390"/>
            <a:ext cx="9011478" cy="675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772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, 示意图&#10;&#10;描述已自动生成">
            <a:extLst>
              <a:ext uri="{FF2B5EF4-FFF2-40B4-BE49-F238E27FC236}">
                <a16:creationId xmlns:a16="http://schemas.microsoft.com/office/drawing/2014/main" id="{2B662151-D451-4954-81AC-EFF3014DD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25218" y="-927652"/>
            <a:ext cx="6520070" cy="869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2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EEBCDE26-1424-4CDD-A140-624FFF192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119270"/>
            <a:ext cx="8984973" cy="673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135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A0991ACF-2986-4815-9FF8-758BEC56B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168964"/>
            <a:ext cx="8918713" cy="668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18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C0F4A9BE-48CA-4C8E-8DD6-F8E0D3DB0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79512"/>
            <a:ext cx="9037983" cy="677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40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0</Words>
  <Application>Microsoft Office PowerPoint</Application>
  <PresentationFormat>全屏显示(4:3)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Cunrong</dc:creator>
  <cp:lastModifiedBy>Wang Cunrong</cp:lastModifiedBy>
  <cp:revision>4</cp:revision>
  <dcterms:created xsi:type="dcterms:W3CDTF">2021-03-07T10:12:56Z</dcterms:created>
  <dcterms:modified xsi:type="dcterms:W3CDTF">2021-03-12T07:36:52Z</dcterms:modified>
</cp:coreProperties>
</file>