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02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DFF1C-2444-4095-0522-F6461C8C8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A872945-FFFC-ADCA-6ECE-95153C849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2FCD5B-D9FA-5200-42AF-57BA8EFF2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CE27-3888-40C0-A095-D9F3370BC8AD}" type="datetimeFigureOut">
              <a:rPr lang="zh-CN" altLang="en-US" smtClean="0"/>
              <a:t>2022/11/29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4898FB-8DF6-ABEE-DE2C-F975E7435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75726A-DA74-9FBC-FCF7-E67A6C550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A9FB-DA7A-4529-829A-ADEBE938F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159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AA90AE-89F2-2345-7269-89D69BE0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56B253-D5D0-A65E-474A-D535C3E00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44D74B-A82D-08BF-8F01-772B36668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CE27-3888-40C0-A095-D9F3370BC8AD}" type="datetimeFigureOut">
              <a:rPr lang="zh-CN" altLang="en-US" smtClean="0"/>
              <a:t>2022/11/29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CDC084-8820-F92B-BFBF-6FCC53E55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EF94E6-55E3-F0DE-7E78-AC83CB229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A9FB-DA7A-4529-829A-ADEBE938F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493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7B5D4A-E6A4-064C-8853-976EFD8A2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E76D2E-AEC2-E199-84B0-C3EFBCC96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50CFD3-CB62-6E62-97FD-3D2CCAF6D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CE27-3888-40C0-A095-D9F3370BC8AD}" type="datetimeFigureOut">
              <a:rPr lang="zh-CN" altLang="en-US" smtClean="0"/>
              <a:t>2022/11/29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86E916-DA9C-5FEF-855D-A388B4FB9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FF913F-D293-6E2B-030E-87DE373F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A9FB-DA7A-4529-829A-ADEBE938F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095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F0F7B-5EB5-BF31-8BEC-A7082D5D5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BF8247-9E78-74C3-C55C-F509F601A3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AB56AA-5F1E-FE86-D577-6ECA442D5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EDE9A8-BF8B-731A-73A5-33291E620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CE27-3888-40C0-A095-D9F3370BC8AD}" type="datetimeFigureOut">
              <a:rPr lang="zh-CN" altLang="en-US" smtClean="0"/>
              <a:t>2022/11/29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49553E-2442-7166-6918-71868BA55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3A42CD-E63C-5CE2-776A-2DC551683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A9FB-DA7A-4529-829A-ADEBE938F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944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8DA996-9922-4FC7-DAE3-B6D7DECCA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0849F9-46F3-2EBD-16FA-0FA0A1BD4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5401C8-FDF6-A210-EBD0-F071EE44D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33BDDA-B52A-76DC-A250-0CAB94B9F5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BDC611-3EF2-EFD1-BD6B-174817B94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B1DAC5-0D95-A842-8E7E-46BB3B411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CE27-3888-40C0-A095-D9F3370BC8AD}" type="datetimeFigureOut">
              <a:rPr lang="zh-CN" altLang="en-US" smtClean="0"/>
              <a:t>2022/11/29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F046FB8-A46D-DDD7-6AD5-FA36DBD0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53B5D40-077E-243C-6780-64EAFDEBC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A9FB-DA7A-4529-829A-ADEBE938F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107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2738E2-1F43-DCC9-CDF3-C292FF8C9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20B0468-97BA-DC0E-BB93-081FC6845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CE27-3888-40C0-A095-D9F3370BC8AD}" type="datetimeFigureOut">
              <a:rPr lang="zh-CN" altLang="en-US" smtClean="0"/>
              <a:t>2022/11/29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DAB5C7-9D9E-0164-17A6-7551ABB1D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308645-AC5C-9715-CA9D-F421E829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A9FB-DA7A-4529-829A-ADEBE938F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583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1A021FB-78B3-7063-5CCD-79D652D0C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CE27-3888-40C0-A095-D9F3370BC8AD}" type="datetimeFigureOut">
              <a:rPr lang="zh-CN" altLang="en-US" smtClean="0"/>
              <a:t>2022/11/29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CB5D400-40DB-2CA6-3384-4D799191B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AD2570-321E-C921-B0A7-4840C7426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A9FB-DA7A-4529-829A-ADEBE938F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28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BF1C9F-F0C2-9BDE-3E08-E157EC511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313085-64A5-8C77-7E9A-4EA84A45C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A2D7D7-C092-298F-5F4F-922BD6C33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6FB84D-7222-8CFD-A79F-F28884F83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CE27-3888-40C0-A095-D9F3370BC8AD}" type="datetimeFigureOut">
              <a:rPr lang="zh-CN" altLang="en-US" smtClean="0"/>
              <a:t>2022/11/29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A40ECD-AC75-5151-9C7D-95DCD0710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63BA47-A558-CAE5-5B6B-789362D7B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A9FB-DA7A-4529-829A-ADEBE938F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624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DDBF36-5A27-B07B-3835-F8DE0CDEB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8C95F41-D170-1444-6174-175FB8D0CA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585531-FAAA-3875-D304-C69FC8595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7FCAE5-E967-A0C2-A369-8A951C818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CE27-3888-40C0-A095-D9F3370BC8AD}" type="datetimeFigureOut">
              <a:rPr lang="zh-CN" altLang="en-US" smtClean="0"/>
              <a:t>2022/11/29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B28A9D-A9B0-E2DF-424B-4B26D876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27ACB0-D173-9326-017A-4347FB2D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A9FB-DA7A-4529-829A-ADEBE938F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543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420E0-5846-669B-F52B-960A1D7E0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B43E94-B9DE-AF34-1D75-67BBAC029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0CA99E-4357-645C-1F9D-3D96A548C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CE27-3888-40C0-A095-D9F3370BC8AD}" type="datetimeFigureOut">
              <a:rPr lang="zh-CN" altLang="en-US" smtClean="0"/>
              <a:t>2022/11/29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99F0F5-93CD-727D-4933-629326E40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D6193D-380D-D7AA-AD42-E52EE4EB2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A9FB-DA7A-4529-829A-ADEBE938F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349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53C30D7-4267-05AE-0AAF-9A33252423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F91699-144C-F488-BB22-B992A8B6C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86E2AF-6829-655F-D273-20B704905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CE27-3888-40C0-A095-D9F3370BC8AD}" type="datetimeFigureOut">
              <a:rPr lang="zh-CN" altLang="en-US" smtClean="0"/>
              <a:t>2022/11/29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5FA9D9-53B1-3810-0AA7-2077D201D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7FF077-7B91-2D2D-A28F-8E0E16D82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A9FB-DA7A-4529-829A-ADEBE938F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630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AFDFD5F-4238-85BB-8F08-BF0BBEAB2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83BB60-C533-B64E-A40C-2CFD1573B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AEF9E9-A6D3-6550-0303-06EA38F172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8CE27-3888-40C0-A095-D9F3370BC8AD}" type="datetimeFigureOut">
              <a:rPr lang="zh-CN" altLang="en-US" smtClean="0"/>
              <a:t>2022/11/29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E9004C-D715-3667-B5A3-D9EFB598C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EE1317-832A-7952-7BB8-8C693BE0F1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60A9FB-DA7A-4529-829A-ADEBE938F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627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977C20-E32D-901B-0CF2-192C7BECCB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2021-2022</a:t>
            </a:r>
            <a:r>
              <a:rPr lang="zh-CN" altLang="en-US"/>
              <a:t>第二学期高数</a:t>
            </a:r>
            <a:r>
              <a:rPr lang="en-US" altLang="zh-CN"/>
              <a:t>1</a:t>
            </a:r>
            <a:r>
              <a:rPr lang="zh-CN" altLang="en-US"/>
              <a:t>（下）试题和答案</a:t>
            </a:r>
          </a:p>
        </p:txBody>
      </p:sp>
    </p:spTree>
    <p:extLst>
      <p:ext uri="{BB962C8B-B14F-4D97-AF65-F5344CB8AC3E}">
        <p14:creationId xmlns:p14="http://schemas.microsoft.com/office/powerpoint/2010/main" val="952800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白板上的文字&#10;&#10;描述已自动生成">
            <a:extLst>
              <a:ext uri="{FF2B5EF4-FFF2-40B4-BE49-F238E27FC236}">
                <a16:creationId xmlns:a16="http://schemas.microsoft.com/office/drawing/2014/main" id="{0B0A6DB1-91FB-CC54-FF43-7C3EFBB1DB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650188" y="383822"/>
            <a:ext cx="4891623" cy="647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612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, 示意图&#10;&#10;描述已自动生成">
            <a:extLst>
              <a:ext uri="{FF2B5EF4-FFF2-40B4-BE49-F238E27FC236}">
                <a16:creationId xmlns:a16="http://schemas.microsoft.com/office/drawing/2014/main" id="{43767890-7FDE-912E-12DC-BEBDAAE32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654243" y="0"/>
            <a:ext cx="48835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558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, 示意图&#10;&#10;描述已自动生成">
            <a:extLst>
              <a:ext uri="{FF2B5EF4-FFF2-40B4-BE49-F238E27FC236}">
                <a16:creationId xmlns:a16="http://schemas.microsoft.com/office/drawing/2014/main" id="{C91632ED-D5DB-0504-AEC7-7097B9B82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663606" y="0"/>
            <a:ext cx="48647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555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, 示意图&#10;&#10;描述已自动生成">
            <a:extLst>
              <a:ext uri="{FF2B5EF4-FFF2-40B4-BE49-F238E27FC236}">
                <a16:creationId xmlns:a16="http://schemas.microsoft.com/office/drawing/2014/main" id="{60068E4E-EAC5-36D3-BB2A-9C1713891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499705" y="0"/>
            <a:ext cx="51925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943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白板上的文字&#10;&#10;描述已自动生成">
            <a:extLst>
              <a:ext uri="{FF2B5EF4-FFF2-40B4-BE49-F238E27FC236}">
                <a16:creationId xmlns:a16="http://schemas.microsoft.com/office/drawing/2014/main" id="{2198E08F-EB5D-CA08-E347-DDAC9A3FF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57" y="0"/>
            <a:ext cx="5101771" cy="6858000"/>
          </a:xfrm>
          <a:prstGeom prst="rect">
            <a:avLst/>
          </a:prstGeom>
        </p:spPr>
      </p:pic>
      <p:pic>
        <p:nvPicPr>
          <p:cNvPr id="5" name="图片 4" descr="文本, 信件&#10;&#10;描述已自动生成">
            <a:extLst>
              <a:ext uri="{FF2B5EF4-FFF2-40B4-BE49-F238E27FC236}">
                <a16:creationId xmlns:a16="http://schemas.microsoft.com/office/drawing/2014/main" id="{D9D4538E-C50B-E17A-9F93-A23DB73610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50837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746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, 信件&#10;&#10;描述已自动生成">
            <a:extLst>
              <a:ext uri="{FF2B5EF4-FFF2-40B4-BE49-F238E27FC236}">
                <a16:creationId xmlns:a16="http://schemas.microsoft.com/office/drawing/2014/main" id="{F8B107AB-5D57-1230-D896-EA529431A5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84" y="0"/>
            <a:ext cx="5306518" cy="6858000"/>
          </a:xfrm>
          <a:prstGeom prst="rect">
            <a:avLst/>
          </a:prstGeom>
        </p:spPr>
      </p:pic>
      <p:pic>
        <p:nvPicPr>
          <p:cNvPr id="7" name="图片 6" descr="白板上的文字&#10;&#10;描述已自动生成">
            <a:extLst>
              <a:ext uri="{FF2B5EF4-FFF2-40B4-BE49-F238E27FC236}">
                <a16:creationId xmlns:a16="http://schemas.microsoft.com/office/drawing/2014/main" id="{723BB551-8A8E-75D3-449E-149B5120B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600" y="0"/>
            <a:ext cx="49204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488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</Words>
  <Application>Microsoft Office PowerPoint</Application>
  <PresentationFormat>宽屏</PresentationFormat>
  <Paragraphs>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2021-2022第二学期高数1（下）试题和答案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2021-2022第二学期高数1（下）试题和答案</dc:title>
  <dc:creator>Wang Cunrong</dc:creator>
  <cp:lastModifiedBy>Wang Cunrong</cp:lastModifiedBy>
  <cp:revision>1</cp:revision>
  <dcterms:created xsi:type="dcterms:W3CDTF">2022-11-29T07:02:37Z</dcterms:created>
  <dcterms:modified xsi:type="dcterms:W3CDTF">2022-11-29T07:10:16Z</dcterms:modified>
</cp:coreProperties>
</file>