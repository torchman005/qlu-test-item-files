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3DFD3-6AA1-D574-7025-31D06F484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939426-9288-B8C6-8B01-561C6D5AB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918EAF-1A90-46D8-C1A0-308E06A9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255D5D-CFDD-7E5C-8AA6-851E8248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8B1E3-B893-656B-EBB3-2CCFAC71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10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50292-FF33-109F-B6C2-90EBAE43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030F4-0AE2-534A-539F-33B39E0FA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32EB2B-D844-6961-289F-1764C01A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9F143F-E950-90E3-750A-B8F4B9A3E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5F521-FBA4-A32C-261E-9A3C8770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66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77D77E-6005-1671-BBF8-EE4D2DC0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329D8F-F890-83DB-F8AC-B66DEE972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78EB8-0E44-C8D0-1F5C-9C719D3B5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E23FE6-480C-1239-2E8D-AD73572A8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AAFCBA-8ACF-AC2E-FF69-C670EDB2F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88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A567A2-1F9C-CDBF-6502-3771201EE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B8F157-49EF-BB19-A420-6A4A0C731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39FC8A-F3C0-A405-596A-AD4E24172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A52D0-8DEA-7716-572D-7CA8EE2D9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E97440-C624-6E51-CABA-383B9727B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FC0F62-03E5-9559-F075-D07A7358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14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4AF84-C6E2-50F5-957A-91D36116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9F4F2F-3007-4DE4-6B6B-3B17B58C9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EE675F-01D1-0D93-42FF-F97E2BD80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C0DBE7-614E-9344-0C5C-46302C5A5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A91FF8-7622-5AB0-3E7A-3E8F9CDBC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B40C01-97C1-5903-8D96-A1111F34E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9759DF-C91E-5C88-1522-7F7C81D32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99DC86-88DB-F722-C34D-51FD40F53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08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5618E-A00F-865E-A93F-C190A3A1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A20AD5-DCF4-E96A-7616-49F348BC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731EAF-5AC6-567F-B20F-588FF455B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FA0A5F-1506-E0B5-08A2-80264053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74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EA9625-607C-4C27-1834-6D276915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62D7AA-FC98-F0AF-5B72-C1B3BDAB8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6084E8-B150-59CD-B7E5-DC30F597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86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635D7-1A8F-A218-54C1-D597E9E2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2856A8-6BFD-648B-B5B5-903773F51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ACD23E-C1E1-C221-0139-4DAA71E15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BC40CF-6F71-8D7B-1BC6-5D959DFC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3CBF4C-F939-E754-43BF-3B3B2BE7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62E9B2-28A0-F7AB-2CFF-29D078B4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296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FADE4-33CE-A8A7-951A-53DED2E8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025A04-F339-FE08-DF1D-17FFE1D17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605F9F-7A18-1F86-1835-3AE695EA7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42E36C-ABAF-5145-F957-2134122B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447DC7-6B32-A36E-6ECF-3B57FFE8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A10A52-B792-4BBC-0AB3-3627DB628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85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4D0C7-985C-041F-DBE9-85555F57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41496F-C755-02D7-A700-0482B6B41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2E717D-502D-BD15-FFC7-06CB992A1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B1B313-2102-DD38-ACF0-FE16D05B2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CC7A32-2227-2CF9-C06D-0F27FA36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54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C75385-A26B-961F-DDA0-4CB854088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7C677F-13E5-F6B7-0DAB-F007E8011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CFE0F2-6A01-EA34-AF97-33B95E65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927B46-9429-C728-6D5E-0146F82A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FB641-E1B7-0FA8-30DB-0373A1865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461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E482AB2-1A1A-7D6B-AEBE-9F75935F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A7FCAA-EE97-4492-1904-F2FCCE756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F818BC-D5F9-7DD9-439F-7FDD58263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B0542-8EEB-4528-9149-957B7593A5CC}" type="datetimeFigureOut">
              <a:rPr lang="zh-CN" altLang="en-US" smtClean="0"/>
              <a:t>2022/5/30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394809-5C94-E8C6-D4FD-035122283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31A2A3-6A4E-5155-D99B-8637F78A7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1A18C-E855-4E4D-82B7-71B4B8529B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13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示意图&#10;&#10;描述已自动生成">
            <a:extLst>
              <a:ext uri="{FF2B5EF4-FFF2-40B4-BE49-F238E27FC236}">
                <a16:creationId xmlns:a16="http://schemas.microsoft.com/office/drawing/2014/main" id="{154B8598-36FE-BFFA-3330-D8019E9F1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48219" y="-1097530"/>
            <a:ext cx="6162628" cy="882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36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示意图&#10;&#10;描述已自动生成">
            <a:extLst>
              <a:ext uri="{FF2B5EF4-FFF2-40B4-BE49-F238E27FC236}">
                <a16:creationId xmlns:a16="http://schemas.microsoft.com/office/drawing/2014/main" id="{4A7EB6E1-D0E4-A291-058A-01759D73D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92078" y="-911114"/>
            <a:ext cx="6003096" cy="890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6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Cunrong</dc:creator>
  <cp:lastModifiedBy>Wang Cunrong</cp:lastModifiedBy>
  <cp:revision>1</cp:revision>
  <dcterms:created xsi:type="dcterms:W3CDTF">2022-05-30T07:17:58Z</dcterms:created>
  <dcterms:modified xsi:type="dcterms:W3CDTF">2022-05-30T07:21:28Z</dcterms:modified>
</cp:coreProperties>
</file>