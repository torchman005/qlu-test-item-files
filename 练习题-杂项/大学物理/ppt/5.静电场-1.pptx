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31"/>
  </p:notesMasterIdLst>
  <p:sldIdLst>
    <p:sldId id="256" r:id="rId5"/>
    <p:sldId id="257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50" autoAdjust="0"/>
    <p:restoredTop sz="94660"/>
  </p:normalViewPr>
  <p:slideViewPr>
    <p:cSldViewPr snapToGrid="0">
      <p:cViewPr>
        <p:scale>
          <a:sx n="125" d="100"/>
          <a:sy n="125" d="100"/>
        </p:scale>
        <p:origin x="9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12.wmf"/><Relationship Id="rId7" Type="http://schemas.openxmlformats.org/officeDocument/2006/relationships/image" Target="../media/image7.wmf"/><Relationship Id="rId2" Type="http://schemas.openxmlformats.org/officeDocument/2006/relationships/image" Target="../media/image11.wmf"/><Relationship Id="rId1" Type="http://schemas.openxmlformats.org/officeDocument/2006/relationships/image" Target="../media/image6.wmf"/><Relationship Id="rId6" Type="http://schemas.openxmlformats.org/officeDocument/2006/relationships/image" Target="../media/image4.wmf"/><Relationship Id="rId5" Type="http://schemas.openxmlformats.org/officeDocument/2006/relationships/image" Target="../media/image3.wmf"/><Relationship Id="rId4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png"/><Relationship Id="rId1" Type="http://schemas.openxmlformats.org/officeDocument/2006/relationships/image" Target="../media/image14.wmf"/><Relationship Id="rId5" Type="http://schemas.openxmlformats.org/officeDocument/2006/relationships/image" Target="../media/image18.wmf"/><Relationship Id="rId4" Type="http://schemas.openxmlformats.org/officeDocument/2006/relationships/image" Target="../media/image17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7" Type="http://schemas.openxmlformats.org/officeDocument/2006/relationships/image" Target="../media/image18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3.emf"/><Relationship Id="rId5" Type="http://schemas.openxmlformats.org/officeDocument/2006/relationships/image" Target="../media/image16.wmf"/><Relationship Id="rId4" Type="http://schemas.openxmlformats.org/officeDocument/2006/relationships/image" Target="../media/image15.png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image" Target="../media/image25.wmf"/><Relationship Id="rId7" Type="http://schemas.openxmlformats.org/officeDocument/2006/relationships/image" Target="../media/image18.wmf"/><Relationship Id="rId12" Type="http://schemas.openxmlformats.org/officeDocument/2006/relationships/image" Target="../media/image33.wmf"/><Relationship Id="rId2" Type="http://schemas.openxmlformats.org/officeDocument/2006/relationships/image" Target="../media/image15.png"/><Relationship Id="rId1" Type="http://schemas.openxmlformats.org/officeDocument/2006/relationships/image" Target="../media/image24.wmf"/><Relationship Id="rId6" Type="http://schemas.openxmlformats.org/officeDocument/2006/relationships/image" Target="../media/image28.emf"/><Relationship Id="rId11" Type="http://schemas.openxmlformats.org/officeDocument/2006/relationships/image" Target="../media/image32.wmf"/><Relationship Id="rId5" Type="http://schemas.openxmlformats.org/officeDocument/2006/relationships/image" Target="../media/image27.wmf"/><Relationship Id="rId10" Type="http://schemas.openxmlformats.org/officeDocument/2006/relationships/image" Target="../media/image31.emf"/><Relationship Id="rId4" Type="http://schemas.openxmlformats.org/officeDocument/2006/relationships/image" Target="../media/image26.wmf"/><Relationship Id="rId9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image" Target="../media/image45.wmf"/><Relationship Id="rId18" Type="http://schemas.openxmlformats.org/officeDocument/2006/relationships/image" Target="../media/image50.wmf"/><Relationship Id="rId3" Type="http://schemas.openxmlformats.org/officeDocument/2006/relationships/image" Target="../media/image36.wmf"/><Relationship Id="rId21" Type="http://schemas.openxmlformats.org/officeDocument/2006/relationships/image" Target="../media/image53.emf"/><Relationship Id="rId7" Type="http://schemas.openxmlformats.org/officeDocument/2006/relationships/image" Target="../media/image39.wmf"/><Relationship Id="rId12" Type="http://schemas.openxmlformats.org/officeDocument/2006/relationships/image" Target="../media/image44.wmf"/><Relationship Id="rId17" Type="http://schemas.openxmlformats.org/officeDocument/2006/relationships/image" Target="../media/image49.wmf"/><Relationship Id="rId25" Type="http://schemas.openxmlformats.org/officeDocument/2006/relationships/image" Target="../media/image57.wmf"/><Relationship Id="rId2" Type="http://schemas.openxmlformats.org/officeDocument/2006/relationships/image" Target="../media/image35.wmf"/><Relationship Id="rId16" Type="http://schemas.openxmlformats.org/officeDocument/2006/relationships/image" Target="../media/image48.png"/><Relationship Id="rId20" Type="http://schemas.openxmlformats.org/officeDocument/2006/relationships/image" Target="../media/image52.emf"/><Relationship Id="rId1" Type="http://schemas.openxmlformats.org/officeDocument/2006/relationships/image" Target="../media/image34.wmf"/><Relationship Id="rId6" Type="http://schemas.openxmlformats.org/officeDocument/2006/relationships/image" Target="../media/image38.wmf"/><Relationship Id="rId11" Type="http://schemas.openxmlformats.org/officeDocument/2006/relationships/image" Target="../media/image43.wmf"/><Relationship Id="rId24" Type="http://schemas.openxmlformats.org/officeDocument/2006/relationships/image" Target="../media/image56.wmf"/><Relationship Id="rId5" Type="http://schemas.openxmlformats.org/officeDocument/2006/relationships/image" Target="../media/image15.png"/><Relationship Id="rId15" Type="http://schemas.openxmlformats.org/officeDocument/2006/relationships/image" Target="../media/image47.wmf"/><Relationship Id="rId23" Type="http://schemas.openxmlformats.org/officeDocument/2006/relationships/image" Target="../media/image55.wmf"/><Relationship Id="rId10" Type="http://schemas.openxmlformats.org/officeDocument/2006/relationships/image" Target="../media/image42.wmf"/><Relationship Id="rId19" Type="http://schemas.openxmlformats.org/officeDocument/2006/relationships/image" Target="../media/image51.emf"/><Relationship Id="rId4" Type="http://schemas.openxmlformats.org/officeDocument/2006/relationships/image" Target="../media/image37.wmf"/><Relationship Id="rId9" Type="http://schemas.openxmlformats.org/officeDocument/2006/relationships/image" Target="../media/image41.wmf"/><Relationship Id="rId14" Type="http://schemas.openxmlformats.org/officeDocument/2006/relationships/image" Target="../media/image46.wmf"/><Relationship Id="rId22" Type="http://schemas.openxmlformats.org/officeDocument/2006/relationships/image" Target="../media/image54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image" Target="../media/image61.wmf"/><Relationship Id="rId7" Type="http://schemas.openxmlformats.org/officeDocument/2006/relationships/image" Target="../media/image65.e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6" Type="http://schemas.openxmlformats.org/officeDocument/2006/relationships/image" Target="../media/image64.emf"/><Relationship Id="rId5" Type="http://schemas.openxmlformats.org/officeDocument/2006/relationships/image" Target="../media/image63.emf"/><Relationship Id="rId4" Type="http://schemas.openxmlformats.org/officeDocument/2006/relationships/image" Target="../media/image62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image" Target="../media/image69.wmf"/><Relationship Id="rId7" Type="http://schemas.openxmlformats.org/officeDocument/2006/relationships/image" Target="../media/image73.e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6" Type="http://schemas.openxmlformats.org/officeDocument/2006/relationships/image" Target="../media/image72.emf"/><Relationship Id="rId5" Type="http://schemas.openxmlformats.org/officeDocument/2006/relationships/image" Target="../media/image71.emf"/><Relationship Id="rId4" Type="http://schemas.openxmlformats.org/officeDocument/2006/relationships/image" Target="../media/image70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7" Type="http://schemas.openxmlformats.org/officeDocument/2006/relationships/image" Target="../media/image80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Relationship Id="rId6" Type="http://schemas.openxmlformats.org/officeDocument/2006/relationships/image" Target="../media/image79.wmf"/><Relationship Id="rId5" Type="http://schemas.openxmlformats.org/officeDocument/2006/relationships/image" Target="../media/image78.wmf"/><Relationship Id="rId4" Type="http://schemas.openxmlformats.org/officeDocument/2006/relationships/image" Target="../media/image77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13" Type="http://schemas.openxmlformats.org/officeDocument/2006/relationships/image" Target="../media/image93.wmf"/><Relationship Id="rId3" Type="http://schemas.openxmlformats.org/officeDocument/2006/relationships/image" Target="../media/image83.wmf"/><Relationship Id="rId7" Type="http://schemas.openxmlformats.org/officeDocument/2006/relationships/image" Target="../media/image87.wmf"/><Relationship Id="rId12" Type="http://schemas.openxmlformats.org/officeDocument/2006/relationships/image" Target="../media/image92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6" Type="http://schemas.openxmlformats.org/officeDocument/2006/relationships/image" Target="../media/image86.wmf"/><Relationship Id="rId11" Type="http://schemas.openxmlformats.org/officeDocument/2006/relationships/image" Target="../media/image91.wmf"/><Relationship Id="rId5" Type="http://schemas.openxmlformats.org/officeDocument/2006/relationships/image" Target="../media/image85.wmf"/><Relationship Id="rId15" Type="http://schemas.openxmlformats.org/officeDocument/2006/relationships/image" Target="../media/image80.wmf"/><Relationship Id="rId10" Type="http://schemas.openxmlformats.org/officeDocument/2006/relationships/image" Target="../media/image90.emf"/><Relationship Id="rId4" Type="http://schemas.openxmlformats.org/officeDocument/2006/relationships/image" Target="../media/image84.wmf"/><Relationship Id="rId9" Type="http://schemas.openxmlformats.org/officeDocument/2006/relationships/image" Target="../media/image89.emf"/><Relationship Id="rId14" Type="http://schemas.openxmlformats.org/officeDocument/2006/relationships/image" Target="../media/image79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13" Type="http://schemas.openxmlformats.org/officeDocument/2006/relationships/image" Target="../media/image98.emf"/><Relationship Id="rId3" Type="http://schemas.openxmlformats.org/officeDocument/2006/relationships/image" Target="../media/image96.wmf"/><Relationship Id="rId7" Type="http://schemas.openxmlformats.org/officeDocument/2006/relationships/image" Target="../media/image86.wmf"/><Relationship Id="rId12" Type="http://schemas.openxmlformats.org/officeDocument/2006/relationships/image" Target="../media/image93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Relationship Id="rId6" Type="http://schemas.openxmlformats.org/officeDocument/2006/relationships/image" Target="../media/image85.wmf"/><Relationship Id="rId11" Type="http://schemas.openxmlformats.org/officeDocument/2006/relationships/image" Target="../media/image92.wmf"/><Relationship Id="rId5" Type="http://schemas.openxmlformats.org/officeDocument/2006/relationships/image" Target="../media/image84.wmf"/><Relationship Id="rId15" Type="http://schemas.openxmlformats.org/officeDocument/2006/relationships/image" Target="../media/image80.wmf"/><Relationship Id="rId10" Type="http://schemas.openxmlformats.org/officeDocument/2006/relationships/image" Target="../media/image91.wmf"/><Relationship Id="rId4" Type="http://schemas.openxmlformats.org/officeDocument/2006/relationships/image" Target="../media/image97.wmf"/><Relationship Id="rId9" Type="http://schemas.openxmlformats.org/officeDocument/2006/relationships/image" Target="../media/image88.wmf"/><Relationship Id="rId14" Type="http://schemas.openxmlformats.org/officeDocument/2006/relationships/image" Target="../media/image79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13" Type="http://schemas.openxmlformats.org/officeDocument/2006/relationships/image" Target="../media/image111.emf"/><Relationship Id="rId18" Type="http://schemas.openxmlformats.org/officeDocument/2006/relationships/image" Target="../media/image79.wmf"/><Relationship Id="rId3" Type="http://schemas.openxmlformats.org/officeDocument/2006/relationships/image" Target="../media/image101.wmf"/><Relationship Id="rId21" Type="http://schemas.openxmlformats.org/officeDocument/2006/relationships/image" Target="../media/image117.wmf"/><Relationship Id="rId7" Type="http://schemas.openxmlformats.org/officeDocument/2006/relationships/image" Target="../media/image105.wmf"/><Relationship Id="rId12" Type="http://schemas.openxmlformats.org/officeDocument/2006/relationships/image" Target="../media/image110.emf"/><Relationship Id="rId17" Type="http://schemas.openxmlformats.org/officeDocument/2006/relationships/image" Target="../media/image115.wmf"/><Relationship Id="rId2" Type="http://schemas.openxmlformats.org/officeDocument/2006/relationships/image" Target="../media/image100.wmf"/><Relationship Id="rId16" Type="http://schemas.openxmlformats.org/officeDocument/2006/relationships/image" Target="../media/image114.wmf"/><Relationship Id="rId20" Type="http://schemas.openxmlformats.org/officeDocument/2006/relationships/image" Target="../media/image116.wmf"/><Relationship Id="rId1" Type="http://schemas.openxmlformats.org/officeDocument/2006/relationships/image" Target="../media/image99.wmf"/><Relationship Id="rId6" Type="http://schemas.openxmlformats.org/officeDocument/2006/relationships/image" Target="../media/image104.wmf"/><Relationship Id="rId11" Type="http://schemas.openxmlformats.org/officeDocument/2006/relationships/image" Target="../media/image109.emf"/><Relationship Id="rId5" Type="http://schemas.openxmlformats.org/officeDocument/2006/relationships/image" Target="../media/image103.wmf"/><Relationship Id="rId15" Type="http://schemas.openxmlformats.org/officeDocument/2006/relationships/image" Target="../media/image113.emf"/><Relationship Id="rId10" Type="http://schemas.openxmlformats.org/officeDocument/2006/relationships/image" Target="../media/image108.emf"/><Relationship Id="rId19" Type="http://schemas.openxmlformats.org/officeDocument/2006/relationships/image" Target="../media/image80.wmf"/><Relationship Id="rId4" Type="http://schemas.openxmlformats.org/officeDocument/2006/relationships/image" Target="../media/image102.wmf"/><Relationship Id="rId9" Type="http://schemas.openxmlformats.org/officeDocument/2006/relationships/image" Target="../media/image107.emf"/><Relationship Id="rId14" Type="http://schemas.openxmlformats.org/officeDocument/2006/relationships/image" Target="../media/image112.e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13" Type="http://schemas.openxmlformats.org/officeDocument/2006/relationships/image" Target="../media/image108.emf"/><Relationship Id="rId18" Type="http://schemas.openxmlformats.org/officeDocument/2006/relationships/image" Target="../media/image113.emf"/><Relationship Id="rId3" Type="http://schemas.openxmlformats.org/officeDocument/2006/relationships/image" Target="../media/image120.wmf"/><Relationship Id="rId21" Type="http://schemas.openxmlformats.org/officeDocument/2006/relationships/image" Target="../media/image79.wmf"/><Relationship Id="rId7" Type="http://schemas.openxmlformats.org/officeDocument/2006/relationships/image" Target="../media/image102.wmf"/><Relationship Id="rId12" Type="http://schemas.openxmlformats.org/officeDocument/2006/relationships/image" Target="../media/image107.emf"/><Relationship Id="rId17" Type="http://schemas.openxmlformats.org/officeDocument/2006/relationships/image" Target="../media/image112.emf"/><Relationship Id="rId2" Type="http://schemas.openxmlformats.org/officeDocument/2006/relationships/image" Target="../media/image119.wmf"/><Relationship Id="rId16" Type="http://schemas.openxmlformats.org/officeDocument/2006/relationships/image" Target="../media/image111.emf"/><Relationship Id="rId20" Type="http://schemas.openxmlformats.org/officeDocument/2006/relationships/image" Target="../media/image115.wmf"/><Relationship Id="rId1" Type="http://schemas.openxmlformats.org/officeDocument/2006/relationships/image" Target="../media/image118.wmf"/><Relationship Id="rId6" Type="http://schemas.openxmlformats.org/officeDocument/2006/relationships/image" Target="../media/image101.wmf"/><Relationship Id="rId11" Type="http://schemas.openxmlformats.org/officeDocument/2006/relationships/image" Target="../media/image106.wmf"/><Relationship Id="rId5" Type="http://schemas.openxmlformats.org/officeDocument/2006/relationships/image" Target="../media/image122.wmf"/><Relationship Id="rId15" Type="http://schemas.openxmlformats.org/officeDocument/2006/relationships/image" Target="../media/image110.emf"/><Relationship Id="rId10" Type="http://schemas.openxmlformats.org/officeDocument/2006/relationships/image" Target="../media/image105.wmf"/><Relationship Id="rId19" Type="http://schemas.openxmlformats.org/officeDocument/2006/relationships/image" Target="../media/image114.wmf"/><Relationship Id="rId4" Type="http://schemas.openxmlformats.org/officeDocument/2006/relationships/image" Target="../media/image121.wmf"/><Relationship Id="rId9" Type="http://schemas.openxmlformats.org/officeDocument/2006/relationships/image" Target="../media/image104.wmf"/><Relationship Id="rId14" Type="http://schemas.openxmlformats.org/officeDocument/2006/relationships/image" Target="../media/image109.emf"/><Relationship Id="rId22" Type="http://schemas.openxmlformats.org/officeDocument/2006/relationships/image" Target="../media/image8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wmf"/><Relationship Id="rId2" Type="http://schemas.openxmlformats.org/officeDocument/2006/relationships/image" Target="../media/image124.wmf"/><Relationship Id="rId1" Type="http://schemas.openxmlformats.org/officeDocument/2006/relationships/image" Target="../media/image123.wmf"/><Relationship Id="rId4" Type="http://schemas.openxmlformats.org/officeDocument/2006/relationships/image" Target="../media/image126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13" Type="http://schemas.openxmlformats.org/officeDocument/2006/relationships/image" Target="../media/image136.wmf"/><Relationship Id="rId18" Type="http://schemas.openxmlformats.org/officeDocument/2006/relationships/image" Target="../media/image141.wmf"/><Relationship Id="rId3" Type="http://schemas.openxmlformats.org/officeDocument/2006/relationships/image" Target="../media/image130.wmf"/><Relationship Id="rId7" Type="http://schemas.openxmlformats.org/officeDocument/2006/relationships/image" Target="../media/image123.wmf"/><Relationship Id="rId12" Type="http://schemas.openxmlformats.org/officeDocument/2006/relationships/image" Target="../media/image135.emf"/><Relationship Id="rId17" Type="http://schemas.openxmlformats.org/officeDocument/2006/relationships/image" Target="../media/image140.wmf"/><Relationship Id="rId2" Type="http://schemas.openxmlformats.org/officeDocument/2006/relationships/image" Target="../media/image129.wmf"/><Relationship Id="rId16" Type="http://schemas.openxmlformats.org/officeDocument/2006/relationships/image" Target="../media/image139.wmf"/><Relationship Id="rId1" Type="http://schemas.openxmlformats.org/officeDocument/2006/relationships/image" Target="../media/image128.wmf"/><Relationship Id="rId6" Type="http://schemas.openxmlformats.org/officeDocument/2006/relationships/image" Target="../media/image133.wmf"/><Relationship Id="rId11" Type="http://schemas.openxmlformats.org/officeDocument/2006/relationships/image" Target="../media/image134.emf"/><Relationship Id="rId5" Type="http://schemas.openxmlformats.org/officeDocument/2006/relationships/image" Target="../media/image132.wmf"/><Relationship Id="rId15" Type="http://schemas.openxmlformats.org/officeDocument/2006/relationships/image" Target="../media/image138.emf"/><Relationship Id="rId10" Type="http://schemas.openxmlformats.org/officeDocument/2006/relationships/image" Target="../media/image126.wmf"/><Relationship Id="rId19" Type="http://schemas.openxmlformats.org/officeDocument/2006/relationships/image" Target="../media/image142.wmf"/><Relationship Id="rId4" Type="http://schemas.openxmlformats.org/officeDocument/2006/relationships/image" Target="../media/image131.wmf"/><Relationship Id="rId9" Type="http://schemas.openxmlformats.org/officeDocument/2006/relationships/image" Target="../media/image125.wmf"/><Relationship Id="rId14" Type="http://schemas.openxmlformats.org/officeDocument/2006/relationships/image" Target="../media/image137.e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wmf"/><Relationship Id="rId13" Type="http://schemas.openxmlformats.org/officeDocument/2006/relationships/image" Target="../media/image123.wmf"/><Relationship Id="rId3" Type="http://schemas.openxmlformats.org/officeDocument/2006/relationships/image" Target="../media/image145.wmf"/><Relationship Id="rId7" Type="http://schemas.openxmlformats.org/officeDocument/2006/relationships/image" Target="../media/image149.wmf"/><Relationship Id="rId12" Type="http://schemas.openxmlformats.org/officeDocument/2006/relationships/image" Target="../media/image154.wmf"/><Relationship Id="rId2" Type="http://schemas.openxmlformats.org/officeDocument/2006/relationships/image" Target="../media/image144.wmf"/><Relationship Id="rId16" Type="http://schemas.openxmlformats.org/officeDocument/2006/relationships/image" Target="../media/image126.wmf"/><Relationship Id="rId1" Type="http://schemas.openxmlformats.org/officeDocument/2006/relationships/image" Target="../media/image143.wmf"/><Relationship Id="rId6" Type="http://schemas.openxmlformats.org/officeDocument/2006/relationships/image" Target="../media/image148.wmf"/><Relationship Id="rId11" Type="http://schemas.openxmlformats.org/officeDocument/2006/relationships/image" Target="../media/image153.wmf"/><Relationship Id="rId5" Type="http://schemas.openxmlformats.org/officeDocument/2006/relationships/image" Target="../media/image147.wmf"/><Relationship Id="rId15" Type="http://schemas.openxmlformats.org/officeDocument/2006/relationships/image" Target="../media/image125.wmf"/><Relationship Id="rId10" Type="http://schemas.openxmlformats.org/officeDocument/2006/relationships/image" Target="../media/image152.wmf"/><Relationship Id="rId4" Type="http://schemas.openxmlformats.org/officeDocument/2006/relationships/image" Target="../media/image146.wmf"/><Relationship Id="rId9" Type="http://schemas.openxmlformats.org/officeDocument/2006/relationships/image" Target="../media/image151.wmf"/><Relationship Id="rId14" Type="http://schemas.openxmlformats.org/officeDocument/2006/relationships/image" Target="../media/image124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3" Type="http://schemas.openxmlformats.org/officeDocument/2006/relationships/image" Target="../media/image157.wmf"/><Relationship Id="rId7" Type="http://schemas.openxmlformats.org/officeDocument/2006/relationships/image" Target="../media/image125.wmf"/><Relationship Id="rId2" Type="http://schemas.openxmlformats.org/officeDocument/2006/relationships/image" Target="../media/image156.wmf"/><Relationship Id="rId1" Type="http://schemas.openxmlformats.org/officeDocument/2006/relationships/image" Target="../media/image155.wmf"/><Relationship Id="rId6" Type="http://schemas.openxmlformats.org/officeDocument/2006/relationships/image" Target="../media/image124.wmf"/><Relationship Id="rId5" Type="http://schemas.openxmlformats.org/officeDocument/2006/relationships/image" Target="../media/image147.wmf"/><Relationship Id="rId4" Type="http://schemas.openxmlformats.org/officeDocument/2006/relationships/image" Target="../media/image158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wmf"/><Relationship Id="rId13" Type="http://schemas.openxmlformats.org/officeDocument/2006/relationships/image" Target="../media/image124.wmf"/><Relationship Id="rId3" Type="http://schemas.openxmlformats.org/officeDocument/2006/relationships/image" Target="../media/image162.wmf"/><Relationship Id="rId7" Type="http://schemas.openxmlformats.org/officeDocument/2006/relationships/image" Target="../media/image156.wmf"/><Relationship Id="rId12" Type="http://schemas.openxmlformats.org/officeDocument/2006/relationships/image" Target="../media/image147.wmf"/><Relationship Id="rId2" Type="http://schemas.openxmlformats.org/officeDocument/2006/relationships/image" Target="../media/image161.wmf"/><Relationship Id="rId1" Type="http://schemas.openxmlformats.org/officeDocument/2006/relationships/image" Target="../media/image160.wmf"/><Relationship Id="rId6" Type="http://schemas.openxmlformats.org/officeDocument/2006/relationships/image" Target="../media/image165.wmf"/><Relationship Id="rId11" Type="http://schemas.openxmlformats.org/officeDocument/2006/relationships/image" Target="../media/image158.wmf"/><Relationship Id="rId5" Type="http://schemas.openxmlformats.org/officeDocument/2006/relationships/image" Target="../media/image164.wmf"/><Relationship Id="rId10" Type="http://schemas.openxmlformats.org/officeDocument/2006/relationships/image" Target="../media/image166.emf"/><Relationship Id="rId4" Type="http://schemas.openxmlformats.org/officeDocument/2006/relationships/image" Target="../media/image163.wmf"/><Relationship Id="rId9" Type="http://schemas.openxmlformats.org/officeDocument/2006/relationships/image" Target="../media/image157.wmf"/><Relationship Id="rId14" Type="http://schemas.openxmlformats.org/officeDocument/2006/relationships/image" Target="../media/image126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3" Type="http://schemas.openxmlformats.org/officeDocument/2006/relationships/image" Target="../media/image170.wmf"/><Relationship Id="rId7" Type="http://schemas.openxmlformats.org/officeDocument/2006/relationships/image" Target="../media/image156.wmf"/><Relationship Id="rId12" Type="http://schemas.openxmlformats.org/officeDocument/2006/relationships/image" Target="../media/image175.wmf"/><Relationship Id="rId2" Type="http://schemas.openxmlformats.org/officeDocument/2006/relationships/image" Target="../media/image169.wmf"/><Relationship Id="rId1" Type="http://schemas.openxmlformats.org/officeDocument/2006/relationships/image" Target="../media/image168.wmf"/><Relationship Id="rId6" Type="http://schemas.openxmlformats.org/officeDocument/2006/relationships/image" Target="../media/image155.wmf"/><Relationship Id="rId11" Type="http://schemas.openxmlformats.org/officeDocument/2006/relationships/image" Target="../media/image174.wmf"/><Relationship Id="rId5" Type="http://schemas.openxmlformats.org/officeDocument/2006/relationships/image" Target="../media/image172.wmf"/><Relationship Id="rId10" Type="http://schemas.openxmlformats.org/officeDocument/2006/relationships/image" Target="../media/image173.wmf"/><Relationship Id="rId4" Type="http://schemas.openxmlformats.org/officeDocument/2006/relationships/image" Target="../media/image171.wmf"/><Relationship Id="rId9" Type="http://schemas.openxmlformats.org/officeDocument/2006/relationships/image" Target="../media/image158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wmf"/><Relationship Id="rId13" Type="http://schemas.openxmlformats.org/officeDocument/2006/relationships/image" Target="../media/image188.wmf"/><Relationship Id="rId18" Type="http://schemas.openxmlformats.org/officeDocument/2006/relationships/image" Target="../media/image193.wmf"/><Relationship Id="rId3" Type="http://schemas.openxmlformats.org/officeDocument/2006/relationships/image" Target="../media/image178.wmf"/><Relationship Id="rId7" Type="http://schemas.openxmlformats.org/officeDocument/2006/relationships/image" Target="../media/image182.wmf"/><Relationship Id="rId12" Type="http://schemas.openxmlformats.org/officeDocument/2006/relationships/image" Target="../media/image187.wmf"/><Relationship Id="rId17" Type="http://schemas.openxmlformats.org/officeDocument/2006/relationships/image" Target="../media/image192.wmf"/><Relationship Id="rId2" Type="http://schemas.openxmlformats.org/officeDocument/2006/relationships/image" Target="../media/image177.wmf"/><Relationship Id="rId16" Type="http://schemas.openxmlformats.org/officeDocument/2006/relationships/image" Target="../media/image191.wmf"/><Relationship Id="rId1" Type="http://schemas.openxmlformats.org/officeDocument/2006/relationships/image" Target="../media/image176.wmf"/><Relationship Id="rId6" Type="http://schemas.openxmlformats.org/officeDocument/2006/relationships/image" Target="../media/image181.wmf"/><Relationship Id="rId11" Type="http://schemas.openxmlformats.org/officeDocument/2006/relationships/image" Target="../media/image186.wmf"/><Relationship Id="rId5" Type="http://schemas.openxmlformats.org/officeDocument/2006/relationships/image" Target="../media/image180.wmf"/><Relationship Id="rId15" Type="http://schemas.openxmlformats.org/officeDocument/2006/relationships/image" Target="../media/image190.wmf"/><Relationship Id="rId10" Type="http://schemas.openxmlformats.org/officeDocument/2006/relationships/image" Target="../media/image185.wmf"/><Relationship Id="rId4" Type="http://schemas.openxmlformats.org/officeDocument/2006/relationships/image" Target="../media/image179.wmf"/><Relationship Id="rId9" Type="http://schemas.openxmlformats.org/officeDocument/2006/relationships/image" Target="../media/image184.wmf"/><Relationship Id="rId14" Type="http://schemas.openxmlformats.org/officeDocument/2006/relationships/image" Target="../media/image189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wmf"/><Relationship Id="rId13" Type="http://schemas.openxmlformats.org/officeDocument/2006/relationships/image" Target="../media/image186.wmf"/><Relationship Id="rId3" Type="http://schemas.openxmlformats.org/officeDocument/2006/relationships/image" Target="../media/image196.wmf"/><Relationship Id="rId7" Type="http://schemas.openxmlformats.org/officeDocument/2006/relationships/image" Target="../media/image200.wmf"/><Relationship Id="rId12" Type="http://schemas.openxmlformats.org/officeDocument/2006/relationships/image" Target="../media/image185.wmf"/><Relationship Id="rId17" Type="http://schemas.openxmlformats.org/officeDocument/2006/relationships/image" Target="../media/image191.wmf"/><Relationship Id="rId2" Type="http://schemas.openxmlformats.org/officeDocument/2006/relationships/image" Target="../media/image195.wmf"/><Relationship Id="rId16" Type="http://schemas.openxmlformats.org/officeDocument/2006/relationships/image" Target="../media/image189.wmf"/><Relationship Id="rId1" Type="http://schemas.openxmlformats.org/officeDocument/2006/relationships/image" Target="../media/image194.wmf"/><Relationship Id="rId6" Type="http://schemas.openxmlformats.org/officeDocument/2006/relationships/image" Target="../media/image199.wmf"/><Relationship Id="rId11" Type="http://schemas.openxmlformats.org/officeDocument/2006/relationships/image" Target="../media/image184.wmf"/><Relationship Id="rId5" Type="http://schemas.openxmlformats.org/officeDocument/2006/relationships/image" Target="../media/image198.wmf"/><Relationship Id="rId15" Type="http://schemas.openxmlformats.org/officeDocument/2006/relationships/image" Target="../media/image188.wmf"/><Relationship Id="rId10" Type="http://schemas.openxmlformats.org/officeDocument/2006/relationships/image" Target="../media/image183.wmf"/><Relationship Id="rId4" Type="http://schemas.openxmlformats.org/officeDocument/2006/relationships/image" Target="../media/image197.wmf"/><Relationship Id="rId9" Type="http://schemas.openxmlformats.org/officeDocument/2006/relationships/image" Target="../media/image182.wmf"/><Relationship Id="rId14" Type="http://schemas.openxmlformats.org/officeDocument/2006/relationships/image" Target="../media/image187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wmf"/><Relationship Id="rId3" Type="http://schemas.openxmlformats.org/officeDocument/2006/relationships/image" Target="../media/image203.wmf"/><Relationship Id="rId7" Type="http://schemas.openxmlformats.org/officeDocument/2006/relationships/image" Target="../media/image206.wmf"/><Relationship Id="rId2" Type="http://schemas.openxmlformats.org/officeDocument/2006/relationships/image" Target="../media/image202.wmf"/><Relationship Id="rId1" Type="http://schemas.openxmlformats.org/officeDocument/2006/relationships/image" Target="../media/image201.wmf"/><Relationship Id="rId6" Type="http://schemas.openxmlformats.org/officeDocument/2006/relationships/image" Target="../media/image205.wmf"/><Relationship Id="rId5" Type="http://schemas.openxmlformats.org/officeDocument/2006/relationships/image" Target="../media/image184.wmf"/><Relationship Id="rId4" Type="http://schemas.openxmlformats.org/officeDocument/2006/relationships/image" Target="../media/image20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DC15F6-7FAB-41B8-8AA5-B119DFD513D6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F76911-E338-4AA3-BA3B-7FDE3C9CF0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4726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50DBAF-73F6-462E-9E7C-89D05C657B59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7464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50DBAF-73F6-462E-9E7C-89D05C657B59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3235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50DBAF-73F6-462E-9E7C-89D05C657B59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525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F06C-A7B0-4BAB-AEB3-B02A039DBB52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0CC6A-708D-45D9-A1A4-B418F32E62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429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F06C-A7B0-4BAB-AEB3-B02A039DBB52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0CC6A-708D-45D9-A1A4-B418F32E62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364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F06C-A7B0-4BAB-AEB3-B02A039DBB52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0CC6A-708D-45D9-A1A4-B418F32E62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911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F06C-A7B0-4BAB-AEB3-B02A039DBB52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0CC6A-708D-45D9-A1A4-B418F32E62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415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F06C-A7B0-4BAB-AEB3-B02A039DBB52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0CC6A-708D-45D9-A1A4-B418F32E62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733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F06C-A7B0-4BAB-AEB3-B02A039DBB52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0CC6A-708D-45D9-A1A4-B418F32E62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10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F06C-A7B0-4BAB-AEB3-B02A039DBB52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0CC6A-708D-45D9-A1A4-B418F32E62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346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F06C-A7B0-4BAB-AEB3-B02A039DBB52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0CC6A-708D-45D9-A1A4-B418F32E62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516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F06C-A7B0-4BAB-AEB3-B02A039DBB52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0CC6A-708D-45D9-A1A4-B418F32E62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447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F06C-A7B0-4BAB-AEB3-B02A039DBB52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0CC6A-708D-45D9-A1A4-B418F32E62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543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F06C-A7B0-4BAB-AEB3-B02A039DBB52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0CC6A-708D-45D9-A1A4-B418F32E62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26343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5496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1323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2270400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2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8031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3751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470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57603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959157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06841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5831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73120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9442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2998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467580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8767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95623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85680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89972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210573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516359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40941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02945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690564" y="2505076"/>
            <a:ext cx="7653337" cy="364331"/>
          </a:xfrm>
          <a:custGeom>
            <a:avLst/>
            <a:gdLst/>
            <a:ahLst/>
            <a:cxnLst>
              <a:cxn ang="0">
                <a:pos x="163" y="200"/>
              </a:cxn>
              <a:cxn ang="0">
                <a:pos x="4128" y="200"/>
              </a:cxn>
              <a:cxn ang="0">
                <a:pos x="4128" y="429"/>
              </a:cxn>
              <a:cxn ang="0">
                <a:pos x="0" y="441"/>
              </a:cxn>
              <a:cxn ang="0">
                <a:pos x="163" y="200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000"/>
            </a:scheme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1714500"/>
            <a:ext cx="77724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zh-CN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fld id="{ABEDEB8D-9457-432F-9F08-4D2AC84026C0}" type="slidenum">
              <a:rPr lang="zh-CN" altLang="en-US" smtClean="0"/>
              <a:pPr defTabSz="685800" fontAlgn="base">
                <a:spcAft>
                  <a:spcPct val="0"/>
                </a:spcAft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5871395"/>
      </p:ext>
    </p:extLst>
  </p:cSld>
  <p:clrMapOvr>
    <a:masterClrMapping/>
  </p:clrMapOvr>
  <p:transition>
    <p:random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fld id="{9AA03862-3EF6-46AD-A126-00B84D65E719}" type="slidenum">
              <a:rPr lang="zh-CN" altLang="en-US" smtClean="0"/>
              <a:pPr defTabSz="685800" fontAlgn="base">
                <a:spcAft>
                  <a:spcPct val="0"/>
                </a:spcAft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4810127"/>
      </p:ext>
    </p:extLst>
  </p:cSld>
  <p:clrMapOvr>
    <a:masterClrMapping/>
  </p:clrMapOvr>
  <p:transition>
    <p:random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fld id="{962392BE-3CCB-455A-8F12-341E4E9E429D}" type="slidenum">
              <a:rPr lang="zh-CN" altLang="en-US" smtClean="0"/>
              <a:pPr defTabSz="685800" fontAlgn="base">
                <a:spcAft>
                  <a:spcPct val="0"/>
                </a:spcAft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9697183"/>
      </p:ext>
    </p:extLst>
  </p:cSld>
  <p:clrMapOvr>
    <a:masterClrMapping/>
  </p:clrMapOvr>
  <p:transition>
    <p:random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fld id="{C53F15E5-4EF8-44B9-B037-0EE29668B7A4}" type="slidenum">
              <a:rPr lang="zh-CN" altLang="en-US" smtClean="0"/>
              <a:pPr defTabSz="685800" fontAlgn="base">
                <a:spcAft>
                  <a:spcPct val="0"/>
                </a:spcAft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6202911"/>
      </p:ext>
    </p:extLst>
  </p:cSld>
  <p:clrMapOvr>
    <a:masterClrMapping/>
  </p:clrMapOvr>
  <p:transition>
    <p:random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fld id="{F7E4E9BE-2E04-44C0-941F-DABBC03973C1}" type="slidenum">
              <a:rPr lang="zh-CN" altLang="en-US" smtClean="0"/>
              <a:pPr defTabSz="685800" fontAlgn="base">
                <a:spcAft>
                  <a:spcPct val="0"/>
                </a:spcAft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7913866"/>
      </p:ext>
    </p:extLst>
  </p:cSld>
  <p:clrMapOvr>
    <a:masterClrMapping/>
  </p:clrMapOvr>
  <p:transition>
    <p:random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fld id="{56334CB3-1590-4F34-8DFD-8ECCF6075A76}" type="slidenum">
              <a:rPr lang="zh-CN" altLang="en-US" smtClean="0"/>
              <a:pPr defTabSz="685800" fontAlgn="base">
                <a:spcAft>
                  <a:spcPct val="0"/>
                </a:spcAft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0896922"/>
      </p:ext>
    </p:extLst>
  </p:cSld>
  <p:clrMapOvr>
    <a:masterClrMapping/>
  </p:clrMapOvr>
  <p:transition>
    <p:random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fld id="{03DF8069-814B-416D-952F-5A4325C0177E}" type="slidenum">
              <a:rPr lang="zh-CN" altLang="en-US" smtClean="0"/>
              <a:pPr defTabSz="685800" fontAlgn="base">
                <a:spcAft>
                  <a:spcPct val="0"/>
                </a:spcAft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9692443"/>
      </p:ext>
    </p:extLst>
  </p:cSld>
  <p:clrMapOvr>
    <a:masterClrMapping/>
  </p:clrMapOvr>
  <p:transition>
    <p:random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fld id="{AEF333BD-96C0-4BD8-93F5-AE8C524EE7C0}" type="slidenum">
              <a:rPr lang="zh-CN" altLang="en-US" smtClean="0"/>
              <a:pPr defTabSz="685800" fontAlgn="base">
                <a:spcAft>
                  <a:spcPct val="0"/>
                </a:spcAft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582985"/>
      </p:ext>
    </p:extLst>
  </p:cSld>
  <p:clrMapOvr>
    <a:masterClrMapping/>
  </p:clrMapOvr>
  <p:transition>
    <p:random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fld id="{D99ABAD9-C890-4FD9-9D81-2192BD311009}" type="slidenum">
              <a:rPr lang="zh-CN" altLang="en-US" smtClean="0"/>
              <a:pPr defTabSz="685800" fontAlgn="base">
                <a:spcAft>
                  <a:spcPct val="0"/>
                </a:spcAft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01338"/>
      </p:ext>
    </p:extLst>
  </p:cSld>
  <p:clrMapOvr>
    <a:masterClrMapping/>
  </p:clrMapOvr>
  <p:transition>
    <p:random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fld id="{7FDAFFE6-D8DA-4B86-A78D-2572651908D1}" type="slidenum">
              <a:rPr lang="zh-CN" altLang="en-US" smtClean="0"/>
              <a:pPr defTabSz="685800" fontAlgn="base">
                <a:spcAft>
                  <a:spcPct val="0"/>
                </a:spcAft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5157807"/>
      </p:ext>
    </p:extLst>
  </p:cSld>
  <p:clrMapOvr>
    <a:masterClrMapping/>
  </p:clrMapOvr>
  <p:transition>
    <p:random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342900"/>
            <a:ext cx="1943100" cy="42291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342900"/>
            <a:ext cx="5676900" cy="42291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fld id="{FD47EDD0-C4CB-46A1-A800-DED977287823}" type="slidenum">
              <a:rPr lang="zh-CN" altLang="en-US" smtClean="0"/>
              <a:pPr defTabSz="685800" fontAlgn="base">
                <a:spcAft>
                  <a:spcPct val="0"/>
                </a:spcAft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9931259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A3F06C-A7B0-4BAB-AEB3-B02A039DBB52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86600" y="486632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0CC6A-708D-45D9-A1A4-B418F32E62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329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05"/>
          <p:cNvSpPr>
            <a:spLocks noChangeArrowheads="1"/>
          </p:cNvSpPr>
          <p:nvPr userDrawn="1"/>
        </p:nvSpPr>
        <p:spPr bwMode="auto">
          <a:xfrm rot="19340345">
            <a:off x="8713789" y="4527949"/>
            <a:ext cx="330200" cy="22026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5656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05"/>
          <p:cNvSpPr>
            <a:spLocks noChangeArrowheads="1"/>
          </p:cNvSpPr>
          <p:nvPr userDrawn="1"/>
        </p:nvSpPr>
        <p:spPr bwMode="auto">
          <a:xfrm rot="19340345">
            <a:off x="8713788" y="4527948"/>
            <a:ext cx="330200" cy="22026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3920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42900"/>
            <a:ext cx="77724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50000"/>
              </a:spcBef>
              <a:defRPr sz="105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z="105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05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fld id="{A8340238-5089-4E28-9CA9-47D83DB5ED0A}" type="slidenum">
              <a:rPr lang="zh-CN" altLang="en-US" smtClean="0"/>
              <a:pPr defTabSz="685800" fontAlgn="base">
                <a:spcAft>
                  <a:spcPct val="0"/>
                </a:spcAft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0481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>
    <p:random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3429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6858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0287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3716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Monotype Sorts" pitchFamily="2" charset="2"/>
        <a:buChar char="§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50000"/>
        <a:buFont typeface="Monotype Sorts" pitchFamily="2" charset="2"/>
        <a:buChar char="l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flash/charges-and-fields_en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Relationship Id="rId4" Type="http://schemas.openxmlformats.org/officeDocument/2006/relationships/hyperlink" Target="flash/capacitor-lab-basics_en.html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8.bin"/><Relationship Id="rId18" Type="http://schemas.openxmlformats.org/officeDocument/2006/relationships/image" Target="../media/image10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7.wmf"/><Relationship Id="rId17" Type="http://schemas.openxmlformats.org/officeDocument/2006/relationships/oleObject" Target="../embeddings/oleObject10.bin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9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5" Type="http://schemas.openxmlformats.org/officeDocument/2006/relationships/oleObject" Target="../embeddings/oleObject9.bin"/><Relationship Id="rId10" Type="http://schemas.openxmlformats.org/officeDocument/2006/relationships/image" Target="../media/image6.wmf"/><Relationship Id="rId19" Type="http://schemas.openxmlformats.org/officeDocument/2006/relationships/hyperlink" Target="flash/coulombs-law_en.html" TargetMode="External"/><Relationship Id="rId4" Type="http://schemas.openxmlformats.org/officeDocument/2006/relationships/image" Target="../media/image3.w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8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16.bin"/><Relationship Id="rId18" Type="http://schemas.openxmlformats.org/officeDocument/2006/relationships/image" Target="../media/image8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3.wmf"/><Relationship Id="rId17" Type="http://schemas.openxmlformats.org/officeDocument/2006/relationships/oleObject" Target="../embeddings/oleObject18.bin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7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10" Type="http://schemas.openxmlformats.org/officeDocument/2006/relationships/image" Target="../media/image13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oleObject" Target="../embeddings/oleObject23.bin"/><Relationship Id="rId3" Type="http://schemas.openxmlformats.org/officeDocument/2006/relationships/hyperlink" Target="flash/charges-and-fields_en.html" TargetMode="External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17.emf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16.wmf"/><Relationship Id="rId4" Type="http://schemas.openxmlformats.org/officeDocument/2006/relationships/image" Target="../media/image19.png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18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28.bin"/><Relationship Id="rId18" Type="http://schemas.openxmlformats.org/officeDocument/2006/relationships/image" Target="../media/image18.wmf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15.png"/><Relationship Id="rId17" Type="http://schemas.openxmlformats.org/officeDocument/2006/relationships/oleObject" Target="../embeddings/oleObject30.bin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23.e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5" Type="http://schemas.openxmlformats.org/officeDocument/2006/relationships/oleObject" Target="../embeddings/oleObject29.bin"/><Relationship Id="rId10" Type="http://schemas.openxmlformats.org/officeDocument/2006/relationships/image" Target="../media/image22.wmf"/><Relationship Id="rId4" Type="http://schemas.openxmlformats.org/officeDocument/2006/relationships/image" Target="../media/image19.png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16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36.bin"/><Relationship Id="rId18" Type="http://schemas.openxmlformats.org/officeDocument/2006/relationships/image" Target="../media/image29.wmf"/><Relationship Id="rId26" Type="http://schemas.openxmlformats.org/officeDocument/2006/relationships/image" Target="../media/image33.wmf"/><Relationship Id="rId3" Type="http://schemas.openxmlformats.org/officeDocument/2006/relationships/oleObject" Target="../embeddings/oleObject31.bin"/><Relationship Id="rId21" Type="http://schemas.openxmlformats.org/officeDocument/2006/relationships/oleObject" Target="../embeddings/oleObject40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27.wmf"/><Relationship Id="rId17" Type="http://schemas.openxmlformats.org/officeDocument/2006/relationships/oleObject" Target="../embeddings/oleObject38.bin"/><Relationship Id="rId25" Type="http://schemas.openxmlformats.org/officeDocument/2006/relationships/oleObject" Target="../embeddings/oleObject42.bin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18.wmf"/><Relationship Id="rId20" Type="http://schemas.openxmlformats.org/officeDocument/2006/relationships/image" Target="../media/image30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15.png"/><Relationship Id="rId11" Type="http://schemas.openxmlformats.org/officeDocument/2006/relationships/oleObject" Target="../embeddings/oleObject35.bin"/><Relationship Id="rId24" Type="http://schemas.openxmlformats.org/officeDocument/2006/relationships/image" Target="../media/image32.wmf"/><Relationship Id="rId5" Type="http://schemas.openxmlformats.org/officeDocument/2006/relationships/oleObject" Target="../embeddings/oleObject32.bin"/><Relationship Id="rId15" Type="http://schemas.openxmlformats.org/officeDocument/2006/relationships/oleObject" Target="../embeddings/oleObject37.bin"/><Relationship Id="rId23" Type="http://schemas.openxmlformats.org/officeDocument/2006/relationships/oleObject" Target="../embeddings/oleObject41.bin"/><Relationship Id="rId10" Type="http://schemas.openxmlformats.org/officeDocument/2006/relationships/image" Target="../media/image26.wmf"/><Relationship Id="rId19" Type="http://schemas.openxmlformats.org/officeDocument/2006/relationships/oleObject" Target="../embeddings/oleObject39.bin"/><Relationship Id="rId4" Type="http://schemas.openxmlformats.org/officeDocument/2006/relationships/image" Target="../media/image24.wmf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28.emf"/><Relationship Id="rId22" Type="http://schemas.openxmlformats.org/officeDocument/2006/relationships/image" Target="../media/image31.emf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7.bin"/><Relationship Id="rId18" Type="http://schemas.openxmlformats.org/officeDocument/2006/relationships/image" Target="../media/image39.wmf"/><Relationship Id="rId26" Type="http://schemas.openxmlformats.org/officeDocument/2006/relationships/image" Target="../media/image43.wmf"/><Relationship Id="rId39" Type="http://schemas.openxmlformats.org/officeDocument/2006/relationships/oleObject" Target="../embeddings/oleObject60.bin"/><Relationship Id="rId3" Type="http://schemas.openxmlformats.org/officeDocument/2006/relationships/oleObject" Target="../embeddings/oleObject43.bin"/><Relationship Id="rId21" Type="http://schemas.openxmlformats.org/officeDocument/2006/relationships/oleObject" Target="../embeddings/oleObject51.bin"/><Relationship Id="rId34" Type="http://schemas.openxmlformats.org/officeDocument/2006/relationships/image" Target="../media/image47.wmf"/><Relationship Id="rId42" Type="http://schemas.openxmlformats.org/officeDocument/2006/relationships/image" Target="../media/image51.emf"/><Relationship Id="rId47" Type="http://schemas.openxmlformats.org/officeDocument/2006/relationships/oleObject" Target="../embeddings/oleObject64.bin"/><Relationship Id="rId50" Type="http://schemas.openxmlformats.org/officeDocument/2006/relationships/image" Target="../media/image55.wmf"/><Relationship Id="rId7" Type="http://schemas.openxmlformats.org/officeDocument/2006/relationships/image" Target="../media/image35.wmf"/><Relationship Id="rId12" Type="http://schemas.openxmlformats.org/officeDocument/2006/relationships/image" Target="../media/image58.png"/><Relationship Id="rId17" Type="http://schemas.openxmlformats.org/officeDocument/2006/relationships/oleObject" Target="../embeddings/oleObject49.bin"/><Relationship Id="rId25" Type="http://schemas.openxmlformats.org/officeDocument/2006/relationships/oleObject" Target="../embeddings/oleObject53.bin"/><Relationship Id="rId33" Type="http://schemas.openxmlformats.org/officeDocument/2006/relationships/oleObject" Target="../embeddings/oleObject57.bin"/><Relationship Id="rId38" Type="http://schemas.openxmlformats.org/officeDocument/2006/relationships/image" Target="../media/image49.wmf"/><Relationship Id="rId46" Type="http://schemas.openxmlformats.org/officeDocument/2006/relationships/image" Target="../media/image53.emf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38.wmf"/><Relationship Id="rId20" Type="http://schemas.openxmlformats.org/officeDocument/2006/relationships/image" Target="../media/image40.wmf"/><Relationship Id="rId29" Type="http://schemas.openxmlformats.org/officeDocument/2006/relationships/oleObject" Target="../embeddings/oleObject55.bin"/><Relationship Id="rId41" Type="http://schemas.openxmlformats.org/officeDocument/2006/relationships/oleObject" Target="../embeddings/oleObject61.bin"/><Relationship Id="rId54" Type="http://schemas.openxmlformats.org/officeDocument/2006/relationships/image" Target="../media/image57.wmf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37.wmf"/><Relationship Id="rId24" Type="http://schemas.openxmlformats.org/officeDocument/2006/relationships/image" Target="../media/image42.wmf"/><Relationship Id="rId32" Type="http://schemas.openxmlformats.org/officeDocument/2006/relationships/image" Target="../media/image46.wmf"/><Relationship Id="rId37" Type="http://schemas.openxmlformats.org/officeDocument/2006/relationships/oleObject" Target="../embeddings/oleObject59.bin"/><Relationship Id="rId40" Type="http://schemas.openxmlformats.org/officeDocument/2006/relationships/image" Target="../media/image50.wmf"/><Relationship Id="rId45" Type="http://schemas.openxmlformats.org/officeDocument/2006/relationships/oleObject" Target="../embeddings/oleObject63.bin"/><Relationship Id="rId53" Type="http://schemas.openxmlformats.org/officeDocument/2006/relationships/oleObject" Target="../embeddings/oleObject67.bin"/><Relationship Id="rId5" Type="http://schemas.openxmlformats.org/officeDocument/2006/relationships/image" Target="../media/image19.png"/><Relationship Id="rId15" Type="http://schemas.openxmlformats.org/officeDocument/2006/relationships/oleObject" Target="../embeddings/oleObject48.bin"/><Relationship Id="rId23" Type="http://schemas.openxmlformats.org/officeDocument/2006/relationships/oleObject" Target="../embeddings/oleObject52.bin"/><Relationship Id="rId28" Type="http://schemas.openxmlformats.org/officeDocument/2006/relationships/image" Target="../media/image44.wmf"/><Relationship Id="rId36" Type="http://schemas.openxmlformats.org/officeDocument/2006/relationships/image" Target="../media/image48.png"/><Relationship Id="rId49" Type="http://schemas.openxmlformats.org/officeDocument/2006/relationships/oleObject" Target="../embeddings/oleObject65.bin"/><Relationship Id="rId10" Type="http://schemas.openxmlformats.org/officeDocument/2006/relationships/oleObject" Target="../embeddings/oleObject46.bin"/><Relationship Id="rId19" Type="http://schemas.openxmlformats.org/officeDocument/2006/relationships/oleObject" Target="../embeddings/oleObject50.bin"/><Relationship Id="rId31" Type="http://schemas.openxmlformats.org/officeDocument/2006/relationships/oleObject" Target="../embeddings/oleObject56.bin"/><Relationship Id="rId44" Type="http://schemas.openxmlformats.org/officeDocument/2006/relationships/image" Target="../media/image52.emf"/><Relationship Id="rId52" Type="http://schemas.openxmlformats.org/officeDocument/2006/relationships/image" Target="../media/image56.wmf"/><Relationship Id="rId4" Type="http://schemas.openxmlformats.org/officeDocument/2006/relationships/image" Target="../media/image34.wmf"/><Relationship Id="rId9" Type="http://schemas.openxmlformats.org/officeDocument/2006/relationships/image" Target="../media/image36.wmf"/><Relationship Id="rId14" Type="http://schemas.openxmlformats.org/officeDocument/2006/relationships/image" Target="../media/image15.png"/><Relationship Id="rId22" Type="http://schemas.openxmlformats.org/officeDocument/2006/relationships/image" Target="../media/image41.wmf"/><Relationship Id="rId27" Type="http://schemas.openxmlformats.org/officeDocument/2006/relationships/oleObject" Target="../embeddings/oleObject54.bin"/><Relationship Id="rId30" Type="http://schemas.openxmlformats.org/officeDocument/2006/relationships/image" Target="../media/image45.wmf"/><Relationship Id="rId35" Type="http://schemas.openxmlformats.org/officeDocument/2006/relationships/oleObject" Target="../embeddings/oleObject58.bin"/><Relationship Id="rId43" Type="http://schemas.openxmlformats.org/officeDocument/2006/relationships/oleObject" Target="../embeddings/oleObject62.bin"/><Relationship Id="rId48" Type="http://schemas.openxmlformats.org/officeDocument/2006/relationships/image" Target="../media/image54.wmf"/><Relationship Id="rId8" Type="http://schemas.openxmlformats.org/officeDocument/2006/relationships/oleObject" Target="../embeddings/oleObject45.bin"/><Relationship Id="rId51" Type="http://schemas.openxmlformats.org/officeDocument/2006/relationships/oleObject" Target="../embeddings/oleObject6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13" Type="http://schemas.openxmlformats.org/officeDocument/2006/relationships/image" Target="../media/image63.emf"/><Relationship Id="rId18" Type="http://schemas.openxmlformats.org/officeDocument/2006/relationships/oleObject" Target="../embeddings/oleObject75.bin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12" Type="http://schemas.openxmlformats.org/officeDocument/2006/relationships/oleObject" Target="../embeddings/oleObject72.bin"/><Relationship Id="rId17" Type="http://schemas.openxmlformats.org/officeDocument/2006/relationships/image" Target="../media/image65.emf"/><Relationship Id="rId2" Type="http://schemas.openxmlformats.org/officeDocument/2006/relationships/slideLayout" Target="../slideLayouts/slideLayout29.xml"/><Relationship Id="rId16" Type="http://schemas.openxmlformats.org/officeDocument/2006/relationships/oleObject" Target="../embeddings/oleObject74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60.wmf"/><Relationship Id="rId11" Type="http://schemas.openxmlformats.org/officeDocument/2006/relationships/image" Target="../media/image62.wmf"/><Relationship Id="rId5" Type="http://schemas.openxmlformats.org/officeDocument/2006/relationships/oleObject" Target="../embeddings/oleObject69.bin"/><Relationship Id="rId15" Type="http://schemas.openxmlformats.org/officeDocument/2006/relationships/image" Target="../media/image64.emf"/><Relationship Id="rId10" Type="http://schemas.openxmlformats.org/officeDocument/2006/relationships/oleObject" Target="../embeddings/oleObject71.bin"/><Relationship Id="rId19" Type="http://schemas.openxmlformats.org/officeDocument/2006/relationships/image" Target="../media/image66.wmf"/><Relationship Id="rId4" Type="http://schemas.openxmlformats.org/officeDocument/2006/relationships/image" Target="../media/image59.wmf"/><Relationship Id="rId9" Type="http://schemas.openxmlformats.org/officeDocument/2006/relationships/image" Target="../media/image19.png"/><Relationship Id="rId14" Type="http://schemas.openxmlformats.org/officeDocument/2006/relationships/oleObject" Target="../embeddings/oleObject73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image" Target="../media/image71.emf"/><Relationship Id="rId18" Type="http://schemas.openxmlformats.org/officeDocument/2006/relationships/oleObject" Target="../embeddings/oleObject83.bin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12" Type="http://schemas.openxmlformats.org/officeDocument/2006/relationships/oleObject" Target="../embeddings/oleObject80.bin"/><Relationship Id="rId17" Type="http://schemas.openxmlformats.org/officeDocument/2006/relationships/image" Target="../media/image73.emf"/><Relationship Id="rId2" Type="http://schemas.openxmlformats.org/officeDocument/2006/relationships/slideLayout" Target="../slideLayouts/slideLayout29.xml"/><Relationship Id="rId16" Type="http://schemas.openxmlformats.org/officeDocument/2006/relationships/oleObject" Target="../embeddings/oleObject82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68.wmf"/><Relationship Id="rId11" Type="http://schemas.openxmlformats.org/officeDocument/2006/relationships/image" Target="../media/image70.wmf"/><Relationship Id="rId5" Type="http://schemas.openxmlformats.org/officeDocument/2006/relationships/oleObject" Target="../embeddings/oleObject77.bin"/><Relationship Id="rId15" Type="http://schemas.openxmlformats.org/officeDocument/2006/relationships/image" Target="../media/image72.emf"/><Relationship Id="rId10" Type="http://schemas.openxmlformats.org/officeDocument/2006/relationships/oleObject" Target="../embeddings/oleObject79.bin"/><Relationship Id="rId19" Type="http://schemas.openxmlformats.org/officeDocument/2006/relationships/image" Target="../media/image66.wmf"/><Relationship Id="rId4" Type="http://schemas.openxmlformats.org/officeDocument/2006/relationships/image" Target="../media/image67.wmf"/><Relationship Id="rId9" Type="http://schemas.openxmlformats.org/officeDocument/2006/relationships/image" Target="../media/image19.png"/><Relationship Id="rId14" Type="http://schemas.openxmlformats.org/officeDocument/2006/relationships/oleObject" Target="../embeddings/oleObject81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13" Type="http://schemas.openxmlformats.org/officeDocument/2006/relationships/oleObject" Target="../embeddings/oleObject89.bin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12" Type="http://schemas.openxmlformats.org/officeDocument/2006/relationships/image" Target="../media/image78.wmf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80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5.wmf"/><Relationship Id="rId11" Type="http://schemas.openxmlformats.org/officeDocument/2006/relationships/oleObject" Target="../embeddings/oleObject88.bin"/><Relationship Id="rId5" Type="http://schemas.openxmlformats.org/officeDocument/2006/relationships/oleObject" Target="../embeddings/oleObject85.bin"/><Relationship Id="rId15" Type="http://schemas.openxmlformats.org/officeDocument/2006/relationships/oleObject" Target="../embeddings/oleObject90.bin"/><Relationship Id="rId10" Type="http://schemas.openxmlformats.org/officeDocument/2006/relationships/image" Target="../media/image77.wmf"/><Relationship Id="rId4" Type="http://schemas.openxmlformats.org/officeDocument/2006/relationships/image" Target="../media/image74.wmf"/><Relationship Id="rId9" Type="http://schemas.openxmlformats.org/officeDocument/2006/relationships/oleObject" Target="../embeddings/oleObject87.bin"/><Relationship Id="rId14" Type="http://schemas.openxmlformats.org/officeDocument/2006/relationships/image" Target="../media/image79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13" Type="http://schemas.openxmlformats.org/officeDocument/2006/relationships/oleObject" Target="../embeddings/oleObject96.bin"/><Relationship Id="rId18" Type="http://schemas.openxmlformats.org/officeDocument/2006/relationships/image" Target="../media/image88.wmf"/><Relationship Id="rId26" Type="http://schemas.openxmlformats.org/officeDocument/2006/relationships/image" Target="../media/image92.wmf"/><Relationship Id="rId3" Type="http://schemas.openxmlformats.org/officeDocument/2006/relationships/oleObject" Target="../embeddings/oleObject91.bin"/><Relationship Id="rId21" Type="http://schemas.openxmlformats.org/officeDocument/2006/relationships/oleObject" Target="../embeddings/oleObject100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85.wmf"/><Relationship Id="rId17" Type="http://schemas.openxmlformats.org/officeDocument/2006/relationships/oleObject" Target="../embeddings/oleObject98.bin"/><Relationship Id="rId25" Type="http://schemas.openxmlformats.org/officeDocument/2006/relationships/oleObject" Target="../embeddings/oleObject102.bin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87.wmf"/><Relationship Id="rId20" Type="http://schemas.openxmlformats.org/officeDocument/2006/relationships/image" Target="../media/image89.emf"/><Relationship Id="rId29" Type="http://schemas.openxmlformats.org/officeDocument/2006/relationships/oleObject" Target="../embeddings/oleObject104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2.wmf"/><Relationship Id="rId11" Type="http://schemas.openxmlformats.org/officeDocument/2006/relationships/oleObject" Target="../embeddings/oleObject95.bin"/><Relationship Id="rId24" Type="http://schemas.openxmlformats.org/officeDocument/2006/relationships/image" Target="../media/image91.wmf"/><Relationship Id="rId32" Type="http://schemas.openxmlformats.org/officeDocument/2006/relationships/image" Target="../media/image80.wmf"/><Relationship Id="rId5" Type="http://schemas.openxmlformats.org/officeDocument/2006/relationships/oleObject" Target="../embeddings/oleObject92.bin"/><Relationship Id="rId15" Type="http://schemas.openxmlformats.org/officeDocument/2006/relationships/oleObject" Target="../embeddings/oleObject97.bin"/><Relationship Id="rId23" Type="http://schemas.openxmlformats.org/officeDocument/2006/relationships/oleObject" Target="../embeddings/oleObject101.bin"/><Relationship Id="rId28" Type="http://schemas.openxmlformats.org/officeDocument/2006/relationships/image" Target="../media/image93.wmf"/><Relationship Id="rId10" Type="http://schemas.openxmlformats.org/officeDocument/2006/relationships/image" Target="../media/image84.wmf"/><Relationship Id="rId19" Type="http://schemas.openxmlformats.org/officeDocument/2006/relationships/oleObject" Target="../embeddings/oleObject99.bin"/><Relationship Id="rId31" Type="http://schemas.openxmlformats.org/officeDocument/2006/relationships/oleObject" Target="../embeddings/oleObject105.bin"/><Relationship Id="rId4" Type="http://schemas.openxmlformats.org/officeDocument/2006/relationships/image" Target="../media/image81.wmf"/><Relationship Id="rId9" Type="http://schemas.openxmlformats.org/officeDocument/2006/relationships/oleObject" Target="../embeddings/oleObject94.bin"/><Relationship Id="rId14" Type="http://schemas.openxmlformats.org/officeDocument/2006/relationships/image" Target="../media/image86.wmf"/><Relationship Id="rId22" Type="http://schemas.openxmlformats.org/officeDocument/2006/relationships/image" Target="../media/image90.emf"/><Relationship Id="rId27" Type="http://schemas.openxmlformats.org/officeDocument/2006/relationships/oleObject" Target="../embeddings/oleObject103.bin"/><Relationship Id="rId30" Type="http://schemas.openxmlformats.org/officeDocument/2006/relationships/image" Target="../media/image79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13" Type="http://schemas.openxmlformats.org/officeDocument/2006/relationships/oleObject" Target="../embeddings/oleObject111.bin"/><Relationship Id="rId18" Type="http://schemas.openxmlformats.org/officeDocument/2006/relationships/image" Target="../media/image87.wmf"/><Relationship Id="rId26" Type="http://schemas.openxmlformats.org/officeDocument/2006/relationships/image" Target="../media/image93.wmf"/><Relationship Id="rId3" Type="http://schemas.openxmlformats.org/officeDocument/2006/relationships/oleObject" Target="../embeddings/oleObject106.bin"/><Relationship Id="rId21" Type="http://schemas.openxmlformats.org/officeDocument/2006/relationships/oleObject" Target="../embeddings/oleObject115.bin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84.wmf"/><Relationship Id="rId17" Type="http://schemas.openxmlformats.org/officeDocument/2006/relationships/oleObject" Target="../embeddings/oleObject113.bin"/><Relationship Id="rId25" Type="http://schemas.openxmlformats.org/officeDocument/2006/relationships/oleObject" Target="../embeddings/oleObject117.bin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86.wmf"/><Relationship Id="rId20" Type="http://schemas.openxmlformats.org/officeDocument/2006/relationships/image" Target="../media/image88.wmf"/><Relationship Id="rId29" Type="http://schemas.openxmlformats.org/officeDocument/2006/relationships/oleObject" Target="../embeddings/oleObject119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95.wmf"/><Relationship Id="rId11" Type="http://schemas.openxmlformats.org/officeDocument/2006/relationships/oleObject" Target="../embeddings/oleObject110.bin"/><Relationship Id="rId24" Type="http://schemas.openxmlformats.org/officeDocument/2006/relationships/image" Target="../media/image92.wmf"/><Relationship Id="rId32" Type="http://schemas.openxmlformats.org/officeDocument/2006/relationships/image" Target="../media/image80.wmf"/><Relationship Id="rId5" Type="http://schemas.openxmlformats.org/officeDocument/2006/relationships/oleObject" Target="../embeddings/oleObject107.bin"/><Relationship Id="rId15" Type="http://schemas.openxmlformats.org/officeDocument/2006/relationships/oleObject" Target="../embeddings/oleObject112.bin"/><Relationship Id="rId23" Type="http://schemas.openxmlformats.org/officeDocument/2006/relationships/oleObject" Target="../embeddings/oleObject116.bin"/><Relationship Id="rId28" Type="http://schemas.openxmlformats.org/officeDocument/2006/relationships/image" Target="../media/image98.emf"/><Relationship Id="rId10" Type="http://schemas.openxmlformats.org/officeDocument/2006/relationships/image" Target="../media/image97.wmf"/><Relationship Id="rId19" Type="http://schemas.openxmlformats.org/officeDocument/2006/relationships/oleObject" Target="../embeddings/oleObject114.bin"/><Relationship Id="rId31" Type="http://schemas.openxmlformats.org/officeDocument/2006/relationships/oleObject" Target="../embeddings/oleObject120.bin"/><Relationship Id="rId4" Type="http://schemas.openxmlformats.org/officeDocument/2006/relationships/image" Target="../media/image94.wmf"/><Relationship Id="rId9" Type="http://schemas.openxmlformats.org/officeDocument/2006/relationships/oleObject" Target="../embeddings/oleObject109.bin"/><Relationship Id="rId14" Type="http://schemas.openxmlformats.org/officeDocument/2006/relationships/image" Target="../media/image85.wmf"/><Relationship Id="rId22" Type="http://schemas.openxmlformats.org/officeDocument/2006/relationships/image" Target="../media/image91.wmf"/><Relationship Id="rId27" Type="http://schemas.openxmlformats.org/officeDocument/2006/relationships/oleObject" Target="../embeddings/oleObject118.bin"/><Relationship Id="rId30" Type="http://schemas.openxmlformats.org/officeDocument/2006/relationships/image" Target="../media/image7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13" Type="http://schemas.openxmlformats.org/officeDocument/2006/relationships/oleObject" Target="../embeddings/oleObject126.bin"/><Relationship Id="rId18" Type="http://schemas.openxmlformats.org/officeDocument/2006/relationships/image" Target="../media/image106.wmf"/><Relationship Id="rId26" Type="http://schemas.openxmlformats.org/officeDocument/2006/relationships/image" Target="../media/image110.emf"/><Relationship Id="rId39" Type="http://schemas.openxmlformats.org/officeDocument/2006/relationships/oleObject" Target="../embeddings/oleObject139.bin"/><Relationship Id="rId3" Type="http://schemas.openxmlformats.org/officeDocument/2006/relationships/oleObject" Target="../embeddings/oleObject121.bin"/><Relationship Id="rId21" Type="http://schemas.openxmlformats.org/officeDocument/2006/relationships/oleObject" Target="../embeddings/oleObject130.bin"/><Relationship Id="rId34" Type="http://schemas.openxmlformats.org/officeDocument/2006/relationships/image" Target="../media/image114.wmf"/><Relationship Id="rId42" Type="http://schemas.openxmlformats.org/officeDocument/2006/relationships/image" Target="../media/image116.wmf"/><Relationship Id="rId7" Type="http://schemas.openxmlformats.org/officeDocument/2006/relationships/oleObject" Target="../embeddings/oleObject123.bin"/><Relationship Id="rId12" Type="http://schemas.openxmlformats.org/officeDocument/2006/relationships/image" Target="../media/image103.wmf"/><Relationship Id="rId17" Type="http://schemas.openxmlformats.org/officeDocument/2006/relationships/oleObject" Target="../embeddings/oleObject128.bin"/><Relationship Id="rId25" Type="http://schemas.openxmlformats.org/officeDocument/2006/relationships/oleObject" Target="../embeddings/oleObject132.bin"/><Relationship Id="rId33" Type="http://schemas.openxmlformats.org/officeDocument/2006/relationships/oleObject" Target="../embeddings/oleObject136.bin"/><Relationship Id="rId38" Type="http://schemas.openxmlformats.org/officeDocument/2006/relationships/image" Target="../media/image79.wmf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105.wmf"/><Relationship Id="rId20" Type="http://schemas.openxmlformats.org/officeDocument/2006/relationships/image" Target="../media/image107.emf"/><Relationship Id="rId29" Type="http://schemas.openxmlformats.org/officeDocument/2006/relationships/oleObject" Target="../embeddings/oleObject134.bin"/><Relationship Id="rId41" Type="http://schemas.openxmlformats.org/officeDocument/2006/relationships/oleObject" Target="../embeddings/oleObject140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00.wmf"/><Relationship Id="rId11" Type="http://schemas.openxmlformats.org/officeDocument/2006/relationships/oleObject" Target="../embeddings/oleObject125.bin"/><Relationship Id="rId24" Type="http://schemas.openxmlformats.org/officeDocument/2006/relationships/image" Target="../media/image109.emf"/><Relationship Id="rId32" Type="http://schemas.openxmlformats.org/officeDocument/2006/relationships/image" Target="../media/image113.emf"/><Relationship Id="rId37" Type="http://schemas.openxmlformats.org/officeDocument/2006/relationships/oleObject" Target="../embeddings/oleObject138.bin"/><Relationship Id="rId40" Type="http://schemas.openxmlformats.org/officeDocument/2006/relationships/image" Target="../media/image80.wmf"/><Relationship Id="rId5" Type="http://schemas.openxmlformats.org/officeDocument/2006/relationships/oleObject" Target="../embeddings/oleObject122.bin"/><Relationship Id="rId15" Type="http://schemas.openxmlformats.org/officeDocument/2006/relationships/oleObject" Target="../embeddings/oleObject127.bin"/><Relationship Id="rId23" Type="http://schemas.openxmlformats.org/officeDocument/2006/relationships/oleObject" Target="../embeddings/oleObject131.bin"/><Relationship Id="rId28" Type="http://schemas.openxmlformats.org/officeDocument/2006/relationships/image" Target="../media/image111.emf"/><Relationship Id="rId36" Type="http://schemas.openxmlformats.org/officeDocument/2006/relationships/image" Target="../media/image115.wmf"/><Relationship Id="rId10" Type="http://schemas.openxmlformats.org/officeDocument/2006/relationships/image" Target="../media/image102.wmf"/><Relationship Id="rId19" Type="http://schemas.openxmlformats.org/officeDocument/2006/relationships/oleObject" Target="../embeddings/oleObject129.bin"/><Relationship Id="rId31" Type="http://schemas.openxmlformats.org/officeDocument/2006/relationships/oleObject" Target="../embeddings/oleObject135.bin"/><Relationship Id="rId44" Type="http://schemas.openxmlformats.org/officeDocument/2006/relationships/image" Target="../media/image117.wmf"/><Relationship Id="rId4" Type="http://schemas.openxmlformats.org/officeDocument/2006/relationships/image" Target="../media/image99.wmf"/><Relationship Id="rId9" Type="http://schemas.openxmlformats.org/officeDocument/2006/relationships/oleObject" Target="../embeddings/oleObject124.bin"/><Relationship Id="rId14" Type="http://schemas.openxmlformats.org/officeDocument/2006/relationships/image" Target="../media/image104.wmf"/><Relationship Id="rId22" Type="http://schemas.openxmlformats.org/officeDocument/2006/relationships/image" Target="../media/image108.emf"/><Relationship Id="rId27" Type="http://schemas.openxmlformats.org/officeDocument/2006/relationships/oleObject" Target="../embeddings/oleObject133.bin"/><Relationship Id="rId30" Type="http://schemas.openxmlformats.org/officeDocument/2006/relationships/image" Target="../media/image112.emf"/><Relationship Id="rId35" Type="http://schemas.openxmlformats.org/officeDocument/2006/relationships/oleObject" Target="../embeddings/oleObject137.bin"/><Relationship Id="rId43" Type="http://schemas.openxmlformats.org/officeDocument/2006/relationships/oleObject" Target="../embeddings/oleObject141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13" Type="http://schemas.openxmlformats.org/officeDocument/2006/relationships/oleObject" Target="../embeddings/oleObject123.bin"/><Relationship Id="rId18" Type="http://schemas.openxmlformats.org/officeDocument/2006/relationships/image" Target="../media/image103.wmf"/><Relationship Id="rId26" Type="http://schemas.openxmlformats.org/officeDocument/2006/relationships/image" Target="../media/image107.emf"/><Relationship Id="rId39" Type="http://schemas.openxmlformats.org/officeDocument/2006/relationships/oleObject" Target="../embeddings/oleObject136.bin"/><Relationship Id="rId3" Type="http://schemas.openxmlformats.org/officeDocument/2006/relationships/oleObject" Target="../embeddings/oleObject142.bin"/><Relationship Id="rId21" Type="http://schemas.openxmlformats.org/officeDocument/2006/relationships/oleObject" Target="../embeddings/oleObject127.bin"/><Relationship Id="rId34" Type="http://schemas.openxmlformats.org/officeDocument/2006/relationships/image" Target="../media/image111.emf"/><Relationship Id="rId42" Type="http://schemas.openxmlformats.org/officeDocument/2006/relationships/image" Target="../media/image115.wmf"/><Relationship Id="rId7" Type="http://schemas.openxmlformats.org/officeDocument/2006/relationships/oleObject" Target="../embeddings/oleObject144.bin"/><Relationship Id="rId12" Type="http://schemas.openxmlformats.org/officeDocument/2006/relationships/image" Target="../media/image122.wmf"/><Relationship Id="rId17" Type="http://schemas.openxmlformats.org/officeDocument/2006/relationships/oleObject" Target="../embeddings/oleObject125.bin"/><Relationship Id="rId25" Type="http://schemas.openxmlformats.org/officeDocument/2006/relationships/oleObject" Target="../embeddings/oleObject129.bin"/><Relationship Id="rId33" Type="http://schemas.openxmlformats.org/officeDocument/2006/relationships/oleObject" Target="../embeddings/oleObject133.bin"/><Relationship Id="rId38" Type="http://schemas.openxmlformats.org/officeDocument/2006/relationships/image" Target="../media/image113.emf"/><Relationship Id="rId46" Type="http://schemas.openxmlformats.org/officeDocument/2006/relationships/image" Target="../media/image80.wmf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102.wmf"/><Relationship Id="rId20" Type="http://schemas.openxmlformats.org/officeDocument/2006/relationships/image" Target="../media/image104.wmf"/><Relationship Id="rId29" Type="http://schemas.openxmlformats.org/officeDocument/2006/relationships/oleObject" Target="../embeddings/oleObject131.bin"/><Relationship Id="rId41" Type="http://schemas.openxmlformats.org/officeDocument/2006/relationships/oleObject" Target="../embeddings/oleObject137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146.bin"/><Relationship Id="rId24" Type="http://schemas.openxmlformats.org/officeDocument/2006/relationships/image" Target="../media/image106.wmf"/><Relationship Id="rId32" Type="http://schemas.openxmlformats.org/officeDocument/2006/relationships/image" Target="../media/image110.emf"/><Relationship Id="rId37" Type="http://schemas.openxmlformats.org/officeDocument/2006/relationships/oleObject" Target="../embeddings/oleObject135.bin"/><Relationship Id="rId40" Type="http://schemas.openxmlformats.org/officeDocument/2006/relationships/image" Target="../media/image114.wmf"/><Relationship Id="rId45" Type="http://schemas.openxmlformats.org/officeDocument/2006/relationships/oleObject" Target="../embeddings/oleObject139.bin"/><Relationship Id="rId5" Type="http://schemas.openxmlformats.org/officeDocument/2006/relationships/oleObject" Target="../embeddings/oleObject143.bin"/><Relationship Id="rId15" Type="http://schemas.openxmlformats.org/officeDocument/2006/relationships/oleObject" Target="../embeddings/oleObject124.bin"/><Relationship Id="rId23" Type="http://schemas.openxmlformats.org/officeDocument/2006/relationships/oleObject" Target="../embeddings/oleObject128.bin"/><Relationship Id="rId28" Type="http://schemas.openxmlformats.org/officeDocument/2006/relationships/image" Target="../media/image108.emf"/><Relationship Id="rId36" Type="http://schemas.openxmlformats.org/officeDocument/2006/relationships/image" Target="../media/image112.emf"/><Relationship Id="rId10" Type="http://schemas.openxmlformats.org/officeDocument/2006/relationships/image" Target="../media/image121.wmf"/><Relationship Id="rId19" Type="http://schemas.openxmlformats.org/officeDocument/2006/relationships/oleObject" Target="../embeddings/oleObject126.bin"/><Relationship Id="rId31" Type="http://schemas.openxmlformats.org/officeDocument/2006/relationships/oleObject" Target="../embeddings/oleObject132.bin"/><Relationship Id="rId44" Type="http://schemas.openxmlformats.org/officeDocument/2006/relationships/image" Target="../media/image79.wmf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45.bin"/><Relationship Id="rId14" Type="http://schemas.openxmlformats.org/officeDocument/2006/relationships/image" Target="../media/image101.wmf"/><Relationship Id="rId22" Type="http://schemas.openxmlformats.org/officeDocument/2006/relationships/image" Target="../media/image105.wmf"/><Relationship Id="rId27" Type="http://schemas.openxmlformats.org/officeDocument/2006/relationships/oleObject" Target="../embeddings/oleObject130.bin"/><Relationship Id="rId30" Type="http://schemas.openxmlformats.org/officeDocument/2006/relationships/image" Target="../media/image109.emf"/><Relationship Id="rId35" Type="http://schemas.openxmlformats.org/officeDocument/2006/relationships/oleObject" Target="../embeddings/oleObject134.bin"/><Relationship Id="rId43" Type="http://schemas.openxmlformats.org/officeDocument/2006/relationships/oleObject" Target="../embeddings/oleObject138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9.bin"/><Relationship Id="rId3" Type="http://schemas.openxmlformats.org/officeDocument/2006/relationships/image" Target="../media/image127.png"/><Relationship Id="rId7" Type="http://schemas.openxmlformats.org/officeDocument/2006/relationships/image" Target="../media/image124.wmf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48.bin"/><Relationship Id="rId11" Type="http://schemas.openxmlformats.org/officeDocument/2006/relationships/image" Target="../media/image126.wmf"/><Relationship Id="rId5" Type="http://schemas.openxmlformats.org/officeDocument/2006/relationships/image" Target="../media/image123.wmf"/><Relationship Id="rId10" Type="http://schemas.openxmlformats.org/officeDocument/2006/relationships/oleObject" Target="../embeddings/oleObject150.bin"/><Relationship Id="rId4" Type="http://schemas.openxmlformats.org/officeDocument/2006/relationships/oleObject" Target="../embeddings/oleObject147.bin"/><Relationship Id="rId9" Type="http://schemas.openxmlformats.org/officeDocument/2006/relationships/image" Target="../media/image125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3.bin"/><Relationship Id="rId13" Type="http://schemas.openxmlformats.org/officeDocument/2006/relationships/image" Target="../media/image132.wmf"/><Relationship Id="rId18" Type="http://schemas.openxmlformats.org/officeDocument/2006/relationships/oleObject" Target="../embeddings/oleObject158.bin"/><Relationship Id="rId26" Type="http://schemas.openxmlformats.org/officeDocument/2006/relationships/image" Target="../media/image134.emf"/><Relationship Id="rId39" Type="http://schemas.openxmlformats.org/officeDocument/2006/relationships/oleObject" Target="../embeddings/oleObject169.bin"/><Relationship Id="rId3" Type="http://schemas.openxmlformats.org/officeDocument/2006/relationships/image" Target="../media/image127.png"/><Relationship Id="rId21" Type="http://schemas.openxmlformats.org/officeDocument/2006/relationships/image" Target="../media/image125.wmf"/><Relationship Id="rId34" Type="http://schemas.openxmlformats.org/officeDocument/2006/relationships/image" Target="../media/image138.emf"/><Relationship Id="rId42" Type="http://schemas.openxmlformats.org/officeDocument/2006/relationships/image" Target="../media/image142.wmf"/><Relationship Id="rId7" Type="http://schemas.openxmlformats.org/officeDocument/2006/relationships/image" Target="../media/image129.wmf"/><Relationship Id="rId12" Type="http://schemas.openxmlformats.org/officeDocument/2006/relationships/oleObject" Target="../embeddings/oleObject155.bin"/><Relationship Id="rId17" Type="http://schemas.openxmlformats.org/officeDocument/2006/relationships/image" Target="../media/image123.wmf"/><Relationship Id="rId25" Type="http://schemas.openxmlformats.org/officeDocument/2006/relationships/oleObject" Target="../embeddings/oleObject162.bin"/><Relationship Id="rId33" Type="http://schemas.openxmlformats.org/officeDocument/2006/relationships/oleObject" Target="../embeddings/oleObject166.bin"/><Relationship Id="rId38" Type="http://schemas.openxmlformats.org/officeDocument/2006/relationships/image" Target="../media/image140.wmf"/><Relationship Id="rId2" Type="http://schemas.openxmlformats.org/officeDocument/2006/relationships/slideLayout" Target="../slideLayouts/slideLayout29.xml"/><Relationship Id="rId16" Type="http://schemas.openxmlformats.org/officeDocument/2006/relationships/oleObject" Target="../embeddings/oleObject157.bin"/><Relationship Id="rId20" Type="http://schemas.openxmlformats.org/officeDocument/2006/relationships/oleObject" Target="../embeddings/oleObject159.bin"/><Relationship Id="rId29" Type="http://schemas.openxmlformats.org/officeDocument/2006/relationships/oleObject" Target="../embeddings/oleObject164.bin"/><Relationship Id="rId41" Type="http://schemas.openxmlformats.org/officeDocument/2006/relationships/oleObject" Target="../embeddings/oleObject170.bin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52.bin"/><Relationship Id="rId11" Type="http://schemas.openxmlformats.org/officeDocument/2006/relationships/image" Target="../media/image131.wmf"/><Relationship Id="rId24" Type="http://schemas.openxmlformats.org/officeDocument/2006/relationships/image" Target="../media/image126.wmf"/><Relationship Id="rId32" Type="http://schemas.openxmlformats.org/officeDocument/2006/relationships/image" Target="../media/image137.emf"/><Relationship Id="rId37" Type="http://schemas.openxmlformats.org/officeDocument/2006/relationships/oleObject" Target="../embeddings/oleObject168.bin"/><Relationship Id="rId40" Type="http://schemas.openxmlformats.org/officeDocument/2006/relationships/image" Target="../media/image141.wmf"/><Relationship Id="rId5" Type="http://schemas.openxmlformats.org/officeDocument/2006/relationships/image" Target="../media/image128.wmf"/><Relationship Id="rId15" Type="http://schemas.openxmlformats.org/officeDocument/2006/relationships/image" Target="../media/image133.wmf"/><Relationship Id="rId23" Type="http://schemas.openxmlformats.org/officeDocument/2006/relationships/oleObject" Target="../embeddings/oleObject161.bin"/><Relationship Id="rId28" Type="http://schemas.openxmlformats.org/officeDocument/2006/relationships/image" Target="../media/image135.emf"/><Relationship Id="rId36" Type="http://schemas.openxmlformats.org/officeDocument/2006/relationships/image" Target="../media/image139.wmf"/><Relationship Id="rId10" Type="http://schemas.openxmlformats.org/officeDocument/2006/relationships/oleObject" Target="../embeddings/oleObject154.bin"/><Relationship Id="rId19" Type="http://schemas.openxmlformats.org/officeDocument/2006/relationships/image" Target="../media/image124.wmf"/><Relationship Id="rId31" Type="http://schemas.openxmlformats.org/officeDocument/2006/relationships/oleObject" Target="../embeddings/oleObject165.bin"/><Relationship Id="rId4" Type="http://schemas.openxmlformats.org/officeDocument/2006/relationships/oleObject" Target="../embeddings/oleObject151.bin"/><Relationship Id="rId9" Type="http://schemas.openxmlformats.org/officeDocument/2006/relationships/image" Target="../media/image130.wmf"/><Relationship Id="rId14" Type="http://schemas.openxmlformats.org/officeDocument/2006/relationships/oleObject" Target="../embeddings/oleObject156.bin"/><Relationship Id="rId22" Type="http://schemas.openxmlformats.org/officeDocument/2006/relationships/oleObject" Target="../embeddings/oleObject160.bin"/><Relationship Id="rId27" Type="http://schemas.openxmlformats.org/officeDocument/2006/relationships/oleObject" Target="../embeddings/oleObject163.bin"/><Relationship Id="rId30" Type="http://schemas.openxmlformats.org/officeDocument/2006/relationships/image" Target="../media/image136.wmf"/><Relationship Id="rId35" Type="http://schemas.openxmlformats.org/officeDocument/2006/relationships/oleObject" Target="../embeddings/oleObject167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13" Type="http://schemas.openxmlformats.org/officeDocument/2006/relationships/oleObject" Target="../embeddings/oleObject176.bin"/><Relationship Id="rId18" Type="http://schemas.openxmlformats.org/officeDocument/2006/relationships/image" Target="../media/image150.wmf"/><Relationship Id="rId26" Type="http://schemas.openxmlformats.org/officeDocument/2006/relationships/image" Target="../media/image154.wmf"/><Relationship Id="rId3" Type="http://schemas.openxmlformats.org/officeDocument/2006/relationships/oleObject" Target="../embeddings/oleObject171.bin"/><Relationship Id="rId21" Type="http://schemas.openxmlformats.org/officeDocument/2006/relationships/oleObject" Target="../embeddings/oleObject180.bin"/><Relationship Id="rId34" Type="http://schemas.openxmlformats.org/officeDocument/2006/relationships/oleObject" Target="../embeddings/oleObject150.bin"/><Relationship Id="rId7" Type="http://schemas.openxmlformats.org/officeDocument/2006/relationships/oleObject" Target="../embeddings/oleObject173.bin"/><Relationship Id="rId12" Type="http://schemas.openxmlformats.org/officeDocument/2006/relationships/image" Target="../media/image147.wmf"/><Relationship Id="rId17" Type="http://schemas.openxmlformats.org/officeDocument/2006/relationships/oleObject" Target="../embeddings/oleObject178.bin"/><Relationship Id="rId25" Type="http://schemas.openxmlformats.org/officeDocument/2006/relationships/oleObject" Target="../embeddings/oleObject182.bin"/><Relationship Id="rId33" Type="http://schemas.openxmlformats.org/officeDocument/2006/relationships/image" Target="../media/image125.wmf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149.wmf"/><Relationship Id="rId20" Type="http://schemas.openxmlformats.org/officeDocument/2006/relationships/image" Target="../media/image151.wmf"/><Relationship Id="rId29" Type="http://schemas.openxmlformats.org/officeDocument/2006/relationships/image" Target="../media/image123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44.wmf"/><Relationship Id="rId11" Type="http://schemas.openxmlformats.org/officeDocument/2006/relationships/oleObject" Target="../embeddings/oleObject175.bin"/><Relationship Id="rId24" Type="http://schemas.openxmlformats.org/officeDocument/2006/relationships/image" Target="../media/image153.wmf"/><Relationship Id="rId32" Type="http://schemas.openxmlformats.org/officeDocument/2006/relationships/oleObject" Target="../embeddings/oleObject149.bin"/><Relationship Id="rId5" Type="http://schemas.openxmlformats.org/officeDocument/2006/relationships/oleObject" Target="../embeddings/oleObject172.bin"/><Relationship Id="rId15" Type="http://schemas.openxmlformats.org/officeDocument/2006/relationships/oleObject" Target="../embeddings/oleObject177.bin"/><Relationship Id="rId23" Type="http://schemas.openxmlformats.org/officeDocument/2006/relationships/oleObject" Target="../embeddings/oleObject181.bin"/><Relationship Id="rId28" Type="http://schemas.openxmlformats.org/officeDocument/2006/relationships/oleObject" Target="../embeddings/oleObject147.bin"/><Relationship Id="rId10" Type="http://schemas.openxmlformats.org/officeDocument/2006/relationships/image" Target="../media/image146.wmf"/><Relationship Id="rId19" Type="http://schemas.openxmlformats.org/officeDocument/2006/relationships/oleObject" Target="../embeddings/oleObject179.bin"/><Relationship Id="rId31" Type="http://schemas.openxmlformats.org/officeDocument/2006/relationships/image" Target="../media/image124.wmf"/><Relationship Id="rId4" Type="http://schemas.openxmlformats.org/officeDocument/2006/relationships/image" Target="../media/image143.wmf"/><Relationship Id="rId9" Type="http://schemas.openxmlformats.org/officeDocument/2006/relationships/oleObject" Target="../embeddings/oleObject174.bin"/><Relationship Id="rId14" Type="http://schemas.openxmlformats.org/officeDocument/2006/relationships/image" Target="../media/image148.wmf"/><Relationship Id="rId22" Type="http://schemas.openxmlformats.org/officeDocument/2006/relationships/image" Target="../media/image152.wmf"/><Relationship Id="rId27" Type="http://schemas.openxmlformats.org/officeDocument/2006/relationships/image" Target="../media/image127.png"/><Relationship Id="rId30" Type="http://schemas.openxmlformats.org/officeDocument/2006/relationships/oleObject" Target="../embeddings/oleObject148.bin"/><Relationship Id="rId35" Type="http://schemas.openxmlformats.org/officeDocument/2006/relationships/image" Target="../media/image126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5.bin"/><Relationship Id="rId13" Type="http://schemas.openxmlformats.org/officeDocument/2006/relationships/oleObject" Target="../embeddings/oleObject175.bin"/><Relationship Id="rId18" Type="http://schemas.openxmlformats.org/officeDocument/2006/relationships/oleObject" Target="../embeddings/oleObject149.bin"/><Relationship Id="rId3" Type="http://schemas.openxmlformats.org/officeDocument/2006/relationships/image" Target="../media/image159.jpeg"/><Relationship Id="rId21" Type="http://schemas.openxmlformats.org/officeDocument/2006/relationships/image" Target="../media/image126.wmf"/><Relationship Id="rId7" Type="http://schemas.openxmlformats.org/officeDocument/2006/relationships/image" Target="../media/image156.wmf"/><Relationship Id="rId12" Type="http://schemas.openxmlformats.org/officeDocument/2006/relationships/image" Target="../media/image158.wmf"/><Relationship Id="rId17" Type="http://schemas.openxmlformats.org/officeDocument/2006/relationships/image" Target="../media/image124.wmf"/><Relationship Id="rId2" Type="http://schemas.openxmlformats.org/officeDocument/2006/relationships/slideLayout" Target="../slideLayouts/slideLayout29.xml"/><Relationship Id="rId16" Type="http://schemas.openxmlformats.org/officeDocument/2006/relationships/oleObject" Target="../embeddings/oleObject148.bin"/><Relationship Id="rId20" Type="http://schemas.openxmlformats.org/officeDocument/2006/relationships/oleObject" Target="../embeddings/oleObject150.bin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84.bin"/><Relationship Id="rId11" Type="http://schemas.openxmlformats.org/officeDocument/2006/relationships/oleObject" Target="../embeddings/oleObject187.bin"/><Relationship Id="rId5" Type="http://schemas.openxmlformats.org/officeDocument/2006/relationships/image" Target="../media/image155.wmf"/><Relationship Id="rId15" Type="http://schemas.openxmlformats.org/officeDocument/2006/relationships/image" Target="../media/image127.png"/><Relationship Id="rId10" Type="http://schemas.openxmlformats.org/officeDocument/2006/relationships/image" Target="../media/image157.wmf"/><Relationship Id="rId19" Type="http://schemas.openxmlformats.org/officeDocument/2006/relationships/image" Target="../media/image125.wmf"/><Relationship Id="rId4" Type="http://schemas.openxmlformats.org/officeDocument/2006/relationships/oleObject" Target="../embeddings/oleObject183.bin"/><Relationship Id="rId9" Type="http://schemas.openxmlformats.org/officeDocument/2006/relationships/oleObject" Target="../embeddings/oleObject186.bin"/><Relationship Id="rId14" Type="http://schemas.openxmlformats.org/officeDocument/2006/relationships/image" Target="../media/image147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13" Type="http://schemas.openxmlformats.org/officeDocument/2006/relationships/oleObject" Target="../embeddings/oleObject193.bin"/><Relationship Id="rId18" Type="http://schemas.openxmlformats.org/officeDocument/2006/relationships/oleObject" Target="../embeddings/oleObject195.bin"/><Relationship Id="rId26" Type="http://schemas.openxmlformats.org/officeDocument/2006/relationships/image" Target="../media/image158.wmf"/><Relationship Id="rId3" Type="http://schemas.openxmlformats.org/officeDocument/2006/relationships/oleObject" Target="../embeddings/oleObject188.bin"/><Relationship Id="rId21" Type="http://schemas.openxmlformats.org/officeDocument/2006/relationships/image" Target="../media/image157.wmf"/><Relationship Id="rId7" Type="http://schemas.openxmlformats.org/officeDocument/2006/relationships/oleObject" Target="../embeddings/oleObject190.bin"/><Relationship Id="rId12" Type="http://schemas.openxmlformats.org/officeDocument/2006/relationships/image" Target="../media/image164.wmf"/><Relationship Id="rId17" Type="http://schemas.openxmlformats.org/officeDocument/2006/relationships/image" Target="../media/image156.wmf"/><Relationship Id="rId25" Type="http://schemas.openxmlformats.org/officeDocument/2006/relationships/oleObject" Target="../embeddings/oleObject199.bin"/><Relationship Id="rId33" Type="http://schemas.openxmlformats.org/officeDocument/2006/relationships/image" Target="../media/image126.wmf"/><Relationship Id="rId2" Type="http://schemas.openxmlformats.org/officeDocument/2006/relationships/slideLayout" Target="../slideLayouts/slideLayout29.xml"/><Relationship Id="rId16" Type="http://schemas.openxmlformats.org/officeDocument/2006/relationships/oleObject" Target="../embeddings/oleObject194.bin"/><Relationship Id="rId20" Type="http://schemas.openxmlformats.org/officeDocument/2006/relationships/oleObject" Target="../embeddings/oleObject196.bin"/><Relationship Id="rId29" Type="http://schemas.openxmlformats.org/officeDocument/2006/relationships/image" Target="../media/image167.png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61.wmf"/><Relationship Id="rId11" Type="http://schemas.openxmlformats.org/officeDocument/2006/relationships/oleObject" Target="../embeddings/oleObject192.bin"/><Relationship Id="rId24" Type="http://schemas.openxmlformats.org/officeDocument/2006/relationships/image" Target="../media/image166.emf"/><Relationship Id="rId32" Type="http://schemas.openxmlformats.org/officeDocument/2006/relationships/oleObject" Target="../embeddings/oleObject150.bin"/><Relationship Id="rId5" Type="http://schemas.openxmlformats.org/officeDocument/2006/relationships/oleObject" Target="../embeddings/oleObject189.bin"/><Relationship Id="rId15" Type="http://schemas.openxmlformats.org/officeDocument/2006/relationships/image" Target="../media/image159.jpeg"/><Relationship Id="rId23" Type="http://schemas.openxmlformats.org/officeDocument/2006/relationships/oleObject" Target="../embeddings/oleObject198.bin"/><Relationship Id="rId28" Type="http://schemas.openxmlformats.org/officeDocument/2006/relationships/image" Target="../media/image147.wmf"/><Relationship Id="rId10" Type="http://schemas.openxmlformats.org/officeDocument/2006/relationships/image" Target="../media/image163.wmf"/><Relationship Id="rId19" Type="http://schemas.openxmlformats.org/officeDocument/2006/relationships/image" Target="../media/image155.wmf"/><Relationship Id="rId31" Type="http://schemas.openxmlformats.org/officeDocument/2006/relationships/image" Target="../media/image124.wmf"/><Relationship Id="rId4" Type="http://schemas.openxmlformats.org/officeDocument/2006/relationships/image" Target="../media/image160.wmf"/><Relationship Id="rId9" Type="http://schemas.openxmlformats.org/officeDocument/2006/relationships/oleObject" Target="../embeddings/oleObject191.bin"/><Relationship Id="rId14" Type="http://schemas.openxmlformats.org/officeDocument/2006/relationships/image" Target="../media/image165.wmf"/><Relationship Id="rId22" Type="http://schemas.openxmlformats.org/officeDocument/2006/relationships/oleObject" Target="../embeddings/oleObject197.bin"/><Relationship Id="rId27" Type="http://schemas.openxmlformats.org/officeDocument/2006/relationships/oleObject" Target="../embeddings/oleObject175.bin"/><Relationship Id="rId30" Type="http://schemas.openxmlformats.org/officeDocument/2006/relationships/oleObject" Target="../embeddings/oleObject148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2.bin"/><Relationship Id="rId13" Type="http://schemas.openxmlformats.org/officeDocument/2006/relationships/image" Target="../media/image172.wmf"/><Relationship Id="rId18" Type="http://schemas.openxmlformats.org/officeDocument/2006/relationships/image" Target="../media/image156.wmf"/><Relationship Id="rId26" Type="http://schemas.openxmlformats.org/officeDocument/2006/relationships/oleObject" Target="../embeddings/oleObject211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157.wmf"/><Relationship Id="rId7" Type="http://schemas.openxmlformats.org/officeDocument/2006/relationships/image" Target="../media/image169.wmf"/><Relationship Id="rId12" Type="http://schemas.openxmlformats.org/officeDocument/2006/relationships/oleObject" Target="../embeddings/oleObject204.bin"/><Relationship Id="rId17" Type="http://schemas.openxmlformats.org/officeDocument/2006/relationships/oleObject" Target="../embeddings/oleObject206.bin"/><Relationship Id="rId25" Type="http://schemas.openxmlformats.org/officeDocument/2006/relationships/image" Target="../media/image173.wmf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155.wmf"/><Relationship Id="rId20" Type="http://schemas.openxmlformats.org/officeDocument/2006/relationships/oleObject" Target="../embeddings/oleObject208.bin"/><Relationship Id="rId29" Type="http://schemas.openxmlformats.org/officeDocument/2006/relationships/image" Target="../media/image175.wmf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01.bin"/><Relationship Id="rId11" Type="http://schemas.openxmlformats.org/officeDocument/2006/relationships/image" Target="../media/image171.wmf"/><Relationship Id="rId24" Type="http://schemas.openxmlformats.org/officeDocument/2006/relationships/oleObject" Target="../embeddings/oleObject210.bin"/><Relationship Id="rId5" Type="http://schemas.openxmlformats.org/officeDocument/2006/relationships/image" Target="../media/image168.wmf"/><Relationship Id="rId15" Type="http://schemas.openxmlformats.org/officeDocument/2006/relationships/oleObject" Target="../embeddings/oleObject205.bin"/><Relationship Id="rId23" Type="http://schemas.openxmlformats.org/officeDocument/2006/relationships/image" Target="../media/image158.wmf"/><Relationship Id="rId28" Type="http://schemas.openxmlformats.org/officeDocument/2006/relationships/oleObject" Target="../embeddings/oleObject212.bin"/><Relationship Id="rId10" Type="http://schemas.openxmlformats.org/officeDocument/2006/relationships/oleObject" Target="../embeddings/oleObject203.bin"/><Relationship Id="rId19" Type="http://schemas.openxmlformats.org/officeDocument/2006/relationships/oleObject" Target="../embeddings/oleObject207.bin"/><Relationship Id="rId4" Type="http://schemas.openxmlformats.org/officeDocument/2006/relationships/oleObject" Target="../embeddings/oleObject200.bin"/><Relationship Id="rId9" Type="http://schemas.openxmlformats.org/officeDocument/2006/relationships/image" Target="../media/image170.wmf"/><Relationship Id="rId14" Type="http://schemas.openxmlformats.org/officeDocument/2006/relationships/image" Target="../media/image159.jpeg"/><Relationship Id="rId22" Type="http://schemas.openxmlformats.org/officeDocument/2006/relationships/oleObject" Target="../embeddings/oleObject209.bin"/><Relationship Id="rId27" Type="http://schemas.openxmlformats.org/officeDocument/2006/relationships/image" Target="../media/image174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13" Type="http://schemas.openxmlformats.org/officeDocument/2006/relationships/oleObject" Target="../embeddings/oleObject218.bin"/><Relationship Id="rId18" Type="http://schemas.openxmlformats.org/officeDocument/2006/relationships/image" Target="../media/image183.wmf"/><Relationship Id="rId26" Type="http://schemas.openxmlformats.org/officeDocument/2006/relationships/image" Target="../media/image187.wmf"/><Relationship Id="rId3" Type="http://schemas.openxmlformats.org/officeDocument/2006/relationships/oleObject" Target="../embeddings/oleObject213.bin"/><Relationship Id="rId21" Type="http://schemas.openxmlformats.org/officeDocument/2006/relationships/oleObject" Target="../embeddings/oleObject222.bin"/><Relationship Id="rId34" Type="http://schemas.openxmlformats.org/officeDocument/2006/relationships/image" Target="../media/image191.wmf"/><Relationship Id="rId7" Type="http://schemas.openxmlformats.org/officeDocument/2006/relationships/oleObject" Target="../embeddings/oleObject215.bin"/><Relationship Id="rId12" Type="http://schemas.openxmlformats.org/officeDocument/2006/relationships/image" Target="../media/image180.wmf"/><Relationship Id="rId17" Type="http://schemas.openxmlformats.org/officeDocument/2006/relationships/oleObject" Target="../embeddings/oleObject220.bin"/><Relationship Id="rId25" Type="http://schemas.openxmlformats.org/officeDocument/2006/relationships/oleObject" Target="../embeddings/oleObject224.bin"/><Relationship Id="rId33" Type="http://schemas.openxmlformats.org/officeDocument/2006/relationships/oleObject" Target="../embeddings/oleObject228.bin"/><Relationship Id="rId38" Type="http://schemas.openxmlformats.org/officeDocument/2006/relationships/image" Target="../media/image193.wmf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182.wmf"/><Relationship Id="rId20" Type="http://schemas.openxmlformats.org/officeDocument/2006/relationships/image" Target="../media/image184.wmf"/><Relationship Id="rId29" Type="http://schemas.openxmlformats.org/officeDocument/2006/relationships/oleObject" Target="../embeddings/oleObject226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77.wmf"/><Relationship Id="rId11" Type="http://schemas.openxmlformats.org/officeDocument/2006/relationships/oleObject" Target="../embeddings/oleObject217.bin"/><Relationship Id="rId24" Type="http://schemas.openxmlformats.org/officeDocument/2006/relationships/image" Target="../media/image186.wmf"/><Relationship Id="rId32" Type="http://schemas.openxmlformats.org/officeDocument/2006/relationships/image" Target="../media/image190.wmf"/><Relationship Id="rId37" Type="http://schemas.openxmlformats.org/officeDocument/2006/relationships/oleObject" Target="../embeddings/oleObject230.bin"/><Relationship Id="rId5" Type="http://schemas.openxmlformats.org/officeDocument/2006/relationships/oleObject" Target="../embeddings/oleObject214.bin"/><Relationship Id="rId15" Type="http://schemas.openxmlformats.org/officeDocument/2006/relationships/oleObject" Target="../embeddings/oleObject219.bin"/><Relationship Id="rId23" Type="http://schemas.openxmlformats.org/officeDocument/2006/relationships/oleObject" Target="../embeddings/oleObject223.bin"/><Relationship Id="rId28" Type="http://schemas.openxmlformats.org/officeDocument/2006/relationships/image" Target="../media/image188.wmf"/><Relationship Id="rId36" Type="http://schemas.openxmlformats.org/officeDocument/2006/relationships/image" Target="../media/image192.wmf"/><Relationship Id="rId10" Type="http://schemas.openxmlformats.org/officeDocument/2006/relationships/image" Target="../media/image179.wmf"/><Relationship Id="rId19" Type="http://schemas.openxmlformats.org/officeDocument/2006/relationships/oleObject" Target="../embeddings/oleObject221.bin"/><Relationship Id="rId31" Type="http://schemas.openxmlformats.org/officeDocument/2006/relationships/oleObject" Target="../embeddings/oleObject227.bin"/><Relationship Id="rId4" Type="http://schemas.openxmlformats.org/officeDocument/2006/relationships/image" Target="../media/image176.wmf"/><Relationship Id="rId9" Type="http://schemas.openxmlformats.org/officeDocument/2006/relationships/oleObject" Target="../embeddings/oleObject216.bin"/><Relationship Id="rId14" Type="http://schemas.openxmlformats.org/officeDocument/2006/relationships/image" Target="../media/image181.wmf"/><Relationship Id="rId22" Type="http://schemas.openxmlformats.org/officeDocument/2006/relationships/image" Target="../media/image185.wmf"/><Relationship Id="rId27" Type="http://schemas.openxmlformats.org/officeDocument/2006/relationships/oleObject" Target="../embeddings/oleObject225.bin"/><Relationship Id="rId30" Type="http://schemas.openxmlformats.org/officeDocument/2006/relationships/image" Target="../media/image189.wmf"/><Relationship Id="rId35" Type="http://schemas.openxmlformats.org/officeDocument/2006/relationships/oleObject" Target="../embeddings/oleObject229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wmf"/><Relationship Id="rId13" Type="http://schemas.openxmlformats.org/officeDocument/2006/relationships/oleObject" Target="../embeddings/oleObject236.bin"/><Relationship Id="rId18" Type="http://schemas.openxmlformats.org/officeDocument/2006/relationships/image" Target="../media/image181.wmf"/><Relationship Id="rId26" Type="http://schemas.openxmlformats.org/officeDocument/2006/relationships/image" Target="../media/image185.wmf"/><Relationship Id="rId3" Type="http://schemas.openxmlformats.org/officeDocument/2006/relationships/oleObject" Target="../embeddings/oleObject231.bin"/><Relationship Id="rId21" Type="http://schemas.openxmlformats.org/officeDocument/2006/relationships/oleObject" Target="../embeddings/oleObject220.bin"/><Relationship Id="rId34" Type="http://schemas.openxmlformats.org/officeDocument/2006/relationships/image" Target="../media/image189.wmf"/><Relationship Id="rId7" Type="http://schemas.openxmlformats.org/officeDocument/2006/relationships/oleObject" Target="../embeddings/oleObject233.bin"/><Relationship Id="rId12" Type="http://schemas.openxmlformats.org/officeDocument/2006/relationships/image" Target="../media/image198.wmf"/><Relationship Id="rId17" Type="http://schemas.openxmlformats.org/officeDocument/2006/relationships/oleObject" Target="../embeddings/oleObject218.bin"/><Relationship Id="rId25" Type="http://schemas.openxmlformats.org/officeDocument/2006/relationships/oleObject" Target="../embeddings/oleObject222.bin"/><Relationship Id="rId33" Type="http://schemas.openxmlformats.org/officeDocument/2006/relationships/oleObject" Target="../embeddings/oleObject226.bin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200.wmf"/><Relationship Id="rId20" Type="http://schemas.openxmlformats.org/officeDocument/2006/relationships/image" Target="../media/image182.wmf"/><Relationship Id="rId29" Type="http://schemas.openxmlformats.org/officeDocument/2006/relationships/oleObject" Target="../embeddings/oleObject224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95.wmf"/><Relationship Id="rId11" Type="http://schemas.openxmlformats.org/officeDocument/2006/relationships/oleObject" Target="../embeddings/oleObject235.bin"/><Relationship Id="rId24" Type="http://schemas.openxmlformats.org/officeDocument/2006/relationships/image" Target="../media/image184.wmf"/><Relationship Id="rId32" Type="http://schemas.openxmlformats.org/officeDocument/2006/relationships/image" Target="../media/image188.wmf"/><Relationship Id="rId5" Type="http://schemas.openxmlformats.org/officeDocument/2006/relationships/oleObject" Target="../embeddings/oleObject232.bin"/><Relationship Id="rId15" Type="http://schemas.openxmlformats.org/officeDocument/2006/relationships/oleObject" Target="../embeddings/oleObject237.bin"/><Relationship Id="rId23" Type="http://schemas.openxmlformats.org/officeDocument/2006/relationships/oleObject" Target="../embeddings/oleObject221.bin"/><Relationship Id="rId28" Type="http://schemas.openxmlformats.org/officeDocument/2006/relationships/image" Target="../media/image186.wmf"/><Relationship Id="rId36" Type="http://schemas.openxmlformats.org/officeDocument/2006/relationships/image" Target="../media/image191.wmf"/><Relationship Id="rId10" Type="http://schemas.openxmlformats.org/officeDocument/2006/relationships/image" Target="../media/image197.wmf"/><Relationship Id="rId19" Type="http://schemas.openxmlformats.org/officeDocument/2006/relationships/oleObject" Target="../embeddings/oleObject219.bin"/><Relationship Id="rId31" Type="http://schemas.openxmlformats.org/officeDocument/2006/relationships/oleObject" Target="../embeddings/oleObject225.bin"/><Relationship Id="rId4" Type="http://schemas.openxmlformats.org/officeDocument/2006/relationships/image" Target="../media/image194.wmf"/><Relationship Id="rId9" Type="http://schemas.openxmlformats.org/officeDocument/2006/relationships/oleObject" Target="../embeddings/oleObject234.bin"/><Relationship Id="rId14" Type="http://schemas.openxmlformats.org/officeDocument/2006/relationships/image" Target="../media/image199.wmf"/><Relationship Id="rId22" Type="http://schemas.openxmlformats.org/officeDocument/2006/relationships/image" Target="../media/image183.wmf"/><Relationship Id="rId27" Type="http://schemas.openxmlformats.org/officeDocument/2006/relationships/oleObject" Target="../embeddings/oleObject223.bin"/><Relationship Id="rId30" Type="http://schemas.openxmlformats.org/officeDocument/2006/relationships/image" Target="../media/image187.wmf"/><Relationship Id="rId35" Type="http://schemas.openxmlformats.org/officeDocument/2006/relationships/oleObject" Target="../embeddings/oleObject228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wmf"/><Relationship Id="rId13" Type="http://schemas.openxmlformats.org/officeDocument/2006/relationships/oleObject" Target="../embeddings/oleObject242.bin"/><Relationship Id="rId18" Type="http://schemas.openxmlformats.org/officeDocument/2006/relationships/image" Target="../media/image199.wmf"/><Relationship Id="rId3" Type="http://schemas.openxmlformats.org/officeDocument/2006/relationships/oleObject" Target="../embeddings/oleObject238.bin"/><Relationship Id="rId7" Type="http://schemas.openxmlformats.org/officeDocument/2006/relationships/oleObject" Target="../embeddings/oleObject240.bin"/><Relationship Id="rId12" Type="http://schemas.openxmlformats.org/officeDocument/2006/relationships/image" Target="../media/image184.wmf"/><Relationship Id="rId17" Type="http://schemas.openxmlformats.org/officeDocument/2006/relationships/oleObject" Target="../embeddings/oleObject236.bin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206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02.wmf"/><Relationship Id="rId11" Type="http://schemas.openxmlformats.org/officeDocument/2006/relationships/oleObject" Target="../embeddings/oleObject221.bin"/><Relationship Id="rId5" Type="http://schemas.openxmlformats.org/officeDocument/2006/relationships/oleObject" Target="../embeddings/oleObject239.bin"/><Relationship Id="rId15" Type="http://schemas.openxmlformats.org/officeDocument/2006/relationships/oleObject" Target="../embeddings/oleObject243.bin"/><Relationship Id="rId10" Type="http://schemas.openxmlformats.org/officeDocument/2006/relationships/image" Target="../media/image204.wmf"/><Relationship Id="rId4" Type="http://schemas.openxmlformats.org/officeDocument/2006/relationships/image" Target="../media/image201.wmf"/><Relationship Id="rId9" Type="http://schemas.openxmlformats.org/officeDocument/2006/relationships/oleObject" Target="../embeddings/oleObject241.bin"/><Relationship Id="rId14" Type="http://schemas.openxmlformats.org/officeDocument/2006/relationships/image" Target="../media/image20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589447" y="368667"/>
            <a:ext cx="7511683" cy="86793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100" b="1" dirty="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        </a:t>
            </a:r>
            <a:r>
              <a:rPr lang="zh-CN" altLang="en-US" sz="2100" b="1" dirty="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本章</a:t>
            </a:r>
            <a:r>
              <a:rPr lang="zh-CN" altLang="zh-CN" sz="2100" b="1" dirty="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主要研究</a:t>
            </a:r>
            <a:r>
              <a:rPr lang="zh-CN" altLang="zh-CN" sz="2100" b="1" dirty="0">
                <a:solidFill>
                  <a:srgbClr val="000000"/>
                </a:solidFill>
                <a:latin typeface="Arial" charset="0"/>
                <a:ea typeface="宋体" pitchFamily="2" charset="-122"/>
                <a:hlinkClick r:id="rId3" action="ppaction://hlinkfile"/>
              </a:rPr>
              <a:t>电场</a:t>
            </a:r>
            <a:r>
              <a:rPr lang="zh-CN" altLang="en-US" sz="2100" b="1" dirty="0">
                <a:solidFill>
                  <a:srgbClr val="000000"/>
                </a:solidFill>
                <a:latin typeface="Arial" charset="0"/>
                <a:ea typeface="宋体" pitchFamily="2" charset="-122"/>
                <a:hlinkClick r:id="rId3" action="ppaction://hlinkfile"/>
              </a:rPr>
              <a:t>、</a:t>
            </a:r>
            <a:r>
              <a:rPr lang="zh-CN" altLang="zh-CN" sz="2100" b="1" dirty="0">
                <a:solidFill>
                  <a:srgbClr val="000000"/>
                </a:solidFill>
                <a:latin typeface="Arial" charset="0"/>
                <a:ea typeface="宋体" pitchFamily="2" charset="-122"/>
                <a:hlinkClick r:id="rId3" action="ppaction://hlinkfile"/>
              </a:rPr>
              <a:t>电势</a:t>
            </a:r>
            <a:r>
              <a:rPr lang="zh-CN" altLang="en-US" sz="2100" b="1" dirty="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、 </a:t>
            </a:r>
            <a:r>
              <a:rPr lang="zh-CN" altLang="en-US" sz="2100" b="1" dirty="0">
                <a:solidFill>
                  <a:srgbClr val="000000"/>
                </a:solidFill>
                <a:latin typeface="Arial" charset="0"/>
                <a:ea typeface="宋体" pitchFamily="2" charset="-122"/>
                <a:hlinkClick r:id="rId4" action="ppaction://hlinkfile"/>
              </a:rPr>
              <a:t>电容、</a:t>
            </a:r>
            <a:r>
              <a:rPr lang="zh-CN" altLang="zh-CN" sz="2100" b="1" dirty="0">
                <a:solidFill>
                  <a:srgbClr val="000000"/>
                </a:solidFill>
                <a:latin typeface="Arial" charset="0"/>
                <a:ea typeface="宋体" pitchFamily="2" charset="-122"/>
                <a:hlinkClick r:id="rId4" action="ppaction://hlinkfile"/>
              </a:rPr>
              <a:t>电势能</a:t>
            </a:r>
            <a:r>
              <a:rPr lang="zh-CN" altLang="en-US" sz="2100" b="1" dirty="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、</a:t>
            </a:r>
            <a:r>
              <a:rPr lang="zh-CN" altLang="zh-CN" sz="2100" b="1" dirty="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电场与物质的相互作用等。</a:t>
            </a:r>
            <a:endParaRPr lang="zh-CN" altLang="en-US" sz="21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589447" y="1438281"/>
            <a:ext cx="7511683" cy="86793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100" b="1" dirty="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1.</a:t>
            </a:r>
            <a:r>
              <a:rPr lang="zh-CN" altLang="zh-CN" sz="2100" b="1" dirty="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（锁水）在电场的作用下，水的一些物理化学性质发生了改变，如密度，表面张力和导电</a:t>
            </a:r>
            <a:r>
              <a:rPr lang="zh-CN" altLang="zh-CN" sz="2100" b="1">
                <a:solidFill>
                  <a:srgbClr val="000000"/>
                </a:solidFill>
                <a:latin typeface="Arial" charset="0"/>
                <a:ea typeface="宋体" pitchFamily="2" charset="-122"/>
              </a:rPr>
              <a:t>性等</a:t>
            </a:r>
            <a:r>
              <a:rPr lang="zh-CN" altLang="en-US" sz="2100" b="1">
                <a:solidFill>
                  <a:srgbClr val="000000"/>
                </a:solidFill>
                <a:latin typeface="Arial" charset="0"/>
                <a:ea typeface="宋体" pitchFamily="2" charset="-122"/>
              </a:rPr>
              <a:t>，这可用于水果保鲜</a:t>
            </a:r>
            <a:r>
              <a:rPr lang="zh-CN" altLang="zh-CN" sz="2100" b="1">
                <a:solidFill>
                  <a:srgbClr val="000000"/>
                </a:solidFill>
                <a:latin typeface="Arial" charset="0"/>
                <a:ea typeface="宋体" pitchFamily="2" charset="-122"/>
              </a:rPr>
              <a:t>。</a:t>
            </a:r>
            <a:endParaRPr lang="zh-CN" altLang="en-US" sz="21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589447" y="2507895"/>
            <a:ext cx="7511683" cy="125572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100" b="1" dirty="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2.</a:t>
            </a:r>
            <a:r>
              <a:rPr lang="zh-CN" altLang="zh-CN" sz="2100" b="1" dirty="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（</a:t>
            </a:r>
            <a:r>
              <a:rPr lang="zh-CN" altLang="en-US" sz="2100" b="1" dirty="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抑菌</a:t>
            </a:r>
            <a:r>
              <a:rPr lang="zh-CN" altLang="zh-CN" sz="2100" b="1" dirty="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）电场能使溶解于水中的空气分子、特别是氧分子从水中逸出，使水中的含氧量减少，这可能抑制了水中病毒、细菌的繁殖。</a:t>
            </a:r>
            <a:endParaRPr lang="zh-CN" altLang="en-US" sz="21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589447" y="3965308"/>
            <a:ext cx="8410970" cy="48013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100" b="1" dirty="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3.</a:t>
            </a:r>
            <a:r>
              <a:rPr lang="zh-CN" altLang="en-US" sz="2100" b="1" dirty="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（医疗）</a:t>
            </a:r>
            <a:r>
              <a:rPr lang="zh-CN" altLang="zh-CN" sz="2100" b="1" dirty="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电场还可以帮助你减肥瘦身，这个需要在医师指导下进行。</a:t>
            </a:r>
            <a:endParaRPr lang="zh-CN" altLang="en-US" sz="21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168597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3136107" y="3601641"/>
            <a:ext cx="3817071" cy="46166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  <a:defRPr/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电场的计算及其叠加原理</a:t>
            </a:r>
          </a:p>
        </p:txBody>
      </p:sp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2494360" y="3014663"/>
            <a:ext cx="2270173" cy="46166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§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5.3 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电场强度</a:t>
            </a:r>
          </a:p>
        </p:txBody>
      </p:sp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2494360" y="1725216"/>
            <a:ext cx="4951997" cy="46166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§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5.1 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电荷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>
                <a:solidFill>
                  <a:srgbClr val="000000"/>
                </a:solidFill>
                <a:latin typeface="宋体"/>
                <a:ea typeface="宋体"/>
              </a:rPr>
              <a:t>hè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的量子化及守恒定律</a:t>
            </a:r>
          </a:p>
        </p:txBody>
      </p:sp>
      <p:sp>
        <p:nvSpPr>
          <p:cNvPr id="49157" name="Text Box 5"/>
          <p:cNvSpPr txBox="1">
            <a:spLocks noChangeArrowheads="1"/>
          </p:cNvSpPr>
          <p:nvPr/>
        </p:nvSpPr>
        <p:spPr bwMode="auto">
          <a:xfrm>
            <a:off x="2736056" y="735807"/>
            <a:ext cx="3714750" cy="50783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7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第五章     静  电  场</a:t>
            </a:r>
          </a:p>
        </p:txBody>
      </p:sp>
      <p:sp>
        <p:nvSpPr>
          <p:cNvPr id="49158" name="Text Box 6"/>
          <p:cNvSpPr txBox="1">
            <a:spLocks noChangeArrowheads="1"/>
          </p:cNvSpPr>
          <p:nvPr/>
        </p:nvSpPr>
        <p:spPr bwMode="auto">
          <a:xfrm>
            <a:off x="2494360" y="2389585"/>
            <a:ext cx="3089672" cy="46166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§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5.2 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库仑定律  </a:t>
            </a:r>
          </a:p>
        </p:txBody>
      </p:sp>
    </p:spTree>
    <p:extLst>
      <p:ext uri="{BB962C8B-B14F-4D97-AF65-F5344CB8AC3E}">
        <p14:creationId xmlns:p14="http://schemas.microsoft.com/office/powerpoint/2010/main" val="14977581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1026"/>
          <p:cNvSpPr>
            <a:spLocks noChangeArrowheads="1"/>
          </p:cNvSpPr>
          <p:nvPr/>
        </p:nvSpPr>
        <p:spPr bwMode="auto">
          <a:xfrm>
            <a:off x="333593" y="751055"/>
            <a:ext cx="38290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400" b="1" dirty="0">
                <a:solidFill>
                  <a:srgbClr val="CC0000"/>
                </a:solidFill>
                <a:latin typeface="宋体" pitchFamily="2" charset="-122"/>
                <a:ea typeface="宋体" pitchFamily="2" charset="-122"/>
              </a:rPr>
              <a:t>一、电荷的量子化</a:t>
            </a:r>
            <a:endParaRPr kumimoji="1" lang="en-US" altLang="zh-CN" sz="2400" b="1" dirty="0">
              <a:solidFill>
                <a:srgbClr val="CC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29" name="Rectangle 1028"/>
          <p:cNvSpPr>
            <a:spLocks noChangeArrowheads="1"/>
          </p:cNvSpPr>
          <p:nvPr/>
        </p:nvSpPr>
        <p:spPr bwMode="auto">
          <a:xfrm>
            <a:off x="919901" y="1256342"/>
            <a:ext cx="137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1">
                <a:solidFill>
                  <a:srgbClr val="CC0000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kumimoji="1" lang="en-US" altLang="zh-CN" sz="2400" b="1">
                <a:solidFill>
                  <a:srgbClr val="CC0000"/>
                </a:solidFill>
                <a:latin typeface="宋体" pitchFamily="2" charset="-122"/>
                <a:ea typeface="宋体" pitchFamily="2" charset="-122"/>
              </a:rPr>
              <a:t>.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种类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:</a:t>
            </a:r>
            <a:endParaRPr kumimoji="1" lang="en-US" altLang="zh-CN" sz="2400" b="1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221" name="Rectangle 1029"/>
          <p:cNvSpPr>
            <a:spLocks noChangeArrowheads="1"/>
          </p:cNvSpPr>
          <p:nvPr/>
        </p:nvSpPr>
        <p:spPr bwMode="auto">
          <a:xfrm>
            <a:off x="919901" y="2772203"/>
            <a:ext cx="30289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CC0000"/>
                </a:solidFill>
                <a:latin typeface="Times New Roman" pitchFamily="18" charset="0"/>
                <a:ea typeface="宋体" pitchFamily="2" charset="-122"/>
              </a:rPr>
              <a:t>4</a:t>
            </a:r>
            <a:r>
              <a:rPr kumimoji="1" lang="en-US" altLang="zh-CN" sz="2400" b="1" dirty="0">
                <a:solidFill>
                  <a:srgbClr val="CC0000"/>
                </a:solidFill>
                <a:latin typeface="宋体" pitchFamily="2" charset="-122"/>
                <a:ea typeface="宋体" pitchFamily="2" charset="-122"/>
              </a:rPr>
              <a:t>.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电荷量子化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:</a:t>
            </a:r>
          </a:p>
        </p:txBody>
      </p:sp>
      <p:sp>
        <p:nvSpPr>
          <p:cNvPr id="1031" name="Rectangle 1030"/>
          <p:cNvSpPr>
            <a:spLocks noChangeArrowheads="1"/>
          </p:cNvSpPr>
          <p:nvPr/>
        </p:nvSpPr>
        <p:spPr bwMode="auto">
          <a:xfrm>
            <a:off x="919901" y="1761629"/>
            <a:ext cx="13144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1">
                <a:solidFill>
                  <a:srgbClr val="CC0000"/>
                </a:solidFill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en-US" altLang="zh-CN" sz="2400" b="1">
                <a:solidFill>
                  <a:srgbClr val="CC0000"/>
                </a:solidFill>
                <a:latin typeface="宋体" pitchFamily="2" charset="-122"/>
                <a:ea typeface="宋体" pitchFamily="2" charset="-122"/>
              </a:rPr>
              <a:t>.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性质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:</a:t>
            </a:r>
            <a:endParaRPr kumimoji="1" lang="en-US" altLang="zh-CN" sz="2400" b="1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32" name="Rectangle 1031"/>
          <p:cNvSpPr>
            <a:spLocks noChangeArrowheads="1"/>
          </p:cNvSpPr>
          <p:nvPr/>
        </p:nvSpPr>
        <p:spPr bwMode="auto">
          <a:xfrm>
            <a:off x="2234351" y="1256342"/>
            <a:ext cx="25717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正电荷，负电荷</a:t>
            </a:r>
          </a:p>
        </p:txBody>
      </p:sp>
      <p:sp>
        <p:nvSpPr>
          <p:cNvPr id="9224" name="Rectangle 1032"/>
          <p:cNvSpPr>
            <a:spLocks noChangeArrowheads="1"/>
          </p:cNvSpPr>
          <p:nvPr/>
        </p:nvSpPr>
        <p:spPr bwMode="auto">
          <a:xfrm>
            <a:off x="2234351" y="2266916"/>
            <a:ext cx="24003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400" b="1" dirty="0">
                <a:solidFill>
                  <a:srgbClr val="CC0000"/>
                </a:solidFill>
                <a:latin typeface="Times New Roman" pitchFamily="18" charset="0"/>
                <a:ea typeface="宋体" pitchFamily="2" charset="-122"/>
              </a:rPr>
              <a:t>库仑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（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）</a:t>
            </a:r>
          </a:p>
        </p:txBody>
      </p:sp>
      <p:sp>
        <p:nvSpPr>
          <p:cNvPr id="1034" name="Rectangle 1033"/>
          <p:cNvSpPr>
            <a:spLocks noChangeArrowheads="1"/>
          </p:cNvSpPr>
          <p:nvPr/>
        </p:nvSpPr>
        <p:spPr bwMode="auto">
          <a:xfrm>
            <a:off x="2234351" y="1761629"/>
            <a:ext cx="3200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同种相斥，异种相吸</a:t>
            </a:r>
          </a:p>
        </p:txBody>
      </p:sp>
      <p:sp>
        <p:nvSpPr>
          <p:cNvPr id="9226" name="Rectangle 1034"/>
          <p:cNvSpPr>
            <a:spLocks noChangeArrowheads="1"/>
          </p:cNvSpPr>
          <p:nvPr/>
        </p:nvSpPr>
        <p:spPr bwMode="auto">
          <a:xfrm>
            <a:off x="919901" y="2266916"/>
            <a:ext cx="13144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1">
                <a:solidFill>
                  <a:srgbClr val="CC0000"/>
                </a:solidFill>
                <a:latin typeface="Times New Roman" pitchFamily="18" charset="0"/>
                <a:ea typeface="宋体" pitchFamily="2" charset="-122"/>
              </a:rPr>
              <a:t>3</a:t>
            </a:r>
            <a:r>
              <a:rPr kumimoji="1" lang="en-US" altLang="zh-CN" sz="2400" b="1">
                <a:solidFill>
                  <a:srgbClr val="CC0000"/>
                </a:solidFill>
                <a:latin typeface="宋体" pitchFamily="2" charset="-122"/>
                <a:ea typeface="宋体" pitchFamily="2" charset="-122"/>
              </a:rPr>
              <a:t>.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单位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:</a:t>
            </a:r>
          </a:p>
        </p:txBody>
      </p:sp>
      <p:graphicFrame>
        <p:nvGraphicFramePr>
          <p:cNvPr id="9228" name="Object 10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4161469"/>
              </p:ext>
            </p:extLst>
          </p:nvPr>
        </p:nvGraphicFramePr>
        <p:xfrm>
          <a:off x="6369711" y="2772203"/>
          <a:ext cx="2408634" cy="426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0" name="Equation" r:id="rId3" imgW="1104840" imgH="203040" progId="Equation.DSMT4">
                  <p:embed/>
                </p:oleObj>
              </mc:Choice>
              <mc:Fallback>
                <p:oleObj name="Equation" r:id="rId3" imgW="1104840" imgH="203040" progId="Equation.DSMT4">
                  <p:embed/>
                  <p:pic>
                    <p:nvPicPr>
                      <p:cNvPr id="9228" name="Object 10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9711" y="2772203"/>
                        <a:ext cx="2408634" cy="42655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9" name="Object 10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2937046"/>
              </p:ext>
            </p:extLst>
          </p:nvPr>
        </p:nvGraphicFramePr>
        <p:xfrm>
          <a:off x="3017630" y="2772203"/>
          <a:ext cx="305066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1" name="Equation" r:id="rId5" imgW="1473120" imgH="203040" progId="Equation.DSMT4">
                  <p:embed/>
                </p:oleObj>
              </mc:Choice>
              <mc:Fallback>
                <p:oleObj name="Equation" r:id="rId5" imgW="1473120" imgH="203040" progId="Equation.DSMT4">
                  <p:embed/>
                  <p:pic>
                    <p:nvPicPr>
                      <p:cNvPr id="9229" name="Object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7630" y="2772203"/>
                        <a:ext cx="3050662" cy="4064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6" name="Rectangle 1038"/>
          <p:cNvSpPr>
            <a:spLocks noChangeArrowheads="1"/>
          </p:cNvSpPr>
          <p:nvPr/>
        </p:nvSpPr>
        <p:spPr bwMode="auto">
          <a:xfrm>
            <a:off x="4466035" y="4225529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zh-CN" sz="2400" b="1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37" name="Text Box 16"/>
          <p:cNvSpPr txBox="1">
            <a:spLocks noChangeArrowheads="1"/>
          </p:cNvSpPr>
          <p:nvPr/>
        </p:nvSpPr>
        <p:spPr bwMode="auto">
          <a:xfrm>
            <a:off x="2627710" y="250032"/>
            <a:ext cx="4435830" cy="46166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§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5.1 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电荷的量子化及守恒定律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33593" y="3277490"/>
            <a:ext cx="8158447" cy="1484019"/>
            <a:chOff x="333593" y="3277490"/>
            <a:chExt cx="8158447" cy="1484019"/>
          </a:xfrm>
        </p:grpSpPr>
        <p:sp>
          <p:nvSpPr>
            <p:cNvPr id="15" name="Text Box 2"/>
            <p:cNvSpPr txBox="1">
              <a:spLocks noChangeArrowheads="1"/>
            </p:cNvSpPr>
            <p:nvPr/>
          </p:nvSpPr>
          <p:spPr bwMode="auto">
            <a:xfrm>
              <a:off x="333593" y="3277490"/>
              <a:ext cx="29718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685800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zh-CN" altLang="en-US" sz="2400" b="1" dirty="0">
                  <a:solidFill>
                    <a:srgbClr val="CC0000"/>
                  </a:solidFill>
                  <a:latin typeface="宋体" pitchFamily="2" charset="-122"/>
                  <a:ea typeface="宋体" pitchFamily="2" charset="-122"/>
                </a:rPr>
                <a:t>二、电荷守恒定律</a:t>
              </a:r>
              <a:r>
                <a:rPr kumimoji="1" lang="zh-CN" altLang="en-US" sz="2400" b="1" dirty="0">
                  <a:solidFill>
                    <a:srgbClr val="C3296B"/>
                  </a:solidFill>
                  <a:latin typeface="宋体" pitchFamily="2" charset="-122"/>
                  <a:ea typeface="宋体" pitchFamily="2" charset="-122"/>
                </a:rPr>
                <a:t>                          </a:t>
              </a:r>
            </a:p>
          </p:txBody>
        </p:sp>
        <p:sp>
          <p:nvSpPr>
            <p:cNvPr id="16" name="Rectangle 3"/>
            <p:cNvSpPr>
              <a:spLocks noChangeArrowheads="1"/>
            </p:cNvSpPr>
            <p:nvPr/>
          </p:nvSpPr>
          <p:spPr bwMode="auto">
            <a:xfrm>
              <a:off x="919901" y="3782780"/>
              <a:ext cx="7572139" cy="9787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defTabSz="68580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2400" b="1" dirty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    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不管系统中的电荷如何迁移，系统的电荷的</a:t>
              </a:r>
              <a:r>
                <a:rPr kumimoji="1" lang="zh-CN" altLang="en-US" sz="2400" b="1" dirty="0">
                  <a:solidFill>
                    <a:srgbClr val="0000FF"/>
                  </a:solidFill>
                  <a:latin typeface="宋体" pitchFamily="2" charset="-122"/>
                  <a:ea typeface="宋体" pitchFamily="2" charset="-122"/>
                </a:rPr>
                <a:t>代数和保持</a:t>
              </a:r>
              <a:r>
                <a:rPr kumimoji="1" lang="zh-CN" altLang="en-US" sz="2400" b="1" dirty="0" smtClean="0">
                  <a:solidFill>
                    <a:srgbClr val="0000FF"/>
                  </a:solidFill>
                  <a:latin typeface="宋体" pitchFamily="2" charset="-122"/>
                  <a:ea typeface="宋体" pitchFamily="2" charset="-122"/>
                </a:rPr>
                <a:t>不变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，这是自然界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的基本守恒定律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之一。</a:t>
              </a:r>
              <a:endPara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9293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1" grpId="0" autoUpdateAnimBg="0"/>
      <p:bldP spid="9224" grpId="0" autoUpdateAnimBg="0"/>
      <p:bldP spid="9226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800350" y="3604075"/>
            <a:ext cx="3624263" cy="962025"/>
            <a:chOff x="1392" y="2832"/>
            <a:chExt cx="3044" cy="808"/>
          </a:xfrm>
        </p:grpSpPr>
        <p:graphicFrame>
          <p:nvGraphicFramePr>
            <p:cNvPr id="2056" name="Object 4"/>
            <p:cNvGraphicFramePr>
              <a:graphicFrameLocks noChangeAspect="1"/>
            </p:cNvGraphicFramePr>
            <p:nvPr/>
          </p:nvGraphicFramePr>
          <p:xfrm>
            <a:off x="1392" y="3072"/>
            <a:ext cx="284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70" name="Equation" r:id="rId3" imgW="152280" imgH="215640" progId="Equation.3">
                    <p:embed/>
                  </p:oleObj>
                </mc:Choice>
                <mc:Fallback>
                  <p:oleObj name="Equation" r:id="rId3" imgW="152280" imgH="215640" progId="Equation.3">
                    <p:embed/>
                    <p:pic>
                      <p:nvPicPr>
                        <p:cNvPr id="2056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3072"/>
                          <a:ext cx="284" cy="403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189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72" name="Oval 5"/>
            <p:cNvSpPr>
              <a:spLocks noChangeArrowheads="1"/>
            </p:cNvSpPr>
            <p:nvPr/>
          </p:nvSpPr>
          <p:spPr bwMode="auto">
            <a:xfrm>
              <a:off x="4176" y="3249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0066FF"/>
                </a:gs>
                <a:gs pos="100000">
                  <a:srgbClr val="002F76"/>
                </a:gs>
              </a:gsLst>
              <a:path path="shape">
                <a:fillToRect l="50000" t="50000" r="50000" b="50000"/>
              </a:path>
            </a:gradFill>
            <a:ln w="2857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2057" name="Object 6"/>
            <p:cNvGraphicFramePr>
              <a:graphicFrameLocks noChangeAspect="1"/>
            </p:cNvGraphicFramePr>
            <p:nvPr/>
          </p:nvGraphicFramePr>
          <p:xfrm>
            <a:off x="4105" y="2832"/>
            <a:ext cx="331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71" name="Equation" r:id="rId5" imgW="177480" imgH="215640" progId="Equation.3">
                    <p:embed/>
                  </p:oleObj>
                </mc:Choice>
                <mc:Fallback>
                  <p:oleObj name="Equation" r:id="rId5" imgW="177480" imgH="215640" progId="Equation.3">
                    <p:embed/>
                    <p:pic>
                      <p:nvPicPr>
                        <p:cNvPr id="205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5" y="2832"/>
                          <a:ext cx="331" cy="403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189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73" name="Oval 7"/>
            <p:cNvSpPr>
              <a:spLocks noChangeArrowheads="1"/>
            </p:cNvSpPr>
            <p:nvPr/>
          </p:nvSpPr>
          <p:spPr bwMode="auto">
            <a:xfrm>
              <a:off x="1488" y="3496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F6F000"/>
                </a:gs>
                <a:gs pos="100000">
                  <a:srgbClr val="726F00"/>
                </a:gs>
              </a:gsLst>
              <a:path path="shape">
                <a:fillToRect l="50000" t="50000" r="50000" b="50000"/>
              </a:path>
            </a:gradFill>
            <a:ln w="2857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000250" y="2840773"/>
            <a:ext cx="5567363" cy="546497"/>
            <a:chOff x="731" y="2103"/>
            <a:chExt cx="4676" cy="459"/>
          </a:xfrm>
        </p:grpSpPr>
        <p:graphicFrame>
          <p:nvGraphicFramePr>
            <p:cNvPr id="2055" name="Object 10"/>
            <p:cNvGraphicFramePr>
              <a:graphicFrameLocks noChangeAspect="1"/>
            </p:cNvGraphicFramePr>
            <p:nvPr/>
          </p:nvGraphicFramePr>
          <p:xfrm>
            <a:off x="731" y="2103"/>
            <a:ext cx="3061" cy="4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72" name="Equation" r:id="rId7" imgW="1765080" imgH="241200" progId="Equation.3">
                    <p:embed/>
                  </p:oleObj>
                </mc:Choice>
                <mc:Fallback>
                  <p:oleObj name="Equation" r:id="rId7" imgW="1765080" imgH="241200" progId="Equation.3">
                    <p:embed/>
                    <p:pic>
                      <p:nvPicPr>
                        <p:cNvPr id="2055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1" y="2103"/>
                          <a:ext cx="3061" cy="45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70" name="Rectangle 11"/>
            <p:cNvSpPr>
              <a:spLocks noChangeArrowheads="1"/>
            </p:cNvSpPr>
            <p:nvPr/>
          </p:nvSpPr>
          <p:spPr bwMode="auto">
            <a:xfrm>
              <a:off x="3693" y="2112"/>
              <a:ext cx="1714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2400" b="1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为</a:t>
              </a:r>
              <a:r>
                <a:rPr kumimoji="1" lang="zh-CN" altLang="en-US" sz="2400" b="1">
                  <a:solidFill>
                    <a:srgbClr val="0000FF"/>
                  </a:solidFill>
                  <a:latin typeface="宋体" pitchFamily="2" charset="-122"/>
                  <a:ea typeface="宋体" pitchFamily="2" charset="-122"/>
                </a:rPr>
                <a:t>真空电容率</a:t>
              </a:r>
            </a:p>
          </p:txBody>
        </p:sp>
      </p:grpSp>
      <p:graphicFrame>
        <p:nvGraphicFramePr>
          <p:cNvPr id="3278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8480215"/>
              </p:ext>
            </p:extLst>
          </p:nvPr>
        </p:nvGraphicFramePr>
        <p:xfrm>
          <a:off x="3771900" y="1612903"/>
          <a:ext cx="2808685" cy="1013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73" name="Equation" r:id="rId9" imgW="1079280" imgH="444240" progId="Equation.3">
                  <p:embed/>
                </p:oleObj>
              </mc:Choice>
              <mc:Fallback>
                <p:oleObj name="Equation" r:id="rId9" imgW="1079280" imgH="444240" progId="Equation.3">
                  <p:embed/>
                  <p:pic>
                    <p:nvPicPr>
                      <p:cNvPr id="3278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1900" y="1612903"/>
                        <a:ext cx="2808685" cy="1013222"/>
                      </a:xfrm>
                      <a:prstGeom prst="rect">
                        <a:avLst/>
                      </a:prstGeom>
                      <a:solidFill>
                        <a:srgbClr val="EDF8FF"/>
                      </a:solidFill>
                      <a:ln w="63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3050382" y="3879960"/>
            <a:ext cx="3064669" cy="571500"/>
            <a:chOff x="1632" y="2928"/>
            <a:chExt cx="2640" cy="480"/>
          </a:xfrm>
        </p:grpSpPr>
        <p:sp>
          <p:nvSpPr>
            <p:cNvPr id="2069" name="Line 14"/>
            <p:cNvSpPr>
              <a:spLocks noChangeShapeType="1"/>
            </p:cNvSpPr>
            <p:nvPr/>
          </p:nvSpPr>
          <p:spPr bwMode="auto">
            <a:xfrm flipV="1">
              <a:off x="1632" y="3168"/>
              <a:ext cx="264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2054" name="Object 15"/>
            <p:cNvGraphicFramePr>
              <a:graphicFrameLocks noChangeAspect="1"/>
            </p:cNvGraphicFramePr>
            <p:nvPr/>
          </p:nvGraphicFramePr>
          <p:xfrm>
            <a:off x="2976" y="2928"/>
            <a:ext cx="252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74" name="Equation" r:id="rId11" imgW="126720" imgH="152280" progId="Equation.3">
                    <p:embed/>
                  </p:oleObj>
                </mc:Choice>
                <mc:Fallback>
                  <p:oleObj name="Equation" r:id="rId11" imgW="126720" imgH="152280" progId="Equation.3">
                    <p:embed/>
                    <p:pic>
                      <p:nvPicPr>
                        <p:cNvPr id="2054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2928"/>
                          <a:ext cx="252" cy="27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784" name="Rectangle 16"/>
          <p:cNvSpPr>
            <a:spLocks noChangeArrowheads="1"/>
          </p:cNvSpPr>
          <p:nvPr/>
        </p:nvSpPr>
        <p:spPr bwMode="auto">
          <a:xfrm>
            <a:off x="1314450" y="952024"/>
            <a:ext cx="6057900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</a:t>
            </a:r>
            <a:r>
              <a:rPr kumimoji="1" lang="zh-CN" altLang="en-US" sz="2400" b="1">
                <a:solidFill>
                  <a:srgbClr val="CC0000"/>
                </a:solidFill>
                <a:latin typeface="Times New Roman" pitchFamily="18" charset="0"/>
                <a:ea typeface="宋体" pitchFamily="2" charset="-122"/>
              </a:rPr>
              <a:t>点电荷：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抽象模型</a:t>
            </a:r>
          </a:p>
        </p:txBody>
      </p: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3086101" y="3937110"/>
            <a:ext cx="584597" cy="514350"/>
            <a:chOff x="1680" y="2976"/>
            <a:chExt cx="491" cy="432"/>
          </a:xfrm>
        </p:grpSpPr>
        <p:sp>
          <p:nvSpPr>
            <p:cNvPr id="2068" name="Line 18"/>
            <p:cNvSpPr>
              <a:spLocks noChangeShapeType="1"/>
            </p:cNvSpPr>
            <p:nvPr/>
          </p:nvSpPr>
          <p:spPr bwMode="auto">
            <a:xfrm flipV="1">
              <a:off x="1680" y="3360"/>
              <a:ext cx="432" cy="4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2053" name="Object 19"/>
            <p:cNvGraphicFramePr>
              <a:graphicFrameLocks noChangeAspect="1"/>
            </p:cNvGraphicFramePr>
            <p:nvPr/>
          </p:nvGraphicFramePr>
          <p:xfrm>
            <a:off x="1968" y="2976"/>
            <a:ext cx="203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75" name="Equation" r:id="rId13" imgW="152280" imgH="215640" progId="Equation.3">
                    <p:embed/>
                  </p:oleObj>
                </mc:Choice>
                <mc:Fallback>
                  <p:oleObj name="Equation" r:id="rId13" imgW="152280" imgH="215640" progId="Equation.3">
                    <p:embed/>
                    <p:pic>
                      <p:nvPicPr>
                        <p:cNvPr id="2053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2976"/>
                          <a:ext cx="203" cy="35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0"/>
          <p:cNvGrpSpPr>
            <a:grpSpLocks/>
          </p:cNvGrpSpPr>
          <p:nvPr/>
        </p:nvGrpSpPr>
        <p:grpSpPr bwMode="auto">
          <a:xfrm>
            <a:off x="1943100" y="1784351"/>
            <a:ext cx="1943100" cy="551259"/>
            <a:chOff x="576" y="1584"/>
            <a:chExt cx="1632" cy="463"/>
          </a:xfrm>
        </p:grpSpPr>
        <p:sp>
          <p:nvSpPr>
            <p:cNvPr id="2067" name="Text Box 21"/>
            <p:cNvSpPr txBox="1">
              <a:spLocks noChangeArrowheads="1"/>
            </p:cNvSpPr>
            <p:nvPr/>
          </p:nvSpPr>
          <p:spPr bwMode="auto">
            <a:xfrm>
              <a:off x="816" y="1659"/>
              <a:ext cx="1392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685800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zh-CN" altLang="en-US" sz="2400" b="1">
                  <a:solidFill>
                    <a:srgbClr val="000000"/>
                  </a:solidFill>
                  <a:latin typeface="Arial" charset="0"/>
                  <a:ea typeface="宋体" pitchFamily="2" charset="-122"/>
                </a:rPr>
                <a:t>受    的力</a:t>
              </a:r>
            </a:p>
          </p:txBody>
        </p:sp>
        <p:graphicFrame>
          <p:nvGraphicFramePr>
            <p:cNvPr id="2051" name="Object 22"/>
            <p:cNvGraphicFramePr>
              <a:graphicFrameLocks noChangeAspect="1"/>
            </p:cNvGraphicFramePr>
            <p:nvPr/>
          </p:nvGraphicFramePr>
          <p:xfrm>
            <a:off x="1104" y="1602"/>
            <a:ext cx="333" cy="4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76" name="Equation" r:id="rId15" imgW="152280" imgH="215640" progId="Equation.3">
                    <p:embed/>
                  </p:oleObj>
                </mc:Choice>
                <mc:Fallback>
                  <p:oleObj name="Equation" r:id="rId15" imgW="152280" imgH="215640" progId="Equation.3">
                    <p:embed/>
                    <p:pic>
                      <p:nvPicPr>
                        <p:cNvPr id="2051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1602"/>
                          <a:ext cx="333" cy="4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DF8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2" name="Object 23"/>
            <p:cNvGraphicFramePr>
              <a:graphicFrameLocks noChangeAspect="1"/>
            </p:cNvGraphicFramePr>
            <p:nvPr/>
          </p:nvGraphicFramePr>
          <p:xfrm>
            <a:off x="576" y="1584"/>
            <a:ext cx="389" cy="4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77" name="Equation" r:id="rId17" imgW="177480" imgH="215640" progId="Equation.3">
                    <p:embed/>
                  </p:oleObj>
                </mc:Choice>
                <mc:Fallback>
                  <p:oleObj name="Equation" r:id="rId17" imgW="177480" imgH="215640" progId="Equation.3">
                    <p:embed/>
                    <p:pic>
                      <p:nvPicPr>
                        <p:cNvPr id="2052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1584"/>
                          <a:ext cx="389" cy="4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DF8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65" name="Text Box 26"/>
          <p:cNvSpPr txBox="1">
            <a:spLocks noChangeArrowheads="1"/>
          </p:cNvSpPr>
          <p:nvPr/>
        </p:nvSpPr>
        <p:spPr bwMode="auto">
          <a:xfrm>
            <a:off x="3212009" y="193563"/>
            <a:ext cx="3089672" cy="46166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§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5.2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hlinkClick r:id="rId19" action="ppaction://hlinkfile"/>
              </a:rPr>
              <a:t>库仑定律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</a:t>
            </a:r>
          </a:p>
        </p:txBody>
      </p:sp>
      <p:sp>
        <p:nvSpPr>
          <p:cNvPr id="2066" name="灯片编号占位符 1"/>
          <p:cNvSpPr txBox="1">
            <a:spLocks noGrp="1" noChangeArrowheads="1"/>
          </p:cNvSpPr>
          <p:nvPr/>
        </p:nvSpPr>
        <p:spPr bwMode="auto">
          <a:xfrm>
            <a:off x="7567613" y="4889898"/>
            <a:ext cx="16002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895D50B6-EDE6-40CF-897B-7A81B1A60AFB}" type="slidenum">
              <a:rPr lang="zh-CN" altLang="en-US" sz="1350" b="1">
                <a:solidFill>
                  <a:srgbClr val="0000CC"/>
                </a:solidFill>
                <a:latin typeface="Calibri" pitchFamily="34" charset="0"/>
                <a:ea typeface="宋体" pitchFamily="2" charset="-122"/>
              </a:rPr>
              <a:pPr algn="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altLang="zh-CN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6551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8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2062628"/>
              </p:ext>
            </p:extLst>
          </p:nvPr>
        </p:nvGraphicFramePr>
        <p:xfrm>
          <a:off x="2857500" y="468392"/>
          <a:ext cx="2808685" cy="1013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94" name="Equation" r:id="rId3" imgW="1079280" imgH="444240" progId="Equation.3">
                  <p:embed/>
                </p:oleObj>
              </mc:Choice>
              <mc:Fallback>
                <p:oleObj name="Equation" r:id="rId3" imgW="1079280" imgH="444240" progId="Equation.3">
                  <p:embed/>
                  <p:pic>
                    <p:nvPicPr>
                      <p:cNvPr id="307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68392"/>
                        <a:ext cx="2808685" cy="1013222"/>
                      </a:xfrm>
                      <a:prstGeom prst="rect">
                        <a:avLst/>
                      </a:prstGeom>
                      <a:solidFill>
                        <a:srgbClr val="EDF8FF"/>
                      </a:solidFill>
                      <a:ln w="63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8254965"/>
              </p:ext>
            </p:extLst>
          </p:nvPr>
        </p:nvGraphicFramePr>
        <p:xfrm>
          <a:off x="2896791" y="1654255"/>
          <a:ext cx="2320528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95" name="Equation" r:id="rId5" imgW="914400" imgH="444240" progId="Equation.3">
                  <p:embed/>
                </p:oleObj>
              </mc:Choice>
              <mc:Fallback>
                <p:oleObj name="Equation" r:id="rId5" imgW="914400" imgH="444240" progId="Equation.3">
                  <p:embed/>
                  <p:pic>
                    <p:nvPicPr>
                      <p:cNvPr id="3073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6791" y="1654255"/>
                        <a:ext cx="2320528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AF4FE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" name="Rectangle 16"/>
          <p:cNvSpPr>
            <a:spLocks noChangeArrowheads="1"/>
          </p:cNvSpPr>
          <p:nvPr/>
        </p:nvSpPr>
        <p:spPr bwMode="auto">
          <a:xfrm>
            <a:off x="1885950" y="1897143"/>
            <a:ext cx="11128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400" b="1">
                <a:solidFill>
                  <a:srgbClr val="000066"/>
                </a:solidFill>
                <a:latin typeface="Times New Roman" pitchFamily="18" charset="0"/>
                <a:ea typeface="宋体" pitchFamily="2" charset="-122"/>
              </a:rPr>
              <a:t>大小：</a:t>
            </a:r>
          </a:p>
        </p:txBody>
      </p:sp>
      <p:sp>
        <p:nvSpPr>
          <p:cNvPr id="3083" name="Rectangle 17"/>
          <p:cNvSpPr>
            <a:spLocks noChangeArrowheads="1"/>
          </p:cNvSpPr>
          <p:nvPr/>
        </p:nvSpPr>
        <p:spPr bwMode="auto">
          <a:xfrm>
            <a:off x="1857591" y="2651523"/>
            <a:ext cx="11128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400" b="1">
                <a:solidFill>
                  <a:srgbClr val="000066"/>
                </a:solidFill>
                <a:latin typeface="Times New Roman" pitchFamily="18" charset="0"/>
                <a:ea typeface="宋体" pitchFamily="2" charset="-122"/>
              </a:rPr>
              <a:t>方向：</a:t>
            </a: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2914650" y="2594376"/>
            <a:ext cx="4057650" cy="576263"/>
            <a:chOff x="1488" y="2112"/>
            <a:chExt cx="3264" cy="484"/>
          </a:xfrm>
        </p:grpSpPr>
        <p:graphicFrame>
          <p:nvGraphicFramePr>
            <p:cNvPr id="3080" name="Object 32"/>
            <p:cNvGraphicFramePr>
              <a:graphicFrameLocks noChangeAspect="1"/>
            </p:cNvGraphicFramePr>
            <p:nvPr/>
          </p:nvGraphicFramePr>
          <p:xfrm>
            <a:off x="1488" y="2112"/>
            <a:ext cx="325" cy="4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196" name="Equation" r:id="rId7" imgW="152280" imgH="215640" progId="Equation.3">
                    <p:embed/>
                  </p:oleObj>
                </mc:Choice>
                <mc:Fallback>
                  <p:oleObj name="Equation" r:id="rId7" imgW="152280" imgH="215640" progId="Equation.3">
                    <p:embed/>
                    <p:pic>
                      <p:nvPicPr>
                        <p:cNvPr id="308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2112"/>
                          <a:ext cx="325" cy="4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AF4F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81" name="Object 33"/>
            <p:cNvGraphicFramePr>
              <a:graphicFrameLocks noChangeAspect="1"/>
            </p:cNvGraphicFramePr>
            <p:nvPr/>
          </p:nvGraphicFramePr>
          <p:xfrm>
            <a:off x="2022" y="2112"/>
            <a:ext cx="378" cy="4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197" name="Equation" r:id="rId9" imgW="177480" imgH="215640" progId="Equation.3">
                    <p:embed/>
                  </p:oleObj>
                </mc:Choice>
                <mc:Fallback>
                  <p:oleObj name="Equation" r:id="rId9" imgW="177480" imgH="215640" progId="Equation.3">
                    <p:embed/>
                    <p:pic>
                      <p:nvPicPr>
                        <p:cNvPr id="3081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2" y="2112"/>
                          <a:ext cx="378" cy="4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AF4F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95" name="Text Box 35"/>
            <p:cNvSpPr txBox="1">
              <a:spLocks noChangeArrowheads="1"/>
            </p:cNvSpPr>
            <p:nvPr/>
          </p:nvSpPr>
          <p:spPr bwMode="auto">
            <a:xfrm>
              <a:off x="1728" y="2208"/>
              <a:ext cx="3024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685800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和     同号相斥，异号相吸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.</a:t>
              </a:r>
            </a:p>
          </p:txBody>
        </p:sp>
      </p:grpSp>
      <p:grpSp>
        <p:nvGrpSpPr>
          <p:cNvPr id="3085" name="Group 56"/>
          <p:cNvGrpSpPr>
            <a:grpSpLocks/>
          </p:cNvGrpSpPr>
          <p:nvPr/>
        </p:nvGrpSpPr>
        <p:grpSpPr bwMode="auto">
          <a:xfrm>
            <a:off x="2800350" y="3470910"/>
            <a:ext cx="3624263" cy="962025"/>
            <a:chOff x="1392" y="2832"/>
            <a:chExt cx="3044" cy="808"/>
          </a:xfrm>
        </p:grpSpPr>
        <p:grpSp>
          <p:nvGrpSpPr>
            <p:cNvPr id="3087" name="Group 44"/>
            <p:cNvGrpSpPr>
              <a:grpSpLocks/>
            </p:cNvGrpSpPr>
            <p:nvPr/>
          </p:nvGrpSpPr>
          <p:grpSpPr bwMode="auto">
            <a:xfrm>
              <a:off x="1392" y="2832"/>
              <a:ext cx="3044" cy="808"/>
              <a:chOff x="1392" y="2832"/>
              <a:chExt cx="3044" cy="808"/>
            </a:xfrm>
          </p:grpSpPr>
          <p:graphicFrame>
            <p:nvGraphicFramePr>
              <p:cNvPr id="3078" name="Object 46"/>
              <p:cNvGraphicFramePr>
                <a:graphicFrameLocks noChangeAspect="1"/>
              </p:cNvGraphicFramePr>
              <p:nvPr/>
            </p:nvGraphicFramePr>
            <p:xfrm>
              <a:off x="1392" y="3072"/>
              <a:ext cx="284" cy="4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198" name="Equation" r:id="rId11" imgW="152280" imgH="215640" progId="Equation.3">
                      <p:embed/>
                    </p:oleObj>
                  </mc:Choice>
                  <mc:Fallback>
                    <p:oleObj name="Equation" r:id="rId11" imgW="152280" imgH="215640" progId="Equation.3">
                      <p:embed/>
                      <p:pic>
                        <p:nvPicPr>
                          <p:cNvPr id="3078" name="Object 4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92" y="3072"/>
                            <a:ext cx="284" cy="403"/>
                          </a:xfrm>
                          <a:prstGeom prst="rect">
                            <a:avLst/>
                          </a:prstGeom>
                          <a:noFill/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107763" dir="189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93" name="Oval 47"/>
              <p:cNvSpPr>
                <a:spLocks noChangeArrowheads="1"/>
              </p:cNvSpPr>
              <p:nvPr/>
            </p:nvSpPr>
            <p:spPr bwMode="auto">
              <a:xfrm>
                <a:off x="4176" y="3249"/>
                <a:ext cx="144" cy="144"/>
              </a:xfrm>
              <a:prstGeom prst="ellipse">
                <a:avLst/>
              </a:prstGeom>
              <a:gradFill rotWithShape="0">
                <a:gsLst>
                  <a:gs pos="0">
                    <a:srgbClr val="0066FF"/>
                  </a:gs>
                  <a:gs pos="100000">
                    <a:srgbClr val="002F76"/>
                  </a:gs>
                </a:gsLst>
                <a:path path="shape">
                  <a:fillToRect l="50000" t="50000" r="50000" b="50000"/>
                </a:path>
              </a:gradFill>
              <a:ln w="2857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  <p:graphicFrame>
            <p:nvGraphicFramePr>
              <p:cNvPr id="3079" name="Object 48"/>
              <p:cNvGraphicFramePr>
                <a:graphicFrameLocks noChangeAspect="1"/>
              </p:cNvGraphicFramePr>
              <p:nvPr/>
            </p:nvGraphicFramePr>
            <p:xfrm>
              <a:off x="4105" y="2832"/>
              <a:ext cx="331" cy="4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199" name="Equation" r:id="rId13" imgW="177480" imgH="215640" progId="Equation.3">
                      <p:embed/>
                    </p:oleObj>
                  </mc:Choice>
                  <mc:Fallback>
                    <p:oleObj name="Equation" r:id="rId13" imgW="177480" imgH="215640" progId="Equation.3">
                      <p:embed/>
                      <p:pic>
                        <p:nvPicPr>
                          <p:cNvPr id="3079" name="Object 4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05" y="2832"/>
                            <a:ext cx="331" cy="403"/>
                          </a:xfrm>
                          <a:prstGeom prst="rect">
                            <a:avLst/>
                          </a:prstGeom>
                          <a:noFill/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107763" dir="189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94" name="Oval 49"/>
              <p:cNvSpPr>
                <a:spLocks noChangeArrowheads="1"/>
              </p:cNvSpPr>
              <p:nvPr/>
            </p:nvSpPr>
            <p:spPr bwMode="auto">
              <a:xfrm>
                <a:off x="1488" y="3496"/>
                <a:ext cx="144" cy="144"/>
              </a:xfrm>
              <a:prstGeom prst="ellipse">
                <a:avLst/>
              </a:prstGeom>
              <a:gradFill rotWithShape="0">
                <a:gsLst>
                  <a:gs pos="0">
                    <a:srgbClr val="F6F000"/>
                  </a:gs>
                  <a:gs pos="100000">
                    <a:srgbClr val="726F00"/>
                  </a:gs>
                </a:gsLst>
                <a:path path="shape">
                  <a:fillToRect l="50000" t="50000" r="50000" b="50000"/>
                </a:path>
              </a:gradFill>
              <a:ln w="2857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</p:grpSp>
        <p:grpSp>
          <p:nvGrpSpPr>
            <p:cNvPr id="3088" name="Group 50"/>
            <p:cNvGrpSpPr>
              <a:grpSpLocks/>
            </p:cNvGrpSpPr>
            <p:nvPr/>
          </p:nvGrpSpPr>
          <p:grpSpPr bwMode="auto">
            <a:xfrm>
              <a:off x="1602" y="3082"/>
              <a:ext cx="2574" cy="480"/>
              <a:chOff x="1632" y="2928"/>
              <a:chExt cx="2640" cy="480"/>
            </a:xfrm>
          </p:grpSpPr>
          <p:sp>
            <p:nvSpPr>
              <p:cNvPr id="3091" name="Line 51"/>
              <p:cNvSpPr>
                <a:spLocks noChangeShapeType="1"/>
              </p:cNvSpPr>
              <p:nvPr/>
            </p:nvSpPr>
            <p:spPr bwMode="auto">
              <a:xfrm flipV="1">
                <a:off x="1632" y="3168"/>
                <a:ext cx="264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  <p:graphicFrame>
            <p:nvGraphicFramePr>
              <p:cNvPr id="3077" name="Object 52"/>
              <p:cNvGraphicFramePr>
                <a:graphicFrameLocks noChangeAspect="1"/>
              </p:cNvGraphicFramePr>
              <p:nvPr/>
            </p:nvGraphicFramePr>
            <p:xfrm>
              <a:off x="2976" y="2928"/>
              <a:ext cx="252" cy="2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200" name="Equation" r:id="rId15" imgW="126720" imgH="152280" progId="Equation.3">
                      <p:embed/>
                    </p:oleObj>
                  </mc:Choice>
                  <mc:Fallback>
                    <p:oleObj name="Equation" r:id="rId15" imgW="126720" imgH="152280" progId="Equation.3">
                      <p:embed/>
                      <p:pic>
                        <p:nvPicPr>
                          <p:cNvPr id="3077" name="Object 5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76" y="2928"/>
                            <a:ext cx="252" cy="27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089" name="Group 53"/>
            <p:cNvGrpSpPr>
              <a:grpSpLocks/>
            </p:cNvGrpSpPr>
            <p:nvPr/>
          </p:nvGrpSpPr>
          <p:grpSpPr bwMode="auto">
            <a:xfrm>
              <a:off x="1632" y="3130"/>
              <a:ext cx="491" cy="432"/>
              <a:chOff x="1680" y="2976"/>
              <a:chExt cx="491" cy="432"/>
            </a:xfrm>
          </p:grpSpPr>
          <p:sp>
            <p:nvSpPr>
              <p:cNvPr id="3090" name="Line 54"/>
              <p:cNvSpPr>
                <a:spLocks noChangeShapeType="1"/>
              </p:cNvSpPr>
              <p:nvPr/>
            </p:nvSpPr>
            <p:spPr bwMode="auto">
              <a:xfrm flipV="1">
                <a:off x="1680" y="3360"/>
                <a:ext cx="432" cy="4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  <p:graphicFrame>
            <p:nvGraphicFramePr>
              <p:cNvPr id="3076" name="Object 55"/>
              <p:cNvGraphicFramePr>
                <a:graphicFrameLocks noChangeAspect="1"/>
              </p:cNvGraphicFramePr>
              <p:nvPr/>
            </p:nvGraphicFramePr>
            <p:xfrm>
              <a:off x="1968" y="2976"/>
              <a:ext cx="203" cy="35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201" name="Equation" r:id="rId17" imgW="152280" imgH="215640" progId="Equation.3">
                      <p:embed/>
                    </p:oleObj>
                  </mc:Choice>
                  <mc:Fallback>
                    <p:oleObj name="Equation" r:id="rId17" imgW="152280" imgH="215640" progId="Equation.3">
                      <p:embed/>
                      <p:pic>
                        <p:nvPicPr>
                          <p:cNvPr id="3076" name="Object 5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68" y="2976"/>
                            <a:ext cx="203" cy="35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086" name="灯片编号占位符 1"/>
          <p:cNvSpPr txBox="1">
            <a:spLocks noGrp="1" noChangeArrowheads="1"/>
          </p:cNvSpPr>
          <p:nvPr/>
        </p:nvSpPr>
        <p:spPr bwMode="auto">
          <a:xfrm>
            <a:off x="7543800" y="4889898"/>
            <a:ext cx="16002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876422D7-A0FB-4AD2-A4BA-4074CEF743D7}" type="slidenum">
              <a:rPr lang="zh-CN" altLang="en-US" sz="1350" b="1">
                <a:solidFill>
                  <a:srgbClr val="0000CC"/>
                </a:solidFill>
                <a:latin typeface="Calibri" pitchFamily="34" charset="0"/>
                <a:ea typeface="宋体" pitchFamily="2" charset="-122"/>
              </a:rPr>
              <a:pPr algn="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 altLang="zh-CN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9576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0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1604963" y="1186294"/>
            <a:ext cx="2114550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700" b="1">
                <a:solidFill>
                  <a:srgbClr val="CC0000"/>
                </a:solidFill>
                <a:latin typeface="宋体" pitchFamily="2" charset="-122"/>
                <a:ea typeface="宋体" pitchFamily="2" charset="-122"/>
              </a:rPr>
              <a:t>一、静电场</a:t>
            </a:r>
          </a:p>
        </p:txBody>
      </p:sp>
      <p:sp>
        <p:nvSpPr>
          <p:cNvPr id="13323" name="Rectangle 11"/>
          <p:cNvSpPr>
            <a:spLocks noChangeArrowheads="1"/>
          </p:cNvSpPr>
          <p:nvPr/>
        </p:nvSpPr>
        <p:spPr bwMode="auto">
          <a:xfrm>
            <a:off x="3434938" y="1201555"/>
            <a:ext cx="38443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sz="2400" b="1">
                <a:solidFill>
                  <a:srgbClr val="CC0000"/>
                </a:solidFill>
                <a:latin typeface="Times New Roman" pitchFamily="18" charset="0"/>
                <a:ea typeface="宋体" pitchFamily="2" charset="-122"/>
              </a:rPr>
              <a:t>:</a:t>
            </a:r>
            <a:r>
              <a:rPr lang="en-US" altLang="zh-CN" sz="2400" b="1">
                <a:solidFill>
                  <a:srgbClr val="FFFF00"/>
                </a:solidFill>
                <a:latin typeface="Times New Roman" pitchFamily="18" charset="0"/>
                <a:ea typeface="宋体" pitchFamily="2" charset="-122"/>
              </a:rPr>
              <a:t> 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静止电荷周围存在的电场</a:t>
            </a:r>
            <a:endParaRPr lang="zh-CN" altLang="en-US" sz="2400" b="1">
              <a:solidFill>
                <a:srgbClr val="FFFF00"/>
              </a:solidFill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52228" name="Group 26"/>
          <p:cNvGrpSpPr>
            <a:grpSpLocks/>
          </p:cNvGrpSpPr>
          <p:nvPr/>
        </p:nvGrpSpPr>
        <p:grpSpPr bwMode="auto">
          <a:xfrm>
            <a:off x="2171700" y="2137061"/>
            <a:ext cx="4743450" cy="685800"/>
            <a:chOff x="864" y="1248"/>
            <a:chExt cx="3984" cy="576"/>
          </a:xfrm>
        </p:grpSpPr>
        <p:sp>
          <p:nvSpPr>
            <p:cNvPr id="52236" name="Text Box 13"/>
            <p:cNvSpPr txBox="1">
              <a:spLocks noChangeArrowheads="1"/>
            </p:cNvSpPr>
            <p:nvPr/>
          </p:nvSpPr>
          <p:spPr bwMode="auto">
            <a:xfrm>
              <a:off x="864" y="1344"/>
              <a:ext cx="768" cy="388"/>
            </a:xfrm>
            <a:prstGeom prst="rect">
              <a:avLst/>
            </a:prstGeom>
            <a:gradFill rotWithShape="0">
              <a:gsLst>
                <a:gs pos="0">
                  <a:srgbClr val="EBEBEB"/>
                </a:gs>
                <a:gs pos="50000">
                  <a:srgbClr val="FFFFFF"/>
                </a:gs>
                <a:gs pos="100000">
                  <a:srgbClr val="EBEBEB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685800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电 荷</a:t>
              </a:r>
            </a:p>
          </p:txBody>
        </p:sp>
        <p:sp>
          <p:nvSpPr>
            <p:cNvPr id="52237" name="AutoShape 14"/>
            <p:cNvSpPr>
              <a:spLocks noChangeArrowheads="1"/>
            </p:cNvSpPr>
            <p:nvPr/>
          </p:nvSpPr>
          <p:spPr bwMode="auto">
            <a:xfrm>
              <a:off x="1776" y="1344"/>
              <a:ext cx="576" cy="192"/>
            </a:xfrm>
            <a:prstGeom prst="rightArrow">
              <a:avLst>
                <a:gd name="adj1" fmla="val 50000"/>
                <a:gd name="adj2" fmla="val 75000"/>
              </a:avLst>
            </a:prstGeom>
            <a:gradFill rotWithShape="0">
              <a:gsLst>
                <a:gs pos="0">
                  <a:srgbClr val="A4D6DA"/>
                </a:gs>
                <a:gs pos="50000">
                  <a:srgbClr val="FFFFFF"/>
                </a:gs>
                <a:gs pos="100000">
                  <a:srgbClr val="A4D6DA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2238" name="AutoShape 15"/>
            <p:cNvSpPr>
              <a:spLocks noChangeArrowheads="1"/>
            </p:cNvSpPr>
            <p:nvPr/>
          </p:nvSpPr>
          <p:spPr bwMode="auto">
            <a:xfrm>
              <a:off x="1728" y="1536"/>
              <a:ext cx="576" cy="192"/>
            </a:xfrm>
            <a:prstGeom prst="leftArrow">
              <a:avLst>
                <a:gd name="adj1" fmla="val 50000"/>
                <a:gd name="adj2" fmla="val 75000"/>
              </a:avLst>
            </a:prstGeom>
            <a:gradFill rotWithShape="0">
              <a:gsLst>
                <a:gs pos="0">
                  <a:srgbClr val="6464CC"/>
                </a:gs>
                <a:gs pos="50000">
                  <a:srgbClr val="FFFFFF"/>
                </a:gs>
                <a:gs pos="100000">
                  <a:srgbClr val="6464CC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2239" name="AutoShape 16"/>
            <p:cNvSpPr>
              <a:spLocks noChangeArrowheads="1"/>
            </p:cNvSpPr>
            <p:nvPr/>
          </p:nvSpPr>
          <p:spPr bwMode="auto">
            <a:xfrm>
              <a:off x="3408" y="1344"/>
              <a:ext cx="576" cy="192"/>
            </a:xfrm>
            <a:prstGeom prst="rightArrow">
              <a:avLst>
                <a:gd name="adj1" fmla="val 50000"/>
                <a:gd name="adj2" fmla="val 75000"/>
              </a:avLst>
            </a:prstGeom>
            <a:gradFill rotWithShape="0">
              <a:gsLst>
                <a:gs pos="0">
                  <a:srgbClr val="A4D6DA"/>
                </a:gs>
                <a:gs pos="50000">
                  <a:srgbClr val="FFFFFF"/>
                </a:gs>
                <a:gs pos="100000">
                  <a:srgbClr val="A4D6DA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2240" name="AutoShape 17"/>
            <p:cNvSpPr>
              <a:spLocks noChangeArrowheads="1"/>
            </p:cNvSpPr>
            <p:nvPr/>
          </p:nvSpPr>
          <p:spPr bwMode="auto">
            <a:xfrm>
              <a:off x="3360" y="1536"/>
              <a:ext cx="576" cy="192"/>
            </a:xfrm>
            <a:prstGeom prst="leftArrow">
              <a:avLst>
                <a:gd name="adj1" fmla="val 50000"/>
                <a:gd name="adj2" fmla="val 75000"/>
              </a:avLst>
            </a:prstGeom>
            <a:gradFill rotWithShape="0">
              <a:gsLst>
                <a:gs pos="0">
                  <a:srgbClr val="6464CC"/>
                </a:gs>
                <a:gs pos="50000">
                  <a:srgbClr val="FFFFFF"/>
                </a:gs>
                <a:gs pos="100000">
                  <a:srgbClr val="6464CC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330" name="Oval 18"/>
            <p:cNvSpPr>
              <a:spLocks noChangeArrowheads="1"/>
            </p:cNvSpPr>
            <p:nvPr/>
          </p:nvSpPr>
          <p:spPr bwMode="auto">
            <a:xfrm>
              <a:off x="2448" y="1248"/>
              <a:ext cx="816" cy="576"/>
            </a:xfrm>
            <a:prstGeom prst="ellipse">
              <a:avLst/>
            </a:prstGeom>
            <a:gradFill rotWithShape="0">
              <a:gsLst>
                <a:gs pos="0">
                  <a:srgbClr val="FFCCFF"/>
                </a:gs>
                <a:gs pos="50000">
                  <a:schemeClr val="bg1"/>
                </a:gs>
                <a:gs pos="100000">
                  <a:srgbClr val="FFCCFF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2400" b="1">
                  <a:solidFill>
                    <a:srgbClr val="BD240F"/>
                  </a:solidFill>
                  <a:latin typeface="宋体" pitchFamily="2" charset="-122"/>
                  <a:ea typeface="宋体" pitchFamily="2" charset="-122"/>
                </a:rPr>
                <a:t>电 场</a:t>
              </a:r>
            </a:p>
          </p:txBody>
        </p:sp>
        <p:sp>
          <p:nvSpPr>
            <p:cNvPr id="52242" name="Text Box 19"/>
            <p:cNvSpPr txBox="1">
              <a:spLocks noChangeArrowheads="1"/>
            </p:cNvSpPr>
            <p:nvPr/>
          </p:nvSpPr>
          <p:spPr bwMode="auto">
            <a:xfrm>
              <a:off x="4080" y="1344"/>
              <a:ext cx="768" cy="388"/>
            </a:xfrm>
            <a:prstGeom prst="rect">
              <a:avLst/>
            </a:prstGeom>
            <a:gradFill rotWithShape="0">
              <a:gsLst>
                <a:gs pos="0">
                  <a:srgbClr val="EBEBEB"/>
                </a:gs>
                <a:gs pos="50000">
                  <a:srgbClr val="FFFFFF"/>
                </a:gs>
                <a:gs pos="100000">
                  <a:srgbClr val="EBEBEB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685800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电 荷</a:t>
              </a:r>
            </a:p>
          </p:txBody>
        </p:sp>
      </p:grp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3200400" y="3403887"/>
            <a:ext cx="2971800" cy="976313"/>
            <a:chOff x="1728" y="2256"/>
            <a:chExt cx="2496" cy="820"/>
          </a:xfrm>
        </p:grpSpPr>
        <p:sp>
          <p:nvSpPr>
            <p:cNvPr id="52232" name="AutoShape 7"/>
            <p:cNvSpPr>
              <a:spLocks/>
            </p:cNvSpPr>
            <p:nvPr/>
          </p:nvSpPr>
          <p:spPr bwMode="auto">
            <a:xfrm>
              <a:off x="2688" y="2352"/>
              <a:ext cx="208" cy="624"/>
            </a:xfrm>
            <a:prstGeom prst="rightBrace">
              <a:avLst>
                <a:gd name="adj1" fmla="val 25000"/>
                <a:gd name="adj2" fmla="val 51120"/>
              </a:avLst>
            </a:prstGeom>
            <a:noFill/>
            <a:ln w="28575">
              <a:solidFill>
                <a:srgbClr val="FF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2233" name="Text Box 8"/>
            <p:cNvSpPr txBox="1">
              <a:spLocks noChangeArrowheads="1"/>
            </p:cNvSpPr>
            <p:nvPr/>
          </p:nvSpPr>
          <p:spPr bwMode="auto">
            <a:xfrm>
              <a:off x="3018" y="2443"/>
              <a:ext cx="1206" cy="388"/>
            </a:xfrm>
            <a:prstGeom prst="rect">
              <a:avLst/>
            </a:prstGeom>
            <a:gradFill rotWithShape="0">
              <a:gsLst>
                <a:gs pos="0">
                  <a:srgbClr val="DDDDDD"/>
                </a:gs>
                <a:gs pos="5000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>
              <a:spAutoFit/>
            </a:bodyPr>
            <a:lstStyle/>
            <a:p>
              <a:pPr algn="ctr" defTabSz="685800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zh-CN" altLang="en-US" sz="2400" b="1">
                  <a:solidFill>
                    <a:srgbClr val="1C1C1C"/>
                  </a:solidFill>
                  <a:latin typeface="Times New Roman" pitchFamily="18" charset="0"/>
                  <a:ea typeface="宋体" pitchFamily="2" charset="-122"/>
                </a:rPr>
                <a:t>物   质</a:t>
              </a:r>
            </a:p>
          </p:txBody>
        </p:sp>
        <p:sp>
          <p:nvSpPr>
            <p:cNvPr id="52234" name="Text Box 22"/>
            <p:cNvSpPr txBox="1">
              <a:spLocks noChangeArrowheads="1"/>
            </p:cNvSpPr>
            <p:nvPr/>
          </p:nvSpPr>
          <p:spPr bwMode="auto">
            <a:xfrm>
              <a:off x="1728" y="2688"/>
              <a:ext cx="816" cy="388"/>
            </a:xfrm>
            <a:prstGeom prst="rect">
              <a:avLst/>
            </a:prstGeom>
            <a:gradFill rotWithShape="0">
              <a:gsLst>
                <a:gs pos="0">
                  <a:srgbClr val="DDDDDD"/>
                </a:gs>
                <a:gs pos="5000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>
              <a:spAutoFit/>
            </a:bodyPr>
            <a:lstStyle/>
            <a:p>
              <a:pPr algn="ctr" defTabSz="685800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zh-CN" altLang="en-US" sz="2400" b="1">
                  <a:solidFill>
                    <a:srgbClr val="1C1C1C"/>
                  </a:solidFill>
                  <a:latin typeface="Times New Roman" pitchFamily="18" charset="0"/>
                  <a:ea typeface="宋体" pitchFamily="2" charset="-122"/>
                </a:rPr>
                <a:t>实物</a:t>
              </a:r>
            </a:p>
          </p:txBody>
        </p:sp>
        <p:sp>
          <p:nvSpPr>
            <p:cNvPr id="52235" name="Text Box 23"/>
            <p:cNvSpPr txBox="1">
              <a:spLocks noChangeArrowheads="1"/>
            </p:cNvSpPr>
            <p:nvPr/>
          </p:nvSpPr>
          <p:spPr bwMode="auto">
            <a:xfrm>
              <a:off x="1728" y="2256"/>
              <a:ext cx="816" cy="388"/>
            </a:xfrm>
            <a:prstGeom prst="rect">
              <a:avLst/>
            </a:prstGeom>
            <a:gradFill rotWithShape="0">
              <a:gsLst>
                <a:gs pos="0">
                  <a:srgbClr val="FFCCCC"/>
                </a:gs>
                <a:gs pos="50000">
                  <a:srgbClr val="FFFFFF"/>
                </a:gs>
                <a:gs pos="100000">
                  <a:srgbClr val="FFCCCC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>
              <a:spAutoFit/>
            </a:bodyPr>
            <a:lstStyle/>
            <a:p>
              <a:pPr algn="ctr" defTabSz="685800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zh-CN" altLang="en-US" sz="2400" b="1">
                  <a:solidFill>
                    <a:srgbClr val="CC0000"/>
                  </a:solidFill>
                  <a:latin typeface="Times New Roman" pitchFamily="18" charset="0"/>
                  <a:ea typeface="宋体" pitchFamily="2" charset="-122"/>
                </a:rPr>
                <a:t>场</a:t>
              </a:r>
            </a:p>
          </p:txBody>
        </p:sp>
      </p:grpSp>
      <p:sp>
        <p:nvSpPr>
          <p:cNvPr id="52230" name="Text Box 21"/>
          <p:cNvSpPr txBox="1">
            <a:spLocks noChangeArrowheads="1"/>
          </p:cNvSpPr>
          <p:nvPr/>
        </p:nvSpPr>
        <p:spPr bwMode="auto">
          <a:xfrm>
            <a:off x="3168254" y="313026"/>
            <a:ext cx="2270173" cy="46166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§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5.3 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电场强度</a:t>
            </a:r>
          </a:p>
        </p:txBody>
      </p:sp>
      <p:sp>
        <p:nvSpPr>
          <p:cNvPr id="52231" name="灯片编号占位符 1"/>
          <p:cNvSpPr txBox="1">
            <a:spLocks noGrp="1" noChangeArrowheads="1"/>
          </p:cNvSpPr>
          <p:nvPr/>
        </p:nvSpPr>
        <p:spPr bwMode="auto">
          <a:xfrm>
            <a:off x="7543800" y="4889898"/>
            <a:ext cx="16002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D6CAE783-5DA4-42F3-AF3B-43417698BE22}" type="slidenum">
              <a:rPr lang="zh-CN" altLang="en-US" sz="1350" b="1">
                <a:solidFill>
                  <a:srgbClr val="0000CC"/>
                </a:solidFill>
                <a:latin typeface="Calibri" pitchFamily="34" charset="0"/>
                <a:ea typeface="宋体" pitchFamily="2" charset="-122"/>
              </a:rPr>
              <a:pPr algn="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altLang="zh-CN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0571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Text Box 2"/>
          <p:cNvSpPr txBox="1">
            <a:spLocks noChangeArrowheads="1"/>
          </p:cNvSpPr>
          <p:nvPr/>
        </p:nvSpPr>
        <p:spPr bwMode="auto">
          <a:xfrm>
            <a:off x="1657350" y="411957"/>
            <a:ext cx="5772150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700" b="1">
                <a:solidFill>
                  <a:srgbClr val="CC0000"/>
                </a:solidFill>
                <a:latin typeface="宋体" pitchFamily="2" charset="-122"/>
                <a:ea typeface="宋体" pitchFamily="2" charset="-122"/>
              </a:rPr>
              <a:t>二、电场强度</a:t>
            </a:r>
            <a:endParaRPr lang="zh-CN" altLang="en-US" sz="2400" b="1">
              <a:solidFill>
                <a:srgbClr val="333399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2000250" y="1059657"/>
            <a:ext cx="2057400" cy="461665"/>
          </a:xfrm>
          <a:prstGeom prst="rect">
            <a:avLst/>
          </a:prstGeom>
          <a:noFill/>
          <a:ln w="9525">
            <a:noFill/>
            <a:miter lim="800000"/>
            <a:headEnd type="none" w="sm" len="lg"/>
            <a:tailEnd type="none" w="sm" len="lg"/>
          </a:ln>
        </p:spPr>
        <p:txBody>
          <a:bodyPr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>
                <a:solidFill>
                  <a:srgbClr val="BD240F"/>
                </a:solidFill>
                <a:latin typeface="Times New Roman" pitchFamily="18" charset="0"/>
                <a:ea typeface="宋体" pitchFamily="2" charset="-122"/>
              </a:rPr>
              <a:t>1. 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  <a:hlinkClick r:id="rId3" action="ppaction://hlinkfile"/>
              </a:rPr>
              <a:t>试验电荷</a:t>
            </a:r>
            <a:endParaRPr kumimoji="1" lang="zh-CN" altLang="en-US" sz="24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2171700" y="1545432"/>
            <a:ext cx="4343400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Blip>
                <a:blip r:embed="rId4"/>
              </a:buBlip>
              <a:defRPr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点电荷</a:t>
            </a:r>
          </a:p>
          <a:p>
            <a:pPr defTabSz="6858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Blip>
                <a:blip r:embed="rId4"/>
              </a:buBlip>
              <a:defRPr/>
            </a:pPr>
            <a:r>
              <a:rPr kumimoji="1" lang="zh-CN" altLang="en-US" sz="24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电量足够小</a:t>
            </a:r>
            <a:endParaRPr kumimoji="1" lang="zh-CN" altLang="en-US" sz="2100" b="1">
              <a:solidFill>
                <a:srgbClr val="BD240F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2046685" y="2743200"/>
            <a:ext cx="2296715" cy="461665"/>
          </a:xfrm>
          <a:prstGeom prst="rect">
            <a:avLst/>
          </a:prstGeom>
          <a:noFill/>
          <a:ln w="9525">
            <a:noFill/>
            <a:miter lim="800000"/>
            <a:headEnd type="none" w="sm" len="lg"/>
            <a:tailEnd type="none" w="sm" len="lg"/>
          </a:ln>
        </p:spPr>
        <p:txBody>
          <a:bodyPr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>
                <a:solidFill>
                  <a:srgbClr val="BD240F"/>
                </a:solidFill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en-US" altLang="zh-CN" sz="2400" b="1">
                <a:solidFill>
                  <a:srgbClr val="BD240F"/>
                </a:solidFill>
                <a:latin typeface="宋体" pitchFamily="2" charset="-122"/>
                <a:ea typeface="宋体" pitchFamily="2" charset="-122"/>
              </a:rPr>
              <a:t>.</a:t>
            </a:r>
            <a:r>
              <a:rPr kumimoji="1" lang="zh-CN" altLang="en-US" sz="24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电场强度</a:t>
            </a:r>
          </a:p>
        </p:txBody>
      </p:sp>
      <p:graphicFrame>
        <p:nvGraphicFramePr>
          <p:cNvPr id="67584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3714055"/>
              </p:ext>
            </p:extLst>
          </p:nvPr>
        </p:nvGraphicFramePr>
        <p:xfrm>
          <a:off x="2195513" y="3381375"/>
          <a:ext cx="1557672" cy="1106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05" name="Equation" r:id="rId5" imgW="482400" imgH="444240" progId="Equation.DSMT4">
                  <p:embed/>
                </p:oleObj>
              </mc:Choice>
              <mc:Fallback>
                <p:oleObj name="Equation" r:id="rId5" imgW="482400" imgH="444240" progId="Equation.DSMT4">
                  <p:embed/>
                  <p:pic>
                    <p:nvPicPr>
                      <p:cNvPr id="67584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3381375"/>
                        <a:ext cx="1557672" cy="1106572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>
                              <a:alpha val="49001"/>
                            </a:schemeClr>
                          </a:gs>
                          <a:gs pos="50000">
                            <a:srgbClr val="FFFFFF"/>
                          </a:gs>
                          <a:gs pos="100000">
                            <a:schemeClr val="accent1">
                              <a:alpha val="49001"/>
                            </a:schemeClr>
                          </a:gs>
                        </a:gsLst>
                        <a:lin ang="5400000" scaled="1"/>
                      </a:gradFill>
                      <a:ln w="1270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Group 39"/>
          <p:cNvGrpSpPr>
            <a:grpSpLocks/>
          </p:cNvGrpSpPr>
          <p:nvPr/>
        </p:nvGrpSpPr>
        <p:grpSpPr bwMode="auto">
          <a:xfrm>
            <a:off x="5348109" y="3093633"/>
            <a:ext cx="1511587" cy="1138131"/>
            <a:chOff x="3120" y="2892"/>
            <a:chExt cx="1080" cy="813"/>
          </a:xfrm>
          <a:solidFill>
            <a:schemeClr val="bg1"/>
          </a:solidFill>
        </p:grpSpPr>
        <p:grpSp>
          <p:nvGrpSpPr>
            <p:cNvPr id="25" name="Group 38"/>
            <p:cNvGrpSpPr>
              <a:grpSpLocks/>
            </p:cNvGrpSpPr>
            <p:nvPr/>
          </p:nvGrpSpPr>
          <p:grpSpPr bwMode="auto">
            <a:xfrm>
              <a:off x="3415" y="2892"/>
              <a:ext cx="374" cy="420"/>
              <a:chOff x="3415" y="2892"/>
              <a:chExt cx="374" cy="420"/>
            </a:xfrm>
            <a:grpFill/>
          </p:grpSpPr>
          <p:graphicFrame>
            <p:nvGraphicFramePr>
              <p:cNvPr id="4101" name="Object 3"/>
              <p:cNvGraphicFramePr>
                <a:graphicFrameLocks noChangeAspect="1"/>
              </p:cNvGraphicFramePr>
              <p:nvPr/>
            </p:nvGraphicFramePr>
            <p:xfrm>
              <a:off x="3648" y="3168"/>
              <a:ext cx="141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006" name="Clip" r:id="rId7" imgW="380852" imgH="390270" progId="">
                      <p:embed/>
                    </p:oleObj>
                  </mc:Choice>
                  <mc:Fallback>
                    <p:oleObj name="Clip" r:id="rId7" imgW="380852" imgH="390270" progId="">
                      <p:embed/>
                      <p:pic>
                        <p:nvPicPr>
                          <p:cNvPr id="4101" name="Object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lum bright="12000" contrast="24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48" y="3168"/>
                            <a:ext cx="141" cy="14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02" name="Object 4"/>
              <p:cNvGraphicFramePr>
                <a:graphicFrameLocks noChangeAspect="1"/>
              </p:cNvGraphicFramePr>
              <p:nvPr/>
            </p:nvGraphicFramePr>
            <p:xfrm>
              <a:off x="3415" y="2892"/>
              <a:ext cx="278" cy="2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007" name="Equation" r:id="rId9" imgW="279360" imgH="203040" progId="Equation.3">
                      <p:embed/>
                    </p:oleObj>
                  </mc:Choice>
                  <mc:Fallback>
                    <p:oleObj name="Equation" r:id="rId9" imgW="279360" imgH="203040" progId="Equation.3">
                      <p:embed/>
                      <p:pic>
                        <p:nvPicPr>
                          <p:cNvPr id="4102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15" y="2892"/>
                            <a:ext cx="278" cy="26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6666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121" name="Text Box 18"/>
            <p:cNvSpPr txBox="1">
              <a:spLocks noChangeArrowheads="1"/>
            </p:cNvSpPr>
            <p:nvPr/>
          </p:nvSpPr>
          <p:spPr bwMode="auto">
            <a:xfrm>
              <a:off x="3120" y="3408"/>
              <a:ext cx="1080" cy="29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685800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zh-CN" altLang="en-US" sz="2100" b="1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场源电荷</a:t>
              </a:r>
            </a:p>
          </p:txBody>
        </p:sp>
      </p:grpSp>
      <p:grpSp>
        <p:nvGrpSpPr>
          <p:cNvPr id="4" name="Group 68"/>
          <p:cNvGrpSpPr>
            <a:grpSpLocks/>
          </p:cNvGrpSpPr>
          <p:nvPr/>
        </p:nvGrpSpPr>
        <p:grpSpPr bwMode="auto">
          <a:xfrm>
            <a:off x="6324600" y="3419956"/>
            <a:ext cx="857250" cy="159544"/>
            <a:chOff x="3792" y="3034"/>
            <a:chExt cx="720" cy="134"/>
          </a:xfrm>
        </p:grpSpPr>
        <p:sp>
          <p:nvSpPr>
            <p:cNvPr id="4116" name="Line 34"/>
            <p:cNvSpPr>
              <a:spLocks noChangeShapeType="1"/>
            </p:cNvSpPr>
            <p:nvPr/>
          </p:nvSpPr>
          <p:spPr bwMode="auto">
            <a:xfrm flipV="1">
              <a:off x="3792" y="3072"/>
              <a:ext cx="672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117" name="Oval 62"/>
            <p:cNvSpPr>
              <a:spLocks noChangeArrowheads="1"/>
            </p:cNvSpPr>
            <p:nvPr/>
          </p:nvSpPr>
          <p:spPr bwMode="auto">
            <a:xfrm>
              <a:off x="4431" y="3034"/>
              <a:ext cx="81" cy="86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</p:grpSp>
      <p:grpSp>
        <p:nvGrpSpPr>
          <p:cNvPr id="5" name="Group 72"/>
          <p:cNvGrpSpPr>
            <a:grpSpLocks/>
          </p:cNvGrpSpPr>
          <p:nvPr/>
        </p:nvGrpSpPr>
        <p:grpSpPr bwMode="auto">
          <a:xfrm>
            <a:off x="6804423" y="2499602"/>
            <a:ext cx="1310878" cy="1051322"/>
            <a:chOff x="4195" y="2069"/>
            <a:chExt cx="1101" cy="883"/>
          </a:xfrm>
        </p:grpSpPr>
        <p:grpSp>
          <p:nvGrpSpPr>
            <p:cNvPr id="4111" name="Group 37"/>
            <p:cNvGrpSpPr>
              <a:grpSpLocks/>
            </p:cNvGrpSpPr>
            <p:nvPr/>
          </p:nvGrpSpPr>
          <p:grpSpPr bwMode="auto">
            <a:xfrm>
              <a:off x="4560" y="2624"/>
              <a:ext cx="552" cy="304"/>
              <a:chOff x="4560" y="2880"/>
              <a:chExt cx="552" cy="304"/>
            </a:xfrm>
          </p:grpSpPr>
          <p:sp>
            <p:nvSpPr>
              <p:cNvPr id="4115" name="Freeform 16"/>
              <p:cNvSpPr>
                <a:spLocks/>
              </p:cNvSpPr>
              <p:nvPr/>
            </p:nvSpPr>
            <p:spPr bwMode="auto">
              <a:xfrm flipV="1">
                <a:off x="4560" y="3072"/>
                <a:ext cx="336" cy="48"/>
              </a:xfrm>
              <a:custGeom>
                <a:avLst/>
                <a:gdLst>
                  <a:gd name="T0" fmla="*/ 0 w 480"/>
                  <a:gd name="T1" fmla="*/ 0 h 130"/>
                  <a:gd name="T2" fmla="*/ 40 w 480"/>
                  <a:gd name="T3" fmla="*/ 0 h 130"/>
                  <a:gd name="T4" fmla="*/ 0 60000 65536"/>
                  <a:gd name="T5" fmla="*/ 0 60000 65536"/>
                  <a:gd name="T6" fmla="*/ 0 w 480"/>
                  <a:gd name="T7" fmla="*/ 0 h 130"/>
                  <a:gd name="T8" fmla="*/ 480 w 480"/>
                  <a:gd name="T9" fmla="*/ 130 h 1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80" h="130">
                    <a:moveTo>
                      <a:pt x="0" y="0"/>
                    </a:moveTo>
                    <a:lnTo>
                      <a:pt x="480" y="130"/>
                    </a:lnTo>
                  </a:path>
                </a:pathLst>
              </a:custGeom>
              <a:noFill/>
              <a:ln w="38100">
                <a:solidFill>
                  <a:srgbClr val="FF0000"/>
                </a:solidFill>
                <a:round/>
                <a:headEnd/>
                <a:tailEnd type="triangle" w="sm" len="lg"/>
              </a:ln>
            </p:spPr>
            <p:txBody>
              <a:bodyPr wrap="none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  <p:graphicFrame>
            <p:nvGraphicFramePr>
              <p:cNvPr id="4100" name="Object 2"/>
              <p:cNvGraphicFramePr>
                <a:graphicFrameLocks noChangeAspect="1"/>
              </p:cNvGraphicFramePr>
              <p:nvPr/>
            </p:nvGraphicFramePr>
            <p:xfrm>
              <a:off x="4848" y="2880"/>
              <a:ext cx="264" cy="3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008" name="Equation" r:id="rId11" imgW="164880" imgH="190440" progId="Equation.3">
                      <p:embed/>
                    </p:oleObj>
                  </mc:Choice>
                  <mc:Fallback>
                    <p:oleObj name="Equation" r:id="rId11" imgW="164880" imgH="190440" progId="Equation.3">
                      <p:embed/>
                      <p:pic>
                        <p:nvPicPr>
                          <p:cNvPr id="4100" name="Object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48" y="2880"/>
                            <a:ext cx="264" cy="30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112" name="Group 69"/>
            <p:cNvGrpSpPr>
              <a:grpSpLocks/>
            </p:cNvGrpSpPr>
            <p:nvPr/>
          </p:nvGrpSpPr>
          <p:grpSpPr bwMode="auto">
            <a:xfrm>
              <a:off x="4195" y="2069"/>
              <a:ext cx="1101" cy="883"/>
              <a:chOff x="4189" y="1037"/>
              <a:chExt cx="1101" cy="883"/>
            </a:xfrm>
          </p:grpSpPr>
          <p:sp>
            <p:nvSpPr>
              <p:cNvPr id="4113" name="Rectangle 21"/>
              <p:cNvSpPr>
                <a:spLocks noChangeArrowheads="1"/>
              </p:cNvSpPr>
              <p:nvPr/>
            </p:nvSpPr>
            <p:spPr bwMode="auto">
              <a:xfrm>
                <a:off x="4189" y="1037"/>
                <a:ext cx="1101" cy="3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100" b="1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试验电荷</a:t>
                </a:r>
              </a:p>
            </p:txBody>
          </p:sp>
          <p:graphicFrame>
            <p:nvGraphicFramePr>
              <p:cNvPr id="4099" name="Object 1"/>
              <p:cNvGraphicFramePr>
                <a:graphicFrameLocks noChangeAspect="1"/>
              </p:cNvGraphicFramePr>
              <p:nvPr/>
            </p:nvGraphicFramePr>
            <p:xfrm>
              <a:off x="4235" y="1355"/>
              <a:ext cx="409" cy="4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009" name="Equation" r:id="rId13" imgW="279360" imgH="228600" progId="Equation.3">
                      <p:embed/>
                    </p:oleObj>
                  </mc:Choice>
                  <mc:Fallback>
                    <p:oleObj name="Equation" r:id="rId13" imgW="279360" imgH="228600" progId="Equation.3">
                      <p:embed/>
                      <p:pic>
                        <p:nvPicPr>
                          <p:cNvPr id="4099" name="Object 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35" y="1355"/>
                            <a:ext cx="409" cy="41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14" name="Oval 29"/>
              <p:cNvSpPr>
                <a:spLocks noChangeArrowheads="1"/>
              </p:cNvSpPr>
              <p:nvPr/>
            </p:nvSpPr>
            <p:spPr bwMode="auto">
              <a:xfrm>
                <a:off x="4419" y="1776"/>
                <a:ext cx="144" cy="144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333399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</p:grpSp>
      </p:grpSp>
      <p:sp>
        <p:nvSpPr>
          <p:cNvPr id="4110" name="灯片编号占位符 1"/>
          <p:cNvSpPr txBox="1">
            <a:spLocks noGrp="1" noChangeArrowheads="1"/>
          </p:cNvSpPr>
          <p:nvPr/>
        </p:nvSpPr>
        <p:spPr bwMode="auto">
          <a:xfrm>
            <a:off x="7543800" y="4889898"/>
            <a:ext cx="16002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96A485F0-7CC0-45B3-9CE2-5947AACE456C}" type="slidenum">
              <a:rPr lang="zh-CN" altLang="en-US" sz="1350" b="1">
                <a:solidFill>
                  <a:srgbClr val="0000CC"/>
                </a:solidFill>
                <a:latin typeface="Calibri" pitchFamily="34" charset="0"/>
                <a:ea typeface="宋体" pitchFamily="2" charset="-122"/>
              </a:rPr>
              <a:pPr algn="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altLang="zh-CN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3382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67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autoUpdateAnimBg="0"/>
      <p:bldP spid="14342" grpId="0" autoUpdateAnimBg="0"/>
      <p:bldP spid="1434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7"/>
          <p:cNvGrpSpPr>
            <a:grpSpLocks/>
          </p:cNvGrpSpPr>
          <p:nvPr/>
        </p:nvGrpSpPr>
        <p:grpSpPr bwMode="auto">
          <a:xfrm>
            <a:off x="998220" y="2221706"/>
            <a:ext cx="2939654" cy="463153"/>
            <a:chOff x="576" y="1866"/>
            <a:chExt cx="2469" cy="389"/>
          </a:xfrm>
        </p:grpSpPr>
        <p:sp>
          <p:nvSpPr>
            <p:cNvPr id="5148" name="Text Box 9"/>
            <p:cNvSpPr txBox="1">
              <a:spLocks noChangeArrowheads="1"/>
            </p:cNvSpPr>
            <p:nvPr/>
          </p:nvSpPr>
          <p:spPr bwMode="auto">
            <a:xfrm>
              <a:off x="576" y="1867"/>
              <a:ext cx="1104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685800" fontAlgn="base">
                <a:spcBef>
                  <a:spcPct val="50000"/>
                </a:spcBef>
                <a:spcAft>
                  <a:spcPct val="0"/>
                </a:spcAft>
                <a:buBlip>
                  <a:blip r:embed="rId4"/>
                </a:buBlip>
                <a:defRPr/>
              </a:pPr>
              <a:r>
                <a:rPr kumimoji="1" lang="en-US" altLang="zh-CN" sz="2100" b="1">
                  <a:solidFill>
                    <a:srgbClr val="BD240F"/>
                  </a:solidFill>
                  <a:latin typeface="宋体" pitchFamily="2" charset="-122"/>
                  <a:ea typeface="宋体" pitchFamily="2" charset="-122"/>
                </a:rPr>
                <a:t> </a:t>
              </a:r>
              <a:r>
                <a:rPr kumimoji="1" lang="zh-CN" altLang="en-US" sz="2400" b="1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单位</a:t>
              </a:r>
              <a:r>
                <a:rPr kumimoji="1" lang="en-US" altLang="zh-CN" sz="2400" b="1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:</a:t>
              </a:r>
              <a:endParaRPr kumimoji="1" lang="en-US" altLang="zh-CN" sz="2100" b="1">
                <a:solidFill>
                  <a:srgbClr val="BD240F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graphicFrame>
          <p:nvGraphicFramePr>
            <p:cNvPr id="5128" name="Object 10"/>
            <p:cNvGraphicFramePr>
              <a:graphicFrameLocks noChangeAspect="1"/>
            </p:cNvGraphicFramePr>
            <p:nvPr>
              <p:extLst/>
            </p:nvPr>
          </p:nvGraphicFramePr>
          <p:xfrm>
            <a:off x="1661" y="1866"/>
            <a:ext cx="1384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171" name="Equation" r:id="rId5" imgW="952200" imgH="228600" progId="Equation.DSMT4">
                    <p:embed/>
                  </p:oleObj>
                </mc:Choice>
                <mc:Fallback>
                  <p:oleObj name="Equation" r:id="rId5" imgW="952200" imgH="228600" progId="Equation.DSMT4">
                    <p:embed/>
                    <p:pic>
                      <p:nvPicPr>
                        <p:cNvPr id="5128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1" y="1866"/>
                          <a:ext cx="1384" cy="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89" name="Text Box 29"/>
          <p:cNvSpPr txBox="1">
            <a:spLocks noChangeArrowheads="1"/>
          </p:cNvSpPr>
          <p:nvPr/>
        </p:nvSpPr>
        <p:spPr bwMode="auto">
          <a:xfrm>
            <a:off x="998220" y="2794398"/>
            <a:ext cx="3429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Blip>
                <a:blip r:embed="rId4"/>
              </a:buBlip>
              <a:defRPr/>
            </a:pP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和</a:t>
            </a:r>
            <a:r>
              <a:rPr kumimoji="1" lang="zh-CN" altLang="en-US" sz="24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试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验电荷无关</a:t>
            </a:r>
            <a:r>
              <a:rPr kumimoji="1" lang="zh-CN" altLang="en-US" sz="24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</a:t>
            </a:r>
          </a:p>
        </p:txBody>
      </p:sp>
      <p:graphicFrame>
        <p:nvGraphicFramePr>
          <p:cNvPr id="5122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9247202"/>
              </p:ext>
            </p:extLst>
          </p:nvPr>
        </p:nvGraphicFramePr>
        <p:xfrm>
          <a:off x="1526858" y="409575"/>
          <a:ext cx="1512094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72" name="Equation" r:id="rId7" imgW="469800" imgH="457200" progId="Equation.DSMT4">
                  <p:embed/>
                </p:oleObj>
              </mc:Choice>
              <mc:Fallback>
                <p:oleObj name="Equation" r:id="rId7" imgW="469800" imgH="457200" progId="Equation.DSMT4">
                  <p:embed/>
                  <p:pic>
                    <p:nvPicPr>
                      <p:cNvPr id="5122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6858" y="409575"/>
                        <a:ext cx="1512094" cy="113347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>
                              <a:alpha val="35001"/>
                            </a:schemeClr>
                          </a:gs>
                          <a:gs pos="50000">
                            <a:srgbClr val="FFFFFF"/>
                          </a:gs>
                          <a:gs pos="100000">
                            <a:schemeClr val="accent1">
                              <a:alpha val="35001"/>
                            </a:schemeClr>
                          </a:gs>
                        </a:gsLst>
                        <a:lin ang="5400000" scaled="1"/>
                      </a:gradFill>
                      <a:ln w="1270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68"/>
          <p:cNvGrpSpPr>
            <a:grpSpLocks/>
          </p:cNvGrpSpPr>
          <p:nvPr/>
        </p:nvGrpSpPr>
        <p:grpSpPr bwMode="auto">
          <a:xfrm>
            <a:off x="998220" y="3308748"/>
            <a:ext cx="2857500" cy="1183481"/>
            <a:chOff x="576" y="2779"/>
            <a:chExt cx="2400" cy="994"/>
          </a:xfrm>
        </p:grpSpPr>
        <p:sp>
          <p:nvSpPr>
            <p:cNvPr id="5147" name="Text Box 13"/>
            <p:cNvSpPr txBox="1">
              <a:spLocks noChangeArrowheads="1"/>
            </p:cNvSpPr>
            <p:nvPr/>
          </p:nvSpPr>
          <p:spPr bwMode="auto">
            <a:xfrm>
              <a:off x="576" y="2779"/>
              <a:ext cx="2400" cy="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685800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Blip>
                  <a:blip r:embed="rId4"/>
                </a:buBlip>
                <a:defRPr/>
              </a:pPr>
              <a:r>
                <a:rPr kumimoji="1" lang="en-US" altLang="zh-CN" sz="2400" b="1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 </a:t>
              </a:r>
              <a:r>
                <a:rPr kumimoji="1" lang="zh-CN" altLang="en-US" sz="2400" b="1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电荷</a:t>
              </a:r>
              <a:r>
                <a:rPr kumimoji="1" lang="en-US" altLang="zh-CN" sz="2400" i="1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q</a:t>
              </a:r>
              <a:r>
                <a:rPr kumimoji="1" lang="zh-CN" altLang="en-US" sz="2400" b="1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受电场力</a:t>
              </a:r>
              <a:r>
                <a:rPr kumimoji="1" lang="en-US" altLang="zh-CN" sz="2400" b="1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:</a:t>
              </a:r>
              <a:r>
                <a:rPr kumimoji="1" lang="en-US" altLang="zh-CN" sz="2400" b="1">
                  <a:solidFill>
                    <a:srgbClr val="CC0000"/>
                  </a:solidFill>
                  <a:latin typeface="宋体" pitchFamily="2" charset="-122"/>
                  <a:ea typeface="宋体" pitchFamily="2" charset="-122"/>
                </a:rPr>
                <a:t> </a:t>
              </a:r>
              <a:endParaRPr kumimoji="1" lang="en-US" altLang="zh-CN" sz="2400" b="1">
                <a:solidFill>
                  <a:srgbClr val="BD240F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graphicFrame>
          <p:nvGraphicFramePr>
            <p:cNvPr id="5127" name="Object 48"/>
            <p:cNvGraphicFramePr>
              <a:graphicFrameLocks noChangeAspect="1"/>
            </p:cNvGraphicFramePr>
            <p:nvPr/>
          </p:nvGraphicFramePr>
          <p:xfrm>
            <a:off x="975" y="3249"/>
            <a:ext cx="1473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173" name="Equation" r:id="rId9" imgW="495000" imgH="228600" progId="Equation.3">
                    <p:embed/>
                  </p:oleObj>
                </mc:Choice>
                <mc:Fallback>
                  <p:oleObj name="Equation" r:id="rId9" imgW="495000" imgH="228600" progId="Equation.3">
                    <p:embed/>
                    <p:pic>
                      <p:nvPicPr>
                        <p:cNvPr id="5127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3249"/>
                          <a:ext cx="1473" cy="524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chemeClr val="accent1">
                                <a:alpha val="20000"/>
                              </a:schemeClr>
                            </a:gs>
                            <a:gs pos="50000">
                              <a:srgbClr val="FFFFFF"/>
                            </a:gs>
                            <a:gs pos="100000">
                              <a:schemeClr val="accent1">
                                <a:alpha val="20000"/>
                              </a:schemeClr>
                            </a:gs>
                          </a:gsLst>
                          <a:lin ang="5400000" scaled="1"/>
                        </a:gradFill>
                        <a:ln w="12700">
                          <a:solidFill>
                            <a:schemeClr val="tx2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409" name="Text Box 49"/>
          <p:cNvSpPr txBox="1">
            <a:spLocks noChangeArrowheads="1"/>
          </p:cNvSpPr>
          <p:nvPr/>
        </p:nvSpPr>
        <p:spPr bwMode="auto">
          <a:xfrm>
            <a:off x="998220" y="1657350"/>
            <a:ext cx="571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Blip>
                <a:blip r:embed="rId4"/>
              </a:buBlip>
              <a:defRPr/>
            </a:pPr>
            <a:r>
              <a:rPr kumimoji="1" lang="en-US" altLang="zh-CN" sz="2100" b="1">
                <a:solidFill>
                  <a:srgbClr val="BD240F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定义</a:t>
            </a:r>
            <a:r>
              <a:rPr kumimoji="1" lang="en-US" altLang="zh-CN" sz="24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: </a:t>
            </a:r>
            <a:r>
              <a:rPr kumimoji="1" lang="zh-CN" altLang="en-US" sz="2400" b="1">
                <a:solidFill>
                  <a:srgbClr val="BD240F"/>
                </a:solidFill>
                <a:latin typeface="宋体" pitchFamily="2" charset="-122"/>
                <a:ea typeface="宋体" pitchFamily="2" charset="-122"/>
              </a:rPr>
              <a:t>单位试验电荷所受的电场力</a:t>
            </a:r>
          </a:p>
        </p:txBody>
      </p:sp>
      <p:grpSp>
        <p:nvGrpSpPr>
          <p:cNvPr id="5133" name="Group 66"/>
          <p:cNvGrpSpPr>
            <a:grpSpLocks/>
          </p:cNvGrpSpPr>
          <p:nvPr/>
        </p:nvGrpSpPr>
        <p:grpSpPr bwMode="auto">
          <a:xfrm>
            <a:off x="5882640" y="2732931"/>
            <a:ext cx="2590800" cy="1483519"/>
            <a:chOff x="3120" y="2232"/>
            <a:chExt cx="2176" cy="1246"/>
          </a:xfrm>
        </p:grpSpPr>
        <p:grpSp>
          <p:nvGrpSpPr>
            <p:cNvPr id="5135" name="Group 50"/>
            <p:cNvGrpSpPr>
              <a:grpSpLocks/>
            </p:cNvGrpSpPr>
            <p:nvPr/>
          </p:nvGrpSpPr>
          <p:grpSpPr bwMode="auto">
            <a:xfrm>
              <a:off x="3120" y="2688"/>
              <a:ext cx="1069" cy="790"/>
              <a:chOff x="3120" y="2928"/>
              <a:chExt cx="1069" cy="790"/>
            </a:xfrm>
          </p:grpSpPr>
          <p:grpSp>
            <p:nvGrpSpPr>
              <p:cNvPr id="5144" name="Group 51"/>
              <p:cNvGrpSpPr>
                <a:grpSpLocks/>
              </p:cNvGrpSpPr>
              <p:nvPr/>
            </p:nvGrpSpPr>
            <p:grpSpPr bwMode="auto">
              <a:xfrm>
                <a:off x="3453" y="2928"/>
                <a:ext cx="336" cy="384"/>
                <a:chOff x="3453" y="2928"/>
                <a:chExt cx="336" cy="384"/>
              </a:xfrm>
            </p:grpSpPr>
            <p:graphicFrame>
              <p:nvGraphicFramePr>
                <p:cNvPr id="5125" name="Object 53"/>
                <p:cNvGraphicFramePr>
                  <a:graphicFrameLocks noChangeAspect="1"/>
                </p:cNvGraphicFramePr>
                <p:nvPr/>
              </p:nvGraphicFramePr>
              <p:xfrm>
                <a:off x="3648" y="3168"/>
                <a:ext cx="141" cy="14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9174" name="Clip" r:id="rId11" imgW="380852" imgH="390270" progId="">
                        <p:embed/>
                      </p:oleObj>
                    </mc:Choice>
                    <mc:Fallback>
                      <p:oleObj name="Clip" r:id="rId11" imgW="380852" imgH="390270" progId="">
                        <p:embed/>
                        <p:pic>
                          <p:nvPicPr>
                            <p:cNvPr id="5125" name="Object 5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lum bright="12000" contrast="24000"/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48" y="3168"/>
                              <a:ext cx="141" cy="14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126" name="Object 54"/>
                <p:cNvGraphicFramePr>
                  <a:graphicFrameLocks noChangeAspect="1"/>
                </p:cNvGraphicFramePr>
                <p:nvPr/>
              </p:nvGraphicFramePr>
              <p:xfrm>
                <a:off x="3453" y="2928"/>
                <a:ext cx="240" cy="2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9175" name="Equation" r:id="rId13" imgW="279360" imgH="203040" progId="Equation.3">
                        <p:embed/>
                      </p:oleObj>
                    </mc:Choice>
                    <mc:Fallback>
                      <p:oleObj name="Equation" r:id="rId13" imgW="279360" imgH="203040" progId="Equation.3">
                        <p:embed/>
                        <p:pic>
                          <p:nvPicPr>
                            <p:cNvPr id="5126" name="Object 5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53" y="2928"/>
                              <a:ext cx="240" cy="2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6666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5145" name="Text Box 55"/>
              <p:cNvSpPr txBox="1">
                <a:spLocks noChangeArrowheads="1"/>
              </p:cNvSpPr>
              <p:nvPr/>
            </p:nvSpPr>
            <p:spPr bwMode="auto">
              <a:xfrm>
                <a:off x="3120" y="3408"/>
                <a:ext cx="1069" cy="3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defTabSz="68580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b="1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场源电荷</a:t>
                </a:r>
              </a:p>
            </p:txBody>
          </p:sp>
        </p:grpSp>
        <p:grpSp>
          <p:nvGrpSpPr>
            <p:cNvPr id="5136" name="Group 56"/>
            <p:cNvGrpSpPr>
              <a:grpSpLocks/>
            </p:cNvGrpSpPr>
            <p:nvPr/>
          </p:nvGrpSpPr>
          <p:grpSpPr bwMode="auto">
            <a:xfrm>
              <a:off x="4560" y="2624"/>
              <a:ext cx="552" cy="304"/>
              <a:chOff x="4560" y="2880"/>
              <a:chExt cx="552" cy="304"/>
            </a:xfrm>
          </p:grpSpPr>
          <p:sp>
            <p:nvSpPr>
              <p:cNvPr id="5143" name="Freeform 57"/>
              <p:cNvSpPr>
                <a:spLocks/>
              </p:cNvSpPr>
              <p:nvPr/>
            </p:nvSpPr>
            <p:spPr bwMode="auto">
              <a:xfrm flipV="1">
                <a:off x="4560" y="3072"/>
                <a:ext cx="336" cy="48"/>
              </a:xfrm>
              <a:custGeom>
                <a:avLst/>
                <a:gdLst>
                  <a:gd name="T0" fmla="*/ 0 w 480"/>
                  <a:gd name="T1" fmla="*/ 0 h 130"/>
                  <a:gd name="T2" fmla="*/ 40 w 480"/>
                  <a:gd name="T3" fmla="*/ 0 h 130"/>
                  <a:gd name="T4" fmla="*/ 0 60000 65536"/>
                  <a:gd name="T5" fmla="*/ 0 60000 65536"/>
                  <a:gd name="T6" fmla="*/ 0 w 480"/>
                  <a:gd name="T7" fmla="*/ 0 h 130"/>
                  <a:gd name="T8" fmla="*/ 480 w 480"/>
                  <a:gd name="T9" fmla="*/ 130 h 1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80" h="130">
                    <a:moveTo>
                      <a:pt x="0" y="0"/>
                    </a:moveTo>
                    <a:lnTo>
                      <a:pt x="480" y="130"/>
                    </a:lnTo>
                  </a:path>
                </a:pathLst>
              </a:custGeom>
              <a:noFill/>
              <a:ln w="38100">
                <a:solidFill>
                  <a:srgbClr val="FF0000"/>
                </a:solidFill>
                <a:round/>
                <a:headEnd/>
                <a:tailEnd type="triangle" w="sm" len="lg"/>
              </a:ln>
            </p:spPr>
            <p:txBody>
              <a:bodyPr wrap="none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  <p:graphicFrame>
            <p:nvGraphicFramePr>
              <p:cNvPr id="5124" name="Object 58"/>
              <p:cNvGraphicFramePr>
                <a:graphicFrameLocks noChangeAspect="1"/>
              </p:cNvGraphicFramePr>
              <p:nvPr/>
            </p:nvGraphicFramePr>
            <p:xfrm>
              <a:off x="4848" y="2880"/>
              <a:ext cx="264" cy="3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176" name="Equation" r:id="rId15" imgW="164880" imgH="190440" progId="Equation.3">
                      <p:embed/>
                    </p:oleObj>
                  </mc:Choice>
                  <mc:Fallback>
                    <p:oleObj name="Equation" r:id="rId15" imgW="164880" imgH="190440" progId="Equation.3">
                      <p:embed/>
                      <p:pic>
                        <p:nvPicPr>
                          <p:cNvPr id="5124" name="Object 5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48" y="2880"/>
                            <a:ext cx="264" cy="30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137" name="Group 59"/>
            <p:cNvGrpSpPr>
              <a:grpSpLocks/>
            </p:cNvGrpSpPr>
            <p:nvPr/>
          </p:nvGrpSpPr>
          <p:grpSpPr bwMode="auto">
            <a:xfrm>
              <a:off x="3792" y="2842"/>
              <a:ext cx="720" cy="134"/>
              <a:chOff x="3792" y="3034"/>
              <a:chExt cx="720" cy="134"/>
            </a:xfrm>
          </p:grpSpPr>
          <p:sp>
            <p:nvSpPr>
              <p:cNvPr id="5141" name="Line 60"/>
              <p:cNvSpPr>
                <a:spLocks noChangeShapeType="1"/>
              </p:cNvSpPr>
              <p:nvPr/>
            </p:nvSpPr>
            <p:spPr bwMode="auto">
              <a:xfrm flipV="1">
                <a:off x="3792" y="3072"/>
                <a:ext cx="67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5142" name="Oval 61"/>
              <p:cNvSpPr>
                <a:spLocks noChangeArrowheads="1"/>
              </p:cNvSpPr>
              <p:nvPr/>
            </p:nvSpPr>
            <p:spPr bwMode="auto">
              <a:xfrm>
                <a:off x="4431" y="3034"/>
                <a:ext cx="81" cy="86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</p:grpSp>
        <p:grpSp>
          <p:nvGrpSpPr>
            <p:cNvPr id="5138" name="Group 62"/>
            <p:cNvGrpSpPr>
              <a:grpSpLocks/>
            </p:cNvGrpSpPr>
            <p:nvPr/>
          </p:nvGrpSpPr>
          <p:grpSpPr bwMode="auto">
            <a:xfrm>
              <a:off x="4285" y="2232"/>
              <a:ext cx="1011" cy="720"/>
              <a:chOff x="4279" y="1200"/>
              <a:chExt cx="1011" cy="720"/>
            </a:xfrm>
          </p:grpSpPr>
          <p:sp>
            <p:nvSpPr>
              <p:cNvPr id="5139" name="Rectangle 63"/>
              <p:cNvSpPr>
                <a:spLocks noChangeArrowheads="1"/>
              </p:cNvSpPr>
              <p:nvPr/>
            </p:nvSpPr>
            <p:spPr bwMode="auto">
              <a:xfrm>
                <a:off x="4323" y="1200"/>
                <a:ext cx="967" cy="3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b="1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试验电荷</a:t>
                </a:r>
              </a:p>
            </p:txBody>
          </p:sp>
          <p:graphicFrame>
            <p:nvGraphicFramePr>
              <p:cNvPr id="5123" name="Object 64"/>
              <p:cNvGraphicFramePr>
                <a:graphicFrameLocks noChangeAspect="1"/>
              </p:cNvGraphicFramePr>
              <p:nvPr/>
            </p:nvGraphicFramePr>
            <p:xfrm>
              <a:off x="4279" y="1440"/>
              <a:ext cx="329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177" name="Equation" r:id="rId17" imgW="279360" imgH="228600" progId="Equation.3">
                      <p:embed/>
                    </p:oleObj>
                  </mc:Choice>
                  <mc:Fallback>
                    <p:oleObj name="Equation" r:id="rId17" imgW="279360" imgH="228600" progId="Equation.3">
                      <p:embed/>
                      <p:pic>
                        <p:nvPicPr>
                          <p:cNvPr id="5123" name="Object 6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79" y="1440"/>
                            <a:ext cx="329" cy="3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140" name="Oval 65"/>
              <p:cNvSpPr>
                <a:spLocks noChangeArrowheads="1"/>
              </p:cNvSpPr>
              <p:nvPr/>
            </p:nvSpPr>
            <p:spPr bwMode="auto">
              <a:xfrm>
                <a:off x="4419" y="1776"/>
                <a:ext cx="144" cy="144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333399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</p:grpSp>
      </p:grpSp>
      <p:sp>
        <p:nvSpPr>
          <p:cNvPr id="5134" name="灯片编号占位符 1"/>
          <p:cNvSpPr txBox="1">
            <a:spLocks noGrp="1" noChangeArrowheads="1"/>
          </p:cNvSpPr>
          <p:nvPr/>
        </p:nvSpPr>
        <p:spPr bwMode="auto">
          <a:xfrm>
            <a:off x="7543800" y="4889898"/>
            <a:ext cx="16002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A5613E4E-4A5E-4B8D-9D3C-3558DA0D40AE}" type="slidenum">
              <a:rPr lang="zh-CN" altLang="en-US" sz="1350" b="1">
                <a:solidFill>
                  <a:srgbClr val="0000CC"/>
                </a:solidFill>
                <a:latin typeface="Calibri" pitchFamily="34" charset="0"/>
                <a:ea typeface="宋体" pitchFamily="2" charset="-122"/>
              </a:rPr>
              <a:pPr algn="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 altLang="zh-CN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2265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5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89" grpId="0" autoUpdateAnimBg="0"/>
      <p:bldP spid="1540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7" name="Text Box 7"/>
          <p:cNvSpPr txBox="1">
            <a:spLocks noChangeArrowheads="1"/>
          </p:cNvSpPr>
          <p:nvPr/>
        </p:nvSpPr>
        <p:spPr bwMode="auto">
          <a:xfrm>
            <a:off x="1385888" y="239317"/>
            <a:ext cx="3429000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700" b="1">
                <a:solidFill>
                  <a:srgbClr val="CC0000"/>
                </a:solidFill>
                <a:latin typeface="宋体" pitchFamily="2" charset="-122"/>
                <a:ea typeface="宋体" pitchFamily="2" charset="-122"/>
              </a:rPr>
              <a:t>三、点电荷电场强度</a:t>
            </a:r>
            <a:endParaRPr kumimoji="1" lang="zh-CN" altLang="en-US" sz="2700" b="1">
              <a:solidFill>
                <a:srgbClr val="C3296B"/>
              </a:solidFill>
              <a:latin typeface="宋体" pitchFamily="2" charset="-122"/>
              <a:ea typeface="宋体" pitchFamily="2" charset="-122"/>
            </a:endParaRPr>
          </a:p>
        </p:txBody>
      </p:sp>
      <p:grpSp>
        <p:nvGrpSpPr>
          <p:cNvPr id="2" name="Group 109"/>
          <p:cNvGrpSpPr>
            <a:grpSpLocks/>
          </p:cNvGrpSpPr>
          <p:nvPr/>
        </p:nvGrpSpPr>
        <p:grpSpPr bwMode="auto">
          <a:xfrm>
            <a:off x="2228850" y="3067050"/>
            <a:ext cx="1771650" cy="1371600"/>
            <a:chOff x="912" y="2016"/>
            <a:chExt cx="1488" cy="1152"/>
          </a:xfrm>
        </p:grpSpPr>
        <p:graphicFrame>
          <p:nvGraphicFramePr>
            <p:cNvPr id="6156" name="Object 111"/>
            <p:cNvGraphicFramePr>
              <a:graphicFrameLocks noChangeAspect="1"/>
            </p:cNvGraphicFramePr>
            <p:nvPr/>
          </p:nvGraphicFramePr>
          <p:xfrm>
            <a:off x="912" y="2400"/>
            <a:ext cx="21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38" name="Equation" r:id="rId3" imgW="152280" imgH="190440" progId="Equation.3">
                    <p:embed/>
                  </p:oleObj>
                </mc:Choice>
                <mc:Fallback>
                  <p:oleObj name="Equation" r:id="rId3" imgW="152280" imgH="190440" progId="Equation.3">
                    <p:embed/>
                    <p:pic>
                      <p:nvPicPr>
                        <p:cNvPr id="6156" name="Object 1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2400"/>
                          <a:ext cx="216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86" name="Line 112"/>
            <p:cNvSpPr>
              <a:spLocks noChangeShapeType="1"/>
            </p:cNvSpPr>
            <p:nvPr/>
          </p:nvSpPr>
          <p:spPr bwMode="auto">
            <a:xfrm>
              <a:off x="1248" y="2592"/>
              <a:ext cx="11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sm" len="med"/>
              <a:tailEnd type="triangle" w="sm" len="lg"/>
            </a:ln>
          </p:spPr>
          <p:txBody>
            <a:bodyPr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187" name="Line 113"/>
            <p:cNvSpPr>
              <a:spLocks noChangeShapeType="1"/>
            </p:cNvSpPr>
            <p:nvPr/>
          </p:nvSpPr>
          <p:spPr bwMode="auto">
            <a:xfrm>
              <a:off x="1824" y="2016"/>
              <a:ext cx="0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sm" len="med"/>
              <a:tailEnd type="triangle" w="sm" len="lg"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188" name="Line 114"/>
            <p:cNvSpPr>
              <a:spLocks noChangeShapeType="1"/>
            </p:cNvSpPr>
            <p:nvPr/>
          </p:nvSpPr>
          <p:spPr bwMode="auto">
            <a:xfrm flipH="1">
              <a:off x="1440" y="2173"/>
              <a:ext cx="768" cy="8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189" name="Line 115"/>
            <p:cNvSpPr>
              <a:spLocks noChangeShapeType="1"/>
            </p:cNvSpPr>
            <p:nvPr/>
          </p:nvSpPr>
          <p:spPr bwMode="auto">
            <a:xfrm flipH="1" flipV="1">
              <a:off x="1392" y="2173"/>
              <a:ext cx="816" cy="8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190" name="Oval 116"/>
            <p:cNvSpPr>
              <a:spLocks noChangeArrowheads="1"/>
            </p:cNvSpPr>
            <p:nvPr/>
          </p:nvSpPr>
          <p:spPr bwMode="auto">
            <a:xfrm>
              <a:off x="1248" y="2016"/>
              <a:ext cx="1152" cy="115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191" name="Oval 117"/>
            <p:cNvSpPr>
              <a:spLocks noChangeArrowheads="1"/>
            </p:cNvSpPr>
            <p:nvPr/>
          </p:nvSpPr>
          <p:spPr bwMode="auto">
            <a:xfrm>
              <a:off x="1728" y="2496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6699"/>
                </a:gs>
              </a:gsLst>
              <a:path path="shape">
                <a:fillToRect l="50000" t="50000" r="50000" b="50000"/>
              </a:path>
            </a:gra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350">
                  <a:solidFill>
                    <a:srgbClr val="000000"/>
                  </a:solidFill>
                  <a:latin typeface="Arial" charset="0"/>
                  <a:ea typeface="宋体" pitchFamily="2" charset="-122"/>
                </a:rPr>
                <a:t>+</a:t>
              </a:r>
            </a:p>
          </p:txBody>
        </p:sp>
      </p:grpSp>
      <p:grpSp>
        <p:nvGrpSpPr>
          <p:cNvPr id="6160" name="Group 131"/>
          <p:cNvGrpSpPr>
            <a:grpSpLocks/>
          </p:cNvGrpSpPr>
          <p:nvPr/>
        </p:nvGrpSpPr>
        <p:grpSpPr bwMode="auto">
          <a:xfrm>
            <a:off x="5400676" y="3867153"/>
            <a:ext cx="402431" cy="496491"/>
            <a:chOff x="3552" y="3120"/>
            <a:chExt cx="338" cy="417"/>
          </a:xfrm>
        </p:grpSpPr>
        <p:graphicFrame>
          <p:nvGraphicFramePr>
            <p:cNvPr id="6153" name="Object 133"/>
            <p:cNvGraphicFramePr>
              <a:graphicFrameLocks noChangeAspect="1"/>
            </p:cNvGraphicFramePr>
            <p:nvPr/>
          </p:nvGraphicFramePr>
          <p:xfrm>
            <a:off x="3648" y="3120"/>
            <a:ext cx="14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39" name="Clip" r:id="rId5" imgW="380852" imgH="390270" progId="">
                    <p:embed/>
                  </p:oleObj>
                </mc:Choice>
                <mc:Fallback>
                  <p:oleObj name="Clip" r:id="rId5" imgW="380852" imgH="390270" progId="">
                    <p:embed/>
                    <p:pic>
                      <p:nvPicPr>
                        <p:cNvPr id="6153" name="Object 1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lum bright="12000" contrast="24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3120"/>
                          <a:ext cx="141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4" name="Object 134"/>
            <p:cNvGraphicFramePr>
              <a:graphicFrameLocks noChangeAspect="1"/>
            </p:cNvGraphicFramePr>
            <p:nvPr/>
          </p:nvGraphicFramePr>
          <p:xfrm>
            <a:off x="3552" y="3312"/>
            <a:ext cx="338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40" name="Equation" r:id="rId7" imgW="393480" imgH="203040" progId="Equation.3">
                    <p:embed/>
                  </p:oleObj>
                </mc:Choice>
                <mc:Fallback>
                  <p:oleObj name="Equation" r:id="rId7" imgW="393480" imgH="203040" progId="Equation.3">
                    <p:embed/>
                    <p:pic>
                      <p:nvPicPr>
                        <p:cNvPr id="6154" name="Object 1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3312"/>
                          <a:ext cx="338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66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61" name="Group 135"/>
          <p:cNvGrpSpPr>
            <a:grpSpLocks/>
          </p:cNvGrpSpPr>
          <p:nvPr/>
        </p:nvGrpSpPr>
        <p:grpSpPr bwMode="auto">
          <a:xfrm>
            <a:off x="5686425" y="3524251"/>
            <a:ext cx="1028700" cy="711994"/>
            <a:chOff x="3792" y="3360"/>
            <a:chExt cx="864" cy="598"/>
          </a:xfrm>
        </p:grpSpPr>
        <p:sp>
          <p:nvSpPr>
            <p:cNvPr id="6170" name="Line 136"/>
            <p:cNvSpPr>
              <a:spLocks noChangeShapeType="1"/>
            </p:cNvSpPr>
            <p:nvPr/>
          </p:nvSpPr>
          <p:spPr bwMode="auto">
            <a:xfrm flipV="1">
              <a:off x="3792" y="3600"/>
              <a:ext cx="672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171" name="Oval 137"/>
            <p:cNvSpPr>
              <a:spLocks noChangeArrowheads="1"/>
            </p:cNvSpPr>
            <p:nvPr/>
          </p:nvSpPr>
          <p:spPr bwMode="auto">
            <a:xfrm>
              <a:off x="4431" y="3562"/>
              <a:ext cx="81" cy="86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172" name="Text Box 138"/>
            <p:cNvSpPr txBox="1">
              <a:spLocks noChangeArrowheads="1"/>
            </p:cNvSpPr>
            <p:nvPr/>
          </p:nvSpPr>
          <p:spPr bwMode="auto">
            <a:xfrm>
              <a:off x="4368" y="3648"/>
              <a:ext cx="288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685800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P</a:t>
              </a:r>
            </a:p>
          </p:txBody>
        </p:sp>
        <p:graphicFrame>
          <p:nvGraphicFramePr>
            <p:cNvPr id="6152" name="Object 139"/>
            <p:cNvGraphicFramePr>
              <a:graphicFrameLocks noChangeAspect="1"/>
            </p:cNvGraphicFramePr>
            <p:nvPr/>
          </p:nvGraphicFramePr>
          <p:xfrm>
            <a:off x="4032" y="3360"/>
            <a:ext cx="20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41" name="公式" r:id="rId9" imgW="126720" imgH="152280" progId="Equation.3">
                    <p:embed/>
                  </p:oleObj>
                </mc:Choice>
                <mc:Fallback>
                  <p:oleObj name="公式" r:id="rId9" imgW="126720" imgH="152280" progId="Equation.3">
                    <p:embed/>
                    <p:pic>
                      <p:nvPicPr>
                        <p:cNvPr id="6152" name="Object 1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3360"/>
                          <a:ext cx="200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146"/>
          <p:cNvGrpSpPr>
            <a:grpSpLocks/>
          </p:cNvGrpSpPr>
          <p:nvPr/>
        </p:nvGrpSpPr>
        <p:grpSpPr bwMode="auto">
          <a:xfrm>
            <a:off x="2033587" y="888207"/>
            <a:ext cx="5224463" cy="3017044"/>
            <a:chOff x="748" y="618"/>
            <a:chExt cx="4388" cy="2534"/>
          </a:xfrm>
        </p:grpSpPr>
        <p:graphicFrame>
          <p:nvGraphicFramePr>
            <p:cNvPr id="6149" name="Object 26"/>
            <p:cNvGraphicFramePr>
              <a:graphicFrameLocks noChangeAspect="1"/>
            </p:cNvGraphicFramePr>
            <p:nvPr/>
          </p:nvGraphicFramePr>
          <p:xfrm>
            <a:off x="748" y="618"/>
            <a:ext cx="1668" cy="6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42" name="Equation" r:id="rId11" imgW="1054080" imgH="431640" progId="Equation.DSMT4">
                    <p:embed/>
                  </p:oleObj>
                </mc:Choice>
                <mc:Fallback>
                  <p:oleObj name="Equation" r:id="rId11" imgW="1054080" imgH="431640" progId="Equation.DSMT4">
                    <p:embed/>
                    <p:pic>
                      <p:nvPicPr>
                        <p:cNvPr id="6149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" y="618"/>
                          <a:ext cx="1668" cy="6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chemeClr val="accent1"/>
                                  </a:gs>
                                  <a:gs pos="50000">
                                    <a:schemeClr val="bg1"/>
                                  </a:gs>
                                  <a:gs pos="100000">
                                    <a:schemeClr val="accent1"/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CC00CC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167" name="Group 141"/>
            <p:cNvGrpSpPr>
              <a:grpSpLocks/>
            </p:cNvGrpSpPr>
            <p:nvPr/>
          </p:nvGrpSpPr>
          <p:grpSpPr bwMode="auto">
            <a:xfrm>
              <a:off x="4296" y="2688"/>
              <a:ext cx="840" cy="464"/>
              <a:chOff x="1968" y="2688"/>
              <a:chExt cx="840" cy="464"/>
            </a:xfrm>
          </p:grpSpPr>
          <p:sp>
            <p:nvSpPr>
              <p:cNvPr id="6168" name="Freeform 142"/>
              <p:cNvSpPr>
                <a:spLocks/>
              </p:cNvSpPr>
              <p:nvPr/>
            </p:nvSpPr>
            <p:spPr bwMode="auto">
              <a:xfrm flipV="1">
                <a:off x="2208" y="3024"/>
                <a:ext cx="336" cy="48"/>
              </a:xfrm>
              <a:custGeom>
                <a:avLst/>
                <a:gdLst>
                  <a:gd name="T0" fmla="*/ 0 w 480"/>
                  <a:gd name="T1" fmla="*/ 0 h 130"/>
                  <a:gd name="T2" fmla="*/ 40 w 480"/>
                  <a:gd name="T3" fmla="*/ 0 h 130"/>
                  <a:gd name="T4" fmla="*/ 0 60000 65536"/>
                  <a:gd name="T5" fmla="*/ 0 60000 65536"/>
                  <a:gd name="T6" fmla="*/ 0 w 480"/>
                  <a:gd name="T7" fmla="*/ 0 h 130"/>
                  <a:gd name="T8" fmla="*/ 480 w 480"/>
                  <a:gd name="T9" fmla="*/ 130 h 1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80" h="130">
                    <a:moveTo>
                      <a:pt x="0" y="0"/>
                    </a:moveTo>
                    <a:lnTo>
                      <a:pt x="480" y="130"/>
                    </a:lnTo>
                  </a:path>
                </a:pathLst>
              </a:custGeom>
              <a:noFill/>
              <a:ln w="38100">
                <a:solidFill>
                  <a:srgbClr val="FF0000"/>
                </a:solidFill>
                <a:round/>
                <a:headEnd/>
                <a:tailEnd type="triangle" w="sm" len="lg"/>
              </a:ln>
            </p:spPr>
            <p:txBody>
              <a:bodyPr wrap="none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  <p:graphicFrame>
            <p:nvGraphicFramePr>
              <p:cNvPr id="6150" name="Object 143"/>
              <p:cNvGraphicFramePr>
                <a:graphicFrameLocks noChangeAspect="1"/>
              </p:cNvGraphicFramePr>
              <p:nvPr/>
            </p:nvGraphicFramePr>
            <p:xfrm>
              <a:off x="2544" y="2832"/>
              <a:ext cx="264" cy="3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543" name="Equation" r:id="rId13" imgW="164880" imgH="190440" progId="Equation.3">
                      <p:embed/>
                    </p:oleObj>
                  </mc:Choice>
                  <mc:Fallback>
                    <p:oleObj name="Equation" r:id="rId13" imgW="164880" imgH="190440" progId="Equation.3">
                      <p:embed/>
                      <p:pic>
                        <p:nvPicPr>
                          <p:cNvPr id="6150" name="Object 14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44" y="2832"/>
                            <a:ext cx="264" cy="30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51" name="Object 144"/>
              <p:cNvGraphicFramePr>
                <a:graphicFrameLocks noChangeAspect="1"/>
              </p:cNvGraphicFramePr>
              <p:nvPr/>
            </p:nvGraphicFramePr>
            <p:xfrm>
              <a:off x="1968" y="2688"/>
              <a:ext cx="329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544" name="Equation" r:id="rId15" imgW="279360" imgH="228600" progId="Equation.3">
                      <p:embed/>
                    </p:oleObj>
                  </mc:Choice>
                  <mc:Fallback>
                    <p:oleObj name="Equation" r:id="rId15" imgW="279360" imgH="228600" progId="Equation.3">
                      <p:embed/>
                      <p:pic>
                        <p:nvPicPr>
                          <p:cNvPr id="6151" name="Object 14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68" y="2688"/>
                            <a:ext cx="329" cy="3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69" name="Oval 145"/>
              <p:cNvSpPr>
                <a:spLocks noChangeArrowheads="1"/>
              </p:cNvSpPr>
              <p:nvPr/>
            </p:nvSpPr>
            <p:spPr bwMode="auto">
              <a:xfrm>
                <a:off x="2108" y="3008"/>
                <a:ext cx="144" cy="144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333399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</p:grpSp>
      </p:grpSp>
      <p:graphicFrame>
        <p:nvGraphicFramePr>
          <p:cNvPr id="16453" name="Object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8198580"/>
              </p:ext>
            </p:extLst>
          </p:nvPr>
        </p:nvGraphicFramePr>
        <p:xfrm>
          <a:off x="4733925" y="1914525"/>
          <a:ext cx="1552575" cy="810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45" name="Equation" r:id="rId17" imgW="825480" imgH="431640" progId="Equation.3">
                  <p:embed/>
                </p:oleObj>
              </mc:Choice>
              <mc:Fallback>
                <p:oleObj name="Equation" r:id="rId17" imgW="825480" imgH="431640" progId="Equation.3">
                  <p:embed/>
                  <p:pic>
                    <p:nvPicPr>
                      <p:cNvPr id="16453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3925" y="1914525"/>
                        <a:ext cx="1552575" cy="81081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>
                              <a:alpha val="19000"/>
                            </a:schemeClr>
                          </a:gs>
                          <a:gs pos="50000">
                            <a:srgbClr val="FFFFFF"/>
                          </a:gs>
                          <a:gs pos="100000">
                            <a:schemeClr val="accent1">
                              <a:alpha val="19000"/>
                            </a:schemeClr>
                          </a:gs>
                        </a:gsLst>
                        <a:lin ang="5400000" scaled="1"/>
                      </a:gra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151"/>
          <p:cNvGrpSpPr>
            <a:grpSpLocks/>
          </p:cNvGrpSpPr>
          <p:nvPr/>
        </p:nvGrpSpPr>
        <p:grpSpPr bwMode="auto">
          <a:xfrm>
            <a:off x="4722019" y="779860"/>
            <a:ext cx="2683669" cy="3106340"/>
            <a:chOff x="3006" y="527"/>
            <a:chExt cx="2254" cy="2609"/>
          </a:xfrm>
        </p:grpSpPr>
        <p:graphicFrame>
          <p:nvGraphicFramePr>
            <p:cNvPr id="6147" name="Object 14"/>
            <p:cNvGraphicFramePr>
              <a:graphicFrameLocks noChangeAspect="1"/>
            </p:cNvGraphicFramePr>
            <p:nvPr/>
          </p:nvGraphicFramePr>
          <p:xfrm>
            <a:off x="3006" y="527"/>
            <a:ext cx="2254" cy="8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46" name="Equation" r:id="rId19" imgW="1257120" imgH="457200" progId="Equation.DSMT4">
                    <p:embed/>
                  </p:oleObj>
                </mc:Choice>
                <mc:Fallback>
                  <p:oleObj name="Equation" r:id="rId19" imgW="1257120" imgH="457200" progId="Equation.DSMT4">
                    <p:embed/>
                    <p:pic>
                      <p:nvPicPr>
                        <p:cNvPr id="6147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6" y="527"/>
                          <a:ext cx="2254" cy="8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chemeClr val="accent1"/>
                                  </a:gs>
                                  <a:gs pos="50000">
                                    <a:srgbClr val="FFFFFF"/>
                                  </a:gs>
                                  <a:gs pos="100000">
                                    <a:schemeClr val="accent1"/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165" name="Group 150"/>
            <p:cNvGrpSpPr>
              <a:grpSpLocks/>
            </p:cNvGrpSpPr>
            <p:nvPr/>
          </p:nvGrpSpPr>
          <p:grpSpPr bwMode="auto">
            <a:xfrm>
              <a:off x="4872" y="2832"/>
              <a:ext cx="264" cy="304"/>
              <a:chOff x="5208" y="2832"/>
              <a:chExt cx="264" cy="304"/>
            </a:xfrm>
          </p:grpSpPr>
          <p:sp>
            <p:nvSpPr>
              <p:cNvPr id="6166" name="Rectangle 149"/>
              <p:cNvSpPr>
                <a:spLocks noChangeArrowheads="1"/>
              </p:cNvSpPr>
              <p:nvPr/>
            </p:nvSpPr>
            <p:spPr bwMode="auto">
              <a:xfrm>
                <a:off x="5232" y="2832"/>
                <a:ext cx="192" cy="288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  <p:graphicFrame>
            <p:nvGraphicFramePr>
              <p:cNvPr id="6148" name="Object 140"/>
              <p:cNvGraphicFramePr>
                <a:graphicFrameLocks noChangeAspect="1"/>
              </p:cNvGraphicFramePr>
              <p:nvPr/>
            </p:nvGraphicFramePr>
            <p:xfrm>
              <a:off x="5208" y="2832"/>
              <a:ext cx="264" cy="3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547" name="Equation" r:id="rId21" imgW="164880" imgH="190440" progId="Equation.3">
                      <p:embed/>
                    </p:oleObj>
                  </mc:Choice>
                  <mc:Fallback>
                    <p:oleObj name="Equation" r:id="rId21" imgW="164880" imgH="190440" progId="Equation.3">
                      <p:embed/>
                      <p:pic>
                        <p:nvPicPr>
                          <p:cNvPr id="6148" name="Object 1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08" y="2832"/>
                            <a:ext cx="264" cy="304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6164" name="灯片编号占位符 1"/>
          <p:cNvSpPr txBox="1">
            <a:spLocks noGrp="1" noChangeArrowheads="1"/>
          </p:cNvSpPr>
          <p:nvPr/>
        </p:nvSpPr>
        <p:spPr bwMode="auto">
          <a:xfrm>
            <a:off x="7543800" y="4889898"/>
            <a:ext cx="16002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96F0192A-8225-44A7-B0A5-3BE6A2C28F2B}" type="slidenum">
              <a:rPr lang="zh-CN" altLang="en-US" sz="1350" b="1">
                <a:solidFill>
                  <a:srgbClr val="0000CC"/>
                </a:solidFill>
                <a:latin typeface="Calibri" pitchFamily="34" charset="0"/>
                <a:ea typeface="宋体" pitchFamily="2" charset="-122"/>
              </a:rPr>
              <a:pPr algn="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 altLang="zh-CN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228850" y="3067050"/>
            <a:ext cx="1771650" cy="1371601"/>
            <a:chOff x="296141" y="2214418"/>
            <a:chExt cx="2362200" cy="1828801"/>
          </a:xfrm>
        </p:grpSpPr>
        <p:graphicFrame>
          <p:nvGraphicFramePr>
            <p:cNvPr id="6155" name="Object 120"/>
            <p:cNvGraphicFramePr>
              <a:graphicFrameLocks noChangeAspect="1"/>
            </p:cNvGraphicFramePr>
            <p:nvPr>
              <p:extLst/>
            </p:nvPr>
          </p:nvGraphicFramePr>
          <p:xfrm>
            <a:off x="296141" y="2824018"/>
            <a:ext cx="3429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48" name="Equation" r:id="rId23" imgW="152280" imgH="190440" progId="Equation.3">
                    <p:embed/>
                  </p:oleObj>
                </mc:Choice>
                <mc:Fallback>
                  <p:oleObj name="Equation" r:id="rId23" imgW="152280" imgH="190440" progId="Equation.3">
                    <p:embed/>
                    <p:pic>
                      <p:nvPicPr>
                        <p:cNvPr id="6155" name="Object 1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141" y="2824018"/>
                          <a:ext cx="342900" cy="457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75" name="Line 121"/>
            <p:cNvSpPr>
              <a:spLocks noChangeShapeType="1"/>
            </p:cNvSpPr>
            <p:nvPr/>
          </p:nvSpPr>
          <p:spPr bwMode="auto">
            <a:xfrm>
              <a:off x="829541" y="3128818"/>
              <a:ext cx="762000" cy="0"/>
            </a:xfrm>
            <a:prstGeom prst="lin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 type="none" w="sm" len="med"/>
              <a:tailEnd type="triangle" w="sm" len="lg"/>
            </a:ln>
          </p:spPr>
          <p:txBody>
            <a:bodyPr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176" name="Line 122"/>
            <p:cNvSpPr>
              <a:spLocks noChangeShapeType="1"/>
            </p:cNvSpPr>
            <p:nvPr/>
          </p:nvSpPr>
          <p:spPr bwMode="auto">
            <a:xfrm>
              <a:off x="1743941" y="2214418"/>
              <a:ext cx="0" cy="747713"/>
            </a:xfrm>
            <a:prstGeom prst="lin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 type="none" w="sm" len="med"/>
              <a:tailEnd type="triangle" w="sm" len="lg"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177" name="Oval 123"/>
            <p:cNvSpPr>
              <a:spLocks noChangeArrowheads="1"/>
            </p:cNvSpPr>
            <p:nvPr/>
          </p:nvSpPr>
          <p:spPr bwMode="auto">
            <a:xfrm>
              <a:off x="829541" y="2214418"/>
              <a:ext cx="1828800" cy="18288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178" name="Line 124"/>
            <p:cNvSpPr>
              <a:spLocks noChangeShapeType="1"/>
            </p:cNvSpPr>
            <p:nvPr/>
          </p:nvSpPr>
          <p:spPr bwMode="auto">
            <a:xfrm flipH="1" flipV="1">
              <a:off x="1820141" y="3211368"/>
              <a:ext cx="533400" cy="582613"/>
            </a:xfrm>
            <a:prstGeom prst="lin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179" name="Line 125"/>
            <p:cNvSpPr>
              <a:spLocks noChangeShapeType="1"/>
            </p:cNvSpPr>
            <p:nvPr/>
          </p:nvSpPr>
          <p:spPr bwMode="auto">
            <a:xfrm flipV="1">
              <a:off x="1134341" y="3211368"/>
              <a:ext cx="533400" cy="582613"/>
            </a:xfrm>
            <a:prstGeom prst="lin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180" name="Line 126"/>
            <p:cNvSpPr>
              <a:spLocks noChangeShapeType="1"/>
            </p:cNvSpPr>
            <p:nvPr/>
          </p:nvSpPr>
          <p:spPr bwMode="auto">
            <a:xfrm>
              <a:off x="1743941" y="3295506"/>
              <a:ext cx="0" cy="747713"/>
            </a:xfrm>
            <a:prstGeom prst="lin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 type="triangle" w="sm" len="lg"/>
              <a:tailEnd type="none" w="sm" len="lg"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181" name="Line 127"/>
            <p:cNvSpPr>
              <a:spLocks noChangeShapeType="1"/>
            </p:cNvSpPr>
            <p:nvPr/>
          </p:nvSpPr>
          <p:spPr bwMode="auto">
            <a:xfrm flipH="1">
              <a:off x="1896341" y="3128818"/>
              <a:ext cx="762000" cy="0"/>
            </a:xfrm>
            <a:prstGeom prst="lin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 type="none" w="sm" len="med"/>
              <a:tailEnd type="triangle" w="sm" len="lg"/>
            </a:ln>
          </p:spPr>
          <p:txBody>
            <a:bodyPr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182" name="Line 128"/>
            <p:cNvSpPr>
              <a:spLocks noChangeShapeType="1"/>
            </p:cNvSpPr>
            <p:nvPr/>
          </p:nvSpPr>
          <p:spPr bwMode="auto">
            <a:xfrm flipH="1">
              <a:off x="1820141" y="2463656"/>
              <a:ext cx="533400" cy="582613"/>
            </a:xfrm>
            <a:prstGeom prst="lin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183" name="Line 129"/>
            <p:cNvSpPr>
              <a:spLocks noChangeShapeType="1"/>
            </p:cNvSpPr>
            <p:nvPr/>
          </p:nvSpPr>
          <p:spPr bwMode="auto">
            <a:xfrm>
              <a:off x="1134341" y="2463656"/>
              <a:ext cx="533400" cy="582613"/>
            </a:xfrm>
            <a:prstGeom prst="lin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184" name="Oval 130"/>
            <p:cNvSpPr>
              <a:spLocks noChangeArrowheads="1"/>
            </p:cNvSpPr>
            <p:nvPr/>
          </p:nvSpPr>
          <p:spPr bwMode="auto">
            <a:xfrm>
              <a:off x="1591541" y="2985654"/>
              <a:ext cx="304800" cy="3048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" name="Line 127"/>
            <p:cNvSpPr>
              <a:spLocks noChangeShapeType="1"/>
            </p:cNvSpPr>
            <p:nvPr/>
          </p:nvSpPr>
          <p:spPr bwMode="auto">
            <a:xfrm>
              <a:off x="806450" y="3128818"/>
              <a:ext cx="762000" cy="0"/>
            </a:xfrm>
            <a:prstGeom prst="lin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 type="none" w="sm" len="med"/>
              <a:tailEnd type="triangle" w="sm" len="lg"/>
            </a:ln>
          </p:spPr>
          <p:txBody>
            <a:bodyPr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9" name="Line 126"/>
            <p:cNvSpPr>
              <a:spLocks noChangeShapeType="1"/>
            </p:cNvSpPr>
            <p:nvPr/>
          </p:nvSpPr>
          <p:spPr bwMode="auto">
            <a:xfrm flipV="1">
              <a:off x="1743941" y="2228705"/>
              <a:ext cx="0" cy="747713"/>
            </a:xfrm>
            <a:prstGeom prst="lin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 type="triangle" w="sm" len="lg"/>
              <a:tailEnd type="none" w="sm" len="lg"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51" name="Object 14"/>
            <p:cNvGraphicFramePr>
              <a:graphicFrameLocks noChangeAspect="1"/>
            </p:cNvGraphicFramePr>
            <p:nvPr>
              <p:extLst/>
            </p:nvPr>
          </p:nvGraphicFramePr>
          <p:xfrm>
            <a:off x="1649269" y="3036238"/>
            <a:ext cx="152400" cy="288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49" name="Equation" r:id="rId25" imgW="139680" imgH="101520" progId="Equation.DSMT4">
                    <p:embed/>
                  </p:oleObj>
                </mc:Choice>
                <mc:Fallback>
                  <p:oleObj name="Equation" r:id="rId25" imgW="139680" imgH="101520" progId="Equation.DSMT4">
                    <p:embed/>
                    <p:pic>
                      <p:nvPicPr>
                        <p:cNvPr id="51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9269" y="3036238"/>
                          <a:ext cx="152400" cy="2889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740783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6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4" name="Text Box 11"/>
          <p:cNvSpPr txBox="1">
            <a:spLocks noChangeArrowheads="1"/>
          </p:cNvSpPr>
          <p:nvPr/>
        </p:nvSpPr>
        <p:spPr bwMode="auto">
          <a:xfrm>
            <a:off x="501717" y="156799"/>
            <a:ext cx="3714750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700" b="1">
                <a:solidFill>
                  <a:srgbClr val="CC0000"/>
                </a:solidFill>
                <a:latin typeface="宋体" pitchFamily="2" charset="-122"/>
                <a:ea typeface="宋体" pitchFamily="2" charset="-122"/>
              </a:rPr>
              <a:t>四、电场强度叠加原理</a:t>
            </a:r>
            <a:endParaRPr kumimoji="1" lang="zh-CN" altLang="en-US" sz="2700" b="1">
              <a:solidFill>
                <a:srgbClr val="A50021"/>
              </a:solidFill>
              <a:latin typeface="宋体" pitchFamily="2" charset="-122"/>
              <a:ea typeface="宋体" pitchFamily="2" charset="-122"/>
            </a:endParaRPr>
          </a:p>
        </p:txBody>
      </p:sp>
      <p:graphicFrame>
        <p:nvGraphicFramePr>
          <p:cNvPr id="2050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1121393"/>
              </p:ext>
            </p:extLst>
          </p:nvPr>
        </p:nvGraphicFramePr>
        <p:xfrm>
          <a:off x="1168046" y="1276736"/>
          <a:ext cx="1713437" cy="714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895" name="Equation" r:id="rId3" imgW="1054080" imgH="431640" progId="Equation.DSMT4">
                  <p:embed/>
                </p:oleObj>
              </mc:Choice>
              <mc:Fallback>
                <p:oleObj name="Equation" r:id="rId3" imgW="1054080" imgH="431640" progId="Equation.DSMT4">
                  <p:embed/>
                  <p:pic>
                    <p:nvPicPr>
                      <p:cNvPr id="20507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046" y="1276736"/>
                        <a:ext cx="1713437" cy="71449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5" name="Text Box 41"/>
          <p:cNvSpPr txBox="1">
            <a:spLocks noChangeArrowheads="1"/>
          </p:cNvSpPr>
          <p:nvPr/>
        </p:nvSpPr>
        <p:spPr bwMode="auto">
          <a:xfrm>
            <a:off x="771989" y="758743"/>
            <a:ext cx="28003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Blip>
                <a:blip r:embed="rId5"/>
              </a:buBlip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kumimoji="1" lang="zh-CN" altLang="en-US" sz="24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</a:rPr>
              <a:t>点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电荷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系的电场</a:t>
            </a:r>
          </a:p>
        </p:txBody>
      </p:sp>
      <p:graphicFrame>
        <p:nvGraphicFramePr>
          <p:cNvPr id="7173" name="Object 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615693"/>
              </p:ext>
            </p:extLst>
          </p:nvPr>
        </p:nvGraphicFramePr>
        <p:xfrm>
          <a:off x="5329070" y="1207030"/>
          <a:ext cx="280988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896" name="Equation" r:id="rId6" imgW="177480" imgH="215640" progId="Equation.3">
                  <p:embed/>
                </p:oleObj>
              </mc:Choice>
              <mc:Fallback>
                <p:oleObj name="Equation" r:id="rId6" imgW="177480" imgH="215640" progId="Equation.3">
                  <p:embed/>
                  <p:pic>
                    <p:nvPicPr>
                      <p:cNvPr id="7173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9070" y="1207030"/>
                        <a:ext cx="280988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6836668"/>
              </p:ext>
            </p:extLst>
          </p:nvPr>
        </p:nvGraphicFramePr>
        <p:xfrm>
          <a:off x="5157620" y="1930930"/>
          <a:ext cx="32266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897" name="Equation" r:id="rId8" imgW="203040" imgH="215640" progId="Equation.3">
                  <p:embed/>
                </p:oleObj>
              </mc:Choice>
              <mc:Fallback>
                <p:oleObj name="Equation" r:id="rId8" imgW="203040" imgH="215640" progId="Equation.3">
                  <p:embed/>
                  <p:pic>
                    <p:nvPicPr>
                      <p:cNvPr id="7174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7620" y="1930930"/>
                        <a:ext cx="32266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8990552"/>
              </p:ext>
            </p:extLst>
          </p:nvPr>
        </p:nvGraphicFramePr>
        <p:xfrm>
          <a:off x="5329070" y="2578630"/>
          <a:ext cx="283369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898" name="Equation" r:id="rId10" imgW="190440" imgH="228600" progId="Equation.3">
                  <p:embed/>
                </p:oleObj>
              </mc:Choice>
              <mc:Fallback>
                <p:oleObj name="Equation" r:id="rId10" imgW="190440" imgH="228600" progId="Equation.3">
                  <p:embed/>
                  <p:pic>
                    <p:nvPicPr>
                      <p:cNvPr id="7175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9070" y="2578630"/>
                        <a:ext cx="283369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97" name="Picture 81" descr="BD14866_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500520" y="2083330"/>
            <a:ext cx="178594" cy="178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7176" name="Object 8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5669308"/>
              </p:ext>
            </p:extLst>
          </p:nvPr>
        </p:nvGraphicFramePr>
        <p:xfrm>
          <a:off x="5614820" y="1378480"/>
          <a:ext cx="167879" cy="1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899" name="Clip" r:id="rId13" imgW="380852" imgH="390270" progId="">
                  <p:embed/>
                </p:oleObj>
              </mc:Choice>
              <mc:Fallback>
                <p:oleObj name="Clip" r:id="rId13" imgW="380852" imgH="390270" progId="">
                  <p:embed/>
                  <p:pic>
                    <p:nvPicPr>
                      <p:cNvPr id="7176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4820" y="1378480"/>
                        <a:ext cx="167879" cy="171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215" name="Group 84"/>
          <p:cNvGrpSpPr>
            <a:grpSpLocks/>
          </p:cNvGrpSpPr>
          <p:nvPr/>
        </p:nvGrpSpPr>
        <p:grpSpPr bwMode="auto">
          <a:xfrm>
            <a:off x="6929270" y="2178583"/>
            <a:ext cx="990601" cy="814388"/>
            <a:chOff x="4272" y="3360"/>
            <a:chExt cx="832" cy="684"/>
          </a:xfrm>
        </p:grpSpPr>
        <p:sp>
          <p:nvSpPr>
            <p:cNvPr id="7220" name="Line 85"/>
            <p:cNvSpPr>
              <a:spLocks noChangeShapeType="1"/>
            </p:cNvSpPr>
            <p:nvPr/>
          </p:nvSpPr>
          <p:spPr bwMode="auto">
            <a:xfrm>
              <a:off x="4272" y="3360"/>
              <a:ext cx="576" cy="336"/>
            </a:xfrm>
            <a:prstGeom prst="line">
              <a:avLst/>
            </a:prstGeom>
            <a:noFill/>
            <a:ln w="28575">
              <a:solidFill>
                <a:srgbClr val="ED3921"/>
              </a:solidFill>
              <a:round/>
              <a:headEnd/>
              <a:tailEnd type="stealth" w="lg" len="lg"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7193" name="Object 86"/>
            <p:cNvGraphicFramePr>
              <a:graphicFrameLocks noChangeAspect="1"/>
            </p:cNvGraphicFramePr>
            <p:nvPr>
              <p:extLst/>
            </p:nvPr>
          </p:nvGraphicFramePr>
          <p:xfrm>
            <a:off x="4848" y="3708"/>
            <a:ext cx="25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900" name="Equation" r:id="rId15" imgW="164880" imgH="228600" progId="Equation.3">
                    <p:embed/>
                  </p:oleObj>
                </mc:Choice>
                <mc:Fallback>
                  <p:oleObj name="Equation" r:id="rId15" imgW="164880" imgH="228600" progId="Equation.3">
                    <p:embed/>
                    <p:pic>
                      <p:nvPicPr>
                        <p:cNvPr id="7193" name="Object 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3708"/>
                          <a:ext cx="256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216" name="Group 87"/>
          <p:cNvGrpSpPr>
            <a:grpSpLocks/>
          </p:cNvGrpSpPr>
          <p:nvPr/>
        </p:nvGrpSpPr>
        <p:grpSpPr bwMode="auto">
          <a:xfrm>
            <a:off x="6929270" y="2007133"/>
            <a:ext cx="1025129" cy="400050"/>
            <a:chOff x="4272" y="2352"/>
            <a:chExt cx="861" cy="336"/>
          </a:xfrm>
        </p:grpSpPr>
        <p:sp>
          <p:nvSpPr>
            <p:cNvPr id="7219" name="Line 88"/>
            <p:cNvSpPr>
              <a:spLocks noChangeShapeType="1"/>
            </p:cNvSpPr>
            <p:nvPr/>
          </p:nvSpPr>
          <p:spPr bwMode="auto">
            <a:xfrm>
              <a:off x="4272" y="2496"/>
              <a:ext cx="528" cy="0"/>
            </a:xfrm>
            <a:prstGeom prst="line">
              <a:avLst/>
            </a:prstGeom>
            <a:noFill/>
            <a:ln w="28575">
              <a:solidFill>
                <a:srgbClr val="ED3921"/>
              </a:solidFill>
              <a:round/>
              <a:headEnd/>
              <a:tailEnd type="stealth" w="lg" len="lg"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7192" name="Object 89"/>
            <p:cNvGraphicFramePr>
              <a:graphicFrameLocks noChangeAspect="1"/>
            </p:cNvGraphicFramePr>
            <p:nvPr/>
          </p:nvGraphicFramePr>
          <p:xfrm>
            <a:off x="4858" y="2352"/>
            <a:ext cx="275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901" name="Equation" r:id="rId17" imgW="177480" imgH="228600" progId="Equation.3">
                    <p:embed/>
                  </p:oleObj>
                </mc:Choice>
                <mc:Fallback>
                  <p:oleObj name="Equation" r:id="rId17" imgW="177480" imgH="228600" progId="Equation.3">
                    <p:embed/>
                    <p:pic>
                      <p:nvPicPr>
                        <p:cNvPr id="7192" name="Object 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8" y="2352"/>
                          <a:ext cx="275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217" name="Group 90"/>
          <p:cNvGrpSpPr>
            <a:grpSpLocks/>
          </p:cNvGrpSpPr>
          <p:nvPr/>
        </p:nvGrpSpPr>
        <p:grpSpPr bwMode="auto">
          <a:xfrm>
            <a:off x="6929270" y="1482067"/>
            <a:ext cx="967979" cy="696516"/>
            <a:chOff x="4272" y="1344"/>
            <a:chExt cx="813" cy="585"/>
          </a:xfrm>
        </p:grpSpPr>
        <p:sp>
          <p:nvSpPr>
            <p:cNvPr id="7218" name="Line 91"/>
            <p:cNvSpPr>
              <a:spLocks noChangeShapeType="1"/>
            </p:cNvSpPr>
            <p:nvPr/>
          </p:nvSpPr>
          <p:spPr bwMode="auto">
            <a:xfrm flipV="1">
              <a:off x="4272" y="1641"/>
              <a:ext cx="480" cy="288"/>
            </a:xfrm>
            <a:prstGeom prst="line">
              <a:avLst/>
            </a:prstGeom>
            <a:noFill/>
            <a:ln w="28575">
              <a:solidFill>
                <a:srgbClr val="ED3921"/>
              </a:solidFill>
              <a:round/>
              <a:headEnd/>
              <a:tailEnd type="stealth" w="lg" len="lg"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7191" name="Object 92"/>
            <p:cNvGraphicFramePr>
              <a:graphicFrameLocks noChangeAspect="1"/>
            </p:cNvGraphicFramePr>
            <p:nvPr/>
          </p:nvGraphicFramePr>
          <p:xfrm>
            <a:off x="4810" y="1344"/>
            <a:ext cx="275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902" name="Equation" r:id="rId19" imgW="177480" imgH="241200" progId="Equation.3">
                    <p:embed/>
                  </p:oleObj>
                </mc:Choice>
                <mc:Fallback>
                  <p:oleObj name="Equation" r:id="rId19" imgW="177480" imgH="241200" progId="Equation.3">
                    <p:embed/>
                    <p:pic>
                      <p:nvPicPr>
                        <p:cNvPr id="7191" name="Object 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0" y="1344"/>
                          <a:ext cx="275" cy="35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206" name="Group 94"/>
          <p:cNvGrpSpPr>
            <a:grpSpLocks/>
          </p:cNvGrpSpPr>
          <p:nvPr/>
        </p:nvGrpSpPr>
        <p:grpSpPr bwMode="auto">
          <a:xfrm>
            <a:off x="5729120" y="1321330"/>
            <a:ext cx="1200150" cy="857250"/>
            <a:chOff x="3264" y="1344"/>
            <a:chExt cx="1008" cy="720"/>
          </a:xfrm>
        </p:grpSpPr>
        <p:sp>
          <p:nvSpPr>
            <p:cNvPr id="7213" name="Line 95"/>
            <p:cNvSpPr>
              <a:spLocks noChangeShapeType="1"/>
            </p:cNvSpPr>
            <p:nvPr/>
          </p:nvSpPr>
          <p:spPr bwMode="auto">
            <a:xfrm>
              <a:off x="3264" y="1488"/>
              <a:ext cx="1008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7189" name="Object 96"/>
            <p:cNvGraphicFramePr>
              <a:graphicFrameLocks noChangeAspect="1"/>
            </p:cNvGraphicFramePr>
            <p:nvPr/>
          </p:nvGraphicFramePr>
          <p:xfrm>
            <a:off x="3803" y="1536"/>
            <a:ext cx="22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903" name="Equation" r:id="rId21" imgW="126720" imgH="215640" progId="Equation.3">
                    <p:embed/>
                  </p:oleObj>
                </mc:Choice>
                <mc:Fallback>
                  <p:oleObj name="Equation" r:id="rId21" imgW="126720" imgH="215640" progId="Equation.3">
                    <p:embed/>
                    <p:pic>
                      <p:nvPicPr>
                        <p:cNvPr id="7189" name="Object 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3" y="1536"/>
                          <a:ext cx="228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90" name="Object 97"/>
            <p:cNvGraphicFramePr>
              <a:graphicFrameLocks noChangeAspect="1"/>
            </p:cNvGraphicFramePr>
            <p:nvPr/>
          </p:nvGraphicFramePr>
          <p:xfrm>
            <a:off x="3512" y="1344"/>
            <a:ext cx="18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904" name="Equation" r:id="rId23" imgW="139680" imgH="215640" progId="Equation.3">
                    <p:embed/>
                  </p:oleObj>
                </mc:Choice>
                <mc:Fallback>
                  <p:oleObj name="Equation" r:id="rId23" imgW="139680" imgH="215640" progId="Equation.3">
                    <p:embed/>
                    <p:pic>
                      <p:nvPicPr>
                        <p:cNvPr id="7190" name="Object 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2" y="1344"/>
                          <a:ext cx="186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14" name="Line 98"/>
            <p:cNvSpPr>
              <a:spLocks noChangeShapeType="1"/>
            </p:cNvSpPr>
            <p:nvPr/>
          </p:nvSpPr>
          <p:spPr bwMode="auto">
            <a:xfrm>
              <a:off x="3264" y="1488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lg"/>
              <a:tailEnd type="stealth" w="lg" len="lg"/>
            </a:ln>
          </p:spPr>
          <p:txBody>
            <a:bodyPr wrap="none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</p:grpSp>
      <p:grpSp>
        <p:nvGrpSpPr>
          <p:cNvPr id="7207" name="Group 99"/>
          <p:cNvGrpSpPr>
            <a:grpSpLocks/>
          </p:cNvGrpSpPr>
          <p:nvPr/>
        </p:nvGrpSpPr>
        <p:grpSpPr bwMode="auto">
          <a:xfrm>
            <a:off x="5671970" y="1835680"/>
            <a:ext cx="1257300" cy="342900"/>
            <a:chOff x="3216" y="1488"/>
            <a:chExt cx="1056" cy="288"/>
          </a:xfrm>
        </p:grpSpPr>
        <p:graphicFrame>
          <p:nvGraphicFramePr>
            <p:cNvPr id="7187" name="Object 100"/>
            <p:cNvGraphicFramePr>
              <a:graphicFrameLocks noChangeAspect="1"/>
            </p:cNvGraphicFramePr>
            <p:nvPr/>
          </p:nvGraphicFramePr>
          <p:xfrm>
            <a:off x="3600" y="1488"/>
            <a:ext cx="25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905" name="Equation" r:id="rId25" imgW="139680" imgH="215640" progId="Equation.3">
                    <p:embed/>
                  </p:oleObj>
                </mc:Choice>
                <mc:Fallback>
                  <p:oleObj name="Equation" r:id="rId25" imgW="139680" imgH="215640" progId="Equation.3">
                    <p:embed/>
                    <p:pic>
                      <p:nvPicPr>
                        <p:cNvPr id="7187" name="Object 10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1488"/>
                          <a:ext cx="254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11" name="Line 101"/>
            <p:cNvSpPr>
              <a:spLocks noChangeShapeType="1"/>
            </p:cNvSpPr>
            <p:nvPr/>
          </p:nvSpPr>
          <p:spPr bwMode="auto">
            <a:xfrm flipV="1">
              <a:off x="3216" y="1776"/>
              <a:ext cx="10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7188" name="Object 102"/>
            <p:cNvGraphicFramePr>
              <a:graphicFrameLocks noChangeAspect="1"/>
            </p:cNvGraphicFramePr>
            <p:nvPr/>
          </p:nvGraphicFramePr>
          <p:xfrm>
            <a:off x="3320" y="1488"/>
            <a:ext cx="203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906" name="Equation" r:id="rId27" imgW="152280" imgH="215640" progId="Equation.3">
                    <p:embed/>
                  </p:oleObj>
                </mc:Choice>
                <mc:Fallback>
                  <p:oleObj name="Equation" r:id="rId27" imgW="152280" imgH="215640" progId="Equation.3">
                    <p:embed/>
                    <p:pic>
                      <p:nvPicPr>
                        <p:cNvPr id="7188" name="Object 1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0" y="1488"/>
                          <a:ext cx="203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12" name="Line 103"/>
            <p:cNvSpPr>
              <a:spLocks noChangeShapeType="1"/>
            </p:cNvSpPr>
            <p:nvPr/>
          </p:nvSpPr>
          <p:spPr bwMode="auto">
            <a:xfrm>
              <a:off x="3216" y="177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lg"/>
              <a:tailEnd type="stealth" w="lg" len="lg"/>
            </a:ln>
          </p:spPr>
          <p:txBody>
            <a:bodyPr wrap="none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</p:grpSp>
      <p:grpSp>
        <p:nvGrpSpPr>
          <p:cNvPr id="7208" name="Group 104"/>
          <p:cNvGrpSpPr>
            <a:grpSpLocks/>
          </p:cNvGrpSpPr>
          <p:nvPr/>
        </p:nvGrpSpPr>
        <p:grpSpPr bwMode="auto">
          <a:xfrm>
            <a:off x="5786270" y="2178580"/>
            <a:ext cx="1143000" cy="685800"/>
            <a:chOff x="3312" y="1344"/>
            <a:chExt cx="960" cy="576"/>
          </a:xfrm>
        </p:grpSpPr>
        <p:sp>
          <p:nvSpPr>
            <p:cNvPr id="7209" name="Line 105"/>
            <p:cNvSpPr>
              <a:spLocks noChangeShapeType="1"/>
            </p:cNvSpPr>
            <p:nvPr/>
          </p:nvSpPr>
          <p:spPr bwMode="auto">
            <a:xfrm flipV="1">
              <a:off x="3312" y="1344"/>
              <a:ext cx="96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7185" name="Object 106"/>
            <p:cNvGraphicFramePr>
              <a:graphicFrameLocks noChangeAspect="1"/>
            </p:cNvGraphicFramePr>
            <p:nvPr/>
          </p:nvGraphicFramePr>
          <p:xfrm>
            <a:off x="3320" y="1488"/>
            <a:ext cx="203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907" name="Equation" r:id="rId29" imgW="152280" imgH="228600" progId="Equation.3">
                    <p:embed/>
                  </p:oleObj>
                </mc:Choice>
                <mc:Fallback>
                  <p:oleObj name="Equation" r:id="rId29" imgW="152280" imgH="228600" progId="Equation.3">
                    <p:embed/>
                    <p:pic>
                      <p:nvPicPr>
                        <p:cNvPr id="7185" name="Object 1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0" y="1488"/>
                          <a:ext cx="203" cy="30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10" name="Line 107"/>
            <p:cNvSpPr>
              <a:spLocks noChangeShapeType="1"/>
            </p:cNvSpPr>
            <p:nvPr/>
          </p:nvSpPr>
          <p:spPr bwMode="auto">
            <a:xfrm flipV="1">
              <a:off x="3408" y="1776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lg"/>
              <a:tailEnd type="stealth" w="lg" len="lg"/>
            </a:ln>
          </p:spPr>
          <p:txBody>
            <a:bodyPr wrap="none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7186" name="Object 108"/>
            <p:cNvGraphicFramePr>
              <a:graphicFrameLocks noChangeAspect="1"/>
            </p:cNvGraphicFramePr>
            <p:nvPr/>
          </p:nvGraphicFramePr>
          <p:xfrm>
            <a:off x="3552" y="1392"/>
            <a:ext cx="254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908" name="Equation" r:id="rId31" imgW="139680" imgH="228600" progId="Equation.3">
                    <p:embed/>
                  </p:oleObj>
                </mc:Choice>
                <mc:Fallback>
                  <p:oleObj name="Equation" r:id="rId31" imgW="139680" imgH="228600" progId="Equation.3">
                    <p:embed/>
                    <p:pic>
                      <p:nvPicPr>
                        <p:cNvPr id="7186" name="Object 1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1392"/>
                          <a:ext cx="254" cy="30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184" name="Object 10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9767433"/>
              </p:ext>
            </p:extLst>
          </p:nvPr>
        </p:nvGraphicFramePr>
        <p:xfrm>
          <a:off x="6757820" y="2121430"/>
          <a:ext cx="34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09" name="Equation" r:id="rId33" imgW="164880" imgH="228600" progId="Equation.3">
                  <p:embed/>
                </p:oleObj>
              </mc:Choice>
              <mc:Fallback>
                <p:oleObj name="Equation" r:id="rId33" imgW="164880" imgH="228600" progId="Equation.3">
                  <p:embed/>
                  <p:pic>
                    <p:nvPicPr>
                      <p:cNvPr id="7184" name="Object 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7820" y="2121430"/>
                        <a:ext cx="342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7" name="Object 1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7983267"/>
              </p:ext>
            </p:extLst>
          </p:nvPr>
        </p:nvGraphicFramePr>
        <p:xfrm>
          <a:off x="5729120" y="2750080"/>
          <a:ext cx="167879" cy="1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10" name="Clip" r:id="rId35" imgW="380852" imgH="390270" progId="">
                  <p:embed/>
                </p:oleObj>
              </mc:Choice>
              <mc:Fallback>
                <p:oleObj name="Clip" r:id="rId35" imgW="380852" imgH="390270" progId="">
                  <p:embed/>
                  <p:pic>
                    <p:nvPicPr>
                      <p:cNvPr id="7177" name="Object 1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9120" y="2750080"/>
                        <a:ext cx="167879" cy="171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" name="Object 1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2487316"/>
              </p:ext>
            </p:extLst>
          </p:nvPr>
        </p:nvGraphicFramePr>
        <p:xfrm>
          <a:off x="6814971" y="1778530"/>
          <a:ext cx="316706" cy="330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11" name="Equation" r:id="rId37" imgW="152280" imgH="164880" progId="Equation.3">
                  <p:embed/>
                </p:oleObj>
              </mc:Choice>
              <mc:Fallback>
                <p:oleObj name="Equation" r:id="rId37" imgW="152280" imgH="164880" progId="Equation.3">
                  <p:embed/>
                  <p:pic>
                    <p:nvPicPr>
                      <p:cNvPr id="7178" name="Object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4971" y="1778530"/>
                        <a:ext cx="316706" cy="3309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0" name="Oval 112"/>
          <p:cNvSpPr>
            <a:spLocks noChangeArrowheads="1"/>
          </p:cNvSpPr>
          <p:nvPr/>
        </p:nvSpPr>
        <p:spPr bwMode="auto">
          <a:xfrm>
            <a:off x="6857832" y="2121430"/>
            <a:ext cx="100013" cy="95250"/>
          </a:xfrm>
          <a:prstGeom prst="ellipse">
            <a:avLst/>
          </a:prstGeom>
          <a:solidFill>
            <a:srgbClr val="ED392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7179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9836259"/>
              </p:ext>
            </p:extLst>
          </p:nvPr>
        </p:nvGraphicFramePr>
        <p:xfrm>
          <a:off x="5157620" y="3866614"/>
          <a:ext cx="2783158" cy="7967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12" name="Equation" r:id="rId39" imgW="1574640" imgH="431640" progId="Equation.DSMT4">
                  <p:embed/>
                </p:oleObj>
              </mc:Choice>
              <mc:Fallback>
                <p:oleObj name="Equation" r:id="rId39" imgW="1574640" imgH="431640" progId="Equation.DSMT4">
                  <p:embed/>
                  <p:pic>
                    <p:nvPicPr>
                      <p:cNvPr id="7179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7620" y="3866614"/>
                        <a:ext cx="2783158" cy="796719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0" name="Object 1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2236953"/>
              </p:ext>
            </p:extLst>
          </p:nvPr>
        </p:nvGraphicFramePr>
        <p:xfrm>
          <a:off x="7626977" y="2590457"/>
          <a:ext cx="338138" cy="434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13" name="Equation" r:id="rId41" imgW="177480" imgH="228600" progId="Equation.3">
                  <p:embed/>
                </p:oleObj>
              </mc:Choice>
              <mc:Fallback>
                <p:oleObj name="Equation" r:id="rId41" imgW="177480" imgH="228600" progId="Equation.3">
                  <p:embed/>
                  <p:pic>
                    <p:nvPicPr>
                      <p:cNvPr id="7180" name="Object 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6977" y="2590457"/>
                        <a:ext cx="338138" cy="43457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3" name="Object 1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6055587"/>
              </p:ext>
            </p:extLst>
          </p:nvPr>
        </p:nvGraphicFramePr>
        <p:xfrm>
          <a:off x="7649598" y="1999391"/>
          <a:ext cx="361950" cy="434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14" name="Equation" r:id="rId43" imgW="190440" imgH="228600" progId="Equation.3">
                  <p:embed/>
                </p:oleObj>
              </mc:Choice>
              <mc:Fallback>
                <p:oleObj name="Equation" r:id="rId43" imgW="190440" imgH="228600" progId="Equation.3">
                  <p:embed/>
                  <p:pic>
                    <p:nvPicPr>
                      <p:cNvPr id="7183" name="Object 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9598" y="1999391"/>
                        <a:ext cx="361950" cy="43457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1" name="Object 1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2776444"/>
              </p:ext>
            </p:extLst>
          </p:nvPr>
        </p:nvGraphicFramePr>
        <p:xfrm>
          <a:off x="7542570" y="1469308"/>
          <a:ext cx="361950" cy="459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15" name="Equation" r:id="rId45" imgW="190440" imgH="241200" progId="Equation.3">
                  <p:embed/>
                </p:oleObj>
              </mc:Choice>
              <mc:Fallback>
                <p:oleObj name="Equation" r:id="rId45" imgW="190440" imgH="241200" progId="Equation.3">
                  <p:embed/>
                  <p:pic>
                    <p:nvPicPr>
                      <p:cNvPr id="7181" name="Object 1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2570" y="1469308"/>
                        <a:ext cx="361950" cy="45958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2050942"/>
              </p:ext>
            </p:extLst>
          </p:nvPr>
        </p:nvGraphicFramePr>
        <p:xfrm>
          <a:off x="1168046" y="2116635"/>
          <a:ext cx="179705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16" name="Equation" r:id="rId47" imgW="1104840" imgH="431640" progId="Equation.DSMT4">
                  <p:embed/>
                </p:oleObj>
              </mc:Choice>
              <mc:Fallback>
                <p:oleObj name="Equation" r:id="rId47" imgW="1104840" imgH="431640" progId="Equation.DSMT4">
                  <p:embed/>
                  <p:pic>
                    <p:nvPicPr>
                      <p:cNvPr id="20507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046" y="2116635"/>
                        <a:ext cx="1797050" cy="7143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6254198"/>
              </p:ext>
            </p:extLst>
          </p:nvPr>
        </p:nvGraphicFramePr>
        <p:xfrm>
          <a:off x="1168046" y="2956415"/>
          <a:ext cx="1776413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17" name="Equation" r:id="rId49" imgW="1091880" imgH="431640" progId="Equation.DSMT4">
                  <p:embed/>
                </p:oleObj>
              </mc:Choice>
              <mc:Fallback>
                <p:oleObj name="Equation" r:id="rId49" imgW="1091880" imgH="431640" progId="Equation.DSMT4">
                  <p:embed/>
                  <p:pic>
                    <p:nvPicPr>
                      <p:cNvPr id="53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046" y="2956415"/>
                        <a:ext cx="1776413" cy="7143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695685"/>
              </p:ext>
            </p:extLst>
          </p:nvPr>
        </p:nvGraphicFramePr>
        <p:xfrm>
          <a:off x="7480300" y="4056063"/>
          <a:ext cx="182563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18" name="Equation" r:id="rId51" imgW="114120" imgH="177480" progId="Equation.DSMT4">
                  <p:embed/>
                </p:oleObj>
              </mc:Choice>
              <mc:Fallback>
                <p:oleObj name="Equation" r:id="rId51" imgW="114120" imgH="177480" progId="Equation.DSMT4">
                  <p:embed/>
                  <p:pic>
                    <p:nvPicPr>
                      <p:cNvPr id="7179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0" y="4056063"/>
                        <a:ext cx="182563" cy="274637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9381789"/>
              </p:ext>
            </p:extLst>
          </p:nvPr>
        </p:nvGraphicFramePr>
        <p:xfrm>
          <a:off x="1168046" y="3806979"/>
          <a:ext cx="1774825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19" name="Equation" r:id="rId53" imgW="1130040" imgH="558720" progId="Equation.DSMT4">
                  <p:embed/>
                </p:oleObj>
              </mc:Choice>
              <mc:Fallback>
                <p:oleObj name="Equation" r:id="rId53" imgW="1130040" imgH="558720" progId="Equation.DSMT4">
                  <p:embed/>
                  <p:pic>
                    <p:nvPicPr>
                      <p:cNvPr id="7179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046" y="3806979"/>
                        <a:ext cx="1774825" cy="915988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66760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0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0" name="Text Box 5"/>
          <p:cNvSpPr txBox="1">
            <a:spLocks noChangeArrowheads="1"/>
          </p:cNvSpPr>
          <p:nvPr/>
        </p:nvSpPr>
        <p:spPr bwMode="auto">
          <a:xfrm>
            <a:off x="1394892" y="1992063"/>
            <a:ext cx="35468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电荷线分布，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线密度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kumimoji="1" lang="zh-CN" altLang="en-US" sz="2400" b="1" i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</a:t>
            </a:r>
          </a:p>
        </p:txBody>
      </p:sp>
      <p:graphicFrame>
        <p:nvGraphicFramePr>
          <p:cNvPr id="450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4330676"/>
              </p:ext>
            </p:extLst>
          </p:nvPr>
        </p:nvGraphicFramePr>
        <p:xfrm>
          <a:off x="5120357" y="1990873"/>
          <a:ext cx="1494235" cy="540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4" name="Equation" r:id="rId3" imgW="558720" imgH="203040" progId="Equation.3">
                  <p:embed/>
                </p:oleObj>
              </mc:Choice>
              <mc:Fallback>
                <p:oleObj name="Equation" r:id="rId3" imgW="558720" imgH="203040" progId="Equation.3">
                  <p:embed/>
                  <p:pic>
                    <p:nvPicPr>
                      <p:cNvPr id="450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0357" y="1990873"/>
                        <a:ext cx="1494235" cy="54054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271577"/>
              </p:ext>
            </p:extLst>
          </p:nvPr>
        </p:nvGraphicFramePr>
        <p:xfrm>
          <a:off x="1232967" y="3210073"/>
          <a:ext cx="2856309" cy="1103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5" name="Equation" r:id="rId5" imgW="1117440" imgH="431640" progId="Equation.3">
                  <p:embed/>
                </p:oleObj>
              </mc:Choice>
              <mc:Fallback>
                <p:oleObj name="Equation" r:id="rId5" imgW="1117440" imgH="431640" progId="Equation.3">
                  <p:embed/>
                  <p:pic>
                    <p:nvPicPr>
                      <p:cNvPr id="4506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2967" y="3210073"/>
                        <a:ext cx="2856309" cy="1103709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DAEEF0"/>
                          </a:gs>
                          <a:gs pos="50000">
                            <a:srgbClr val="FFFFFF"/>
                          </a:gs>
                          <a:gs pos="100000">
                            <a:srgbClr val="DAEEF0"/>
                          </a:gs>
                        </a:gsLst>
                        <a:lin ang="5400000" scaled="1"/>
                      </a:gradFill>
                      <a:ln w="1270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2" name="Freeform 30"/>
          <p:cNvSpPr>
            <a:spLocks/>
          </p:cNvSpPr>
          <p:nvPr/>
        </p:nvSpPr>
        <p:spPr bwMode="auto">
          <a:xfrm>
            <a:off x="5234657" y="3174651"/>
            <a:ext cx="1771650" cy="1143000"/>
          </a:xfrm>
          <a:custGeom>
            <a:avLst/>
            <a:gdLst>
              <a:gd name="T0" fmla="*/ 0 w 1488"/>
              <a:gd name="T1" fmla="*/ 2147483647 h 976"/>
              <a:gd name="T2" fmla="*/ 2147483647 w 1488"/>
              <a:gd name="T3" fmla="*/ 2147483647 h 976"/>
              <a:gd name="T4" fmla="*/ 2147483647 w 1488"/>
              <a:gd name="T5" fmla="*/ 2147483647 h 976"/>
              <a:gd name="T6" fmla="*/ 2147483647 w 1488"/>
              <a:gd name="T7" fmla="*/ 2147483647 h 976"/>
              <a:gd name="T8" fmla="*/ 2147483647 w 1488"/>
              <a:gd name="T9" fmla="*/ 2147483647 h 976"/>
              <a:gd name="T10" fmla="*/ 2147483647 w 1488"/>
              <a:gd name="T11" fmla="*/ 2147483647 h 976"/>
              <a:gd name="T12" fmla="*/ 2147483647 w 1488"/>
              <a:gd name="T13" fmla="*/ 0 h 97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88"/>
              <a:gd name="T22" fmla="*/ 0 h 976"/>
              <a:gd name="T23" fmla="*/ 1488 w 1488"/>
              <a:gd name="T24" fmla="*/ 976 h 97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88" h="976">
                <a:moveTo>
                  <a:pt x="0" y="960"/>
                </a:moveTo>
                <a:cubicBezTo>
                  <a:pt x="132" y="968"/>
                  <a:pt x="264" y="976"/>
                  <a:pt x="336" y="912"/>
                </a:cubicBezTo>
                <a:cubicBezTo>
                  <a:pt x="408" y="848"/>
                  <a:pt x="384" y="672"/>
                  <a:pt x="432" y="576"/>
                </a:cubicBezTo>
                <a:cubicBezTo>
                  <a:pt x="480" y="480"/>
                  <a:pt x="552" y="392"/>
                  <a:pt x="624" y="336"/>
                </a:cubicBezTo>
                <a:cubicBezTo>
                  <a:pt x="696" y="280"/>
                  <a:pt x="768" y="264"/>
                  <a:pt x="864" y="240"/>
                </a:cubicBezTo>
                <a:cubicBezTo>
                  <a:pt x="960" y="216"/>
                  <a:pt x="1096" y="232"/>
                  <a:pt x="1200" y="192"/>
                </a:cubicBezTo>
                <a:cubicBezTo>
                  <a:pt x="1304" y="152"/>
                  <a:pt x="1396" y="76"/>
                  <a:pt x="1488" y="0"/>
                </a:cubicBezTo>
              </a:path>
            </a:pathLst>
          </a:custGeom>
          <a:noFill/>
          <a:ln w="76200">
            <a:solidFill>
              <a:schemeClr val="tx2">
                <a:lumMod val="40000"/>
                <a:lumOff val="60000"/>
              </a:schemeClr>
            </a:solidFill>
            <a:round/>
            <a:headEnd/>
            <a:tailEnd/>
          </a:ln>
        </p:spPr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0244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9842231"/>
              </p:ext>
            </p:extLst>
          </p:nvPr>
        </p:nvGraphicFramePr>
        <p:xfrm>
          <a:off x="1340123" y="803820"/>
          <a:ext cx="2464594" cy="1026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6" name="Equation" r:id="rId7" imgW="1028520" imgH="431640" progId="Equation.3">
                  <p:embed/>
                </p:oleObj>
              </mc:Choice>
              <mc:Fallback>
                <p:oleObj name="Equation" r:id="rId7" imgW="1028520" imgH="431640" progId="Equation.3">
                  <p:embed/>
                  <p:pic>
                    <p:nvPicPr>
                      <p:cNvPr id="10244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0123" y="803820"/>
                        <a:ext cx="2464594" cy="10263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3" name="Text Box 36"/>
          <p:cNvSpPr txBox="1">
            <a:spLocks noChangeArrowheads="1"/>
          </p:cNvSpPr>
          <p:nvPr/>
        </p:nvSpPr>
        <p:spPr bwMode="auto">
          <a:xfrm>
            <a:off x="1071042" y="369242"/>
            <a:ext cx="40493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Blip>
                <a:blip r:embed="rId9"/>
              </a:buBlip>
              <a:defRPr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电荷连续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线分布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的电场</a:t>
            </a:r>
          </a:p>
        </p:txBody>
      </p:sp>
      <p:graphicFrame>
        <p:nvGraphicFramePr>
          <p:cNvPr id="10245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3841018"/>
              </p:ext>
            </p:extLst>
          </p:nvPr>
        </p:nvGraphicFramePr>
        <p:xfrm>
          <a:off x="4385742" y="845492"/>
          <a:ext cx="2912269" cy="9298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7" name="Equation" r:id="rId10" imgW="1498320" imgH="431640" progId="Equation.3">
                  <p:embed/>
                </p:oleObj>
              </mc:Choice>
              <mc:Fallback>
                <p:oleObj name="Equation" r:id="rId10" imgW="1498320" imgH="431640" progId="Equation.3">
                  <p:embed/>
                  <p:pic>
                    <p:nvPicPr>
                      <p:cNvPr id="10245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5742" y="845492"/>
                        <a:ext cx="2912269" cy="92987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4" name="Oval 45"/>
          <p:cNvSpPr>
            <a:spLocks noChangeArrowheads="1"/>
          </p:cNvSpPr>
          <p:nvPr/>
        </p:nvSpPr>
        <p:spPr bwMode="auto">
          <a:xfrm>
            <a:off x="7069410" y="3917601"/>
            <a:ext cx="108347" cy="114300"/>
          </a:xfrm>
          <a:prstGeom prst="ellipse">
            <a:avLst/>
          </a:prstGeom>
          <a:solidFill>
            <a:srgbClr val="ED392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0246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8383509"/>
              </p:ext>
            </p:extLst>
          </p:nvPr>
        </p:nvGraphicFramePr>
        <p:xfrm>
          <a:off x="6949157" y="4031901"/>
          <a:ext cx="285750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8" name="Equation" r:id="rId12" imgW="152280" imgH="164880" progId="Equation.3">
                  <p:embed/>
                </p:oleObj>
              </mc:Choice>
              <mc:Fallback>
                <p:oleObj name="Equation" r:id="rId12" imgW="152280" imgH="164880" progId="Equation.3">
                  <p:embed/>
                  <p:pic>
                    <p:nvPicPr>
                      <p:cNvPr id="10246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9157" y="4031901"/>
                        <a:ext cx="285750" cy="280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4"/>
          <p:cNvGrpSpPr>
            <a:grpSpLocks/>
          </p:cNvGrpSpPr>
          <p:nvPr/>
        </p:nvGrpSpPr>
        <p:grpSpPr bwMode="auto">
          <a:xfrm>
            <a:off x="5120357" y="2936526"/>
            <a:ext cx="2686050" cy="1226344"/>
            <a:chOff x="3072" y="2296"/>
            <a:chExt cx="2256" cy="1030"/>
          </a:xfrm>
        </p:grpSpPr>
        <p:sp>
          <p:nvSpPr>
            <p:cNvPr id="10257" name="Line 14"/>
            <p:cNvSpPr>
              <a:spLocks noChangeShapeType="1"/>
            </p:cNvSpPr>
            <p:nvPr/>
          </p:nvSpPr>
          <p:spPr bwMode="auto">
            <a:xfrm>
              <a:off x="3312" y="2592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10247" name="Object 23"/>
            <p:cNvGraphicFramePr>
              <a:graphicFrameLocks noChangeAspect="1"/>
            </p:cNvGraphicFramePr>
            <p:nvPr/>
          </p:nvGraphicFramePr>
          <p:xfrm>
            <a:off x="3072" y="2296"/>
            <a:ext cx="353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19" name="Equation" r:id="rId14" imgW="177480" imgH="177480" progId="Equation.3">
                    <p:embed/>
                  </p:oleObj>
                </mc:Choice>
                <mc:Fallback>
                  <p:oleObj name="Equation" r:id="rId14" imgW="177480" imgH="177480" progId="Equation.3">
                    <p:embed/>
                    <p:pic>
                      <p:nvPicPr>
                        <p:cNvPr id="10247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2296"/>
                          <a:ext cx="353" cy="3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8" name="Line 28"/>
            <p:cNvSpPr>
              <a:spLocks noChangeShapeType="1"/>
            </p:cNvSpPr>
            <p:nvPr/>
          </p:nvSpPr>
          <p:spPr bwMode="auto">
            <a:xfrm flipH="1">
              <a:off x="3648" y="2880"/>
              <a:ext cx="96" cy="96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pSp>
          <p:nvGrpSpPr>
            <p:cNvPr id="10259" name="Group 48"/>
            <p:cNvGrpSpPr>
              <a:grpSpLocks/>
            </p:cNvGrpSpPr>
            <p:nvPr/>
          </p:nvGrpSpPr>
          <p:grpSpPr bwMode="auto">
            <a:xfrm>
              <a:off x="4800" y="2936"/>
              <a:ext cx="528" cy="390"/>
              <a:chOff x="4752" y="2922"/>
              <a:chExt cx="528" cy="390"/>
            </a:xfrm>
          </p:grpSpPr>
          <p:sp>
            <p:nvSpPr>
              <p:cNvPr id="10262" name="Line 49"/>
              <p:cNvSpPr>
                <a:spLocks noChangeShapeType="1"/>
              </p:cNvSpPr>
              <p:nvPr/>
            </p:nvSpPr>
            <p:spPr bwMode="auto">
              <a:xfrm>
                <a:off x="4752" y="3168"/>
                <a:ext cx="528" cy="144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  <p:graphicFrame>
            <p:nvGraphicFramePr>
              <p:cNvPr id="10249" name="Object 50"/>
              <p:cNvGraphicFramePr>
                <a:graphicFrameLocks noChangeAspect="1"/>
              </p:cNvGraphicFramePr>
              <p:nvPr/>
            </p:nvGraphicFramePr>
            <p:xfrm>
              <a:off x="4896" y="2922"/>
              <a:ext cx="336" cy="2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20" name="Equation" r:id="rId16" imgW="228600" imgH="203040" progId="Equation.3">
                      <p:embed/>
                    </p:oleObj>
                  </mc:Choice>
                  <mc:Fallback>
                    <p:oleObj name="Equation" r:id="rId16" imgW="228600" imgH="203040" progId="Equation.3">
                      <p:embed/>
                      <p:pic>
                        <p:nvPicPr>
                          <p:cNvPr id="10249" name="Object 5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96" y="2922"/>
                            <a:ext cx="336" cy="29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260" name="Group 51"/>
            <p:cNvGrpSpPr>
              <a:grpSpLocks/>
            </p:cNvGrpSpPr>
            <p:nvPr/>
          </p:nvGrpSpPr>
          <p:grpSpPr bwMode="auto">
            <a:xfrm>
              <a:off x="3744" y="2784"/>
              <a:ext cx="960" cy="384"/>
              <a:chOff x="3744" y="2784"/>
              <a:chExt cx="960" cy="384"/>
            </a:xfrm>
          </p:grpSpPr>
          <p:graphicFrame>
            <p:nvGraphicFramePr>
              <p:cNvPr id="10248" name="Object 52"/>
              <p:cNvGraphicFramePr>
                <a:graphicFrameLocks noChangeAspect="1"/>
              </p:cNvGraphicFramePr>
              <p:nvPr/>
            </p:nvGraphicFramePr>
            <p:xfrm>
              <a:off x="4320" y="2784"/>
              <a:ext cx="214" cy="2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21" name="Equation" r:id="rId18" imgW="126720" imgH="152280" progId="Equation.3">
                      <p:embed/>
                    </p:oleObj>
                  </mc:Choice>
                  <mc:Fallback>
                    <p:oleObj name="Equation" r:id="rId18" imgW="126720" imgH="152280" progId="Equation.3">
                      <p:embed/>
                      <p:pic>
                        <p:nvPicPr>
                          <p:cNvPr id="10248" name="Object 5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20" y="2784"/>
                            <a:ext cx="214" cy="25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261" name="Line 53"/>
              <p:cNvSpPr>
                <a:spLocks noChangeShapeType="1"/>
              </p:cNvSpPr>
              <p:nvPr/>
            </p:nvSpPr>
            <p:spPr bwMode="auto">
              <a:xfrm>
                <a:off x="3744" y="2928"/>
                <a:ext cx="96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</p:grpSp>
      </p:grpSp>
      <p:sp>
        <p:nvSpPr>
          <p:cNvPr id="10256" name="灯片编号占位符 1"/>
          <p:cNvSpPr txBox="1">
            <a:spLocks noGrp="1" noChangeArrowheads="1"/>
          </p:cNvSpPr>
          <p:nvPr/>
        </p:nvSpPr>
        <p:spPr bwMode="auto">
          <a:xfrm>
            <a:off x="7590235" y="4889898"/>
            <a:ext cx="16002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FBEDF530-C21A-4D28-8D4F-744743FA8A93}" type="slidenum">
              <a:rPr lang="zh-CN" altLang="en-US" sz="1350" b="1">
                <a:solidFill>
                  <a:srgbClr val="0000CC"/>
                </a:solidFill>
                <a:latin typeface="Calibri" pitchFamily="34" charset="0"/>
                <a:ea typeface="宋体" pitchFamily="2" charset="-122"/>
              </a:rPr>
              <a:pPr algn="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US" altLang="zh-CN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450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2859276"/>
              </p:ext>
            </p:extLst>
          </p:nvPr>
        </p:nvGraphicFramePr>
        <p:xfrm>
          <a:off x="5128022" y="2114789"/>
          <a:ext cx="1441847" cy="486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38" name="Equation" r:id="rId3" imgW="596880" imgH="203040" progId="Equation.3">
                  <p:embed/>
                </p:oleObj>
              </mc:Choice>
              <mc:Fallback>
                <p:oleObj name="Equation" r:id="rId3" imgW="596880" imgH="203040" progId="Equation.3">
                  <p:embed/>
                  <p:pic>
                    <p:nvPicPr>
                      <p:cNvPr id="4403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8022" y="2114789"/>
                        <a:ext cx="1441847" cy="48696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8607339"/>
              </p:ext>
            </p:extLst>
          </p:nvPr>
        </p:nvGraphicFramePr>
        <p:xfrm>
          <a:off x="1160860" y="3279220"/>
          <a:ext cx="2411015" cy="888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39" name="Equation" r:id="rId5" imgW="1168200" imgH="431640" progId="Equation.3">
                  <p:embed/>
                </p:oleObj>
              </mc:Choice>
              <mc:Fallback>
                <p:oleObj name="Equation" r:id="rId5" imgW="1168200" imgH="431640" progId="Equation.3">
                  <p:embed/>
                  <p:pic>
                    <p:nvPicPr>
                      <p:cNvPr id="4404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0860" y="3279220"/>
                        <a:ext cx="2411015" cy="88820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DAEEF0"/>
                          </a:gs>
                          <a:gs pos="50000">
                            <a:srgbClr val="FFFFFF"/>
                          </a:gs>
                          <a:gs pos="100000">
                            <a:srgbClr val="DAEEF0"/>
                          </a:gs>
                        </a:gsLst>
                        <a:lin ang="5400000" scaled="1"/>
                      </a:gradFill>
                      <a:ln w="1270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6" name="Text Box 5"/>
          <p:cNvSpPr txBox="1">
            <a:spLocks noChangeArrowheads="1"/>
          </p:cNvSpPr>
          <p:nvPr/>
        </p:nvSpPr>
        <p:spPr bwMode="auto">
          <a:xfrm>
            <a:off x="1214438" y="2114789"/>
            <a:ext cx="34385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电荷面分布，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面密度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kumimoji="1" lang="zh-CN" altLang="en-US" sz="2400" b="1" i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</a:t>
            </a:r>
          </a:p>
        </p:txBody>
      </p:sp>
      <p:graphicFrame>
        <p:nvGraphicFramePr>
          <p:cNvPr id="9220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885502"/>
              </p:ext>
            </p:extLst>
          </p:nvPr>
        </p:nvGraphicFramePr>
        <p:xfrm>
          <a:off x="1322785" y="926545"/>
          <a:ext cx="2276475" cy="972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40" name="Equation" r:id="rId7" imgW="1002960" imgH="431640" progId="Equation.3">
                  <p:embed/>
                </p:oleObj>
              </mc:Choice>
              <mc:Fallback>
                <p:oleObj name="Equation" r:id="rId7" imgW="1002960" imgH="431640" progId="Equation.3">
                  <p:embed/>
                  <p:pic>
                    <p:nvPicPr>
                      <p:cNvPr id="922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2785" y="926545"/>
                        <a:ext cx="2276475" cy="9727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7" name="Text Box 40"/>
          <p:cNvSpPr txBox="1">
            <a:spLocks noChangeArrowheads="1"/>
          </p:cNvSpPr>
          <p:nvPr/>
        </p:nvSpPr>
        <p:spPr bwMode="auto">
          <a:xfrm>
            <a:off x="1104901" y="332423"/>
            <a:ext cx="37278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Blip>
                <a:blip r:embed="rId9"/>
              </a:buBlip>
              <a:defRPr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电荷连续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面分布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的电场</a:t>
            </a:r>
          </a:p>
        </p:txBody>
      </p:sp>
      <p:graphicFrame>
        <p:nvGraphicFramePr>
          <p:cNvPr id="9221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8584451"/>
              </p:ext>
            </p:extLst>
          </p:nvPr>
        </p:nvGraphicFramePr>
        <p:xfrm>
          <a:off x="4249341" y="872966"/>
          <a:ext cx="2693194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41" name="Equation" r:id="rId10" imgW="1473120" imgH="431640" progId="Equation.3">
                  <p:embed/>
                </p:oleObj>
              </mc:Choice>
              <mc:Fallback>
                <p:oleObj name="Equation" r:id="rId10" imgW="1473120" imgH="431640" progId="Equation.3">
                  <p:embed/>
                  <p:pic>
                    <p:nvPicPr>
                      <p:cNvPr id="9221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9341" y="872966"/>
                        <a:ext cx="2693194" cy="876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0" name="Freeform 22"/>
          <p:cNvSpPr>
            <a:spLocks/>
          </p:cNvSpPr>
          <p:nvPr/>
        </p:nvSpPr>
        <p:spPr bwMode="auto">
          <a:xfrm>
            <a:off x="5484019" y="3001327"/>
            <a:ext cx="1143000" cy="1500188"/>
          </a:xfrm>
          <a:custGeom>
            <a:avLst/>
            <a:gdLst>
              <a:gd name="T0" fmla="*/ 809343339 w 767"/>
              <a:gd name="T1" fmla="*/ 337700906 h 1260"/>
              <a:gd name="T2" fmla="*/ 130285131 w 767"/>
              <a:gd name="T3" fmla="*/ 1015622178 h 1260"/>
              <a:gd name="T4" fmla="*/ 39480942 w 767"/>
              <a:gd name="T5" fmla="*/ 2129531206 h 1260"/>
              <a:gd name="T6" fmla="*/ 276360646 w 767"/>
              <a:gd name="T7" fmla="*/ 2147483647 h 1260"/>
              <a:gd name="T8" fmla="*/ 1369962804 w 767"/>
              <a:gd name="T9" fmla="*/ 2147483647 h 1260"/>
              <a:gd name="T10" fmla="*/ 2147483647 w 767"/>
              <a:gd name="T11" fmla="*/ 2147483647 h 1260"/>
              <a:gd name="T12" fmla="*/ 2147483647 w 767"/>
              <a:gd name="T13" fmla="*/ 2147483647 h 1260"/>
              <a:gd name="T14" fmla="*/ 2147483647 w 767"/>
              <a:gd name="T15" fmla="*/ 1940520354 h 1260"/>
              <a:gd name="T16" fmla="*/ 2147483647 w 767"/>
              <a:gd name="T17" fmla="*/ 1318042399 h 1260"/>
              <a:gd name="T18" fmla="*/ 2147483647 w 767"/>
              <a:gd name="T19" fmla="*/ 771167712 h 1260"/>
              <a:gd name="T20" fmla="*/ 2147483647 w 767"/>
              <a:gd name="T21" fmla="*/ 224293125 h 1260"/>
              <a:gd name="T22" fmla="*/ 1752919840 w 767"/>
              <a:gd name="T23" fmla="*/ 17640299 h 1260"/>
              <a:gd name="T24" fmla="*/ 809343339 w 767"/>
              <a:gd name="T25" fmla="*/ 337700906 h 126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767"/>
              <a:gd name="T40" fmla="*/ 0 h 1260"/>
              <a:gd name="T41" fmla="*/ 767 w 767"/>
              <a:gd name="T42" fmla="*/ 1260 h 126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767" h="1260">
                <a:moveTo>
                  <a:pt x="205" y="134"/>
                </a:moveTo>
                <a:cubicBezTo>
                  <a:pt x="137" y="200"/>
                  <a:pt x="66" y="284"/>
                  <a:pt x="33" y="403"/>
                </a:cubicBezTo>
                <a:cubicBezTo>
                  <a:pt x="0" y="522"/>
                  <a:pt x="4" y="733"/>
                  <a:pt x="10" y="845"/>
                </a:cubicBezTo>
                <a:cubicBezTo>
                  <a:pt x="16" y="957"/>
                  <a:pt x="14" y="1010"/>
                  <a:pt x="70" y="1076"/>
                </a:cubicBezTo>
                <a:cubicBezTo>
                  <a:pt x="126" y="1142"/>
                  <a:pt x="267" y="1222"/>
                  <a:pt x="347" y="1241"/>
                </a:cubicBezTo>
                <a:cubicBezTo>
                  <a:pt x="427" y="1260"/>
                  <a:pt x="502" y="1223"/>
                  <a:pt x="549" y="1189"/>
                </a:cubicBezTo>
                <a:cubicBezTo>
                  <a:pt x="596" y="1155"/>
                  <a:pt x="627" y="1109"/>
                  <a:pt x="631" y="1039"/>
                </a:cubicBezTo>
                <a:cubicBezTo>
                  <a:pt x="635" y="969"/>
                  <a:pt x="578" y="856"/>
                  <a:pt x="571" y="770"/>
                </a:cubicBezTo>
                <a:cubicBezTo>
                  <a:pt x="564" y="684"/>
                  <a:pt x="561" y="600"/>
                  <a:pt x="586" y="523"/>
                </a:cubicBezTo>
                <a:cubicBezTo>
                  <a:pt x="611" y="446"/>
                  <a:pt x="699" y="378"/>
                  <a:pt x="721" y="306"/>
                </a:cubicBezTo>
                <a:cubicBezTo>
                  <a:pt x="743" y="234"/>
                  <a:pt x="767" y="139"/>
                  <a:pt x="721" y="89"/>
                </a:cubicBezTo>
                <a:cubicBezTo>
                  <a:pt x="675" y="39"/>
                  <a:pt x="530" y="0"/>
                  <a:pt x="444" y="7"/>
                </a:cubicBezTo>
                <a:cubicBezTo>
                  <a:pt x="358" y="14"/>
                  <a:pt x="273" y="68"/>
                  <a:pt x="205" y="134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>
                <a:lumMod val="75000"/>
              </a:schemeClr>
            </a:solidFill>
            <a:round/>
            <a:headEnd/>
            <a:tailEnd/>
          </a:ln>
        </p:spPr>
        <p:txBody>
          <a:bodyPr wrap="none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3" name="Oval 26"/>
          <p:cNvSpPr>
            <a:spLocks noChangeArrowheads="1"/>
          </p:cNvSpPr>
          <p:nvPr/>
        </p:nvSpPr>
        <p:spPr bwMode="auto">
          <a:xfrm>
            <a:off x="5884069" y="3506153"/>
            <a:ext cx="238125" cy="238125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51B2B9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350">
                <a:solidFill>
                  <a:srgbClr val="FF0000"/>
                </a:solidFill>
                <a:latin typeface="Arial" charset="0"/>
                <a:ea typeface="宋体" pitchFamily="2" charset="-122"/>
              </a:rPr>
              <a:t>+</a:t>
            </a:r>
          </a:p>
        </p:txBody>
      </p:sp>
      <p:sp>
        <p:nvSpPr>
          <p:cNvPr id="9231" name="Line 27"/>
          <p:cNvSpPr>
            <a:spLocks noChangeShapeType="1"/>
          </p:cNvSpPr>
          <p:nvPr/>
        </p:nvSpPr>
        <p:spPr bwMode="auto">
          <a:xfrm>
            <a:off x="5598319" y="3229928"/>
            <a:ext cx="28575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</p:spPr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9232" name="Oval 30"/>
          <p:cNvSpPr>
            <a:spLocks noChangeArrowheads="1"/>
          </p:cNvSpPr>
          <p:nvPr/>
        </p:nvSpPr>
        <p:spPr bwMode="auto">
          <a:xfrm>
            <a:off x="7261622" y="3858578"/>
            <a:ext cx="108347" cy="114300"/>
          </a:xfrm>
          <a:prstGeom prst="ellipse">
            <a:avLst/>
          </a:prstGeom>
          <a:solidFill>
            <a:srgbClr val="ED392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9222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1831016"/>
              </p:ext>
            </p:extLst>
          </p:nvPr>
        </p:nvGraphicFramePr>
        <p:xfrm>
          <a:off x="7141369" y="3972877"/>
          <a:ext cx="285750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42" name="Equation" r:id="rId12" imgW="152280" imgH="164880" progId="Equation.3">
                  <p:embed/>
                </p:oleObj>
              </mc:Choice>
              <mc:Fallback>
                <p:oleObj name="Equation" r:id="rId12" imgW="152280" imgH="164880" progId="Equation.3">
                  <p:embed/>
                  <p:pic>
                    <p:nvPicPr>
                      <p:cNvPr id="9222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1369" y="3972877"/>
                        <a:ext cx="285750" cy="280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5642371"/>
              </p:ext>
            </p:extLst>
          </p:nvPr>
        </p:nvGraphicFramePr>
        <p:xfrm>
          <a:off x="5139928" y="2828688"/>
          <a:ext cx="454819" cy="458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43" name="Equation" r:id="rId14" imgW="203040" imgH="203040" progId="Equation.3">
                  <p:embed/>
                </p:oleObj>
              </mc:Choice>
              <mc:Fallback>
                <p:oleObj name="Equation" r:id="rId14" imgW="203040" imgH="203040" progId="Equation.3">
                  <p:embed/>
                  <p:pic>
                    <p:nvPicPr>
                      <p:cNvPr id="9223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9928" y="2828688"/>
                        <a:ext cx="454819" cy="4583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6112669" y="3458528"/>
            <a:ext cx="1885950" cy="645319"/>
            <a:chOff x="3744" y="2784"/>
            <a:chExt cx="1584" cy="542"/>
          </a:xfrm>
        </p:grpSpPr>
        <p:grpSp>
          <p:nvGrpSpPr>
            <p:cNvPr id="9235" name="Group 43"/>
            <p:cNvGrpSpPr>
              <a:grpSpLocks/>
            </p:cNvGrpSpPr>
            <p:nvPr/>
          </p:nvGrpSpPr>
          <p:grpSpPr bwMode="auto">
            <a:xfrm>
              <a:off x="4800" y="2936"/>
              <a:ext cx="528" cy="390"/>
              <a:chOff x="4752" y="2922"/>
              <a:chExt cx="528" cy="390"/>
            </a:xfrm>
          </p:grpSpPr>
          <p:sp>
            <p:nvSpPr>
              <p:cNvPr id="9238" name="Line 44"/>
              <p:cNvSpPr>
                <a:spLocks noChangeShapeType="1"/>
              </p:cNvSpPr>
              <p:nvPr/>
            </p:nvSpPr>
            <p:spPr bwMode="auto">
              <a:xfrm>
                <a:off x="4752" y="3168"/>
                <a:ext cx="528" cy="144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  <p:graphicFrame>
            <p:nvGraphicFramePr>
              <p:cNvPr id="9225" name="Object 45"/>
              <p:cNvGraphicFramePr>
                <a:graphicFrameLocks noChangeAspect="1"/>
              </p:cNvGraphicFramePr>
              <p:nvPr/>
            </p:nvGraphicFramePr>
            <p:xfrm>
              <a:off x="4896" y="2922"/>
              <a:ext cx="336" cy="2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344" name="Equation" r:id="rId16" imgW="228600" imgH="203040" progId="Equation.3">
                      <p:embed/>
                    </p:oleObj>
                  </mc:Choice>
                  <mc:Fallback>
                    <p:oleObj name="Equation" r:id="rId16" imgW="228600" imgH="203040" progId="Equation.3">
                      <p:embed/>
                      <p:pic>
                        <p:nvPicPr>
                          <p:cNvPr id="9225" name="Object 4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96" y="2922"/>
                            <a:ext cx="336" cy="29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236" name="Group 46"/>
            <p:cNvGrpSpPr>
              <a:grpSpLocks/>
            </p:cNvGrpSpPr>
            <p:nvPr/>
          </p:nvGrpSpPr>
          <p:grpSpPr bwMode="auto">
            <a:xfrm>
              <a:off x="3744" y="2784"/>
              <a:ext cx="960" cy="384"/>
              <a:chOff x="3744" y="2784"/>
              <a:chExt cx="960" cy="384"/>
            </a:xfrm>
          </p:grpSpPr>
          <p:graphicFrame>
            <p:nvGraphicFramePr>
              <p:cNvPr id="9224" name="Object 47"/>
              <p:cNvGraphicFramePr>
                <a:graphicFrameLocks noChangeAspect="1"/>
              </p:cNvGraphicFramePr>
              <p:nvPr/>
            </p:nvGraphicFramePr>
            <p:xfrm>
              <a:off x="4320" y="2784"/>
              <a:ext cx="214" cy="2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345" name="Equation" r:id="rId18" imgW="126720" imgH="152280" progId="Equation.3">
                      <p:embed/>
                    </p:oleObj>
                  </mc:Choice>
                  <mc:Fallback>
                    <p:oleObj name="Equation" r:id="rId18" imgW="126720" imgH="152280" progId="Equation.3">
                      <p:embed/>
                      <p:pic>
                        <p:nvPicPr>
                          <p:cNvPr id="9224" name="Object 4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20" y="2784"/>
                            <a:ext cx="214" cy="25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37" name="Line 48"/>
              <p:cNvSpPr>
                <a:spLocks noChangeShapeType="1"/>
              </p:cNvSpPr>
              <p:nvPr/>
            </p:nvSpPr>
            <p:spPr bwMode="auto">
              <a:xfrm>
                <a:off x="3744" y="2928"/>
                <a:ext cx="96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</p:grpSp>
      </p:grpSp>
      <p:sp>
        <p:nvSpPr>
          <p:cNvPr id="9234" name="灯片编号占位符 1"/>
          <p:cNvSpPr txBox="1">
            <a:spLocks noGrp="1" noChangeArrowheads="1"/>
          </p:cNvSpPr>
          <p:nvPr/>
        </p:nvSpPr>
        <p:spPr bwMode="auto">
          <a:xfrm>
            <a:off x="7592616" y="4889898"/>
            <a:ext cx="16002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A4F74441-9324-4726-95F5-73C2E5BFF432}" type="slidenum">
              <a:rPr lang="zh-CN" altLang="en-US" sz="1350" b="1">
                <a:solidFill>
                  <a:srgbClr val="0000CC"/>
                </a:solidFill>
                <a:latin typeface="Calibri" pitchFamily="34" charset="0"/>
                <a:ea typeface="宋体" pitchFamily="2" charset="-122"/>
              </a:rPr>
              <a:pPr algn="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US" altLang="zh-CN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4175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4"/>
          <p:cNvGrpSpPr>
            <a:grpSpLocks/>
          </p:cNvGrpSpPr>
          <p:nvPr/>
        </p:nvGrpSpPr>
        <p:grpSpPr bwMode="auto">
          <a:xfrm>
            <a:off x="1222773" y="1745609"/>
            <a:ext cx="3257550" cy="456010"/>
            <a:chOff x="864" y="1536"/>
            <a:chExt cx="2736" cy="383"/>
          </a:xfrm>
        </p:grpSpPr>
        <p:sp>
          <p:nvSpPr>
            <p:cNvPr id="11279" name="Rectangle 20"/>
            <p:cNvSpPr>
              <a:spLocks noChangeArrowheads="1"/>
            </p:cNvSpPr>
            <p:nvPr/>
          </p:nvSpPr>
          <p:spPr bwMode="auto">
            <a:xfrm>
              <a:off x="864" y="1536"/>
              <a:ext cx="2427" cy="3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9056" tIns="34529" rIns="69056" bIns="34529">
              <a:spAutoFit/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2400" b="1">
                  <a:solidFill>
                    <a:srgbClr val="000000"/>
                  </a:solidFill>
                  <a:latin typeface="Bookman Old Style" pitchFamily="18" charset="0"/>
                  <a:ea typeface="宋体" pitchFamily="2" charset="-122"/>
                </a:rPr>
                <a:t>电偶极矩</a:t>
              </a:r>
              <a:r>
                <a:rPr kumimoji="1" lang="en-US" altLang="zh-CN" sz="2400" b="1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(</a:t>
              </a:r>
              <a:r>
                <a:rPr kumimoji="1" lang="zh-CN" altLang="en-US" sz="2400" b="1">
                  <a:solidFill>
                    <a:srgbClr val="000000"/>
                  </a:solidFill>
                  <a:latin typeface="Bookman Old Style" pitchFamily="18" charset="0"/>
                  <a:ea typeface="宋体" pitchFamily="2" charset="-122"/>
                </a:rPr>
                <a:t>电矩</a:t>
              </a:r>
              <a:r>
                <a:rPr kumimoji="1" lang="en-US" altLang="zh-CN" sz="2400" b="1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)</a:t>
              </a:r>
            </a:p>
          </p:txBody>
        </p:sp>
        <p:graphicFrame>
          <p:nvGraphicFramePr>
            <p:cNvPr id="11270" name="Object 21"/>
            <p:cNvGraphicFramePr>
              <a:graphicFrameLocks noChangeAspect="1"/>
            </p:cNvGraphicFramePr>
            <p:nvPr/>
          </p:nvGraphicFramePr>
          <p:xfrm>
            <a:off x="2784" y="1536"/>
            <a:ext cx="816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98" name="Equation" r:id="rId3" imgW="469800" imgH="228600" progId="Equation.3">
                    <p:embed/>
                  </p:oleObj>
                </mc:Choice>
                <mc:Fallback>
                  <p:oleObj name="Equation" r:id="rId3" imgW="469800" imgH="228600" progId="Equation.3">
                    <p:embed/>
                    <p:pic>
                      <p:nvPicPr>
                        <p:cNvPr id="1127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1536"/>
                          <a:ext cx="816" cy="3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272" name="Text Box 25"/>
          <p:cNvSpPr txBox="1">
            <a:spLocks noChangeArrowheads="1"/>
          </p:cNvSpPr>
          <p:nvPr/>
        </p:nvSpPr>
        <p:spPr bwMode="auto">
          <a:xfrm>
            <a:off x="514350" y="316990"/>
            <a:ext cx="4286250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700" b="1">
                <a:solidFill>
                  <a:srgbClr val="CC0000"/>
                </a:solidFill>
                <a:latin typeface="Times New Roman" pitchFamily="18" charset="0"/>
                <a:ea typeface="宋体" pitchFamily="2" charset="-122"/>
              </a:rPr>
              <a:t>五、电偶极子的电场强度</a:t>
            </a:r>
          </a:p>
        </p:txBody>
      </p:sp>
      <p:sp>
        <p:nvSpPr>
          <p:cNvPr id="11273" name="Text Box 30"/>
          <p:cNvSpPr txBox="1">
            <a:spLocks noChangeArrowheads="1"/>
          </p:cNvSpPr>
          <p:nvPr/>
        </p:nvSpPr>
        <p:spPr bwMode="auto">
          <a:xfrm>
            <a:off x="1222773" y="976466"/>
            <a:ext cx="24574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rgbClr val="1C1C1C"/>
                </a:solidFill>
                <a:latin typeface="Times New Roman" pitchFamily="18" charset="0"/>
                <a:ea typeface="宋体" pitchFamily="2" charset="-122"/>
              </a:rPr>
              <a:t>电偶极子的轴</a:t>
            </a:r>
          </a:p>
        </p:txBody>
      </p:sp>
      <p:graphicFrame>
        <p:nvGraphicFramePr>
          <p:cNvPr id="11266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9216165"/>
              </p:ext>
            </p:extLst>
          </p:nvPr>
        </p:nvGraphicFramePr>
        <p:xfrm>
          <a:off x="3189089" y="980931"/>
          <a:ext cx="30837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99" name="Equation" r:id="rId5" imgW="139680" imgH="228600" progId="Equation.3">
                  <p:embed/>
                </p:oleObj>
              </mc:Choice>
              <mc:Fallback>
                <p:oleObj name="Equation" r:id="rId5" imgW="139680" imgH="228600" progId="Equation.3">
                  <p:embed/>
                  <p:pic>
                    <p:nvPicPr>
                      <p:cNvPr id="11266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9089" y="980931"/>
                        <a:ext cx="308372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61"/>
          <p:cNvGraphicFramePr>
            <a:graphicFrameLocks noChangeAspect="1"/>
          </p:cNvGraphicFramePr>
          <p:nvPr/>
        </p:nvGraphicFramePr>
        <p:xfrm>
          <a:off x="2286000" y="3240881"/>
          <a:ext cx="371475" cy="3393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00" name="Equation" r:id="rId7" imgW="241200" imgH="164880" progId="Equation.3">
                  <p:embed/>
                </p:oleObj>
              </mc:Choice>
              <mc:Fallback>
                <p:oleObj name="Equation" r:id="rId7" imgW="241200" imgH="164880" progId="Equation.3">
                  <p:embed/>
                  <p:pic>
                    <p:nvPicPr>
                      <p:cNvPr id="11267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240881"/>
                        <a:ext cx="371475" cy="33932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62"/>
          <p:cNvGraphicFramePr>
            <a:graphicFrameLocks noChangeAspect="1"/>
          </p:cNvGraphicFramePr>
          <p:nvPr/>
        </p:nvGraphicFramePr>
        <p:xfrm>
          <a:off x="3771900" y="3245644"/>
          <a:ext cx="400050" cy="334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01" name="Equation" r:id="rId9" imgW="241200" imgH="177480" progId="Equation.3">
                  <p:embed/>
                </p:oleObj>
              </mc:Choice>
              <mc:Fallback>
                <p:oleObj name="Equation" r:id="rId9" imgW="241200" imgH="177480" progId="Equation.3">
                  <p:embed/>
                  <p:pic>
                    <p:nvPicPr>
                      <p:cNvPr id="11268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1900" y="3245644"/>
                        <a:ext cx="400050" cy="3345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5" name="Oval 63"/>
          <p:cNvSpPr>
            <a:spLocks noChangeArrowheads="1"/>
          </p:cNvSpPr>
          <p:nvPr/>
        </p:nvSpPr>
        <p:spPr bwMode="auto">
          <a:xfrm>
            <a:off x="3771900" y="3613547"/>
            <a:ext cx="233363" cy="233363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FC00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500" dirty="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1269" name="Object 65"/>
          <p:cNvGraphicFramePr>
            <a:graphicFrameLocks noChangeAspect="1"/>
          </p:cNvGraphicFramePr>
          <p:nvPr/>
        </p:nvGraphicFramePr>
        <p:xfrm>
          <a:off x="3111103" y="3808810"/>
          <a:ext cx="23217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02" name="Equation" r:id="rId11" imgW="139680" imgH="228600" progId="Equation.3">
                  <p:embed/>
                </p:oleObj>
              </mc:Choice>
              <mc:Fallback>
                <p:oleObj name="Equation" r:id="rId11" imgW="139680" imgH="228600" progId="Equation.3">
                  <p:embed/>
                  <p:pic>
                    <p:nvPicPr>
                      <p:cNvPr id="11269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103" y="3808810"/>
                        <a:ext cx="232172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6" name="Oval 67"/>
          <p:cNvSpPr>
            <a:spLocks noChangeArrowheads="1"/>
          </p:cNvSpPr>
          <p:nvPr/>
        </p:nvSpPr>
        <p:spPr bwMode="auto">
          <a:xfrm>
            <a:off x="2395538" y="3602396"/>
            <a:ext cx="285750" cy="285750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0000FF"/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rgbClr val="FFFFFF"/>
            </a:solidFill>
            <a:round/>
            <a:headEnd/>
            <a:tailEnd/>
          </a:ln>
        </p:spPr>
        <p:txBody>
          <a:bodyPr wrap="none" lIns="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400" dirty="0">
              <a:solidFill>
                <a:srgbClr val="000066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1277" name="Line 66"/>
          <p:cNvSpPr>
            <a:spLocks noChangeShapeType="1"/>
          </p:cNvSpPr>
          <p:nvPr/>
        </p:nvSpPr>
        <p:spPr bwMode="auto">
          <a:xfrm>
            <a:off x="2676525" y="3751660"/>
            <a:ext cx="1085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sm" len="lg"/>
          </a:ln>
        </p:spPr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1278" name="灯片编号占位符 1"/>
          <p:cNvSpPr txBox="1">
            <a:spLocks noGrp="1" noChangeArrowheads="1"/>
          </p:cNvSpPr>
          <p:nvPr/>
        </p:nvSpPr>
        <p:spPr bwMode="auto">
          <a:xfrm>
            <a:off x="7543800" y="4889898"/>
            <a:ext cx="16002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A4BD2364-E109-47F6-8A77-C7AF8C6E818A}" type="slidenum">
              <a:rPr lang="zh-CN" altLang="en-US" sz="1350" b="1">
                <a:solidFill>
                  <a:srgbClr val="0000CC"/>
                </a:solidFill>
                <a:latin typeface="Calibri" pitchFamily="34" charset="0"/>
                <a:ea typeface="宋体" pitchFamily="2" charset="-122"/>
              </a:rPr>
              <a:pPr algn="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US" altLang="zh-CN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6" name="Object 62"/>
          <p:cNvGraphicFramePr>
            <a:graphicFrameLocks noChangeAspect="1"/>
          </p:cNvGraphicFramePr>
          <p:nvPr/>
        </p:nvGraphicFramePr>
        <p:xfrm>
          <a:off x="2427000" y="3693245"/>
          <a:ext cx="216000" cy="178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03" name="Equation" r:id="rId13" imgW="139680" imgH="101520" progId="Equation.DSMT4">
                  <p:embed/>
                </p:oleObj>
              </mc:Choice>
              <mc:Fallback>
                <p:oleObj name="Equation" r:id="rId13" imgW="139680" imgH="101520" progId="Equation.DSMT4">
                  <p:embed/>
                  <p:pic>
                    <p:nvPicPr>
                      <p:cNvPr id="16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7000" y="3693245"/>
                        <a:ext cx="216000" cy="17833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62"/>
          <p:cNvGraphicFramePr>
            <a:graphicFrameLocks noChangeAspect="1"/>
          </p:cNvGraphicFramePr>
          <p:nvPr/>
        </p:nvGraphicFramePr>
        <p:xfrm>
          <a:off x="3784770" y="3607223"/>
          <a:ext cx="216000" cy="24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04" name="Equation" r:id="rId15" imgW="139680" imgH="139680" progId="Equation.DSMT4">
                  <p:embed/>
                </p:oleObj>
              </mc:Choice>
              <mc:Fallback>
                <p:oleObj name="Equation" r:id="rId15" imgW="139680" imgH="139680" progId="Equation.DSMT4">
                  <p:embed/>
                  <p:pic>
                    <p:nvPicPr>
                      <p:cNvPr id="17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770" y="3607223"/>
                        <a:ext cx="216000" cy="24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2185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3" name="Text Box 53"/>
          <p:cNvSpPr txBox="1">
            <a:spLocks noChangeArrowheads="1"/>
          </p:cNvSpPr>
          <p:nvPr/>
        </p:nvSpPr>
        <p:spPr bwMode="auto">
          <a:xfrm>
            <a:off x="1547812" y="141685"/>
            <a:ext cx="562260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400" b="1">
                <a:solidFill>
                  <a:srgbClr val="CC0000"/>
                </a:solidFill>
                <a:latin typeface="Times New Roman" pitchFamily="18" charset="0"/>
                <a:ea typeface="宋体" pitchFamily="2" charset="-122"/>
              </a:rPr>
              <a:t>（</a:t>
            </a:r>
            <a:r>
              <a:rPr lang="en-US" altLang="zh-CN" sz="2400" b="1">
                <a:solidFill>
                  <a:srgbClr val="CC0000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zh-CN" altLang="en-US" sz="2400" b="1">
                <a:solidFill>
                  <a:srgbClr val="CC0000"/>
                </a:solidFill>
                <a:latin typeface="Times New Roman" pitchFamily="18" charset="0"/>
                <a:ea typeface="宋体" pitchFamily="2" charset="-122"/>
              </a:rPr>
              <a:t>）</a:t>
            </a:r>
            <a:r>
              <a:rPr lang="zh-CN" altLang="en-US" sz="2400" b="1">
                <a:solidFill>
                  <a:srgbClr val="1C1C1C"/>
                </a:solidFill>
                <a:latin typeface="Times New Roman" pitchFamily="18" charset="0"/>
                <a:ea typeface="宋体" pitchFamily="2" charset="-122"/>
              </a:rPr>
              <a:t>轴线延长线上一点的电场强度</a:t>
            </a:r>
          </a:p>
        </p:txBody>
      </p:sp>
      <p:graphicFrame>
        <p:nvGraphicFramePr>
          <p:cNvPr id="46134" name="Object 54"/>
          <p:cNvGraphicFramePr>
            <a:graphicFrameLocks noChangeAspect="1"/>
          </p:cNvGraphicFramePr>
          <p:nvPr/>
        </p:nvGraphicFramePr>
        <p:xfrm>
          <a:off x="1763316" y="844154"/>
          <a:ext cx="251817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54" name="Equation" r:id="rId3" imgW="1447560" imgH="431640" progId="Equation.3">
                  <p:embed/>
                </p:oleObj>
              </mc:Choice>
              <mc:Fallback>
                <p:oleObj name="Equation" r:id="rId3" imgW="1447560" imgH="431640" progId="Equation.3">
                  <p:embed/>
                  <p:pic>
                    <p:nvPicPr>
                      <p:cNvPr id="46134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316" y="844154"/>
                        <a:ext cx="2518172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35" name="Object 55"/>
          <p:cNvGraphicFramePr>
            <a:graphicFrameLocks noChangeAspect="1"/>
          </p:cNvGraphicFramePr>
          <p:nvPr/>
        </p:nvGraphicFramePr>
        <p:xfrm>
          <a:off x="4950619" y="789385"/>
          <a:ext cx="2612231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55" name="Equation" r:id="rId5" imgW="1562040" imgH="431640" progId="Equation.3">
                  <p:embed/>
                </p:oleObj>
              </mc:Choice>
              <mc:Fallback>
                <p:oleObj name="Equation" r:id="rId5" imgW="1562040" imgH="431640" progId="Equation.3">
                  <p:embed/>
                  <p:pic>
                    <p:nvPicPr>
                      <p:cNvPr id="46135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0619" y="789385"/>
                        <a:ext cx="2612231" cy="828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36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5313677"/>
              </p:ext>
            </p:extLst>
          </p:nvPr>
        </p:nvGraphicFramePr>
        <p:xfrm>
          <a:off x="1763316" y="2068115"/>
          <a:ext cx="4040981" cy="898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56" name="Equation" r:id="rId7" imgW="2247840" imgH="482400" progId="Equation.3">
                  <p:embed/>
                </p:oleObj>
              </mc:Choice>
              <mc:Fallback>
                <p:oleObj name="Equation" r:id="rId7" imgW="2247840" imgH="482400" progId="Equation.3">
                  <p:embed/>
                  <p:pic>
                    <p:nvPicPr>
                      <p:cNvPr id="46136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316" y="2068115"/>
                        <a:ext cx="4040981" cy="89892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5" name="Line 66"/>
          <p:cNvSpPr>
            <a:spLocks noChangeShapeType="1"/>
          </p:cNvSpPr>
          <p:nvPr/>
        </p:nvSpPr>
        <p:spPr bwMode="auto">
          <a:xfrm>
            <a:off x="3200400" y="4457700"/>
            <a:ext cx="2343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lg"/>
            <a:tailEnd type="triangle" w="sm" len="lg"/>
          </a:ln>
        </p:spPr>
        <p:txBody>
          <a:bodyPr wrap="none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2306" name="Line 67"/>
          <p:cNvSpPr>
            <a:spLocks noChangeShapeType="1"/>
          </p:cNvSpPr>
          <p:nvPr/>
        </p:nvSpPr>
        <p:spPr bwMode="auto">
          <a:xfrm>
            <a:off x="5543550" y="4000500"/>
            <a:ext cx="0" cy="514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lg"/>
            <a:tailEnd type="none" w="sm" len="lg"/>
          </a:ln>
        </p:spPr>
        <p:txBody>
          <a:bodyPr wrap="none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2293" name="Object 68"/>
          <p:cNvGraphicFramePr>
            <a:graphicFrameLocks noChangeAspect="1"/>
          </p:cNvGraphicFramePr>
          <p:nvPr/>
        </p:nvGraphicFramePr>
        <p:xfrm>
          <a:off x="4400550" y="4171950"/>
          <a:ext cx="342900" cy="313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57" name="Equation" r:id="rId9" imgW="126720" imgH="139680" progId="Equation.3">
                  <p:embed/>
                </p:oleObj>
              </mc:Choice>
              <mc:Fallback>
                <p:oleObj name="Equation" r:id="rId9" imgW="126720" imgH="139680" progId="Equation.3">
                  <p:embed/>
                  <p:pic>
                    <p:nvPicPr>
                      <p:cNvPr id="12293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0550" y="4171950"/>
                        <a:ext cx="342900" cy="31313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70"/>
          <p:cNvGraphicFramePr>
            <a:graphicFrameLocks noChangeAspect="1"/>
          </p:cNvGraphicFramePr>
          <p:nvPr/>
        </p:nvGraphicFramePr>
        <p:xfrm>
          <a:off x="3107531" y="3676650"/>
          <a:ext cx="276225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58" name="Equation" r:id="rId11" imgW="152280" imgH="177480" progId="Equation.3">
                  <p:embed/>
                </p:oleObj>
              </mc:Choice>
              <mc:Fallback>
                <p:oleObj name="Equation" r:id="rId11" imgW="152280" imgH="177480" progId="Equation.3">
                  <p:embed/>
                  <p:pic>
                    <p:nvPicPr>
                      <p:cNvPr id="12294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7531" y="3676650"/>
                        <a:ext cx="276225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71"/>
          <p:cNvGraphicFramePr>
            <a:graphicFrameLocks noChangeAspect="1"/>
          </p:cNvGraphicFramePr>
          <p:nvPr/>
        </p:nvGraphicFramePr>
        <p:xfrm>
          <a:off x="6467475" y="4057650"/>
          <a:ext cx="342900" cy="311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59" name="Equation" r:id="rId13" imgW="126720" imgH="139680" progId="Equation.3">
                  <p:embed/>
                </p:oleObj>
              </mc:Choice>
              <mc:Fallback>
                <p:oleObj name="Equation" r:id="rId13" imgW="126720" imgH="139680" progId="Equation.3">
                  <p:embed/>
                  <p:pic>
                    <p:nvPicPr>
                      <p:cNvPr id="12295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7475" y="4057650"/>
                        <a:ext cx="342900" cy="3119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7" name="Line 72"/>
          <p:cNvSpPr>
            <a:spLocks noChangeShapeType="1"/>
          </p:cNvSpPr>
          <p:nvPr/>
        </p:nvSpPr>
        <p:spPr bwMode="auto">
          <a:xfrm>
            <a:off x="2638425" y="4000500"/>
            <a:ext cx="4057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</p:spPr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2308" name="Line 73"/>
          <p:cNvSpPr>
            <a:spLocks noChangeShapeType="1"/>
          </p:cNvSpPr>
          <p:nvPr/>
        </p:nvSpPr>
        <p:spPr bwMode="auto">
          <a:xfrm>
            <a:off x="2524125" y="4057650"/>
            <a:ext cx="0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lg"/>
            <a:tailEnd type="none" w="sm" len="lg"/>
          </a:ln>
        </p:spPr>
        <p:txBody>
          <a:bodyPr wrap="none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2309" name="Line 74"/>
          <p:cNvSpPr>
            <a:spLocks noChangeShapeType="1"/>
          </p:cNvSpPr>
          <p:nvPr/>
        </p:nvSpPr>
        <p:spPr bwMode="auto">
          <a:xfrm>
            <a:off x="3895725" y="4114800"/>
            <a:ext cx="0" cy="285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lg"/>
            <a:tailEnd type="none" w="sm" len="lg"/>
          </a:ln>
        </p:spPr>
        <p:txBody>
          <a:bodyPr wrap="none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2310" name="Line 75"/>
          <p:cNvSpPr>
            <a:spLocks noChangeShapeType="1"/>
          </p:cNvSpPr>
          <p:nvPr/>
        </p:nvSpPr>
        <p:spPr bwMode="auto">
          <a:xfrm>
            <a:off x="2524125" y="428625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lg"/>
            <a:tailEnd type="triangle" w="sm" len="lg"/>
          </a:ln>
        </p:spPr>
        <p:txBody>
          <a:bodyPr wrap="none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2296" name="Object 76"/>
          <p:cNvGraphicFramePr>
            <a:graphicFrameLocks noChangeAspect="1"/>
          </p:cNvGraphicFramePr>
          <p:nvPr/>
        </p:nvGraphicFramePr>
        <p:xfrm>
          <a:off x="3381375" y="4000500"/>
          <a:ext cx="400050" cy="303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0" name="Equation" r:id="rId15" imgW="304560" imgH="228600" progId="Equation.3">
                  <p:embed/>
                </p:oleObj>
              </mc:Choice>
              <mc:Fallback>
                <p:oleObj name="Equation" r:id="rId15" imgW="304560" imgH="228600" progId="Equation.3">
                  <p:embed/>
                  <p:pic>
                    <p:nvPicPr>
                      <p:cNvPr id="12296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375" y="4000500"/>
                        <a:ext cx="400050" cy="3036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1" name="Line 77"/>
          <p:cNvSpPr>
            <a:spLocks noChangeShapeType="1"/>
          </p:cNvSpPr>
          <p:nvPr/>
        </p:nvSpPr>
        <p:spPr bwMode="auto">
          <a:xfrm>
            <a:off x="3209925" y="4000500"/>
            <a:ext cx="0" cy="514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lg"/>
            <a:tailEnd type="none" w="sm" len="lg"/>
          </a:ln>
        </p:spPr>
        <p:txBody>
          <a:bodyPr wrap="none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2312" name="Line 78"/>
          <p:cNvSpPr>
            <a:spLocks noChangeShapeType="1"/>
          </p:cNvSpPr>
          <p:nvPr/>
        </p:nvSpPr>
        <p:spPr bwMode="auto">
          <a:xfrm>
            <a:off x="3209925" y="428625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lg"/>
            <a:tailEnd type="triangle" w="sm" len="lg"/>
          </a:ln>
        </p:spPr>
        <p:txBody>
          <a:bodyPr wrap="none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2297" name="Object 79"/>
          <p:cNvGraphicFramePr>
            <a:graphicFrameLocks noChangeAspect="1"/>
          </p:cNvGraphicFramePr>
          <p:nvPr/>
        </p:nvGraphicFramePr>
        <p:xfrm>
          <a:off x="2695575" y="4000500"/>
          <a:ext cx="400050" cy="303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1" name="Equation" r:id="rId17" imgW="304560" imgH="228600" progId="Equation.3">
                  <p:embed/>
                </p:oleObj>
              </mc:Choice>
              <mc:Fallback>
                <p:oleObj name="Equation" r:id="rId17" imgW="304560" imgH="228600" progId="Equation.3">
                  <p:embed/>
                  <p:pic>
                    <p:nvPicPr>
                      <p:cNvPr id="12297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5575" y="4000500"/>
                        <a:ext cx="400050" cy="3036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3" name="Text Box 80"/>
          <p:cNvSpPr txBox="1">
            <a:spLocks noChangeArrowheads="1"/>
          </p:cNvSpPr>
          <p:nvPr/>
        </p:nvSpPr>
        <p:spPr bwMode="auto">
          <a:xfrm>
            <a:off x="3067047" y="3567111"/>
            <a:ext cx="228600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sz="33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.</a:t>
            </a:r>
          </a:p>
        </p:txBody>
      </p:sp>
      <p:grpSp>
        <p:nvGrpSpPr>
          <p:cNvPr id="2" name="Group 81"/>
          <p:cNvGrpSpPr>
            <a:grpSpLocks/>
          </p:cNvGrpSpPr>
          <p:nvPr/>
        </p:nvGrpSpPr>
        <p:grpSpPr bwMode="auto">
          <a:xfrm>
            <a:off x="4939903" y="4000500"/>
            <a:ext cx="603647" cy="457200"/>
            <a:chOff x="3189" y="3360"/>
            <a:chExt cx="507" cy="384"/>
          </a:xfrm>
        </p:grpSpPr>
        <p:graphicFrame>
          <p:nvGraphicFramePr>
            <p:cNvPr id="12302" name="Object 82"/>
            <p:cNvGraphicFramePr>
              <a:graphicFrameLocks noChangeAspect="1"/>
            </p:cNvGraphicFramePr>
            <p:nvPr/>
          </p:nvGraphicFramePr>
          <p:xfrm>
            <a:off x="3312" y="3395"/>
            <a:ext cx="282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62" name="Equation" r:id="rId19" imgW="215640" imgH="228600" progId="Equation.3">
                    <p:embed/>
                  </p:oleObj>
                </mc:Choice>
                <mc:Fallback>
                  <p:oleObj name="Equation" r:id="rId19" imgW="215640" imgH="228600" progId="Equation.3">
                    <p:embed/>
                    <p:pic>
                      <p:nvPicPr>
                        <p:cNvPr id="12302" name="Object 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3395"/>
                          <a:ext cx="282" cy="34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22" name="Line 83"/>
            <p:cNvSpPr>
              <a:spLocks noChangeShapeType="1"/>
            </p:cNvSpPr>
            <p:nvPr/>
          </p:nvSpPr>
          <p:spPr bwMode="auto">
            <a:xfrm flipH="1">
              <a:off x="3189" y="3360"/>
              <a:ext cx="507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lg"/>
              <a:tailEnd type="triangle" w="sm" len="lg"/>
            </a:ln>
          </p:spPr>
          <p:txBody>
            <a:bodyPr wrap="none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</p:grpSp>
      <p:grpSp>
        <p:nvGrpSpPr>
          <p:cNvPr id="3" name="Group 84"/>
          <p:cNvGrpSpPr>
            <a:grpSpLocks/>
          </p:cNvGrpSpPr>
          <p:nvPr/>
        </p:nvGrpSpPr>
        <p:grpSpPr bwMode="auto">
          <a:xfrm>
            <a:off x="5543550" y="4000500"/>
            <a:ext cx="800100" cy="457200"/>
            <a:chOff x="3696" y="3360"/>
            <a:chExt cx="672" cy="384"/>
          </a:xfrm>
        </p:grpSpPr>
        <p:graphicFrame>
          <p:nvGraphicFramePr>
            <p:cNvPr id="12301" name="Object 85"/>
            <p:cNvGraphicFramePr>
              <a:graphicFrameLocks noChangeAspect="1"/>
            </p:cNvGraphicFramePr>
            <p:nvPr/>
          </p:nvGraphicFramePr>
          <p:xfrm>
            <a:off x="3888" y="3402"/>
            <a:ext cx="336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63" name="Equation" r:id="rId21" imgW="215640" imgH="228600" progId="Equation.3">
                    <p:embed/>
                  </p:oleObj>
                </mc:Choice>
                <mc:Fallback>
                  <p:oleObj name="Equation" r:id="rId21" imgW="215640" imgH="228600" progId="Equation.3">
                    <p:embed/>
                    <p:pic>
                      <p:nvPicPr>
                        <p:cNvPr id="12301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3402"/>
                          <a:ext cx="336" cy="34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21" name="Line 86"/>
            <p:cNvSpPr>
              <a:spLocks noChangeShapeType="1"/>
            </p:cNvSpPr>
            <p:nvPr/>
          </p:nvSpPr>
          <p:spPr bwMode="auto">
            <a:xfrm>
              <a:off x="3696" y="3360"/>
              <a:ext cx="6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lg"/>
              <a:tailEnd type="triangle" w="sm" len="lg"/>
            </a:ln>
          </p:spPr>
          <p:txBody>
            <a:bodyPr wrap="none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</p:grpSp>
      <p:grpSp>
        <p:nvGrpSpPr>
          <p:cNvPr id="12316" name="Group 87"/>
          <p:cNvGrpSpPr>
            <a:grpSpLocks/>
          </p:cNvGrpSpPr>
          <p:nvPr/>
        </p:nvGrpSpPr>
        <p:grpSpPr bwMode="auto">
          <a:xfrm>
            <a:off x="5372100" y="3562355"/>
            <a:ext cx="360760" cy="600075"/>
            <a:chOff x="3552" y="3016"/>
            <a:chExt cx="303" cy="504"/>
          </a:xfrm>
        </p:grpSpPr>
        <p:graphicFrame>
          <p:nvGraphicFramePr>
            <p:cNvPr id="12300" name="Object 88"/>
            <p:cNvGraphicFramePr>
              <a:graphicFrameLocks noChangeAspect="1"/>
            </p:cNvGraphicFramePr>
            <p:nvPr/>
          </p:nvGraphicFramePr>
          <p:xfrm>
            <a:off x="3552" y="3072"/>
            <a:ext cx="303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64" name="Equation" r:id="rId23" imgW="164880" imgH="164880" progId="Equation.3">
                    <p:embed/>
                  </p:oleObj>
                </mc:Choice>
                <mc:Fallback>
                  <p:oleObj name="Equation" r:id="rId23" imgW="164880" imgH="164880" progId="Equation.3">
                    <p:embed/>
                    <p:pic>
                      <p:nvPicPr>
                        <p:cNvPr id="12300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3072"/>
                          <a:ext cx="303" cy="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20" name="Text Box 89"/>
            <p:cNvSpPr txBox="1">
              <a:spLocks noChangeArrowheads="1"/>
            </p:cNvSpPr>
            <p:nvPr/>
          </p:nvSpPr>
          <p:spPr bwMode="auto">
            <a:xfrm>
              <a:off x="3580" y="3016"/>
              <a:ext cx="192" cy="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685800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altLang="zh-CN" sz="3300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.</a:t>
              </a:r>
            </a:p>
          </p:txBody>
        </p:sp>
      </p:grpSp>
      <p:graphicFrame>
        <p:nvGraphicFramePr>
          <p:cNvPr id="12298" name="Object 90"/>
          <p:cNvGraphicFramePr>
            <a:graphicFrameLocks noChangeAspect="1"/>
          </p:cNvGraphicFramePr>
          <p:nvPr/>
        </p:nvGraphicFramePr>
        <p:xfrm>
          <a:off x="3771900" y="3494485"/>
          <a:ext cx="400050" cy="334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5" name="Equation" r:id="rId25" imgW="241200" imgH="177480" progId="Equation.3">
                  <p:embed/>
                </p:oleObj>
              </mc:Choice>
              <mc:Fallback>
                <p:oleObj name="Equation" r:id="rId25" imgW="241200" imgH="177480" progId="Equation.3">
                  <p:embed/>
                  <p:pic>
                    <p:nvPicPr>
                      <p:cNvPr id="12298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1900" y="3494485"/>
                        <a:ext cx="400050" cy="3345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7" name="Oval 91"/>
          <p:cNvSpPr>
            <a:spLocks noChangeArrowheads="1"/>
          </p:cNvSpPr>
          <p:nvPr/>
        </p:nvSpPr>
        <p:spPr bwMode="auto">
          <a:xfrm>
            <a:off x="3771900" y="3862387"/>
            <a:ext cx="233363" cy="233363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FC00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500" dirty="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2299" name="Object 92"/>
          <p:cNvGraphicFramePr>
            <a:graphicFrameLocks noChangeAspect="1"/>
          </p:cNvGraphicFramePr>
          <p:nvPr/>
        </p:nvGraphicFramePr>
        <p:xfrm>
          <a:off x="2286000" y="3489723"/>
          <a:ext cx="371475" cy="339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6" name="Equation" r:id="rId27" imgW="241200" imgH="164880" progId="Equation.3">
                  <p:embed/>
                </p:oleObj>
              </mc:Choice>
              <mc:Fallback>
                <p:oleObj name="Equation" r:id="rId27" imgW="241200" imgH="164880" progId="Equation.3">
                  <p:embed/>
                  <p:pic>
                    <p:nvPicPr>
                      <p:cNvPr id="12299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489723"/>
                        <a:ext cx="371475" cy="3393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8" name="Oval 93"/>
          <p:cNvSpPr>
            <a:spLocks noChangeArrowheads="1"/>
          </p:cNvSpPr>
          <p:nvPr/>
        </p:nvSpPr>
        <p:spPr bwMode="auto">
          <a:xfrm>
            <a:off x="2400300" y="3829050"/>
            <a:ext cx="285750" cy="285750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0000FF"/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rgbClr val="FFFFFF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400" dirty="0">
              <a:solidFill>
                <a:srgbClr val="000066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2319" name="灯片编号占位符 1"/>
          <p:cNvSpPr txBox="1">
            <a:spLocks noGrp="1" noChangeArrowheads="1"/>
          </p:cNvSpPr>
          <p:nvPr/>
        </p:nvSpPr>
        <p:spPr bwMode="auto">
          <a:xfrm>
            <a:off x="7562850" y="4889898"/>
            <a:ext cx="16002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11D3006C-5EF1-4B8D-BB41-AD8FE4156AAD}" type="slidenum">
              <a:rPr lang="zh-CN" altLang="en-US" sz="1350" b="1">
                <a:solidFill>
                  <a:srgbClr val="0000CC"/>
                </a:solidFill>
                <a:latin typeface="Calibri" pitchFamily="34" charset="0"/>
                <a:ea typeface="宋体" pitchFamily="2" charset="-122"/>
              </a:rPr>
              <a:pPr algn="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US" altLang="zh-CN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4" name="Object 15"/>
          <p:cNvGraphicFramePr>
            <a:graphicFrameLocks noChangeAspect="1"/>
          </p:cNvGraphicFramePr>
          <p:nvPr/>
        </p:nvGraphicFramePr>
        <p:xfrm>
          <a:off x="2434114" y="3921919"/>
          <a:ext cx="216694" cy="1785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7" name="Equation" r:id="rId29" imgW="139680" imgH="101520" progId="Equation.DSMT4">
                  <p:embed/>
                </p:oleObj>
              </mc:Choice>
              <mc:Fallback>
                <p:oleObj name="Equation" r:id="rId29" imgW="139680" imgH="101520" progId="Equation.DSMT4">
                  <p:embed/>
                  <p:pic>
                    <p:nvPicPr>
                      <p:cNvPr id="4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4114" y="3921919"/>
                        <a:ext cx="216694" cy="1785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6"/>
          <p:cNvGraphicFramePr>
            <a:graphicFrameLocks noChangeAspect="1"/>
          </p:cNvGraphicFramePr>
          <p:nvPr/>
        </p:nvGraphicFramePr>
        <p:xfrm>
          <a:off x="3784998" y="3859054"/>
          <a:ext cx="215503" cy="244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8" name="Equation" r:id="rId31" imgW="139680" imgH="139680" progId="Equation.DSMT4">
                  <p:embed/>
                </p:oleObj>
              </mc:Choice>
              <mc:Fallback>
                <p:oleObj name="Equation" r:id="rId31" imgW="139680" imgH="139680" progId="Equation.DSMT4">
                  <p:embed/>
                  <p:pic>
                    <p:nvPicPr>
                      <p:cNvPr id="5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998" y="3859054"/>
                        <a:ext cx="215503" cy="2440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9924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6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6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6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000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3038857"/>
              </p:ext>
            </p:extLst>
          </p:nvPr>
        </p:nvGraphicFramePr>
        <p:xfrm>
          <a:off x="2081450" y="2186225"/>
          <a:ext cx="15351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78" name="Equation" r:id="rId3" imgW="863280" imgH="228600" progId="Equation.DSMT4">
                  <p:embed/>
                </p:oleObj>
              </mc:Choice>
              <mc:Fallback>
                <p:oleObj name="Equation" r:id="rId3" imgW="863280" imgH="228600" progId="Equation.DSMT4">
                  <p:embed/>
                  <p:pic>
                    <p:nvPicPr>
                      <p:cNvPr id="4000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1450" y="2186225"/>
                        <a:ext cx="1535112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01" name="Object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202707"/>
              </p:ext>
            </p:extLst>
          </p:nvPr>
        </p:nvGraphicFramePr>
        <p:xfrm>
          <a:off x="3656249" y="2013544"/>
          <a:ext cx="1881188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79" name="Equation" r:id="rId5" imgW="1002960" imgH="431640" progId="Equation.3">
                  <p:embed/>
                </p:oleObj>
              </mc:Choice>
              <mc:Fallback>
                <p:oleObj name="Equation" r:id="rId5" imgW="1002960" imgH="431640" progId="Equation.3">
                  <p:embed/>
                  <p:pic>
                    <p:nvPicPr>
                      <p:cNvPr id="40001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6249" y="2013544"/>
                        <a:ext cx="1881188" cy="809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02" name="Object 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2779914"/>
              </p:ext>
            </p:extLst>
          </p:nvPr>
        </p:nvGraphicFramePr>
        <p:xfrm>
          <a:off x="5577125" y="2013544"/>
          <a:ext cx="1332310" cy="825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80" name="Equation" r:id="rId7" imgW="698400" imgH="431640" progId="Equation.3">
                  <p:embed/>
                </p:oleObj>
              </mc:Choice>
              <mc:Fallback>
                <p:oleObj name="Equation" r:id="rId7" imgW="698400" imgH="431640" progId="Equation.3">
                  <p:embed/>
                  <p:pic>
                    <p:nvPicPr>
                      <p:cNvPr id="40002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7125" y="2013544"/>
                        <a:ext cx="1332310" cy="8251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3602742"/>
              </p:ext>
            </p:extLst>
          </p:nvPr>
        </p:nvGraphicFramePr>
        <p:xfrm>
          <a:off x="2081450" y="431205"/>
          <a:ext cx="2881313" cy="898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81" name="Equation" r:id="rId9" imgW="1600200" imgH="482400" progId="Equation.DSMT4">
                  <p:embed/>
                </p:oleObj>
              </mc:Choice>
              <mc:Fallback>
                <p:oleObj name="Equation" r:id="rId9" imgW="1600200" imgH="482400" progId="Equation.DSMT4">
                  <p:embed/>
                  <p:pic>
                    <p:nvPicPr>
                      <p:cNvPr id="13317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1450" y="431205"/>
                        <a:ext cx="2881313" cy="89892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27" name="Group 156"/>
          <p:cNvGrpSpPr>
            <a:grpSpLocks/>
          </p:cNvGrpSpPr>
          <p:nvPr/>
        </p:nvGrpSpPr>
        <p:grpSpPr bwMode="auto">
          <a:xfrm>
            <a:off x="2286000" y="3489721"/>
            <a:ext cx="4524375" cy="1025128"/>
            <a:chOff x="960" y="2931"/>
            <a:chExt cx="3800" cy="861"/>
          </a:xfrm>
        </p:grpSpPr>
        <p:sp>
          <p:nvSpPr>
            <p:cNvPr id="13330" name="Line 128"/>
            <p:cNvSpPr>
              <a:spLocks noChangeShapeType="1"/>
            </p:cNvSpPr>
            <p:nvPr/>
          </p:nvSpPr>
          <p:spPr bwMode="auto">
            <a:xfrm>
              <a:off x="1728" y="3744"/>
              <a:ext cx="19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 wrap="none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331" name="Line 129"/>
            <p:cNvSpPr>
              <a:spLocks noChangeShapeType="1"/>
            </p:cNvSpPr>
            <p:nvPr/>
          </p:nvSpPr>
          <p:spPr bwMode="auto">
            <a:xfrm>
              <a:off x="3696" y="3360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</p:spPr>
          <p:txBody>
            <a:bodyPr wrap="none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13318" name="Object 130"/>
            <p:cNvGraphicFramePr>
              <a:graphicFrameLocks noChangeAspect="1"/>
            </p:cNvGraphicFramePr>
            <p:nvPr/>
          </p:nvGraphicFramePr>
          <p:xfrm>
            <a:off x="2736" y="3504"/>
            <a:ext cx="288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82" name="Equation" r:id="rId11" imgW="126720" imgH="139680" progId="Equation.3">
                    <p:embed/>
                  </p:oleObj>
                </mc:Choice>
                <mc:Fallback>
                  <p:oleObj name="Equation" r:id="rId11" imgW="126720" imgH="139680" progId="Equation.3">
                    <p:embed/>
                    <p:pic>
                      <p:nvPicPr>
                        <p:cNvPr id="13318" name="Object 1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3504"/>
                          <a:ext cx="288" cy="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19" name="Object 131"/>
            <p:cNvGraphicFramePr>
              <a:graphicFrameLocks noChangeAspect="1"/>
            </p:cNvGraphicFramePr>
            <p:nvPr/>
          </p:nvGraphicFramePr>
          <p:xfrm>
            <a:off x="1650" y="3088"/>
            <a:ext cx="232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83" name="Equation" r:id="rId13" imgW="152280" imgH="177480" progId="Equation.3">
                    <p:embed/>
                  </p:oleObj>
                </mc:Choice>
                <mc:Fallback>
                  <p:oleObj name="Equation" r:id="rId13" imgW="152280" imgH="177480" progId="Equation.3">
                    <p:embed/>
                    <p:pic>
                      <p:nvPicPr>
                        <p:cNvPr id="13319" name="Object 1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0" y="3088"/>
                          <a:ext cx="232" cy="2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0" name="Object 132"/>
            <p:cNvGraphicFramePr>
              <a:graphicFrameLocks noChangeAspect="1"/>
            </p:cNvGraphicFramePr>
            <p:nvPr/>
          </p:nvGraphicFramePr>
          <p:xfrm>
            <a:off x="4472" y="3408"/>
            <a:ext cx="288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84" name="Equation" r:id="rId15" imgW="126720" imgH="139680" progId="Equation.3">
                    <p:embed/>
                  </p:oleObj>
                </mc:Choice>
                <mc:Fallback>
                  <p:oleObj name="Equation" r:id="rId15" imgW="126720" imgH="139680" progId="Equation.3">
                    <p:embed/>
                    <p:pic>
                      <p:nvPicPr>
                        <p:cNvPr id="13320" name="Object 1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2" y="3408"/>
                          <a:ext cx="288" cy="2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2" name="Line 133"/>
            <p:cNvSpPr>
              <a:spLocks noChangeShapeType="1"/>
            </p:cNvSpPr>
            <p:nvPr/>
          </p:nvSpPr>
          <p:spPr bwMode="auto">
            <a:xfrm>
              <a:off x="1256" y="3360"/>
              <a:ext cx="3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333" name="Line 134"/>
            <p:cNvSpPr>
              <a:spLocks noChangeShapeType="1"/>
            </p:cNvSpPr>
            <p:nvPr/>
          </p:nvSpPr>
          <p:spPr bwMode="auto">
            <a:xfrm>
              <a:off x="1160" y="3408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</p:spPr>
          <p:txBody>
            <a:bodyPr wrap="none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334" name="Line 135"/>
            <p:cNvSpPr>
              <a:spLocks noChangeShapeType="1"/>
            </p:cNvSpPr>
            <p:nvPr/>
          </p:nvSpPr>
          <p:spPr bwMode="auto">
            <a:xfrm>
              <a:off x="2312" y="3456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</p:spPr>
          <p:txBody>
            <a:bodyPr wrap="none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335" name="Line 136"/>
            <p:cNvSpPr>
              <a:spLocks noChangeShapeType="1"/>
            </p:cNvSpPr>
            <p:nvPr/>
          </p:nvSpPr>
          <p:spPr bwMode="auto">
            <a:xfrm>
              <a:off x="1160" y="3600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 wrap="none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13321" name="Object 137"/>
            <p:cNvGraphicFramePr>
              <a:graphicFrameLocks noChangeAspect="1"/>
            </p:cNvGraphicFramePr>
            <p:nvPr/>
          </p:nvGraphicFramePr>
          <p:xfrm>
            <a:off x="1880" y="3360"/>
            <a:ext cx="336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85" name="Equation" r:id="rId17" imgW="304560" imgH="228600" progId="Equation.3">
                    <p:embed/>
                  </p:oleObj>
                </mc:Choice>
                <mc:Fallback>
                  <p:oleObj name="Equation" r:id="rId17" imgW="304560" imgH="228600" progId="Equation.3">
                    <p:embed/>
                    <p:pic>
                      <p:nvPicPr>
                        <p:cNvPr id="13321" name="Object 1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0" y="3360"/>
                          <a:ext cx="336" cy="25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6" name="Line 138"/>
            <p:cNvSpPr>
              <a:spLocks noChangeShapeType="1"/>
            </p:cNvSpPr>
            <p:nvPr/>
          </p:nvSpPr>
          <p:spPr bwMode="auto">
            <a:xfrm>
              <a:off x="1736" y="3360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</p:spPr>
          <p:txBody>
            <a:bodyPr wrap="none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337" name="Line 139"/>
            <p:cNvSpPr>
              <a:spLocks noChangeShapeType="1"/>
            </p:cNvSpPr>
            <p:nvPr/>
          </p:nvSpPr>
          <p:spPr bwMode="auto">
            <a:xfrm>
              <a:off x="1736" y="3600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 wrap="none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13322" name="Object 140"/>
            <p:cNvGraphicFramePr>
              <a:graphicFrameLocks noChangeAspect="1"/>
            </p:cNvGraphicFramePr>
            <p:nvPr/>
          </p:nvGraphicFramePr>
          <p:xfrm>
            <a:off x="1304" y="3360"/>
            <a:ext cx="336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86" name="Equation" r:id="rId19" imgW="304560" imgH="228600" progId="Equation.3">
                    <p:embed/>
                  </p:oleObj>
                </mc:Choice>
                <mc:Fallback>
                  <p:oleObj name="Equation" r:id="rId19" imgW="304560" imgH="228600" progId="Equation.3">
                    <p:embed/>
                    <p:pic>
                      <p:nvPicPr>
                        <p:cNvPr id="13322" name="Object 1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4" y="3360"/>
                          <a:ext cx="336" cy="25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8" name="Text Box 141"/>
            <p:cNvSpPr txBox="1">
              <a:spLocks noChangeArrowheads="1"/>
            </p:cNvSpPr>
            <p:nvPr/>
          </p:nvSpPr>
          <p:spPr bwMode="auto">
            <a:xfrm>
              <a:off x="1615" y="3003"/>
              <a:ext cx="192" cy="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685800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altLang="zh-CN" sz="3300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.</a:t>
              </a:r>
            </a:p>
          </p:txBody>
        </p:sp>
        <p:grpSp>
          <p:nvGrpSpPr>
            <p:cNvPr id="13339" name="Group 148"/>
            <p:cNvGrpSpPr>
              <a:grpSpLocks/>
            </p:cNvGrpSpPr>
            <p:nvPr/>
          </p:nvGrpSpPr>
          <p:grpSpPr bwMode="auto">
            <a:xfrm>
              <a:off x="3552" y="3000"/>
              <a:ext cx="303" cy="504"/>
              <a:chOff x="3552" y="3024"/>
              <a:chExt cx="303" cy="504"/>
            </a:xfrm>
          </p:grpSpPr>
          <p:graphicFrame>
            <p:nvGraphicFramePr>
              <p:cNvPr id="13326" name="Object 149"/>
              <p:cNvGraphicFramePr>
                <a:graphicFrameLocks noChangeAspect="1"/>
              </p:cNvGraphicFramePr>
              <p:nvPr/>
            </p:nvGraphicFramePr>
            <p:xfrm>
              <a:off x="3552" y="3072"/>
              <a:ext cx="303" cy="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6387" name="Equation" r:id="rId21" imgW="164880" imgH="164880" progId="Equation.3">
                      <p:embed/>
                    </p:oleObj>
                  </mc:Choice>
                  <mc:Fallback>
                    <p:oleObj name="Equation" r:id="rId21" imgW="164880" imgH="164880" progId="Equation.3">
                      <p:embed/>
                      <p:pic>
                        <p:nvPicPr>
                          <p:cNvPr id="13326" name="Object 14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52" y="3072"/>
                            <a:ext cx="303" cy="2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344" name="Text Box 150"/>
              <p:cNvSpPr txBox="1">
                <a:spLocks noChangeArrowheads="1"/>
              </p:cNvSpPr>
              <p:nvPr/>
            </p:nvSpPr>
            <p:spPr bwMode="auto">
              <a:xfrm>
                <a:off x="3570" y="3024"/>
                <a:ext cx="192" cy="5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defTabSz="68580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US" altLang="zh-CN" sz="330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.</a:t>
                </a:r>
              </a:p>
            </p:txBody>
          </p:sp>
        </p:grpSp>
        <p:graphicFrame>
          <p:nvGraphicFramePr>
            <p:cNvPr id="13323" name="Object 151"/>
            <p:cNvGraphicFramePr>
              <a:graphicFrameLocks noChangeAspect="1"/>
            </p:cNvGraphicFramePr>
            <p:nvPr/>
          </p:nvGraphicFramePr>
          <p:xfrm>
            <a:off x="2208" y="2935"/>
            <a:ext cx="336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88" name="Equation" r:id="rId23" imgW="241200" imgH="177480" progId="Equation.3">
                    <p:embed/>
                  </p:oleObj>
                </mc:Choice>
                <mc:Fallback>
                  <p:oleObj name="Equation" r:id="rId23" imgW="241200" imgH="177480" progId="Equation.3">
                    <p:embed/>
                    <p:pic>
                      <p:nvPicPr>
                        <p:cNvPr id="13323" name="Object 1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8" y="2935"/>
                          <a:ext cx="336" cy="28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40" name="Oval 152"/>
            <p:cNvSpPr>
              <a:spLocks noChangeArrowheads="1"/>
            </p:cNvSpPr>
            <p:nvPr/>
          </p:nvSpPr>
          <p:spPr bwMode="auto">
            <a:xfrm>
              <a:off x="2208" y="3244"/>
              <a:ext cx="196" cy="19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FC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zh-CN" sz="1500" dirty="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13324" name="Object 153"/>
            <p:cNvGraphicFramePr>
              <a:graphicFrameLocks noChangeAspect="1"/>
            </p:cNvGraphicFramePr>
            <p:nvPr/>
          </p:nvGraphicFramePr>
          <p:xfrm>
            <a:off x="960" y="2931"/>
            <a:ext cx="312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89" name="Equation" r:id="rId25" imgW="241200" imgH="164880" progId="Equation.3">
                    <p:embed/>
                  </p:oleObj>
                </mc:Choice>
                <mc:Fallback>
                  <p:oleObj name="Equation" r:id="rId25" imgW="241200" imgH="164880" progId="Equation.3">
                    <p:embed/>
                    <p:pic>
                      <p:nvPicPr>
                        <p:cNvPr id="13324" name="Object 1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2931"/>
                          <a:ext cx="312" cy="28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41" name="Oval 154"/>
            <p:cNvSpPr>
              <a:spLocks noChangeArrowheads="1"/>
            </p:cNvSpPr>
            <p:nvPr/>
          </p:nvSpPr>
          <p:spPr bwMode="auto">
            <a:xfrm>
              <a:off x="1056" y="3216"/>
              <a:ext cx="240" cy="240"/>
            </a:xfrm>
            <a:prstGeom prst="ellipse">
              <a:avLst/>
            </a:prstGeom>
            <a:gradFill flip="none" rotWithShape="1">
              <a:gsLst>
                <a:gs pos="0">
                  <a:srgbClr val="FFFFFF"/>
                </a:gs>
                <a:gs pos="100000">
                  <a:srgbClr val="0000FF"/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zh-CN" sz="2400" dirty="0">
                <a:solidFill>
                  <a:srgbClr val="000066"/>
                </a:solidFill>
                <a:latin typeface="Arial" charset="0"/>
                <a:ea typeface="宋体" pitchFamily="2" charset="-122"/>
              </a:endParaRPr>
            </a:p>
          </p:txBody>
        </p:sp>
        <p:grpSp>
          <p:nvGrpSpPr>
            <p:cNvPr id="13342" name="Group 155"/>
            <p:cNvGrpSpPr>
              <a:grpSpLocks/>
            </p:cNvGrpSpPr>
            <p:nvPr/>
          </p:nvGrpSpPr>
          <p:grpSpPr bwMode="auto">
            <a:xfrm>
              <a:off x="3696" y="3355"/>
              <a:ext cx="480" cy="333"/>
              <a:chOff x="3696" y="2208"/>
              <a:chExt cx="480" cy="333"/>
            </a:xfrm>
          </p:grpSpPr>
          <p:sp>
            <p:nvSpPr>
              <p:cNvPr id="13343" name="Line 119"/>
              <p:cNvSpPr>
                <a:spLocks noChangeShapeType="1"/>
              </p:cNvSpPr>
              <p:nvPr/>
            </p:nvSpPr>
            <p:spPr bwMode="auto">
              <a:xfrm>
                <a:off x="3696" y="2208"/>
                <a:ext cx="480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none" w="sm" len="lg"/>
                <a:tailEnd type="triangle" w="sm" len="lg"/>
              </a:ln>
            </p:spPr>
            <p:txBody>
              <a:bodyPr wrap="none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  <p:graphicFrame>
            <p:nvGraphicFramePr>
              <p:cNvPr id="13325" name="Object 126"/>
              <p:cNvGraphicFramePr>
                <a:graphicFrameLocks noChangeAspect="1"/>
              </p:cNvGraphicFramePr>
              <p:nvPr/>
            </p:nvGraphicFramePr>
            <p:xfrm>
              <a:off x="3792" y="2256"/>
              <a:ext cx="257" cy="2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6390" name="Equation" r:id="rId27" imgW="164880" imgH="190440" progId="Equation.3">
                      <p:embed/>
                    </p:oleObj>
                  </mc:Choice>
                  <mc:Fallback>
                    <p:oleObj name="Equation" r:id="rId27" imgW="164880" imgH="190440" progId="Equation.3">
                      <p:embed/>
                      <p:pic>
                        <p:nvPicPr>
                          <p:cNvPr id="13325" name="Object 1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92" y="2256"/>
                            <a:ext cx="257" cy="28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3328" name="灯片编号占位符 1"/>
          <p:cNvSpPr txBox="1">
            <a:spLocks noGrp="1" noChangeArrowheads="1"/>
          </p:cNvSpPr>
          <p:nvPr/>
        </p:nvSpPr>
        <p:spPr bwMode="auto">
          <a:xfrm>
            <a:off x="7543800" y="4889898"/>
            <a:ext cx="16002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810CEBE8-932E-4636-AF6A-E0B6D7A81881}" type="slidenum">
              <a:rPr lang="zh-CN" altLang="en-US" sz="1350" b="1">
                <a:solidFill>
                  <a:srgbClr val="0000CC"/>
                </a:solidFill>
                <a:latin typeface="Calibri" pitchFamily="34" charset="0"/>
                <a:ea typeface="宋体" pitchFamily="2" charset="-122"/>
              </a:rPr>
              <a:pPr algn="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US" altLang="zh-CN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2" name="Object 15"/>
          <p:cNvGraphicFramePr>
            <a:graphicFrameLocks noChangeAspect="1"/>
          </p:cNvGraphicFramePr>
          <p:nvPr/>
        </p:nvGraphicFramePr>
        <p:xfrm>
          <a:off x="2433638" y="3921919"/>
          <a:ext cx="216694" cy="1785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91" name="Equation" r:id="rId29" imgW="139680" imgH="101520" progId="Equation.DSMT4">
                  <p:embed/>
                </p:oleObj>
              </mc:Choice>
              <mc:Fallback>
                <p:oleObj name="Equation" r:id="rId29" imgW="139680" imgH="101520" progId="Equation.DSMT4">
                  <p:embed/>
                  <p:pic>
                    <p:nvPicPr>
                      <p:cNvPr id="2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3638" y="3921919"/>
                        <a:ext cx="216694" cy="1785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6"/>
          <p:cNvGraphicFramePr>
            <a:graphicFrameLocks noChangeAspect="1"/>
          </p:cNvGraphicFramePr>
          <p:nvPr/>
        </p:nvGraphicFramePr>
        <p:xfrm>
          <a:off x="3784998" y="3858816"/>
          <a:ext cx="215503" cy="244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92" name="Equation" r:id="rId31" imgW="139680" imgH="139680" progId="Equation.DSMT4">
                  <p:embed/>
                </p:oleObj>
              </mc:Choice>
              <mc:Fallback>
                <p:oleObj name="Equation" r:id="rId31" imgW="139680" imgH="139680" progId="Equation.DSMT4">
                  <p:embed/>
                  <p:pic>
                    <p:nvPicPr>
                      <p:cNvPr id="3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998" y="3858816"/>
                        <a:ext cx="215503" cy="24407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爆炸形 2 3"/>
          <p:cNvSpPr/>
          <p:nvPr/>
        </p:nvSpPr>
        <p:spPr>
          <a:xfrm>
            <a:off x="0" y="209034"/>
            <a:ext cx="2179320" cy="1080095"/>
          </a:xfrm>
          <a:prstGeom prst="irregularSeal2">
            <a:avLst/>
          </a:prstGeom>
          <a:solidFill>
            <a:srgbClr val="00B0F0">
              <a:alpha val="11000"/>
            </a:srgbClr>
          </a:solidFill>
          <a:ln>
            <a:solidFill>
              <a:schemeClr val="accent1">
                <a:alpha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tx1"/>
                </a:solidFill>
              </a:rPr>
              <a:t>讨论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6486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9" name="Rectangle 59"/>
          <p:cNvSpPr>
            <a:spLocks noChangeArrowheads="1"/>
          </p:cNvSpPr>
          <p:nvPr/>
        </p:nvSpPr>
        <p:spPr bwMode="auto">
          <a:xfrm>
            <a:off x="403055" y="227410"/>
            <a:ext cx="5200650" cy="439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9056" tIns="34529" rIns="69056" bIns="34529"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 b="1" dirty="0">
                <a:solidFill>
                  <a:srgbClr val="CC0000"/>
                </a:solidFill>
                <a:latin typeface="Times New Roman" pitchFamily="18" charset="0"/>
                <a:ea typeface="宋体" pitchFamily="2" charset="-122"/>
              </a:rPr>
              <a:t>（</a:t>
            </a:r>
            <a:r>
              <a:rPr kumimoji="1" lang="en-US" altLang="zh-CN" sz="2400" b="1" dirty="0">
                <a:solidFill>
                  <a:srgbClr val="CC0000"/>
                </a:solidFill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zh-CN" altLang="en-US" sz="2400" b="1" dirty="0">
                <a:solidFill>
                  <a:srgbClr val="CC0000"/>
                </a:solidFill>
                <a:latin typeface="Times New Roman" pitchFamily="18" charset="0"/>
                <a:ea typeface="宋体" pitchFamily="2" charset="-122"/>
              </a:rPr>
              <a:t>）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轴线中垂线上一点的电场强度</a:t>
            </a:r>
          </a:p>
        </p:txBody>
      </p:sp>
      <p:graphicFrame>
        <p:nvGraphicFramePr>
          <p:cNvPr id="47209" name="Object 10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2191321"/>
              </p:ext>
            </p:extLst>
          </p:nvPr>
        </p:nvGraphicFramePr>
        <p:xfrm>
          <a:off x="1282779" y="787720"/>
          <a:ext cx="3073231" cy="839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66" name="Equation" r:id="rId3" imgW="1828800" imgH="431640" progId="Equation.DSMT4">
                  <p:embed/>
                </p:oleObj>
              </mc:Choice>
              <mc:Fallback>
                <p:oleObj name="Equation" r:id="rId3" imgW="1828800" imgH="431640" progId="Equation.DSMT4">
                  <p:embed/>
                  <p:pic>
                    <p:nvPicPr>
                      <p:cNvPr id="47209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779" y="787720"/>
                        <a:ext cx="3073231" cy="83947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10" name="Object 10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4350084"/>
              </p:ext>
            </p:extLst>
          </p:nvPr>
        </p:nvGraphicFramePr>
        <p:xfrm>
          <a:off x="1257736" y="1748444"/>
          <a:ext cx="3491288" cy="85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67" name="Equation" r:id="rId5" imgW="2031840" imgH="431640" progId="Equation.DSMT4">
                  <p:embed/>
                </p:oleObj>
              </mc:Choice>
              <mc:Fallback>
                <p:oleObj name="Equation" r:id="rId5" imgW="2031840" imgH="431640" progId="Equation.DSMT4">
                  <p:embed/>
                  <p:pic>
                    <p:nvPicPr>
                      <p:cNvPr id="47210" name="Object 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736" y="1748444"/>
                        <a:ext cx="3491288" cy="8574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1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2043447"/>
              </p:ext>
            </p:extLst>
          </p:nvPr>
        </p:nvGraphicFramePr>
        <p:xfrm>
          <a:off x="7759065" y="3292882"/>
          <a:ext cx="400050" cy="334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68" name="Equation" r:id="rId7" imgW="241200" imgH="177480" progId="Equation.3">
                  <p:embed/>
                </p:oleObj>
              </mc:Choice>
              <mc:Fallback>
                <p:oleObj name="Equation" r:id="rId7" imgW="241200" imgH="177480" progId="Equation.3">
                  <p:embed/>
                  <p:pic>
                    <p:nvPicPr>
                      <p:cNvPr id="14344" name="Object 1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9065" y="3292882"/>
                        <a:ext cx="400050" cy="3345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1" name="Line 123"/>
          <p:cNvSpPr>
            <a:spLocks noChangeShapeType="1"/>
          </p:cNvSpPr>
          <p:nvPr/>
        </p:nvSpPr>
        <p:spPr bwMode="auto">
          <a:xfrm>
            <a:off x="6501765" y="3856048"/>
            <a:ext cx="0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lg"/>
            <a:tailEnd type="none" w="sm" len="lg"/>
          </a:ln>
        </p:spPr>
        <p:txBody>
          <a:bodyPr wrap="none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4362" name="Line 124"/>
          <p:cNvSpPr>
            <a:spLocks noChangeShapeType="1"/>
          </p:cNvSpPr>
          <p:nvPr/>
        </p:nvSpPr>
        <p:spPr bwMode="auto">
          <a:xfrm>
            <a:off x="7873365" y="3913198"/>
            <a:ext cx="0" cy="285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lg"/>
            <a:tailEnd type="none" w="sm" len="lg"/>
          </a:ln>
        </p:spPr>
        <p:txBody>
          <a:bodyPr wrap="none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4363" name="Line 125"/>
          <p:cNvSpPr>
            <a:spLocks noChangeShapeType="1"/>
          </p:cNvSpPr>
          <p:nvPr/>
        </p:nvSpPr>
        <p:spPr bwMode="auto">
          <a:xfrm>
            <a:off x="6501765" y="4084648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lg"/>
            <a:tailEnd type="triangle" w="sm" len="lg"/>
          </a:ln>
        </p:spPr>
        <p:txBody>
          <a:bodyPr wrap="none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4345" name="Object 1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1494355"/>
              </p:ext>
            </p:extLst>
          </p:nvPr>
        </p:nvGraphicFramePr>
        <p:xfrm>
          <a:off x="7083982" y="3856048"/>
          <a:ext cx="277415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69" name="Equation" r:id="rId9" imgW="152280" imgH="177480" progId="Equation.3">
                  <p:embed/>
                </p:oleObj>
              </mc:Choice>
              <mc:Fallback>
                <p:oleObj name="Equation" r:id="rId9" imgW="152280" imgH="177480" progId="Equation.3">
                  <p:embed/>
                  <p:pic>
                    <p:nvPicPr>
                      <p:cNvPr id="14345" name="Object 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3982" y="3856048"/>
                        <a:ext cx="277415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1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623969"/>
              </p:ext>
            </p:extLst>
          </p:nvPr>
        </p:nvGraphicFramePr>
        <p:xfrm>
          <a:off x="8101965" y="3856048"/>
          <a:ext cx="342900" cy="311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70" name="Equation" r:id="rId11" imgW="126720" imgH="139680" progId="Equation.3">
                  <p:embed/>
                </p:oleObj>
              </mc:Choice>
              <mc:Fallback>
                <p:oleObj name="Equation" r:id="rId11" imgW="126720" imgH="139680" progId="Equation.3">
                  <p:embed/>
                  <p:pic>
                    <p:nvPicPr>
                      <p:cNvPr id="14346" name="Object 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1965" y="3856048"/>
                        <a:ext cx="342900" cy="3119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4" name="Line 128"/>
          <p:cNvSpPr>
            <a:spLocks noChangeShapeType="1"/>
          </p:cNvSpPr>
          <p:nvPr/>
        </p:nvSpPr>
        <p:spPr bwMode="auto">
          <a:xfrm>
            <a:off x="6616065" y="3798898"/>
            <a:ext cx="1771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</p:spPr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4347" name="Object 1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2122101"/>
              </p:ext>
            </p:extLst>
          </p:nvPr>
        </p:nvGraphicFramePr>
        <p:xfrm>
          <a:off x="7073265" y="4084648"/>
          <a:ext cx="207169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71" name="Equation" r:id="rId13" imgW="139680" imgH="228600" progId="Equation.3">
                  <p:embed/>
                </p:oleObj>
              </mc:Choice>
              <mc:Fallback>
                <p:oleObj name="Equation" r:id="rId13" imgW="139680" imgH="228600" progId="Equation.3">
                  <p:embed/>
                  <p:pic>
                    <p:nvPicPr>
                      <p:cNvPr id="14347" name="Object 1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3265" y="4084648"/>
                        <a:ext cx="207169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5" name="Text Box 130"/>
          <p:cNvSpPr txBox="1">
            <a:spLocks noChangeArrowheads="1"/>
          </p:cNvSpPr>
          <p:nvPr/>
        </p:nvSpPr>
        <p:spPr bwMode="auto">
          <a:xfrm>
            <a:off x="7043896" y="3368686"/>
            <a:ext cx="228600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sz="33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.</a:t>
            </a:r>
          </a:p>
        </p:txBody>
      </p:sp>
      <p:sp>
        <p:nvSpPr>
          <p:cNvPr id="14366" name="Line 131"/>
          <p:cNvSpPr>
            <a:spLocks noChangeShapeType="1"/>
          </p:cNvSpPr>
          <p:nvPr/>
        </p:nvSpPr>
        <p:spPr bwMode="auto">
          <a:xfrm flipV="1">
            <a:off x="7187565" y="1036648"/>
            <a:ext cx="0" cy="2771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lg"/>
            <a:tailEnd type="triangle" w="sm" len="lg"/>
          </a:ln>
        </p:spPr>
        <p:txBody>
          <a:bodyPr wrap="none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4348" name="Object 1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1331795"/>
              </p:ext>
            </p:extLst>
          </p:nvPr>
        </p:nvGraphicFramePr>
        <p:xfrm>
          <a:off x="6901815" y="1112848"/>
          <a:ext cx="302419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72" name="Equation" r:id="rId15" imgW="139680" imgH="164880" progId="Equation.3">
                  <p:embed/>
                </p:oleObj>
              </mc:Choice>
              <mc:Fallback>
                <p:oleObj name="Equation" r:id="rId15" imgW="139680" imgH="164880" progId="Equation.3">
                  <p:embed/>
                  <p:pic>
                    <p:nvPicPr>
                      <p:cNvPr id="14348" name="Object 1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1815" y="1112848"/>
                        <a:ext cx="302419" cy="295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9" name="Object 1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9771219"/>
              </p:ext>
            </p:extLst>
          </p:nvPr>
        </p:nvGraphicFramePr>
        <p:xfrm>
          <a:off x="7244715" y="1912948"/>
          <a:ext cx="330994" cy="305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73" name="Equation" r:id="rId17" imgW="152280" imgH="164880" progId="Equation.3">
                  <p:embed/>
                </p:oleObj>
              </mc:Choice>
              <mc:Fallback>
                <p:oleObj name="Equation" r:id="rId17" imgW="152280" imgH="164880" progId="Equation.3">
                  <p:embed/>
                  <p:pic>
                    <p:nvPicPr>
                      <p:cNvPr id="14349" name="Object 1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4715" y="1912948"/>
                        <a:ext cx="330994" cy="3059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7" name="Line 135"/>
          <p:cNvSpPr>
            <a:spLocks noChangeShapeType="1"/>
          </p:cNvSpPr>
          <p:nvPr/>
        </p:nvSpPr>
        <p:spPr bwMode="auto">
          <a:xfrm>
            <a:off x="7187565" y="2084398"/>
            <a:ext cx="685800" cy="171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4368" name="Line 136"/>
          <p:cNvSpPr>
            <a:spLocks noChangeShapeType="1"/>
          </p:cNvSpPr>
          <p:nvPr/>
        </p:nvSpPr>
        <p:spPr bwMode="auto">
          <a:xfrm flipH="1">
            <a:off x="6501765" y="2084398"/>
            <a:ext cx="685800" cy="171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4369" name="Line 137"/>
          <p:cNvSpPr>
            <a:spLocks noChangeShapeType="1"/>
          </p:cNvSpPr>
          <p:nvPr/>
        </p:nvSpPr>
        <p:spPr bwMode="auto">
          <a:xfrm flipH="1">
            <a:off x="6501765" y="3352720"/>
            <a:ext cx="178990" cy="446177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 type="triangle" w="sm" len="lg"/>
            <a:tailEnd/>
          </a:ln>
        </p:spPr>
        <p:txBody>
          <a:bodyPr wrap="none" anchor="ctr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4370" name="Line 138"/>
          <p:cNvSpPr>
            <a:spLocks noChangeShapeType="1"/>
          </p:cNvSpPr>
          <p:nvPr/>
        </p:nvSpPr>
        <p:spPr bwMode="auto">
          <a:xfrm>
            <a:off x="7684295" y="3328988"/>
            <a:ext cx="133112" cy="355610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 type="triangle" w="sm" len="lg"/>
            <a:tailEnd/>
          </a:ln>
        </p:spPr>
        <p:txBody>
          <a:bodyPr wrap="none" anchor="ctr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4350" name="Object 1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3771548"/>
              </p:ext>
            </p:extLst>
          </p:nvPr>
        </p:nvGraphicFramePr>
        <p:xfrm>
          <a:off x="7416166" y="3272641"/>
          <a:ext cx="307181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74" name="Equation" r:id="rId19" imgW="164880" imgH="228600" progId="Equation.DSMT4">
                  <p:embed/>
                </p:oleObj>
              </mc:Choice>
              <mc:Fallback>
                <p:oleObj name="Equation" r:id="rId19" imgW="164880" imgH="228600" progId="Equation.DSMT4">
                  <p:embed/>
                  <p:pic>
                    <p:nvPicPr>
                      <p:cNvPr id="14350" name="Object 1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6166" y="3272641"/>
                        <a:ext cx="307181" cy="423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1" name="Object 1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4334537"/>
              </p:ext>
            </p:extLst>
          </p:nvPr>
        </p:nvGraphicFramePr>
        <p:xfrm>
          <a:off x="6673215" y="3272641"/>
          <a:ext cx="305991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75" name="Equation" r:id="rId21" imgW="164880" imgH="228600" progId="Equation.DSMT4">
                  <p:embed/>
                </p:oleObj>
              </mc:Choice>
              <mc:Fallback>
                <p:oleObj name="Equation" r:id="rId21" imgW="164880" imgH="228600" progId="Equation.DSMT4">
                  <p:embed/>
                  <p:pic>
                    <p:nvPicPr>
                      <p:cNvPr id="14351" name="Object 1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3215" y="3272641"/>
                        <a:ext cx="305991" cy="423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2" name="Object 1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5883344"/>
              </p:ext>
            </p:extLst>
          </p:nvPr>
        </p:nvGraphicFramePr>
        <p:xfrm>
          <a:off x="6501765" y="2816632"/>
          <a:ext cx="283369" cy="422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76" name="Equation" r:id="rId23" imgW="152280" imgH="228600" progId="Equation.DSMT4">
                  <p:embed/>
                </p:oleObj>
              </mc:Choice>
              <mc:Fallback>
                <p:oleObj name="Equation" r:id="rId23" imgW="152280" imgH="228600" progId="Equation.DSMT4">
                  <p:embed/>
                  <p:pic>
                    <p:nvPicPr>
                      <p:cNvPr id="14352" name="Object 1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1765" y="2816632"/>
                        <a:ext cx="283369" cy="4226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3" name="Object 1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219511"/>
              </p:ext>
            </p:extLst>
          </p:nvPr>
        </p:nvGraphicFramePr>
        <p:xfrm>
          <a:off x="7628097" y="2816632"/>
          <a:ext cx="283369" cy="422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77" name="Equation" r:id="rId25" imgW="152280" imgH="228600" progId="Equation.DSMT4">
                  <p:embed/>
                </p:oleObj>
              </mc:Choice>
              <mc:Fallback>
                <p:oleObj name="Equation" r:id="rId25" imgW="152280" imgH="228600" progId="Equation.DSMT4">
                  <p:embed/>
                  <p:pic>
                    <p:nvPicPr>
                      <p:cNvPr id="14353" name="Object 1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8097" y="2816632"/>
                        <a:ext cx="283369" cy="4226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71" name="Oval 143"/>
          <p:cNvSpPr>
            <a:spLocks noChangeArrowheads="1"/>
          </p:cNvSpPr>
          <p:nvPr/>
        </p:nvSpPr>
        <p:spPr bwMode="auto">
          <a:xfrm>
            <a:off x="7759065" y="3660785"/>
            <a:ext cx="233363" cy="233363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FC00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500" dirty="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4372" name="Oval 144"/>
          <p:cNvSpPr>
            <a:spLocks noChangeArrowheads="1"/>
          </p:cNvSpPr>
          <p:nvPr/>
        </p:nvSpPr>
        <p:spPr bwMode="auto">
          <a:xfrm>
            <a:off x="6387465" y="3627448"/>
            <a:ext cx="285750" cy="285750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0000FF"/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rgbClr val="FFFFFF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400" dirty="0">
              <a:solidFill>
                <a:srgbClr val="000066"/>
              </a:solidFill>
              <a:latin typeface="Arial" charset="0"/>
              <a:ea typeface="宋体" pitchFamily="2" charset="-122"/>
            </a:endParaRPr>
          </a:p>
        </p:txBody>
      </p:sp>
      <p:grpSp>
        <p:nvGrpSpPr>
          <p:cNvPr id="2" name="Group 145"/>
          <p:cNvGrpSpPr>
            <a:grpSpLocks/>
          </p:cNvGrpSpPr>
          <p:nvPr/>
        </p:nvGrpSpPr>
        <p:grpSpPr bwMode="auto">
          <a:xfrm>
            <a:off x="6616066" y="1293823"/>
            <a:ext cx="573881" cy="800100"/>
            <a:chOff x="1248" y="1248"/>
            <a:chExt cx="482" cy="672"/>
          </a:xfrm>
        </p:grpSpPr>
        <p:graphicFrame>
          <p:nvGraphicFramePr>
            <p:cNvPr id="14358" name="Object 146"/>
            <p:cNvGraphicFramePr>
              <a:graphicFrameLocks noChangeAspect="1"/>
            </p:cNvGraphicFramePr>
            <p:nvPr/>
          </p:nvGraphicFramePr>
          <p:xfrm>
            <a:off x="1248" y="1248"/>
            <a:ext cx="270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678" name="Equation" r:id="rId27" imgW="215640" imgH="228600" progId="Equation.3">
                    <p:embed/>
                  </p:oleObj>
                </mc:Choice>
                <mc:Fallback>
                  <p:oleObj name="Equation" r:id="rId27" imgW="215640" imgH="228600" progId="Equation.3">
                    <p:embed/>
                    <p:pic>
                      <p:nvPicPr>
                        <p:cNvPr id="14358" name="Object 1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1248"/>
                          <a:ext cx="270" cy="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82" name="Line 147"/>
            <p:cNvSpPr>
              <a:spLocks noChangeShapeType="1"/>
            </p:cNvSpPr>
            <p:nvPr/>
          </p:nvSpPr>
          <p:spPr bwMode="auto">
            <a:xfrm flipH="1" flipV="1">
              <a:off x="1536" y="1488"/>
              <a:ext cx="194" cy="43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</p:grpSp>
      <p:grpSp>
        <p:nvGrpSpPr>
          <p:cNvPr id="3" name="Group 149"/>
          <p:cNvGrpSpPr>
            <a:grpSpLocks/>
          </p:cNvGrpSpPr>
          <p:nvPr/>
        </p:nvGrpSpPr>
        <p:grpSpPr bwMode="auto">
          <a:xfrm>
            <a:off x="6616065" y="2084398"/>
            <a:ext cx="563166" cy="742950"/>
            <a:chOff x="1200" y="1920"/>
            <a:chExt cx="521" cy="624"/>
          </a:xfrm>
        </p:grpSpPr>
        <p:sp>
          <p:nvSpPr>
            <p:cNvPr id="14381" name="Line 150"/>
            <p:cNvSpPr>
              <a:spLocks noChangeShapeType="1"/>
            </p:cNvSpPr>
            <p:nvPr/>
          </p:nvSpPr>
          <p:spPr bwMode="auto">
            <a:xfrm flipH="1">
              <a:off x="1536" y="1920"/>
              <a:ext cx="185" cy="43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14357" name="Object 151"/>
            <p:cNvGraphicFramePr>
              <a:graphicFrameLocks noChangeAspect="1"/>
            </p:cNvGraphicFramePr>
            <p:nvPr/>
          </p:nvGraphicFramePr>
          <p:xfrm>
            <a:off x="1200" y="2208"/>
            <a:ext cx="318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679" name="Equation" r:id="rId29" imgW="215640" imgH="228600" progId="Equation.3">
                    <p:embed/>
                  </p:oleObj>
                </mc:Choice>
                <mc:Fallback>
                  <p:oleObj name="Equation" r:id="rId29" imgW="215640" imgH="228600" progId="Equation.3">
                    <p:embed/>
                    <p:pic>
                      <p:nvPicPr>
                        <p:cNvPr id="14357" name="Object 1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2208"/>
                          <a:ext cx="318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52"/>
          <p:cNvGrpSpPr>
            <a:grpSpLocks/>
          </p:cNvGrpSpPr>
          <p:nvPr/>
        </p:nvGrpSpPr>
        <p:grpSpPr bwMode="auto">
          <a:xfrm>
            <a:off x="6456522" y="1589098"/>
            <a:ext cx="731044" cy="981075"/>
            <a:chOff x="1104" y="1504"/>
            <a:chExt cx="614" cy="824"/>
          </a:xfrm>
        </p:grpSpPr>
        <p:sp>
          <p:nvSpPr>
            <p:cNvPr id="14378" name="Line 153"/>
            <p:cNvSpPr>
              <a:spLocks noChangeShapeType="1"/>
            </p:cNvSpPr>
            <p:nvPr/>
          </p:nvSpPr>
          <p:spPr bwMode="auto">
            <a:xfrm flipH="1" flipV="1">
              <a:off x="1392" y="1920"/>
              <a:ext cx="155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4379" name="Line 154"/>
            <p:cNvSpPr>
              <a:spLocks noChangeShapeType="1"/>
            </p:cNvSpPr>
            <p:nvPr/>
          </p:nvSpPr>
          <p:spPr bwMode="auto">
            <a:xfrm flipH="1">
              <a:off x="1392" y="1504"/>
              <a:ext cx="132" cy="4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4380" name="Line 155"/>
            <p:cNvSpPr>
              <a:spLocks noChangeShapeType="1"/>
            </p:cNvSpPr>
            <p:nvPr/>
          </p:nvSpPr>
          <p:spPr bwMode="auto">
            <a:xfrm flipH="1">
              <a:off x="1392" y="1920"/>
              <a:ext cx="326" cy="0"/>
            </a:xfrm>
            <a:prstGeom prst="line">
              <a:avLst/>
            </a:prstGeom>
            <a:noFill/>
            <a:ln w="25400">
              <a:solidFill>
                <a:srgbClr val="0078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14356" name="Object 156"/>
            <p:cNvGraphicFramePr>
              <a:graphicFrameLocks noChangeAspect="1"/>
            </p:cNvGraphicFramePr>
            <p:nvPr/>
          </p:nvGraphicFramePr>
          <p:xfrm>
            <a:off x="1104" y="1728"/>
            <a:ext cx="25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680" name="Equation" r:id="rId31" imgW="164880" imgH="190440" progId="Equation.3">
                    <p:embed/>
                  </p:oleObj>
                </mc:Choice>
                <mc:Fallback>
                  <p:oleObj name="Equation" r:id="rId31" imgW="164880" imgH="190440" progId="Equation.3">
                    <p:embed/>
                    <p:pic>
                      <p:nvPicPr>
                        <p:cNvPr id="14356" name="Object 1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1728"/>
                          <a:ext cx="250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354" name="Object 1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0506744"/>
              </p:ext>
            </p:extLst>
          </p:nvPr>
        </p:nvGraphicFramePr>
        <p:xfrm>
          <a:off x="6216015" y="3296454"/>
          <a:ext cx="400050" cy="310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81" name="Equation" r:id="rId33" imgW="241200" imgH="164880" progId="Equation.3">
                  <p:embed/>
                </p:oleObj>
              </mc:Choice>
              <mc:Fallback>
                <p:oleObj name="Equation" r:id="rId33" imgW="241200" imgH="164880" progId="Equation.3">
                  <p:embed/>
                  <p:pic>
                    <p:nvPicPr>
                      <p:cNvPr id="14354" name="Object 1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6015" y="3296454"/>
                        <a:ext cx="400050" cy="3107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5" name="Object 1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8688644"/>
              </p:ext>
            </p:extLst>
          </p:nvPr>
        </p:nvGraphicFramePr>
        <p:xfrm>
          <a:off x="7187566" y="2884498"/>
          <a:ext cx="232172" cy="310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82" name="Equation" r:id="rId35" imgW="139680" imgH="164880" progId="Equation.3">
                  <p:embed/>
                </p:oleObj>
              </mc:Choice>
              <mc:Fallback>
                <p:oleObj name="Equation" r:id="rId35" imgW="139680" imgH="164880" progId="Equation.3">
                  <p:embed/>
                  <p:pic>
                    <p:nvPicPr>
                      <p:cNvPr id="14355" name="Object 1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7566" y="2884498"/>
                        <a:ext cx="232172" cy="3107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1208020"/>
              </p:ext>
            </p:extLst>
          </p:nvPr>
        </p:nvGraphicFramePr>
        <p:xfrm>
          <a:off x="6422708" y="3725793"/>
          <a:ext cx="216694" cy="1785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83" name="Equation" r:id="rId37" imgW="139680" imgH="101520" progId="Equation.DSMT4">
                  <p:embed/>
                </p:oleObj>
              </mc:Choice>
              <mc:Fallback>
                <p:oleObj name="Equation" r:id="rId37" imgW="139680" imgH="101520" progId="Equation.DSMT4">
                  <p:embed/>
                  <p:pic>
                    <p:nvPicPr>
                      <p:cNvPr id="5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2708" y="3725793"/>
                        <a:ext cx="216694" cy="1785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1580444"/>
              </p:ext>
            </p:extLst>
          </p:nvPr>
        </p:nvGraphicFramePr>
        <p:xfrm>
          <a:off x="7774068" y="3655070"/>
          <a:ext cx="215503" cy="244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84" name="Equation" r:id="rId39" imgW="139680" imgH="139680" progId="Equation.DSMT4">
                  <p:embed/>
                </p:oleObj>
              </mc:Choice>
              <mc:Fallback>
                <p:oleObj name="Equation" r:id="rId39" imgW="139680" imgH="139680" progId="Equation.DSMT4">
                  <p:embed/>
                  <p:pic>
                    <p:nvPicPr>
                      <p:cNvPr id="6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4068" y="3655070"/>
                        <a:ext cx="215503" cy="24407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5305972"/>
              </p:ext>
            </p:extLst>
          </p:nvPr>
        </p:nvGraphicFramePr>
        <p:xfrm>
          <a:off x="1334216" y="2727102"/>
          <a:ext cx="2871486" cy="999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85" name="Equation" r:id="rId41" imgW="1511280" imgH="444240" progId="Equation.DSMT4">
                  <p:embed/>
                </p:oleObj>
              </mc:Choice>
              <mc:Fallback>
                <p:oleObj name="Equation" r:id="rId41" imgW="1511280" imgH="444240" progId="Equation.DSMT4">
                  <p:embed/>
                  <p:pic>
                    <p:nvPicPr>
                      <p:cNvPr id="7" name="Object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4216" y="2727102"/>
                        <a:ext cx="2871486" cy="99975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7060256"/>
              </p:ext>
            </p:extLst>
          </p:nvPr>
        </p:nvGraphicFramePr>
        <p:xfrm>
          <a:off x="1276827" y="3848100"/>
          <a:ext cx="3428523" cy="8652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86" name="Equation" r:id="rId43" imgW="1981080" imgH="431640" progId="Equation.DSMT4">
                  <p:embed/>
                </p:oleObj>
              </mc:Choice>
              <mc:Fallback>
                <p:oleObj name="Equation" r:id="rId43" imgW="1981080" imgH="431640" progId="Equation.DSMT4">
                  <p:embed/>
                  <p:pic>
                    <p:nvPicPr>
                      <p:cNvPr id="8" name="Object 1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827" y="3848100"/>
                        <a:ext cx="3428523" cy="86525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74" name="Text Box 148"/>
          <p:cNvSpPr txBox="1">
            <a:spLocks noChangeArrowheads="1"/>
          </p:cNvSpPr>
          <p:nvPr/>
        </p:nvSpPr>
        <p:spPr bwMode="auto">
          <a:xfrm>
            <a:off x="7041515" y="1652598"/>
            <a:ext cx="228600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sz="33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1310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7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7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218" name="Object 1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2095935"/>
              </p:ext>
            </p:extLst>
          </p:nvPr>
        </p:nvGraphicFramePr>
        <p:xfrm>
          <a:off x="1311475" y="3233556"/>
          <a:ext cx="1440656" cy="702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92" name="Equation" r:id="rId3" imgW="469800" imgH="228600" progId="Equation.DSMT4">
                  <p:embed/>
                </p:oleObj>
              </mc:Choice>
              <mc:Fallback>
                <p:oleObj name="Equation" r:id="rId3" imgW="469800" imgH="228600" progId="Equation.DSMT4">
                  <p:embed/>
                  <p:pic>
                    <p:nvPicPr>
                      <p:cNvPr id="47218" name="Object 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1475" y="3233556"/>
                        <a:ext cx="1440656" cy="702469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19" name="Object 1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8015780"/>
              </p:ext>
            </p:extLst>
          </p:nvPr>
        </p:nvGraphicFramePr>
        <p:xfrm>
          <a:off x="3002161" y="3161470"/>
          <a:ext cx="1731407" cy="931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93" name="Equation" r:id="rId5" imgW="927000" imgH="431640" progId="Equation.DSMT4">
                  <p:embed/>
                </p:oleObj>
              </mc:Choice>
              <mc:Fallback>
                <p:oleObj name="Equation" r:id="rId5" imgW="927000" imgH="431640" progId="Equation.DSMT4">
                  <p:embed/>
                  <p:pic>
                    <p:nvPicPr>
                      <p:cNvPr id="47219" name="Object 1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2161" y="3161470"/>
                        <a:ext cx="1731407" cy="9319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1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9063045"/>
              </p:ext>
            </p:extLst>
          </p:nvPr>
        </p:nvGraphicFramePr>
        <p:xfrm>
          <a:off x="1355562" y="823572"/>
          <a:ext cx="3318314" cy="837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94" name="Equation" r:id="rId7" imgW="1981080" imgH="431640" progId="Equation.DSMT4">
                  <p:embed/>
                </p:oleObj>
              </mc:Choice>
              <mc:Fallback>
                <p:oleObj name="Equation" r:id="rId7" imgW="1981080" imgH="431640" progId="Equation.DSMT4">
                  <p:embed/>
                  <p:pic>
                    <p:nvPicPr>
                      <p:cNvPr id="45" name="Object 1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5562" y="823572"/>
                        <a:ext cx="3318314" cy="83744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灯片编号占位符 1"/>
          <p:cNvSpPr txBox="1">
            <a:spLocks noGrp="1" noChangeArrowheads="1"/>
          </p:cNvSpPr>
          <p:nvPr/>
        </p:nvSpPr>
        <p:spPr bwMode="auto">
          <a:xfrm>
            <a:off x="7543800" y="4889898"/>
            <a:ext cx="16002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E2951CFC-565E-4D5F-926D-63C53E9D2104}" type="slidenum">
              <a:rPr lang="zh-CN" altLang="en-US" sz="1350" b="1">
                <a:solidFill>
                  <a:srgbClr val="0000CC"/>
                </a:solidFill>
                <a:latin typeface="Calibri" pitchFamily="34" charset="0"/>
                <a:ea typeface="宋体" pitchFamily="2" charset="-122"/>
              </a:rPr>
              <a:pPr algn="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US" altLang="zh-CN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48" name="Object 1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3342574"/>
              </p:ext>
            </p:extLst>
          </p:nvPr>
        </p:nvGraphicFramePr>
        <p:xfrm>
          <a:off x="1609165" y="1722254"/>
          <a:ext cx="1340777" cy="837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95" name="Equation" r:id="rId9" imgW="799920" imgH="431640" progId="Equation.DSMT4">
                  <p:embed/>
                </p:oleObj>
              </mc:Choice>
              <mc:Fallback>
                <p:oleObj name="Equation" r:id="rId9" imgW="799920" imgH="431640" progId="Equation.DSMT4">
                  <p:embed/>
                  <p:pic>
                    <p:nvPicPr>
                      <p:cNvPr id="48" name="Object 1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9165" y="1722254"/>
                        <a:ext cx="1340777" cy="83744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1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634931"/>
              </p:ext>
            </p:extLst>
          </p:nvPr>
        </p:nvGraphicFramePr>
        <p:xfrm>
          <a:off x="3021909" y="1683201"/>
          <a:ext cx="1398270" cy="915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96" name="Equation" r:id="rId11" imgW="761760" imgH="431640" progId="Equation.DSMT4">
                  <p:embed/>
                </p:oleObj>
              </mc:Choice>
              <mc:Fallback>
                <p:oleObj name="Equation" r:id="rId11" imgW="761760" imgH="431640" progId="Equation.DSMT4">
                  <p:embed/>
                  <p:pic>
                    <p:nvPicPr>
                      <p:cNvPr id="49" name="Object 1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1909" y="1683201"/>
                        <a:ext cx="1398270" cy="91554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6115050" y="702528"/>
            <a:ext cx="2228850" cy="3390898"/>
            <a:chOff x="6216015" y="1036650"/>
            <a:chExt cx="2228850" cy="3390898"/>
          </a:xfrm>
        </p:grpSpPr>
        <p:graphicFrame>
          <p:nvGraphicFramePr>
            <p:cNvPr id="50" name="Object 1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7511285"/>
                </p:ext>
              </p:extLst>
            </p:nvPr>
          </p:nvGraphicFramePr>
          <p:xfrm>
            <a:off x="7759065" y="3292882"/>
            <a:ext cx="400050" cy="3345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97" name="Equation" r:id="rId13" imgW="241200" imgH="177480" progId="Equation.3">
                    <p:embed/>
                  </p:oleObj>
                </mc:Choice>
                <mc:Fallback>
                  <p:oleObj name="Equation" r:id="rId13" imgW="241200" imgH="177480" progId="Equation.3">
                    <p:embed/>
                    <p:pic>
                      <p:nvPicPr>
                        <p:cNvPr id="14344" name="Object 1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59065" y="3292882"/>
                          <a:ext cx="400050" cy="33456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" name="Line 123"/>
            <p:cNvSpPr>
              <a:spLocks noChangeShapeType="1"/>
            </p:cNvSpPr>
            <p:nvPr/>
          </p:nvSpPr>
          <p:spPr bwMode="auto">
            <a:xfrm>
              <a:off x="6501765" y="3856048"/>
              <a:ext cx="0" cy="342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</p:spPr>
          <p:txBody>
            <a:bodyPr wrap="none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2" name="Line 124"/>
            <p:cNvSpPr>
              <a:spLocks noChangeShapeType="1"/>
            </p:cNvSpPr>
            <p:nvPr/>
          </p:nvSpPr>
          <p:spPr bwMode="auto">
            <a:xfrm>
              <a:off x="7873365" y="3913198"/>
              <a:ext cx="0" cy="2857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</p:spPr>
          <p:txBody>
            <a:bodyPr wrap="none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3" name="Line 125"/>
            <p:cNvSpPr>
              <a:spLocks noChangeShapeType="1"/>
            </p:cNvSpPr>
            <p:nvPr/>
          </p:nvSpPr>
          <p:spPr bwMode="auto">
            <a:xfrm>
              <a:off x="6501765" y="4084648"/>
              <a:ext cx="1371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 wrap="none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54" name="Object 1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3528325"/>
                </p:ext>
              </p:extLst>
            </p:nvPr>
          </p:nvGraphicFramePr>
          <p:xfrm>
            <a:off x="7083982" y="3856048"/>
            <a:ext cx="277415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98" name="Equation" r:id="rId15" imgW="152280" imgH="177480" progId="Equation.3">
                    <p:embed/>
                  </p:oleObj>
                </mc:Choice>
                <mc:Fallback>
                  <p:oleObj name="Equation" r:id="rId15" imgW="152280" imgH="177480" progId="Equation.3">
                    <p:embed/>
                    <p:pic>
                      <p:nvPicPr>
                        <p:cNvPr id="14345" name="Object 1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83982" y="3856048"/>
                          <a:ext cx="277415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" name="Object 1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9546306"/>
                </p:ext>
              </p:extLst>
            </p:nvPr>
          </p:nvGraphicFramePr>
          <p:xfrm>
            <a:off x="8101965" y="3856048"/>
            <a:ext cx="342900" cy="3119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99" name="Equation" r:id="rId17" imgW="126720" imgH="139680" progId="Equation.3">
                    <p:embed/>
                  </p:oleObj>
                </mc:Choice>
                <mc:Fallback>
                  <p:oleObj name="Equation" r:id="rId17" imgW="126720" imgH="139680" progId="Equation.3">
                    <p:embed/>
                    <p:pic>
                      <p:nvPicPr>
                        <p:cNvPr id="14346" name="Object 1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01965" y="3856048"/>
                          <a:ext cx="342900" cy="3119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" name="Line 128"/>
            <p:cNvSpPr>
              <a:spLocks noChangeShapeType="1"/>
            </p:cNvSpPr>
            <p:nvPr/>
          </p:nvSpPr>
          <p:spPr bwMode="auto">
            <a:xfrm>
              <a:off x="6616065" y="3798898"/>
              <a:ext cx="17716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57" name="Object 1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4737554"/>
                </p:ext>
              </p:extLst>
            </p:nvPr>
          </p:nvGraphicFramePr>
          <p:xfrm>
            <a:off x="7073265" y="4084648"/>
            <a:ext cx="207169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700" name="Equation" r:id="rId19" imgW="139680" imgH="228600" progId="Equation.3">
                    <p:embed/>
                  </p:oleObj>
                </mc:Choice>
                <mc:Fallback>
                  <p:oleObj name="Equation" r:id="rId19" imgW="139680" imgH="228600" progId="Equation.3">
                    <p:embed/>
                    <p:pic>
                      <p:nvPicPr>
                        <p:cNvPr id="14347" name="Object 1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73265" y="4084648"/>
                          <a:ext cx="207169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" name="Text Box 130"/>
            <p:cNvSpPr txBox="1">
              <a:spLocks noChangeArrowheads="1"/>
            </p:cNvSpPr>
            <p:nvPr/>
          </p:nvSpPr>
          <p:spPr bwMode="auto">
            <a:xfrm>
              <a:off x="7045167" y="3370184"/>
              <a:ext cx="228600" cy="600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685800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altLang="zh-CN" sz="3300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.</a:t>
              </a:r>
            </a:p>
          </p:txBody>
        </p:sp>
        <p:sp>
          <p:nvSpPr>
            <p:cNvPr id="59" name="Line 131"/>
            <p:cNvSpPr>
              <a:spLocks noChangeShapeType="1"/>
            </p:cNvSpPr>
            <p:nvPr/>
          </p:nvSpPr>
          <p:spPr bwMode="auto">
            <a:xfrm flipV="1">
              <a:off x="7187565" y="1036650"/>
              <a:ext cx="0" cy="27717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triangle" w="sm" len="lg"/>
            </a:ln>
          </p:spPr>
          <p:txBody>
            <a:bodyPr wrap="none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60" name="Object 1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5538506"/>
                </p:ext>
              </p:extLst>
            </p:nvPr>
          </p:nvGraphicFramePr>
          <p:xfrm>
            <a:off x="6901815" y="1112848"/>
            <a:ext cx="302419" cy="295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701" name="Equation" r:id="rId21" imgW="139680" imgH="164880" progId="Equation.3">
                    <p:embed/>
                  </p:oleObj>
                </mc:Choice>
                <mc:Fallback>
                  <p:oleObj name="Equation" r:id="rId21" imgW="139680" imgH="164880" progId="Equation.3">
                    <p:embed/>
                    <p:pic>
                      <p:nvPicPr>
                        <p:cNvPr id="14348" name="Object 1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01815" y="1112848"/>
                          <a:ext cx="302419" cy="2952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" name="Object 1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7085451"/>
                </p:ext>
              </p:extLst>
            </p:nvPr>
          </p:nvGraphicFramePr>
          <p:xfrm>
            <a:off x="7244715" y="1912948"/>
            <a:ext cx="330994" cy="3059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702" name="Equation" r:id="rId23" imgW="152280" imgH="164880" progId="Equation.3">
                    <p:embed/>
                  </p:oleObj>
                </mc:Choice>
                <mc:Fallback>
                  <p:oleObj name="Equation" r:id="rId23" imgW="152280" imgH="164880" progId="Equation.3">
                    <p:embed/>
                    <p:pic>
                      <p:nvPicPr>
                        <p:cNvPr id="14349" name="Object 1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44715" y="1912948"/>
                          <a:ext cx="330994" cy="3059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" name="Line 135"/>
            <p:cNvSpPr>
              <a:spLocks noChangeShapeType="1"/>
            </p:cNvSpPr>
            <p:nvPr/>
          </p:nvSpPr>
          <p:spPr bwMode="auto">
            <a:xfrm>
              <a:off x="7187565" y="2084398"/>
              <a:ext cx="685800" cy="1714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3" name="Line 136"/>
            <p:cNvSpPr>
              <a:spLocks noChangeShapeType="1"/>
            </p:cNvSpPr>
            <p:nvPr/>
          </p:nvSpPr>
          <p:spPr bwMode="auto">
            <a:xfrm flipH="1">
              <a:off x="6501765" y="2084398"/>
              <a:ext cx="685800" cy="1714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4" name="Line 137"/>
            <p:cNvSpPr>
              <a:spLocks noChangeShapeType="1"/>
            </p:cNvSpPr>
            <p:nvPr/>
          </p:nvSpPr>
          <p:spPr bwMode="auto">
            <a:xfrm flipH="1">
              <a:off x="6501764" y="3337649"/>
              <a:ext cx="186453" cy="461249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5" name="Line 138"/>
            <p:cNvSpPr>
              <a:spLocks noChangeShapeType="1"/>
            </p:cNvSpPr>
            <p:nvPr/>
          </p:nvSpPr>
          <p:spPr bwMode="auto">
            <a:xfrm>
              <a:off x="7686913" y="3337649"/>
              <a:ext cx="130493" cy="346949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66" name="Object 1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755078"/>
                </p:ext>
              </p:extLst>
            </p:nvPr>
          </p:nvGraphicFramePr>
          <p:xfrm>
            <a:off x="7416166" y="3272641"/>
            <a:ext cx="307181" cy="423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703" name="Equation" r:id="rId25" imgW="164880" imgH="228600" progId="Equation.DSMT4">
                    <p:embed/>
                  </p:oleObj>
                </mc:Choice>
                <mc:Fallback>
                  <p:oleObj name="Equation" r:id="rId25" imgW="164880" imgH="228600" progId="Equation.DSMT4">
                    <p:embed/>
                    <p:pic>
                      <p:nvPicPr>
                        <p:cNvPr id="14350" name="Object 1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16166" y="3272641"/>
                          <a:ext cx="307181" cy="4238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" name="Object 1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6260768"/>
                </p:ext>
              </p:extLst>
            </p:nvPr>
          </p:nvGraphicFramePr>
          <p:xfrm>
            <a:off x="6673215" y="3272641"/>
            <a:ext cx="305991" cy="423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704" name="Equation" r:id="rId27" imgW="164880" imgH="228600" progId="Equation.DSMT4">
                    <p:embed/>
                  </p:oleObj>
                </mc:Choice>
                <mc:Fallback>
                  <p:oleObj name="Equation" r:id="rId27" imgW="164880" imgH="228600" progId="Equation.DSMT4">
                    <p:embed/>
                    <p:pic>
                      <p:nvPicPr>
                        <p:cNvPr id="14351" name="Object 1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73215" y="3272641"/>
                          <a:ext cx="305991" cy="4238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" name="Object 1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2912950"/>
                </p:ext>
              </p:extLst>
            </p:nvPr>
          </p:nvGraphicFramePr>
          <p:xfrm>
            <a:off x="6501765" y="2816632"/>
            <a:ext cx="283369" cy="422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705" name="Equation" r:id="rId29" imgW="152280" imgH="228600" progId="Equation.DSMT4">
                    <p:embed/>
                  </p:oleObj>
                </mc:Choice>
                <mc:Fallback>
                  <p:oleObj name="Equation" r:id="rId29" imgW="152280" imgH="228600" progId="Equation.DSMT4">
                    <p:embed/>
                    <p:pic>
                      <p:nvPicPr>
                        <p:cNvPr id="14352" name="Object 1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01765" y="2816632"/>
                          <a:ext cx="283369" cy="4226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" name="Object 1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393652"/>
                </p:ext>
              </p:extLst>
            </p:nvPr>
          </p:nvGraphicFramePr>
          <p:xfrm>
            <a:off x="7628097" y="2816632"/>
            <a:ext cx="283369" cy="422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706" name="Equation" r:id="rId31" imgW="152280" imgH="228600" progId="Equation.DSMT4">
                    <p:embed/>
                  </p:oleObj>
                </mc:Choice>
                <mc:Fallback>
                  <p:oleObj name="Equation" r:id="rId31" imgW="152280" imgH="228600" progId="Equation.DSMT4">
                    <p:embed/>
                    <p:pic>
                      <p:nvPicPr>
                        <p:cNvPr id="14353" name="Object 1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28097" y="2816632"/>
                          <a:ext cx="283369" cy="4226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0" name="Oval 143"/>
            <p:cNvSpPr>
              <a:spLocks noChangeArrowheads="1"/>
            </p:cNvSpPr>
            <p:nvPr/>
          </p:nvSpPr>
          <p:spPr bwMode="auto">
            <a:xfrm>
              <a:off x="7759065" y="3660785"/>
              <a:ext cx="233363" cy="23336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FC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zh-CN" sz="1500" dirty="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1" name="Oval 144"/>
            <p:cNvSpPr>
              <a:spLocks noChangeArrowheads="1"/>
            </p:cNvSpPr>
            <p:nvPr/>
          </p:nvSpPr>
          <p:spPr bwMode="auto">
            <a:xfrm>
              <a:off x="6387465" y="3627448"/>
              <a:ext cx="285750" cy="285750"/>
            </a:xfrm>
            <a:prstGeom prst="ellipse">
              <a:avLst/>
            </a:prstGeom>
            <a:gradFill flip="none" rotWithShape="1">
              <a:gsLst>
                <a:gs pos="0">
                  <a:srgbClr val="FFFFFF"/>
                </a:gs>
                <a:gs pos="100000">
                  <a:srgbClr val="0000FF"/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zh-CN" sz="2400" dirty="0">
                <a:solidFill>
                  <a:srgbClr val="000066"/>
                </a:solidFill>
                <a:latin typeface="Arial" charset="0"/>
                <a:ea typeface="宋体" pitchFamily="2" charset="-122"/>
              </a:endParaRPr>
            </a:p>
          </p:txBody>
        </p:sp>
        <p:grpSp>
          <p:nvGrpSpPr>
            <p:cNvPr id="72" name="Group 145"/>
            <p:cNvGrpSpPr>
              <a:grpSpLocks/>
            </p:cNvGrpSpPr>
            <p:nvPr/>
          </p:nvGrpSpPr>
          <p:grpSpPr bwMode="auto">
            <a:xfrm>
              <a:off x="6616066" y="1293823"/>
              <a:ext cx="573881" cy="800100"/>
              <a:chOff x="1248" y="1248"/>
              <a:chExt cx="482" cy="672"/>
            </a:xfrm>
          </p:grpSpPr>
          <p:graphicFrame>
            <p:nvGraphicFramePr>
              <p:cNvPr id="73" name="Object 146"/>
              <p:cNvGraphicFramePr>
                <a:graphicFrameLocks noChangeAspect="1"/>
              </p:cNvGraphicFramePr>
              <p:nvPr/>
            </p:nvGraphicFramePr>
            <p:xfrm>
              <a:off x="1248" y="1248"/>
              <a:ext cx="270" cy="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707" name="Equation" r:id="rId33" imgW="215640" imgH="228600" progId="Equation.3">
                      <p:embed/>
                    </p:oleObj>
                  </mc:Choice>
                  <mc:Fallback>
                    <p:oleObj name="Equation" r:id="rId33" imgW="215640" imgH="228600" progId="Equation.3">
                      <p:embed/>
                      <p:pic>
                        <p:nvPicPr>
                          <p:cNvPr id="14358" name="Object 14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48" y="1248"/>
                            <a:ext cx="270" cy="3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4" name="Line 147"/>
              <p:cNvSpPr>
                <a:spLocks noChangeShapeType="1"/>
              </p:cNvSpPr>
              <p:nvPr/>
            </p:nvSpPr>
            <p:spPr bwMode="auto">
              <a:xfrm flipH="1" flipV="1">
                <a:off x="1536" y="1488"/>
                <a:ext cx="194" cy="432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</p:grpSp>
        <p:grpSp>
          <p:nvGrpSpPr>
            <p:cNvPr id="76" name="Group 149"/>
            <p:cNvGrpSpPr>
              <a:grpSpLocks/>
            </p:cNvGrpSpPr>
            <p:nvPr/>
          </p:nvGrpSpPr>
          <p:grpSpPr bwMode="auto">
            <a:xfrm>
              <a:off x="6616065" y="2084398"/>
              <a:ext cx="563166" cy="742950"/>
              <a:chOff x="1200" y="1920"/>
              <a:chExt cx="521" cy="624"/>
            </a:xfrm>
          </p:grpSpPr>
          <p:sp>
            <p:nvSpPr>
              <p:cNvPr id="77" name="Line 150"/>
              <p:cNvSpPr>
                <a:spLocks noChangeShapeType="1"/>
              </p:cNvSpPr>
              <p:nvPr/>
            </p:nvSpPr>
            <p:spPr bwMode="auto">
              <a:xfrm flipH="1">
                <a:off x="1536" y="1920"/>
                <a:ext cx="185" cy="432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  <p:graphicFrame>
            <p:nvGraphicFramePr>
              <p:cNvPr id="78" name="Object 151"/>
              <p:cNvGraphicFramePr>
                <a:graphicFrameLocks noChangeAspect="1"/>
              </p:cNvGraphicFramePr>
              <p:nvPr/>
            </p:nvGraphicFramePr>
            <p:xfrm>
              <a:off x="1200" y="2208"/>
              <a:ext cx="318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708" name="Equation" r:id="rId35" imgW="215640" imgH="228600" progId="Equation.3">
                      <p:embed/>
                    </p:oleObj>
                  </mc:Choice>
                  <mc:Fallback>
                    <p:oleObj name="Equation" r:id="rId35" imgW="215640" imgH="228600" progId="Equation.3">
                      <p:embed/>
                      <p:pic>
                        <p:nvPicPr>
                          <p:cNvPr id="14357" name="Object 15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00" y="2208"/>
                            <a:ext cx="318" cy="3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9" name="Group 152"/>
            <p:cNvGrpSpPr>
              <a:grpSpLocks/>
            </p:cNvGrpSpPr>
            <p:nvPr/>
          </p:nvGrpSpPr>
          <p:grpSpPr bwMode="auto">
            <a:xfrm>
              <a:off x="6456522" y="1598623"/>
              <a:ext cx="731044" cy="942975"/>
              <a:chOff x="1104" y="1512"/>
              <a:chExt cx="614" cy="792"/>
            </a:xfrm>
          </p:grpSpPr>
          <p:sp>
            <p:nvSpPr>
              <p:cNvPr id="80" name="Line 153"/>
              <p:cNvSpPr>
                <a:spLocks noChangeShapeType="1"/>
              </p:cNvSpPr>
              <p:nvPr/>
            </p:nvSpPr>
            <p:spPr bwMode="auto">
              <a:xfrm flipH="1" flipV="1">
                <a:off x="1392" y="1920"/>
                <a:ext cx="144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81" name="Line 154"/>
              <p:cNvSpPr>
                <a:spLocks noChangeShapeType="1"/>
              </p:cNvSpPr>
              <p:nvPr/>
            </p:nvSpPr>
            <p:spPr bwMode="auto">
              <a:xfrm flipH="1">
                <a:off x="1392" y="1512"/>
                <a:ext cx="136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82" name="Line 155"/>
              <p:cNvSpPr>
                <a:spLocks noChangeShapeType="1"/>
              </p:cNvSpPr>
              <p:nvPr/>
            </p:nvSpPr>
            <p:spPr bwMode="auto">
              <a:xfrm flipH="1">
                <a:off x="1392" y="1920"/>
                <a:ext cx="326" cy="0"/>
              </a:xfrm>
              <a:prstGeom prst="line">
                <a:avLst/>
              </a:prstGeom>
              <a:noFill/>
              <a:ln w="25400">
                <a:solidFill>
                  <a:srgbClr val="007800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  <p:graphicFrame>
            <p:nvGraphicFramePr>
              <p:cNvPr id="83" name="Object 156"/>
              <p:cNvGraphicFramePr>
                <a:graphicFrameLocks noChangeAspect="1"/>
              </p:cNvGraphicFramePr>
              <p:nvPr/>
            </p:nvGraphicFramePr>
            <p:xfrm>
              <a:off x="1104" y="1728"/>
              <a:ext cx="250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709" name="Equation" r:id="rId37" imgW="164880" imgH="190440" progId="Equation.3">
                      <p:embed/>
                    </p:oleObj>
                  </mc:Choice>
                  <mc:Fallback>
                    <p:oleObj name="Equation" r:id="rId37" imgW="164880" imgH="190440" progId="Equation.3">
                      <p:embed/>
                      <p:pic>
                        <p:nvPicPr>
                          <p:cNvPr id="14356" name="Object 15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04" y="1728"/>
                            <a:ext cx="250" cy="2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84" name="Object 15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75552005"/>
                </p:ext>
              </p:extLst>
            </p:nvPr>
          </p:nvGraphicFramePr>
          <p:xfrm>
            <a:off x="6216015" y="3296454"/>
            <a:ext cx="400050" cy="3107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710" name="Equation" r:id="rId39" imgW="241200" imgH="164880" progId="Equation.3">
                    <p:embed/>
                  </p:oleObj>
                </mc:Choice>
                <mc:Fallback>
                  <p:oleObj name="Equation" r:id="rId39" imgW="241200" imgH="164880" progId="Equation.3">
                    <p:embed/>
                    <p:pic>
                      <p:nvPicPr>
                        <p:cNvPr id="14354" name="Object 1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16015" y="3296454"/>
                          <a:ext cx="400050" cy="31075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5" name="Object 1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5040376"/>
                </p:ext>
              </p:extLst>
            </p:nvPr>
          </p:nvGraphicFramePr>
          <p:xfrm>
            <a:off x="7187566" y="2884498"/>
            <a:ext cx="232172" cy="3107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711" name="Equation" r:id="rId41" imgW="139680" imgH="164880" progId="Equation.3">
                    <p:embed/>
                  </p:oleObj>
                </mc:Choice>
                <mc:Fallback>
                  <p:oleObj name="Equation" r:id="rId41" imgW="139680" imgH="164880" progId="Equation.3">
                    <p:embed/>
                    <p:pic>
                      <p:nvPicPr>
                        <p:cNvPr id="14355" name="Object 1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87566" y="2884498"/>
                          <a:ext cx="232172" cy="31075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6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1352563"/>
                </p:ext>
              </p:extLst>
            </p:nvPr>
          </p:nvGraphicFramePr>
          <p:xfrm>
            <a:off x="6422708" y="3725793"/>
            <a:ext cx="216694" cy="1785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712" name="Equation" r:id="rId43" imgW="139680" imgH="101520" progId="Equation.DSMT4">
                    <p:embed/>
                  </p:oleObj>
                </mc:Choice>
                <mc:Fallback>
                  <p:oleObj name="Equation" r:id="rId43" imgW="139680" imgH="101520" progId="Equation.DSMT4">
                    <p:embed/>
                    <p:pic>
                      <p:nvPicPr>
                        <p:cNvPr id="5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22708" y="3725793"/>
                          <a:ext cx="216694" cy="1785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7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75691886"/>
                </p:ext>
              </p:extLst>
            </p:nvPr>
          </p:nvGraphicFramePr>
          <p:xfrm>
            <a:off x="7774068" y="3655070"/>
            <a:ext cx="215503" cy="2440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713" name="Equation" r:id="rId45" imgW="139680" imgH="139680" progId="Equation.DSMT4">
                    <p:embed/>
                  </p:oleObj>
                </mc:Choice>
                <mc:Fallback>
                  <p:oleObj name="Equation" r:id="rId45" imgW="139680" imgH="139680" progId="Equation.DSMT4">
                    <p:embed/>
                    <p:pic>
                      <p:nvPicPr>
                        <p:cNvPr id="6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74068" y="3655070"/>
                          <a:ext cx="215503" cy="24407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5" name="Text Box 148"/>
            <p:cNvSpPr txBox="1">
              <a:spLocks noChangeArrowheads="1"/>
            </p:cNvSpPr>
            <p:nvPr/>
          </p:nvSpPr>
          <p:spPr bwMode="auto">
            <a:xfrm>
              <a:off x="7047074" y="1651013"/>
              <a:ext cx="228600" cy="600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685800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altLang="zh-CN" sz="3300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2762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7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8" name="Text Box 64"/>
          <p:cNvSpPr txBox="1">
            <a:spLocks noChangeArrowheads="1"/>
          </p:cNvSpPr>
          <p:nvPr/>
        </p:nvSpPr>
        <p:spPr bwMode="auto">
          <a:xfrm>
            <a:off x="781682" y="767929"/>
            <a:ext cx="8083557" cy="936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85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 b="1" dirty="0" smtClean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kumimoji="1"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正电荷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均匀分布在半径为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的圆环上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计算通过圆环中心点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并垂直圆环平面的轴线上任一点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处的电场强度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5377" name="灯片编号占位符 1"/>
          <p:cNvSpPr txBox="1">
            <a:spLocks noGrp="1" noChangeArrowheads="1"/>
          </p:cNvSpPr>
          <p:nvPr/>
        </p:nvSpPr>
        <p:spPr bwMode="auto">
          <a:xfrm>
            <a:off x="7543800" y="4927998"/>
            <a:ext cx="16002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E5A6853A-9BAC-4C36-A441-580A538FFA89}" type="slidenum">
              <a:rPr lang="zh-CN" altLang="en-US" sz="1350" b="1">
                <a:solidFill>
                  <a:srgbClr val="0000CC"/>
                </a:solidFill>
                <a:latin typeface="Calibri" pitchFamily="34" charset="0"/>
                <a:ea typeface="宋体" pitchFamily="2" charset="-122"/>
              </a:rPr>
              <a:pPr algn="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US" altLang="zh-CN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473703" y="2781681"/>
            <a:ext cx="3210425" cy="1618488"/>
            <a:chOff x="4440936" y="3708908"/>
            <a:chExt cx="4280567" cy="2157984"/>
          </a:xfrm>
        </p:grpSpPr>
        <p:sp>
          <p:nvSpPr>
            <p:cNvPr id="15376" name="Line 182"/>
            <p:cNvSpPr>
              <a:spLocks noChangeShapeType="1"/>
            </p:cNvSpPr>
            <p:nvPr/>
          </p:nvSpPr>
          <p:spPr bwMode="auto">
            <a:xfrm>
              <a:off x="4907280" y="4787324"/>
              <a:ext cx="3398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triangle" w="sm" len="lg"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626" t="8666" r="47375" b="12669"/>
            <a:stretch/>
          </p:blipFill>
          <p:spPr>
            <a:xfrm>
              <a:off x="4675695" y="3708908"/>
              <a:ext cx="1030224" cy="2157984"/>
            </a:xfrm>
            <a:prstGeom prst="rect">
              <a:avLst/>
            </a:prstGeom>
          </p:spPr>
        </p:pic>
        <p:graphicFrame>
          <p:nvGraphicFramePr>
            <p:cNvPr id="15363" name="Object 174"/>
            <p:cNvGraphicFramePr>
              <a:graphicFrameLocks noChangeAspect="1"/>
            </p:cNvGraphicFramePr>
            <p:nvPr>
              <p:extLst/>
            </p:nvPr>
          </p:nvGraphicFramePr>
          <p:xfrm>
            <a:off x="6921500" y="4333748"/>
            <a:ext cx="381000" cy="354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69" name="Equation" r:id="rId4" imgW="152280" imgH="164880" progId="Equation.3">
                    <p:embed/>
                  </p:oleObj>
                </mc:Choice>
                <mc:Fallback>
                  <p:oleObj name="Equation" r:id="rId4" imgW="152280" imgH="164880" progId="Equation.3">
                    <p:embed/>
                    <p:pic>
                      <p:nvPicPr>
                        <p:cNvPr id="15363" name="Object 1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21500" y="4333748"/>
                          <a:ext cx="381000" cy="3540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1" name="Oval 175"/>
            <p:cNvSpPr>
              <a:spLocks noChangeArrowheads="1"/>
            </p:cNvSpPr>
            <p:nvPr/>
          </p:nvSpPr>
          <p:spPr bwMode="auto">
            <a:xfrm>
              <a:off x="7055558" y="4740085"/>
              <a:ext cx="96000" cy="96000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wrap="square" lIns="69056" tIns="34529" rIns="69056" bIns="34529" anchor="ctr">
              <a:spAutoFit/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15364" name="Object 176"/>
            <p:cNvGraphicFramePr>
              <a:graphicFrameLocks noChangeAspect="1"/>
            </p:cNvGraphicFramePr>
            <p:nvPr>
              <p:extLst/>
            </p:nvPr>
          </p:nvGraphicFramePr>
          <p:xfrm>
            <a:off x="5065713" y="4800600"/>
            <a:ext cx="344487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70" name="Equation" r:id="rId6" imgW="126720" imgH="139680" progId="Equation.3">
                    <p:embed/>
                  </p:oleObj>
                </mc:Choice>
                <mc:Fallback>
                  <p:oleObj name="Equation" r:id="rId6" imgW="126720" imgH="139680" progId="Equation.3">
                    <p:embed/>
                    <p:pic>
                      <p:nvPicPr>
                        <p:cNvPr id="15364" name="Object 1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5713" y="4800600"/>
                          <a:ext cx="344487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5" name="Object 177"/>
            <p:cNvGraphicFramePr>
              <a:graphicFrameLocks noChangeAspect="1"/>
            </p:cNvGraphicFramePr>
            <p:nvPr>
              <p:extLst/>
            </p:nvPr>
          </p:nvGraphicFramePr>
          <p:xfrm>
            <a:off x="6112478" y="4740085"/>
            <a:ext cx="307975" cy="341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71" name="Equation" r:id="rId8" imgW="126720" imgH="139680" progId="Equation.3">
                    <p:embed/>
                  </p:oleObj>
                </mc:Choice>
                <mc:Fallback>
                  <p:oleObj name="Equation" r:id="rId8" imgW="126720" imgH="139680" progId="Equation.3">
                    <p:embed/>
                    <p:pic>
                      <p:nvPicPr>
                        <p:cNvPr id="15365" name="Object 1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12478" y="4740085"/>
                          <a:ext cx="307975" cy="3413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2" name="Line 178"/>
            <p:cNvSpPr>
              <a:spLocks noChangeShapeType="1"/>
            </p:cNvSpPr>
            <p:nvPr/>
          </p:nvSpPr>
          <p:spPr bwMode="auto">
            <a:xfrm>
              <a:off x="4440936" y="47879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5374" name="Line 181"/>
            <p:cNvSpPr>
              <a:spLocks noChangeShapeType="1"/>
            </p:cNvSpPr>
            <p:nvPr/>
          </p:nvSpPr>
          <p:spPr bwMode="auto">
            <a:xfrm flipV="1">
              <a:off x="5257800" y="3904488"/>
              <a:ext cx="0" cy="8869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15367" name="Object 183"/>
            <p:cNvGraphicFramePr>
              <a:graphicFrameLocks noChangeAspect="1"/>
            </p:cNvGraphicFramePr>
            <p:nvPr>
              <p:extLst/>
            </p:nvPr>
          </p:nvGraphicFramePr>
          <p:xfrm>
            <a:off x="4986528" y="4267200"/>
            <a:ext cx="381000" cy="354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72" name="Equation" r:id="rId10" imgW="152280" imgH="164880" progId="Equation.3">
                    <p:embed/>
                  </p:oleObj>
                </mc:Choice>
                <mc:Fallback>
                  <p:oleObj name="Equation" r:id="rId10" imgW="152280" imgH="164880" progId="Equation.3">
                    <p:embed/>
                    <p:pic>
                      <p:nvPicPr>
                        <p:cNvPr id="15367" name="Object 1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6528" y="4267200"/>
                          <a:ext cx="381000" cy="3540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177"/>
            <p:cNvGraphicFramePr>
              <a:graphicFrameLocks noChangeAspect="1"/>
            </p:cNvGraphicFramePr>
            <p:nvPr>
              <p:extLst/>
            </p:nvPr>
          </p:nvGraphicFramePr>
          <p:xfrm>
            <a:off x="8364093" y="4598955"/>
            <a:ext cx="357410" cy="3960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73" name="Equation" r:id="rId8" imgW="126720" imgH="139680" progId="Equation.3">
                    <p:embed/>
                  </p:oleObj>
                </mc:Choice>
                <mc:Fallback>
                  <p:oleObj name="Equation" r:id="rId8" imgW="126720" imgH="139680" progId="Equation.3">
                    <p:embed/>
                    <p:pic>
                      <p:nvPicPr>
                        <p:cNvPr id="19" name="Object 1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64093" y="4598955"/>
                          <a:ext cx="357410" cy="396099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76642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 6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26" t="8666" r="47375" b="12669"/>
          <a:stretch/>
        </p:blipFill>
        <p:spPr>
          <a:xfrm>
            <a:off x="4644508" y="2812495"/>
            <a:ext cx="772668" cy="1618488"/>
          </a:xfrm>
          <a:prstGeom prst="rect">
            <a:avLst/>
          </a:prstGeom>
        </p:spPr>
      </p:pic>
      <p:sp>
        <p:nvSpPr>
          <p:cNvPr id="16407" name="Text Box 51"/>
          <p:cNvSpPr txBox="1">
            <a:spLocks noChangeArrowheads="1"/>
          </p:cNvSpPr>
          <p:nvPr/>
        </p:nvSpPr>
        <p:spPr bwMode="auto">
          <a:xfrm>
            <a:off x="1327831" y="418362"/>
            <a:ext cx="116300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400" b="1">
                <a:solidFill>
                  <a:srgbClr val="CC0000"/>
                </a:solidFill>
                <a:latin typeface="Times New Roman" pitchFamily="18" charset="0"/>
                <a:ea typeface="宋体" pitchFamily="2" charset="-122"/>
              </a:rPr>
              <a:t>解：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2100263" y="237238"/>
            <a:ext cx="5188631" cy="823913"/>
            <a:chOff x="2100263" y="237238"/>
            <a:chExt cx="5188631" cy="823913"/>
          </a:xfrm>
        </p:grpSpPr>
        <p:graphicFrame>
          <p:nvGraphicFramePr>
            <p:cNvPr id="36879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587194"/>
                </p:ext>
              </p:extLst>
            </p:nvPr>
          </p:nvGraphicFramePr>
          <p:xfrm>
            <a:off x="3809205" y="461494"/>
            <a:ext cx="1085850" cy="3869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78" name="Equation" r:id="rId4" imgW="571320" imgH="203040" progId="Equation.3">
                    <p:embed/>
                  </p:oleObj>
                </mc:Choice>
                <mc:Fallback>
                  <p:oleObj name="Equation" r:id="rId4" imgW="571320" imgH="203040" progId="Equation.3">
                    <p:embed/>
                    <p:pic>
                      <p:nvPicPr>
                        <p:cNvPr id="36879" name="Object 15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9205" y="461494"/>
                          <a:ext cx="1085850" cy="38695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923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6835558"/>
                </p:ext>
              </p:extLst>
            </p:nvPr>
          </p:nvGraphicFramePr>
          <p:xfrm>
            <a:off x="2100263" y="246699"/>
            <a:ext cx="1084660" cy="744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79" name="Equation" r:id="rId6" imgW="571320" imgH="393480" progId="Equation.3">
                    <p:embed/>
                  </p:oleObj>
                </mc:Choice>
                <mc:Fallback>
                  <p:oleObj name="Equation" r:id="rId6" imgW="571320" imgH="393480" progId="Equation.3">
                    <p:embed/>
                    <p:pic>
                      <p:nvPicPr>
                        <p:cNvPr id="36923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0263" y="246699"/>
                          <a:ext cx="1084660" cy="7441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926" name="Object 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1958501"/>
                </p:ext>
              </p:extLst>
            </p:nvPr>
          </p:nvGraphicFramePr>
          <p:xfrm>
            <a:off x="5497004" y="237238"/>
            <a:ext cx="1791890" cy="823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80" name="Equation" r:id="rId8" imgW="939600" imgH="431640" progId="Equation.3">
                    <p:embed/>
                  </p:oleObj>
                </mc:Choice>
                <mc:Fallback>
                  <p:oleObj name="Equation" r:id="rId8" imgW="939600" imgH="431640" progId="Equation.3">
                    <p:embed/>
                    <p:pic>
                      <p:nvPicPr>
                        <p:cNvPr id="36926" name="Object 62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97004" y="237238"/>
                          <a:ext cx="1791890" cy="8239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6960" name="Object 96"/>
          <p:cNvGraphicFramePr>
            <a:graphicFrameLocks noChangeAspect="1"/>
          </p:cNvGraphicFramePr>
          <p:nvPr/>
        </p:nvGraphicFramePr>
        <p:xfrm>
          <a:off x="1871663" y="4083844"/>
          <a:ext cx="2084785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81" name="Equation" r:id="rId10" imgW="1168200" imgH="431640" progId="Equation.3">
                  <p:embed/>
                </p:oleObj>
              </mc:Choice>
              <mc:Fallback>
                <p:oleObj name="Equation" r:id="rId10" imgW="1168200" imgH="431640" progId="Equation.3">
                  <p:embed/>
                  <p:pic>
                    <p:nvPicPr>
                      <p:cNvPr id="36960" name="Object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4083844"/>
                        <a:ext cx="2084785" cy="809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61" name="Object 97"/>
          <p:cNvGraphicFramePr>
            <a:graphicFrameLocks noChangeAspect="1"/>
          </p:cNvGraphicFramePr>
          <p:nvPr/>
        </p:nvGraphicFramePr>
        <p:xfrm>
          <a:off x="1882379" y="2421732"/>
          <a:ext cx="1520428" cy="921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82" name="Equation" r:id="rId12" imgW="850680" imgH="482400" progId="Equation.DSMT4">
                  <p:embed/>
                </p:oleObj>
              </mc:Choice>
              <mc:Fallback>
                <p:oleObj name="Equation" r:id="rId12" imgW="850680" imgH="482400" progId="Equation.DSMT4">
                  <p:embed/>
                  <p:pic>
                    <p:nvPicPr>
                      <p:cNvPr id="36961" name="Object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2379" y="2421732"/>
                        <a:ext cx="1520428" cy="9215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62" name="Object 98"/>
          <p:cNvGraphicFramePr>
            <a:graphicFrameLocks noChangeAspect="1"/>
          </p:cNvGraphicFramePr>
          <p:nvPr/>
        </p:nvGraphicFramePr>
        <p:xfrm>
          <a:off x="1871663" y="3274219"/>
          <a:ext cx="1756172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83" name="Equation" r:id="rId14" imgW="1002960" imgH="431640" progId="Equation.3">
                  <p:embed/>
                </p:oleObj>
              </mc:Choice>
              <mc:Fallback>
                <p:oleObj name="Equation" r:id="rId14" imgW="1002960" imgH="431640" progId="Equation.3">
                  <p:embed/>
                  <p:pic>
                    <p:nvPicPr>
                      <p:cNvPr id="36962" name="Object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3274219"/>
                        <a:ext cx="1756172" cy="823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Object 105"/>
          <p:cNvGraphicFramePr>
            <a:graphicFrameLocks noChangeAspect="1"/>
          </p:cNvGraphicFramePr>
          <p:nvPr/>
        </p:nvGraphicFramePr>
        <p:xfrm>
          <a:off x="6334125" y="3305175"/>
          <a:ext cx="285750" cy="265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84" name="Equation" r:id="rId16" imgW="152280" imgH="164880" progId="Equation.3">
                  <p:embed/>
                </p:oleObj>
              </mc:Choice>
              <mc:Fallback>
                <p:oleObj name="Equation" r:id="rId16" imgW="152280" imgH="164880" progId="Equation.3">
                  <p:embed/>
                  <p:pic>
                    <p:nvPicPr>
                      <p:cNvPr id="16393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4125" y="3305175"/>
                        <a:ext cx="285750" cy="2655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Object 107"/>
          <p:cNvGraphicFramePr>
            <a:graphicFrameLocks noChangeAspect="1"/>
          </p:cNvGraphicFramePr>
          <p:nvPr/>
        </p:nvGraphicFramePr>
        <p:xfrm>
          <a:off x="4942285" y="3600450"/>
          <a:ext cx="258365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85" name="Equation" r:id="rId18" imgW="126720" imgH="139680" progId="Equation.3">
                  <p:embed/>
                </p:oleObj>
              </mc:Choice>
              <mc:Fallback>
                <p:oleObj name="Equation" r:id="rId18" imgW="126720" imgH="139680" progId="Equation.3">
                  <p:embed/>
                  <p:pic>
                    <p:nvPicPr>
                      <p:cNvPr id="16394" name="Object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2285" y="3600450"/>
                        <a:ext cx="258365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5" name="Object 108"/>
          <p:cNvGraphicFramePr>
            <a:graphicFrameLocks noChangeAspect="1"/>
          </p:cNvGraphicFramePr>
          <p:nvPr/>
        </p:nvGraphicFramePr>
        <p:xfrm>
          <a:off x="5657851" y="3657600"/>
          <a:ext cx="230981" cy="255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86" name="Equation" r:id="rId20" imgW="126720" imgH="139680" progId="Equation.3">
                  <p:embed/>
                </p:oleObj>
              </mc:Choice>
              <mc:Fallback>
                <p:oleObj name="Equation" r:id="rId20" imgW="126720" imgH="139680" progId="Equation.3">
                  <p:embed/>
                  <p:pic>
                    <p:nvPicPr>
                      <p:cNvPr id="16395" name="Object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7851" y="3657600"/>
                        <a:ext cx="230981" cy="2559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0" name="Line 109"/>
          <p:cNvSpPr>
            <a:spLocks noChangeShapeType="1"/>
          </p:cNvSpPr>
          <p:nvPr/>
        </p:nvSpPr>
        <p:spPr bwMode="auto">
          <a:xfrm>
            <a:off x="4465130" y="3598955"/>
            <a:ext cx="285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6396" name="Object 111"/>
          <p:cNvGraphicFramePr>
            <a:graphicFrameLocks noChangeAspect="1"/>
          </p:cNvGraphicFramePr>
          <p:nvPr/>
        </p:nvGraphicFramePr>
        <p:xfrm>
          <a:off x="7200901" y="3657600"/>
          <a:ext cx="230981" cy="255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87" name="Equation" r:id="rId22" imgW="126720" imgH="139680" progId="Equation.3">
                  <p:embed/>
                </p:oleObj>
              </mc:Choice>
              <mc:Fallback>
                <p:oleObj name="Equation" r:id="rId22" imgW="126720" imgH="139680" progId="Equation.3">
                  <p:embed/>
                  <p:pic>
                    <p:nvPicPr>
                      <p:cNvPr id="16396" name="Object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0901" y="3657600"/>
                        <a:ext cx="230981" cy="2559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2" name="Line 112"/>
          <p:cNvSpPr>
            <a:spLocks noChangeShapeType="1"/>
          </p:cNvSpPr>
          <p:nvPr/>
        </p:nvSpPr>
        <p:spPr bwMode="auto">
          <a:xfrm flipV="1">
            <a:off x="5086350" y="2960370"/>
            <a:ext cx="0" cy="64008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6397" name="Object 114"/>
          <p:cNvGraphicFramePr>
            <a:graphicFrameLocks noChangeAspect="1"/>
          </p:cNvGraphicFramePr>
          <p:nvPr>
            <p:extLst/>
          </p:nvPr>
        </p:nvGraphicFramePr>
        <p:xfrm>
          <a:off x="4853940" y="3223260"/>
          <a:ext cx="285750" cy="265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88" name="Equation" r:id="rId23" imgW="152280" imgH="164880" progId="Equation.3">
                  <p:embed/>
                </p:oleObj>
              </mc:Choice>
              <mc:Fallback>
                <p:oleObj name="Equation" r:id="rId23" imgW="152280" imgH="164880" progId="Equation.3">
                  <p:embed/>
                  <p:pic>
                    <p:nvPicPr>
                      <p:cNvPr id="16397" name="Object 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3940" y="3223260"/>
                        <a:ext cx="285750" cy="2655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5"/>
          <p:cNvGrpSpPr>
            <a:grpSpLocks/>
          </p:cNvGrpSpPr>
          <p:nvPr/>
        </p:nvGrpSpPr>
        <p:grpSpPr bwMode="auto">
          <a:xfrm>
            <a:off x="6191250" y="3192780"/>
            <a:ext cx="1046560" cy="1152525"/>
            <a:chOff x="4240" y="2688"/>
            <a:chExt cx="879" cy="968"/>
          </a:xfrm>
        </p:grpSpPr>
        <p:sp>
          <p:nvSpPr>
            <p:cNvPr id="16426" name="Line 116"/>
            <p:cNvSpPr>
              <a:spLocks noChangeShapeType="1"/>
            </p:cNvSpPr>
            <p:nvPr/>
          </p:nvSpPr>
          <p:spPr bwMode="auto">
            <a:xfrm flipV="1">
              <a:off x="4416" y="3024"/>
              <a:ext cx="5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lIns="69056" tIns="34529" rIns="69056" bIns="34529">
              <a:spAutoFit/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6427" name="Line 117"/>
            <p:cNvSpPr>
              <a:spLocks noChangeShapeType="1"/>
            </p:cNvSpPr>
            <p:nvPr/>
          </p:nvSpPr>
          <p:spPr bwMode="auto">
            <a:xfrm>
              <a:off x="4416" y="331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6428" name="Line 118"/>
            <p:cNvSpPr>
              <a:spLocks noChangeShapeType="1"/>
            </p:cNvSpPr>
            <p:nvPr/>
          </p:nvSpPr>
          <p:spPr bwMode="auto">
            <a:xfrm>
              <a:off x="4984" y="302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16405" name="Object 119"/>
            <p:cNvGraphicFramePr>
              <a:graphicFrameLocks noChangeAspect="1"/>
            </p:cNvGraphicFramePr>
            <p:nvPr/>
          </p:nvGraphicFramePr>
          <p:xfrm>
            <a:off x="4240" y="3360"/>
            <a:ext cx="361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89" name="Equation" r:id="rId25" imgW="279360" imgH="228600" progId="Equation.3">
                    <p:embed/>
                  </p:oleObj>
                </mc:Choice>
                <mc:Fallback>
                  <p:oleObj name="Equation" r:id="rId25" imgW="279360" imgH="228600" progId="Equation.3">
                    <p:embed/>
                    <p:pic>
                      <p:nvPicPr>
                        <p:cNvPr id="16405" name="Object 1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0" y="3360"/>
                          <a:ext cx="361" cy="2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6" name="Object 120"/>
            <p:cNvGraphicFramePr>
              <a:graphicFrameLocks noChangeAspect="1"/>
            </p:cNvGraphicFramePr>
            <p:nvPr/>
          </p:nvGraphicFramePr>
          <p:xfrm>
            <a:off x="4769" y="2688"/>
            <a:ext cx="350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90" name="Equation" r:id="rId27" imgW="266400" imgH="241200" progId="Equation.3">
                    <p:embed/>
                  </p:oleObj>
                </mc:Choice>
                <mc:Fallback>
                  <p:oleObj name="Equation" r:id="rId27" imgW="266400" imgH="241200" progId="Equation.3">
                    <p:embed/>
                    <p:pic>
                      <p:nvPicPr>
                        <p:cNvPr id="16406" name="Object 1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9" y="2688"/>
                          <a:ext cx="350" cy="3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29" name="Line 121"/>
            <p:cNvSpPr>
              <a:spLocks noChangeShapeType="1"/>
            </p:cNvSpPr>
            <p:nvPr/>
          </p:nvSpPr>
          <p:spPr bwMode="auto">
            <a:xfrm>
              <a:off x="4416" y="3024"/>
              <a:ext cx="0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lIns="69056" tIns="34529" rIns="69056" bIns="34529">
              <a:spAutoFit/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</p:grpSp>
      <p:grpSp>
        <p:nvGrpSpPr>
          <p:cNvPr id="3" name="Group 123"/>
          <p:cNvGrpSpPr>
            <a:grpSpLocks/>
          </p:cNvGrpSpPr>
          <p:nvPr/>
        </p:nvGrpSpPr>
        <p:grpSpPr bwMode="auto">
          <a:xfrm>
            <a:off x="4934189" y="2601754"/>
            <a:ext cx="2449115" cy="1720454"/>
            <a:chOff x="3183" y="2178"/>
            <a:chExt cx="2057" cy="1445"/>
          </a:xfrm>
        </p:grpSpPr>
        <p:graphicFrame>
          <p:nvGraphicFramePr>
            <p:cNvPr id="16401" name="Object 124"/>
            <p:cNvGraphicFramePr>
              <a:graphicFrameLocks noChangeAspect="1"/>
            </p:cNvGraphicFramePr>
            <p:nvPr>
              <p:extLst/>
            </p:nvPr>
          </p:nvGraphicFramePr>
          <p:xfrm>
            <a:off x="3952" y="2825"/>
            <a:ext cx="155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91" name="Equation" r:id="rId29" imgW="126720" imgH="177480" progId="Equation.3">
                    <p:embed/>
                  </p:oleObj>
                </mc:Choice>
                <mc:Fallback>
                  <p:oleObj name="Equation" r:id="rId29" imgW="126720" imgH="177480" progId="Equation.3">
                    <p:embed/>
                    <p:pic>
                      <p:nvPicPr>
                        <p:cNvPr id="16401" name="Object 1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2" y="2825"/>
                          <a:ext cx="155" cy="211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22" name="Freeform 125"/>
            <p:cNvSpPr>
              <a:spLocks/>
            </p:cNvSpPr>
            <p:nvPr/>
          </p:nvSpPr>
          <p:spPr bwMode="auto">
            <a:xfrm>
              <a:off x="4140" y="2907"/>
              <a:ext cx="38" cy="112"/>
            </a:xfrm>
            <a:custGeom>
              <a:avLst/>
              <a:gdLst>
                <a:gd name="T0" fmla="*/ 0 w 104"/>
                <a:gd name="T1" fmla="*/ 0 h 192"/>
                <a:gd name="T2" fmla="*/ 0 w 104"/>
                <a:gd name="T3" fmla="*/ 1 h 192"/>
                <a:gd name="T4" fmla="*/ 0 w 104"/>
                <a:gd name="T5" fmla="*/ 2 h 192"/>
                <a:gd name="T6" fmla="*/ 0 60000 65536"/>
                <a:gd name="T7" fmla="*/ 0 60000 65536"/>
                <a:gd name="T8" fmla="*/ 0 60000 65536"/>
                <a:gd name="T9" fmla="*/ 0 w 104"/>
                <a:gd name="T10" fmla="*/ 0 h 192"/>
                <a:gd name="T11" fmla="*/ 104 w 104"/>
                <a:gd name="T12" fmla="*/ 192 h 1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4" h="192">
                  <a:moveTo>
                    <a:pt x="104" y="0"/>
                  </a:moveTo>
                  <a:cubicBezTo>
                    <a:pt x="60" y="32"/>
                    <a:pt x="16" y="64"/>
                    <a:pt x="8" y="96"/>
                  </a:cubicBezTo>
                  <a:cubicBezTo>
                    <a:pt x="0" y="128"/>
                    <a:pt x="28" y="160"/>
                    <a:pt x="56" y="19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square" lIns="69056" tIns="34529" rIns="69056" bIns="34529">
              <a:spAutoFit/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16402" name="Object 126"/>
            <p:cNvGraphicFramePr>
              <a:graphicFrameLocks noChangeAspect="1"/>
            </p:cNvGraphicFramePr>
            <p:nvPr/>
          </p:nvGraphicFramePr>
          <p:xfrm>
            <a:off x="3183" y="2178"/>
            <a:ext cx="216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92" name="Equation" r:id="rId31" imgW="177480" imgH="177480" progId="Equation.3">
                    <p:embed/>
                  </p:oleObj>
                </mc:Choice>
                <mc:Fallback>
                  <p:oleObj name="Equation" r:id="rId31" imgW="177480" imgH="177480" progId="Equation.3">
                    <p:embed/>
                    <p:pic>
                      <p:nvPicPr>
                        <p:cNvPr id="16402" name="Object 126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3" y="2178"/>
                          <a:ext cx="216" cy="2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23" name="Line 127"/>
            <p:cNvSpPr>
              <a:spLocks noChangeShapeType="1"/>
            </p:cNvSpPr>
            <p:nvPr/>
          </p:nvSpPr>
          <p:spPr bwMode="auto">
            <a:xfrm>
              <a:off x="4416" y="3024"/>
              <a:ext cx="576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lIns="69056" tIns="34529" rIns="69056" bIns="34529">
              <a:spAutoFit/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16403" name="Object 128"/>
            <p:cNvGraphicFramePr>
              <a:graphicFrameLocks noChangeAspect="1"/>
            </p:cNvGraphicFramePr>
            <p:nvPr/>
          </p:nvGraphicFramePr>
          <p:xfrm>
            <a:off x="4944" y="3360"/>
            <a:ext cx="296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93" name="Equation" r:id="rId33" imgW="228600" imgH="203040" progId="Equation.3">
                    <p:embed/>
                  </p:oleObj>
                </mc:Choice>
                <mc:Fallback>
                  <p:oleObj name="Equation" r:id="rId33" imgW="228600" imgH="203040" progId="Equation.3">
                    <p:embed/>
                    <p:pic>
                      <p:nvPicPr>
                        <p:cNvPr id="16403" name="Object 1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3360"/>
                          <a:ext cx="296" cy="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24" name="Line 129"/>
            <p:cNvSpPr>
              <a:spLocks noChangeShapeType="1"/>
            </p:cNvSpPr>
            <p:nvPr/>
          </p:nvSpPr>
          <p:spPr bwMode="auto">
            <a:xfrm flipV="1">
              <a:off x="3283" y="2455"/>
              <a:ext cx="48" cy="3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6425" name="Line 130"/>
            <p:cNvSpPr>
              <a:spLocks noChangeShapeType="1"/>
            </p:cNvSpPr>
            <p:nvPr/>
          </p:nvSpPr>
          <p:spPr bwMode="auto">
            <a:xfrm>
              <a:off x="3312" y="2450"/>
              <a:ext cx="1104" cy="57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16404" name="Object 131"/>
            <p:cNvGraphicFramePr>
              <a:graphicFrameLocks noChangeAspect="1"/>
            </p:cNvGraphicFramePr>
            <p:nvPr/>
          </p:nvGraphicFramePr>
          <p:xfrm>
            <a:off x="3840" y="2544"/>
            <a:ext cx="199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94" name="Equation" r:id="rId35" imgW="114120" imgH="126720" progId="Equation.3">
                    <p:embed/>
                  </p:oleObj>
                </mc:Choice>
                <mc:Fallback>
                  <p:oleObj name="Equation" r:id="rId35" imgW="114120" imgH="126720" progId="Equation.3">
                    <p:embed/>
                    <p:pic>
                      <p:nvPicPr>
                        <p:cNvPr id="16404" name="Object 131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2544"/>
                          <a:ext cx="199" cy="1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38"/>
          <p:cNvGrpSpPr>
            <a:grpSpLocks/>
          </p:cNvGrpSpPr>
          <p:nvPr/>
        </p:nvGrpSpPr>
        <p:grpSpPr bwMode="auto">
          <a:xfrm>
            <a:off x="1277541" y="1815704"/>
            <a:ext cx="3006328" cy="577453"/>
            <a:chOff x="288" y="1632"/>
            <a:chExt cx="2525" cy="485"/>
          </a:xfrm>
        </p:grpSpPr>
        <p:graphicFrame>
          <p:nvGraphicFramePr>
            <p:cNvPr id="16400" name="Object 63"/>
            <p:cNvGraphicFramePr>
              <a:graphicFrameLocks noChangeAspect="1"/>
            </p:cNvGraphicFramePr>
            <p:nvPr/>
          </p:nvGraphicFramePr>
          <p:xfrm>
            <a:off x="624" y="1632"/>
            <a:ext cx="2189" cy="4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95" name="Equation" r:id="rId37" imgW="1371600" imgH="304560" progId="Equation.3">
                    <p:embed/>
                  </p:oleObj>
                </mc:Choice>
                <mc:Fallback>
                  <p:oleObj name="Equation" r:id="rId37" imgW="1371600" imgH="304560" progId="Equation.3">
                    <p:embed/>
                    <p:pic>
                      <p:nvPicPr>
                        <p:cNvPr id="1640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1632"/>
                          <a:ext cx="2189" cy="48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21" name="Text Box 135"/>
            <p:cNvSpPr txBox="1">
              <a:spLocks noChangeArrowheads="1"/>
            </p:cNvSpPr>
            <p:nvPr/>
          </p:nvSpPr>
          <p:spPr bwMode="auto">
            <a:xfrm>
              <a:off x="288" y="1632"/>
              <a:ext cx="415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defTabSz="685800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zh-CN" altLang="en-US" sz="2400" b="1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</a:rPr>
                <a:t>故</a:t>
              </a:r>
            </a:p>
          </p:txBody>
        </p:sp>
      </p:grpSp>
      <p:sp>
        <p:nvSpPr>
          <p:cNvPr id="16418" name="Line 113"/>
          <p:cNvSpPr>
            <a:spLocks noChangeShapeType="1"/>
          </p:cNvSpPr>
          <p:nvPr/>
        </p:nvSpPr>
        <p:spPr bwMode="auto">
          <a:xfrm>
            <a:off x="4823460" y="3598955"/>
            <a:ext cx="254889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lg"/>
            <a:tailEnd type="triangle" w="sm" len="lg"/>
          </a:ln>
        </p:spPr>
        <p:txBody>
          <a:bodyPr wrap="none" anchor="ctr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6419" name="灯片编号占位符 1"/>
          <p:cNvSpPr txBox="1">
            <a:spLocks noGrp="1" noChangeArrowheads="1"/>
          </p:cNvSpPr>
          <p:nvPr/>
        </p:nvSpPr>
        <p:spPr bwMode="auto">
          <a:xfrm>
            <a:off x="7609285" y="4894898"/>
            <a:ext cx="16002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1A34B3B4-985C-498C-8884-4814913F6790}" type="slidenum">
              <a:rPr lang="zh-CN" altLang="en-US" sz="1350" b="1">
                <a:solidFill>
                  <a:srgbClr val="0000CC"/>
                </a:solidFill>
                <a:latin typeface="Calibri" pitchFamily="34" charset="0"/>
                <a:ea typeface="宋体" pitchFamily="2" charset="-122"/>
              </a:rPr>
              <a:pPr algn="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US" altLang="zh-CN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950460" y="1163206"/>
            <a:ext cx="4666817" cy="480131"/>
            <a:chOff x="783358" y="1542185"/>
            <a:chExt cx="6222423" cy="640174"/>
          </a:xfrm>
        </p:grpSpPr>
        <p:sp>
          <p:nvSpPr>
            <p:cNvPr id="46" name="Text Box 64"/>
            <p:cNvSpPr txBox="1">
              <a:spLocks noChangeArrowheads="1"/>
            </p:cNvSpPr>
            <p:nvPr/>
          </p:nvSpPr>
          <p:spPr bwMode="auto">
            <a:xfrm>
              <a:off x="783358" y="1542185"/>
              <a:ext cx="6222423" cy="640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defTabSz="6858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2100" b="1">
                  <a:solidFill>
                    <a:srgbClr val="0000FF"/>
                  </a:solidFill>
                  <a:latin typeface="宋体" pitchFamily="2" charset="-122"/>
                  <a:ea typeface="宋体" pitchFamily="2" charset="-122"/>
                </a:rPr>
                <a:t>根据对称性可知： 只有  方向的分量</a:t>
              </a:r>
              <a:endParaRPr kumimoji="1" lang="en-US" altLang="zh-CN" sz="2400">
                <a:solidFill>
                  <a:srgbClr val="0000FF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graphicFrame>
          <p:nvGraphicFramePr>
            <p:cNvPr id="47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13455943"/>
                </p:ext>
              </p:extLst>
            </p:nvPr>
          </p:nvGraphicFramePr>
          <p:xfrm>
            <a:off x="4604616" y="1625974"/>
            <a:ext cx="448397" cy="4927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96" name="Equation" r:id="rId39" imgW="126720" imgH="139680" progId="Equation.DSMT4">
                    <p:embed/>
                  </p:oleObj>
                </mc:Choice>
                <mc:Fallback>
                  <p:oleObj name="Equation" r:id="rId39" imgW="126720" imgH="139680" progId="Equation.DSMT4">
                    <p:embed/>
                    <p:pic>
                      <p:nvPicPr>
                        <p:cNvPr id="47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4616" y="1625974"/>
                          <a:ext cx="448397" cy="49279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5791020"/>
                </p:ext>
              </p:extLst>
            </p:nvPr>
          </p:nvGraphicFramePr>
          <p:xfrm>
            <a:off x="3580437" y="1586512"/>
            <a:ext cx="385761" cy="481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97" name="Equation" r:id="rId41" imgW="152280" imgH="190440" progId="Equation.DSMT4">
                    <p:embed/>
                  </p:oleObj>
                </mc:Choice>
                <mc:Fallback>
                  <p:oleObj name="Equation" r:id="rId41" imgW="152280" imgH="190440" progId="Equation.DSMT4">
                    <p:embed/>
                    <p:pic>
                      <p:nvPicPr>
                        <p:cNvPr id="48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0437" y="1586512"/>
                          <a:ext cx="385761" cy="4810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409" name="Oval 106"/>
          <p:cNvSpPr>
            <a:spLocks noChangeArrowheads="1"/>
          </p:cNvSpPr>
          <p:nvPr/>
        </p:nvSpPr>
        <p:spPr bwMode="auto">
          <a:xfrm>
            <a:off x="6358653" y="3561159"/>
            <a:ext cx="72000" cy="72000"/>
          </a:xfrm>
          <a:prstGeom prst="ellipse">
            <a:avLst/>
          </a:pr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wrap="square" lIns="69056" tIns="34529" rIns="69056" bIns="34529" anchor="ctr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1609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6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6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6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74"/>
          <p:cNvGrpSpPr>
            <a:grpSpLocks/>
          </p:cNvGrpSpPr>
          <p:nvPr/>
        </p:nvGrpSpPr>
        <p:grpSpPr bwMode="auto">
          <a:xfrm>
            <a:off x="628288" y="1559577"/>
            <a:ext cx="3982641" cy="901303"/>
            <a:chOff x="294" y="926"/>
            <a:chExt cx="3345" cy="757"/>
          </a:xfrm>
        </p:grpSpPr>
        <p:graphicFrame>
          <p:nvGraphicFramePr>
            <p:cNvPr id="17426" name="Object 108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57817558"/>
                </p:ext>
              </p:extLst>
            </p:nvPr>
          </p:nvGraphicFramePr>
          <p:xfrm>
            <a:off x="1049" y="1122"/>
            <a:ext cx="729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33" name="Equation" r:id="rId3" imgW="469800" imgH="177480" progId="Equation.3">
                    <p:embed/>
                  </p:oleObj>
                </mc:Choice>
                <mc:Fallback>
                  <p:oleObj name="Equation" r:id="rId3" imgW="469800" imgH="177480" progId="Equation.3">
                    <p:embed/>
                    <p:pic>
                      <p:nvPicPr>
                        <p:cNvPr id="17426" name="Object 10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9" y="1122"/>
                          <a:ext cx="729" cy="2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52" name="Text Box 1082"/>
            <p:cNvSpPr txBox="1">
              <a:spLocks noChangeArrowheads="1"/>
            </p:cNvSpPr>
            <p:nvPr/>
          </p:nvSpPr>
          <p:spPr bwMode="auto">
            <a:xfrm>
              <a:off x="294" y="1019"/>
              <a:ext cx="768" cy="49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sm" len="lg"/>
            </a:ln>
          </p:spPr>
          <p:txBody>
            <a:bodyPr lIns="69056" tIns="34529" rIns="69056" bIns="34529">
              <a:spAutoFit/>
            </a:bodyPr>
            <a:lstStyle/>
            <a:p>
              <a:pPr defTabSz="685800" eaLnBrk="0" fontAlgn="base" hangingPunct="0">
                <a:lnSpc>
                  <a:spcPct val="140000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zh-CN" altLang="en-US" sz="2400" b="1" dirty="0">
                  <a:solidFill>
                    <a:srgbClr val="CC0000"/>
                  </a:solidFill>
                  <a:latin typeface="Times New Roman" pitchFamily="18" charset="0"/>
                  <a:ea typeface="宋体" pitchFamily="2" charset="-122"/>
                </a:rPr>
                <a:t>（</a:t>
              </a:r>
              <a:r>
                <a:rPr kumimoji="1" lang="en-US" altLang="zh-CN" sz="2400" b="1" dirty="0">
                  <a:solidFill>
                    <a:srgbClr val="CC0000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r>
                <a:rPr kumimoji="1" lang="zh-CN" altLang="en-US" sz="2400" b="1" dirty="0">
                  <a:solidFill>
                    <a:srgbClr val="CC0000"/>
                  </a:solidFill>
                  <a:latin typeface="Times New Roman" pitchFamily="18" charset="0"/>
                  <a:ea typeface="宋体" pitchFamily="2" charset="-122"/>
                </a:rPr>
                <a:t>）</a:t>
              </a:r>
            </a:p>
          </p:txBody>
        </p:sp>
        <p:graphicFrame>
          <p:nvGraphicFramePr>
            <p:cNvPr id="17427" name="Object 108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7754843"/>
                </p:ext>
              </p:extLst>
            </p:nvPr>
          </p:nvGraphicFramePr>
          <p:xfrm>
            <a:off x="2278" y="926"/>
            <a:ext cx="1361" cy="7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34" name="Equation" r:id="rId5" imgW="774360" imgH="431640" progId="Equation.3">
                    <p:embed/>
                  </p:oleObj>
                </mc:Choice>
                <mc:Fallback>
                  <p:oleObj name="Equation" r:id="rId5" imgW="774360" imgH="431640" progId="Equation.3">
                    <p:embed/>
                    <p:pic>
                      <p:nvPicPr>
                        <p:cNvPr id="17427" name="Object 10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8" y="926"/>
                          <a:ext cx="1361" cy="75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177"/>
          <p:cNvGrpSpPr>
            <a:grpSpLocks/>
          </p:cNvGrpSpPr>
          <p:nvPr/>
        </p:nvGrpSpPr>
        <p:grpSpPr bwMode="auto">
          <a:xfrm>
            <a:off x="553234" y="2728151"/>
            <a:ext cx="3212306" cy="586978"/>
            <a:chOff x="282" y="1632"/>
            <a:chExt cx="2698" cy="493"/>
          </a:xfrm>
        </p:grpSpPr>
        <p:graphicFrame>
          <p:nvGraphicFramePr>
            <p:cNvPr id="17424" name="Object 1086"/>
            <p:cNvGraphicFramePr>
              <a:graphicFrameLocks noChangeAspect="1"/>
            </p:cNvGraphicFramePr>
            <p:nvPr>
              <p:extLst/>
            </p:nvPr>
          </p:nvGraphicFramePr>
          <p:xfrm>
            <a:off x="1001" y="1691"/>
            <a:ext cx="613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35" name="Equation" r:id="rId7" imgW="355320" imgH="177480" progId="Equation.DSMT4">
                    <p:embed/>
                  </p:oleObj>
                </mc:Choice>
                <mc:Fallback>
                  <p:oleObj name="Equation" r:id="rId7" imgW="355320" imgH="177480" progId="Equation.DSMT4">
                    <p:embed/>
                    <p:pic>
                      <p:nvPicPr>
                        <p:cNvPr id="17424" name="Object 10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1" y="1691"/>
                          <a:ext cx="613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51" name="Text Box 1087"/>
            <p:cNvSpPr txBox="1">
              <a:spLocks noChangeArrowheads="1"/>
            </p:cNvSpPr>
            <p:nvPr/>
          </p:nvSpPr>
          <p:spPr bwMode="auto">
            <a:xfrm>
              <a:off x="282" y="1632"/>
              <a:ext cx="864" cy="49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sm" len="lg"/>
            </a:ln>
          </p:spPr>
          <p:txBody>
            <a:bodyPr lIns="69056" tIns="34529" rIns="69056" bIns="34529">
              <a:spAutoFit/>
            </a:bodyPr>
            <a:lstStyle/>
            <a:p>
              <a:pPr defTabSz="685800" eaLnBrk="0" fontAlgn="base" hangingPunct="0">
                <a:lnSpc>
                  <a:spcPct val="140000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zh-CN" altLang="en-US" sz="2400" b="1" dirty="0">
                  <a:solidFill>
                    <a:srgbClr val="CC0000"/>
                  </a:solidFill>
                  <a:latin typeface="Times New Roman" pitchFamily="18" charset="0"/>
                  <a:ea typeface="宋体" pitchFamily="2" charset="-122"/>
                </a:rPr>
                <a:t>（</a:t>
              </a:r>
              <a:r>
                <a:rPr kumimoji="1" lang="en-US" altLang="zh-CN" sz="2400" b="1" dirty="0">
                  <a:solidFill>
                    <a:srgbClr val="CC0000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kumimoji="1" lang="zh-CN" altLang="en-US" sz="2400" b="1" dirty="0">
                  <a:solidFill>
                    <a:srgbClr val="CC0000"/>
                  </a:solidFill>
                  <a:latin typeface="Times New Roman" pitchFamily="18" charset="0"/>
                  <a:ea typeface="宋体" pitchFamily="2" charset="-122"/>
                </a:rPr>
                <a:t>）</a:t>
              </a:r>
            </a:p>
          </p:txBody>
        </p:sp>
        <p:graphicFrame>
          <p:nvGraphicFramePr>
            <p:cNvPr id="17425" name="Object 108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67177061"/>
                </p:ext>
              </p:extLst>
            </p:nvPr>
          </p:nvGraphicFramePr>
          <p:xfrm>
            <a:off x="2260" y="1671"/>
            <a:ext cx="720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36" name="Equation" r:id="rId9" imgW="431640" imgH="228600" progId="Equation.DSMT4">
                    <p:embed/>
                  </p:oleObj>
                </mc:Choice>
                <mc:Fallback>
                  <p:oleObj name="Equation" r:id="rId9" imgW="431640" imgH="228600" progId="Equation.DSMT4">
                    <p:embed/>
                    <p:pic>
                      <p:nvPicPr>
                        <p:cNvPr id="17425" name="Object 10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0" y="1671"/>
                          <a:ext cx="720" cy="38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410" name="Object 108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1150187"/>
              </p:ext>
            </p:extLst>
          </p:nvPr>
        </p:nvGraphicFramePr>
        <p:xfrm>
          <a:off x="2395176" y="462440"/>
          <a:ext cx="2445544" cy="829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37" name="Equation" r:id="rId11" imgW="1333440" imgH="431640" progId="Equation.3">
                  <p:embed/>
                </p:oleObj>
              </mc:Choice>
              <mc:Fallback>
                <p:oleObj name="Equation" r:id="rId11" imgW="1333440" imgH="431640" progId="Equation.3">
                  <p:embed/>
                  <p:pic>
                    <p:nvPicPr>
                      <p:cNvPr id="17410" name="Object 10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5176" y="462440"/>
                        <a:ext cx="2445544" cy="8298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176"/>
          <p:cNvGrpSpPr>
            <a:grpSpLocks/>
          </p:cNvGrpSpPr>
          <p:nvPr/>
        </p:nvGrpSpPr>
        <p:grpSpPr bwMode="auto">
          <a:xfrm>
            <a:off x="553234" y="3582401"/>
            <a:ext cx="3724275" cy="945357"/>
            <a:chOff x="432" y="2425"/>
            <a:chExt cx="3128" cy="794"/>
          </a:xfrm>
        </p:grpSpPr>
        <p:graphicFrame>
          <p:nvGraphicFramePr>
            <p:cNvPr id="17422" name="Object 1090"/>
            <p:cNvGraphicFramePr>
              <a:graphicFrameLocks noChangeAspect="1"/>
            </p:cNvGraphicFramePr>
            <p:nvPr/>
          </p:nvGraphicFramePr>
          <p:xfrm>
            <a:off x="1121" y="2602"/>
            <a:ext cx="638" cy="6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38" name="Equation" r:id="rId13" imgW="469800" imgH="393480" progId="Equation.3">
                    <p:embed/>
                  </p:oleObj>
                </mc:Choice>
                <mc:Fallback>
                  <p:oleObj name="Equation" r:id="rId13" imgW="469800" imgH="393480" progId="Equation.3">
                    <p:embed/>
                    <p:pic>
                      <p:nvPicPr>
                        <p:cNvPr id="17422" name="Object 10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1" y="2602"/>
                          <a:ext cx="638" cy="61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50" name="Text Box 1091"/>
            <p:cNvSpPr txBox="1">
              <a:spLocks noChangeArrowheads="1"/>
            </p:cNvSpPr>
            <p:nvPr/>
          </p:nvSpPr>
          <p:spPr bwMode="auto">
            <a:xfrm>
              <a:off x="432" y="2589"/>
              <a:ext cx="864" cy="49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sm" len="lg"/>
            </a:ln>
          </p:spPr>
          <p:txBody>
            <a:bodyPr lIns="69056" tIns="34529" rIns="69056" bIns="34529">
              <a:spAutoFit/>
            </a:bodyPr>
            <a:lstStyle/>
            <a:p>
              <a:pPr defTabSz="685800" eaLnBrk="0" fontAlgn="base" hangingPunct="0">
                <a:lnSpc>
                  <a:spcPct val="140000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zh-CN" altLang="en-US" sz="2400" b="1">
                  <a:solidFill>
                    <a:srgbClr val="CC0000"/>
                  </a:solidFill>
                  <a:latin typeface="Times New Roman" pitchFamily="18" charset="0"/>
                  <a:ea typeface="宋体" pitchFamily="2" charset="-122"/>
                </a:rPr>
                <a:t>（</a:t>
              </a:r>
              <a:r>
                <a:rPr kumimoji="1" lang="en-US" altLang="zh-CN" sz="2400" b="1">
                  <a:solidFill>
                    <a:srgbClr val="CC0000"/>
                  </a:solidFill>
                  <a:latin typeface="Times New Roman" pitchFamily="18" charset="0"/>
                  <a:ea typeface="宋体" pitchFamily="2" charset="-122"/>
                </a:rPr>
                <a:t>3</a:t>
              </a:r>
              <a:r>
                <a:rPr kumimoji="1" lang="zh-CN" altLang="en-US" sz="2400" b="1">
                  <a:solidFill>
                    <a:srgbClr val="CC0000"/>
                  </a:solidFill>
                  <a:latin typeface="Times New Roman" pitchFamily="18" charset="0"/>
                  <a:ea typeface="宋体" pitchFamily="2" charset="-122"/>
                </a:rPr>
                <a:t>）</a:t>
              </a:r>
            </a:p>
          </p:txBody>
        </p:sp>
        <p:graphicFrame>
          <p:nvGraphicFramePr>
            <p:cNvPr id="17423" name="Object 109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1736288"/>
                </p:ext>
              </p:extLst>
            </p:nvPr>
          </p:nvGraphicFramePr>
          <p:xfrm>
            <a:off x="2416" y="2425"/>
            <a:ext cx="1144" cy="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39" name="Equation" r:id="rId15" imgW="723600" imgH="431640" progId="Equation.3">
                    <p:embed/>
                  </p:oleObj>
                </mc:Choice>
                <mc:Fallback>
                  <p:oleObj name="Equation" r:id="rId15" imgW="723600" imgH="431640" progId="Equation.3">
                    <p:embed/>
                    <p:pic>
                      <p:nvPicPr>
                        <p:cNvPr id="17423" name="Object 10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6" y="2425"/>
                          <a:ext cx="1144" cy="7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108"/>
          <p:cNvGrpSpPr>
            <a:grpSpLocks/>
          </p:cNvGrpSpPr>
          <p:nvPr/>
        </p:nvGrpSpPr>
        <p:grpSpPr bwMode="auto">
          <a:xfrm>
            <a:off x="5021080" y="3115581"/>
            <a:ext cx="3771900" cy="1714500"/>
            <a:chOff x="3312" y="576"/>
            <a:chExt cx="3168" cy="1440"/>
          </a:xfrm>
        </p:grpSpPr>
        <p:sp>
          <p:nvSpPr>
            <p:cNvPr id="17441" name="Rectangle 1106"/>
            <p:cNvSpPr>
              <a:spLocks noChangeArrowheads="1"/>
            </p:cNvSpPr>
            <p:nvPr/>
          </p:nvSpPr>
          <p:spPr bwMode="auto">
            <a:xfrm>
              <a:off x="3312" y="576"/>
              <a:ext cx="3168" cy="14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pSp>
          <p:nvGrpSpPr>
            <p:cNvPr id="17442" name="Group 1093"/>
            <p:cNvGrpSpPr>
              <a:grpSpLocks/>
            </p:cNvGrpSpPr>
            <p:nvPr/>
          </p:nvGrpSpPr>
          <p:grpSpPr bwMode="auto">
            <a:xfrm>
              <a:off x="3840" y="762"/>
              <a:ext cx="2417" cy="1070"/>
              <a:chOff x="3120" y="2784"/>
              <a:chExt cx="2417" cy="1248"/>
            </a:xfrm>
          </p:grpSpPr>
          <p:sp>
            <p:nvSpPr>
              <p:cNvPr id="17443" name="Line 1094"/>
              <p:cNvSpPr>
                <a:spLocks noChangeShapeType="1"/>
              </p:cNvSpPr>
              <p:nvPr/>
            </p:nvSpPr>
            <p:spPr bwMode="auto">
              <a:xfrm>
                <a:off x="3120" y="3408"/>
                <a:ext cx="23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7444" name="Line 1095"/>
              <p:cNvSpPr>
                <a:spLocks noChangeShapeType="1"/>
              </p:cNvSpPr>
              <p:nvPr/>
            </p:nvSpPr>
            <p:spPr bwMode="auto">
              <a:xfrm flipV="1">
                <a:off x="4224" y="2784"/>
                <a:ext cx="0" cy="12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7445" name="Line 1096"/>
              <p:cNvSpPr>
                <a:spLocks noChangeShapeType="1"/>
              </p:cNvSpPr>
              <p:nvPr/>
            </p:nvSpPr>
            <p:spPr bwMode="auto">
              <a:xfrm>
                <a:off x="3840" y="3408"/>
                <a:ext cx="0" cy="480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7446" name="Line 1097"/>
              <p:cNvSpPr>
                <a:spLocks noChangeShapeType="1"/>
              </p:cNvSpPr>
              <p:nvPr/>
            </p:nvSpPr>
            <p:spPr bwMode="auto">
              <a:xfrm>
                <a:off x="4612" y="2928"/>
                <a:ext cx="0" cy="480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7447" name="Freeform 1098"/>
              <p:cNvSpPr>
                <a:spLocks/>
              </p:cNvSpPr>
              <p:nvPr/>
            </p:nvSpPr>
            <p:spPr bwMode="auto">
              <a:xfrm>
                <a:off x="3304" y="2928"/>
                <a:ext cx="1832" cy="961"/>
              </a:xfrm>
              <a:custGeom>
                <a:avLst/>
                <a:gdLst>
                  <a:gd name="T0" fmla="*/ 0 w 1920"/>
                  <a:gd name="T1" fmla="*/ 600 h 1008"/>
                  <a:gd name="T2" fmla="*/ 288 w 1920"/>
                  <a:gd name="T3" fmla="*/ 648 h 1008"/>
                  <a:gd name="T4" fmla="*/ 624 w 1920"/>
                  <a:gd name="T5" fmla="*/ 984 h 1008"/>
                  <a:gd name="T6" fmla="*/ 1008 w 1920"/>
                  <a:gd name="T7" fmla="*/ 504 h 1008"/>
                  <a:gd name="T8" fmla="*/ 1392 w 1920"/>
                  <a:gd name="T9" fmla="*/ 24 h 1008"/>
                  <a:gd name="T10" fmla="*/ 1728 w 1920"/>
                  <a:gd name="T11" fmla="*/ 360 h 1008"/>
                  <a:gd name="T12" fmla="*/ 1920 w 1920"/>
                  <a:gd name="T13" fmla="*/ 408 h 10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20"/>
                  <a:gd name="T22" fmla="*/ 0 h 1008"/>
                  <a:gd name="T23" fmla="*/ 1920 w 1920"/>
                  <a:gd name="T24" fmla="*/ 1008 h 1008"/>
                  <a:gd name="connsiteX0" fmla="*/ 0 w 10000"/>
                  <a:gd name="connsiteY0" fmla="*/ 5728 h 9551"/>
                  <a:gd name="connsiteX1" fmla="*/ 1500 w 10000"/>
                  <a:gd name="connsiteY1" fmla="*/ 6205 h 9551"/>
                  <a:gd name="connsiteX2" fmla="*/ 3250 w 10000"/>
                  <a:gd name="connsiteY2" fmla="*/ 9538 h 9551"/>
                  <a:gd name="connsiteX3" fmla="*/ 5250 w 10000"/>
                  <a:gd name="connsiteY3" fmla="*/ 4776 h 9551"/>
                  <a:gd name="connsiteX4" fmla="*/ 7250 w 10000"/>
                  <a:gd name="connsiteY4" fmla="*/ 14 h 9551"/>
                  <a:gd name="connsiteX5" fmla="*/ 9000 w 10000"/>
                  <a:gd name="connsiteY5" fmla="*/ 3347 h 9551"/>
                  <a:gd name="connsiteX6" fmla="*/ 10000 w 10000"/>
                  <a:gd name="connsiteY6" fmla="*/ 3824 h 9551"/>
                  <a:gd name="connsiteX0" fmla="*/ 0 w 10000"/>
                  <a:gd name="connsiteY0" fmla="*/ 5983 h 9986"/>
                  <a:gd name="connsiteX1" fmla="*/ 1500 w 10000"/>
                  <a:gd name="connsiteY1" fmla="*/ 6483 h 9986"/>
                  <a:gd name="connsiteX2" fmla="*/ 3250 w 10000"/>
                  <a:gd name="connsiteY2" fmla="*/ 9972 h 9986"/>
                  <a:gd name="connsiteX3" fmla="*/ 5250 w 10000"/>
                  <a:gd name="connsiteY3" fmla="*/ 4987 h 9986"/>
                  <a:gd name="connsiteX4" fmla="*/ 7250 w 10000"/>
                  <a:gd name="connsiteY4" fmla="*/ 1 h 9986"/>
                  <a:gd name="connsiteX5" fmla="*/ 9000 w 10000"/>
                  <a:gd name="connsiteY5" fmla="*/ 3490 h 9986"/>
                  <a:gd name="connsiteX6" fmla="*/ 10000 w 10000"/>
                  <a:gd name="connsiteY6" fmla="*/ 3990 h 9986"/>
                  <a:gd name="connsiteX0" fmla="*/ 0 w 10000"/>
                  <a:gd name="connsiteY0" fmla="*/ 5991 h 10000"/>
                  <a:gd name="connsiteX1" fmla="*/ 1500 w 10000"/>
                  <a:gd name="connsiteY1" fmla="*/ 6492 h 10000"/>
                  <a:gd name="connsiteX2" fmla="*/ 3250 w 10000"/>
                  <a:gd name="connsiteY2" fmla="*/ 9986 h 10000"/>
                  <a:gd name="connsiteX3" fmla="*/ 5250 w 10000"/>
                  <a:gd name="connsiteY3" fmla="*/ 4994 h 10000"/>
                  <a:gd name="connsiteX4" fmla="*/ 7250 w 10000"/>
                  <a:gd name="connsiteY4" fmla="*/ 1 h 10000"/>
                  <a:gd name="connsiteX5" fmla="*/ 9000 w 10000"/>
                  <a:gd name="connsiteY5" fmla="*/ 3495 h 10000"/>
                  <a:gd name="connsiteX6" fmla="*/ 10000 w 10000"/>
                  <a:gd name="connsiteY6" fmla="*/ 3996 h 10000"/>
                  <a:gd name="connsiteX0" fmla="*/ 0 w 10000"/>
                  <a:gd name="connsiteY0" fmla="*/ 5991 h 9986"/>
                  <a:gd name="connsiteX1" fmla="*/ 1500 w 10000"/>
                  <a:gd name="connsiteY1" fmla="*/ 6492 h 9986"/>
                  <a:gd name="connsiteX2" fmla="*/ 3250 w 10000"/>
                  <a:gd name="connsiteY2" fmla="*/ 9986 h 9986"/>
                  <a:gd name="connsiteX3" fmla="*/ 5250 w 10000"/>
                  <a:gd name="connsiteY3" fmla="*/ 4994 h 9986"/>
                  <a:gd name="connsiteX4" fmla="*/ 7250 w 10000"/>
                  <a:gd name="connsiteY4" fmla="*/ 1 h 9986"/>
                  <a:gd name="connsiteX5" fmla="*/ 9000 w 10000"/>
                  <a:gd name="connsiteY5" fmla="*/ 3495 h 9986"/>
                  <a:gd name="connsiteX6" fmla="*/ 10000 w 10000"/>
                  <a:gd name="connsiteY6" fmla="*/ 3996 h 9986"/>
                  <a:gd name="connsiteX0" fmla="*/ 0 w 10000"/>
                  <a:gd name="connsiteY0" fmla="*/ 5999 h 10000"/>
                  <a:gd name="connsiteX1" fmla="*/ 1500 w 10000"/>
                  <a:gd name="connsiteY1" fmla="*/ 6501 h 10000"/>
                  <a:gd name="connsiteX2" fmla="*/ 3250 w 10000"/>
                  <a:gd name="connsiteY2" fmla="*/ 10000 h 10000"/>
                  <a:gd name="connsiteX3" fmla="*/ 5250 w 10000"/>
                  <a:gd name="connsiteY3" fmla="*/ 5001 h 10000"/>
                  <a:gd name="connsiteX4" fmla="*/ 7250 w 10000"/>
                  <a:gd name="connsiteY4" fmla="*/ 1 h 10000"/>
                  <a:gd name="connsiteX5" fmla="*/ 9000 w 10000"/>
                  <a:gd name="connsiteY5" fmla="*/ 3500 h 10000"/>
                  <a:gd name="connsiteX6" fmla="*/ 10000 w 10000"/>
                  <a:gd name="connsiteY6" fmla="*/ 4002 h 10000"/>
                  <a:gd name="connsiteX0" fmla="*/ 0 w 10000"/>
                  <a:gd name="connsiteY0" fmla="*/ 5999 h 10000"/>
                  <a:gd name="connsiteX1" fmla="*/ 1500 w 10000"/>
                  <a:gd name="connsiteY1" fmla="*/ 6501 h 10000"/>
                  <a:gd name="connsiteX2" fmla="*/ 3250 w 10000"/>
                  <a:gd name="connsiteY2" fmla="*/ 10000 h 10000"/>
                  <a:gd name="connsiteX3" fmla="*/ 5250 w 10000"/>
                  <a:gd name="connsiteY3" fmla="*/ 5001 h 10000"/>
                  <a:gd name="connsiteX4" fmla="*/ 7250 w 10000"/>
                  <a:gd name="connsiteY4" fmla="*/ 1 h 10000"/>
                  <a:gd name="connsiteX5" fmla="*/ 9000 w 10000"/>
                  <a:gd name="connsiteY5" fmla="*/ 3500 h 10000"/>
                  <a:gd name="connsiteX6" fmla="*/ 10000 w 10000"/>
                  <a:gd name="connsiteY6" fmla="*/ 4002 h 10000"/>
                  <a:gd name="connsiteX0" fmla="*/ 0 w 10000"/>
                  <a:gd name="connsiteY0" fmla="*/ 5999 h 10000"/>
                  <a:gd name="connsiteX1" fmla="*/ 1500 w 10000"/>
                  <a:gd name="connsiteY1" fmla="*/ 6501 h 10000"/>
                  <a:gd name="connsiteX2" fmla="*/ 3250 w 10000"/>
                  <a:gd name="connsiteY2" fmla="*/ 10000 h 10000"/>
                  <a:gd name="connsiteX3" fmla="*/ 5250 w 10000"/>
                  <a:gd name="connsiteY3" fmla="*/ 5001 h 10000"/>
                  <a:gd name="connsiteX4" fmla="*/ 7250 w 10000"/>
                  <a:gd name="connsiteY4" fmla="*/ 1 h 10000"/>
                  <a:gd name="connsiteX5" fmla="*/ 9000 w 10000"/>
                  <a:gd name="connsiteY5" fmla="*/ 3500 h 10000"/>
                  <a:gd name="connsiteX6" fmla="*/ 10000 w 10000"/>
                  <a:gd name="connsiteY6" fmla="*/ 4002 h 10000"/>
                  <a:gd name="connsiteX0" fmla="*/ 0 w 10000"/>
                  <a:gd name="connsiteY0" fmla="*/ 5999 h 10000"/>
                  <a:gd name="connsiteX1" fmla="*/ 1500 w 10000"/>
                  <a:gd name="connsiteY1" fmla="*/ 6501 h 10000"/>
                  <a:gd name="connsiteX2" fmla="*/ 3250 w 10000"/>
                  <a:gd name="connsiteY2" fmla="*/ 10000 h 10000"/>
                  <a:gd name="connsiteX3" fmla="*/ 5250 w 10000"/>
                  <a:gd name="connsiteY3" fmla="*/ 5001 h 10000"/>
                  <a:gd name="connsiteX4" fmla="*/ 7250 w 10000"/>
                  <a:gd name="connsiteY4" fmla="*/ 1 h 10000"/>
                  <a:gd name="connsiteX5" fmla="*/ 9000 w 10000"/>
                  <a:gd name="connsiteY5" fmla="*/ 3500 h 10000"/>
                  <a:gd name="connsiteX6" fmla="*/ 10000 w 10000"/>
                  <a:gd name="connsiteY6" fmla="*/ 4002 h 10000"/>
                  <a:gd name="connsiteX0" fmla="*/ 0 w 10000"/>
                  <a:gd name="connsiteY0" fmla="*/ 5999 h 10000"/>
                  <a:gd name="connsiteX1" fmla="*/ 1500 w 10000"/>
                  <a:gd name="connsiteY1" fmla="*/ 6501 h 10000"/>
                  <a:gd name="connsiteX2" fmla="*/ 3250 w 10000"/>
                  <a:gd name="connsiteY2" fmla="*/ 10000 h 10000"/>
                  <a:gd name="connsiteX3" fmla="*/ 5250 w 10000"/>
                  <a:gd name="connsiteY3" fmla="*/ 5001 h 10000"/>
                  <a:gd name="connsiteX4" fmla="*/ 7250 w 10000"/>
                  <a:gd name="connsiteY4" fmla="*/ 1 h 10000"/>
                  <a:gd name="connsiteX5" fmla="*/ 9000 w 10000"/>
                  <a:gd name="connsiteY5" fmla="*/ 3500 h 10000"/>
                  <a:gd name="connsiteX6" fmla="*/ 10000 w 10000"/>
                  <a:gd name="connsiteY6" fmla="*/ 4002 h 10000"/>
                  <a:gd name="connsiteX0" fmla="*/ 0 w 10000"/>
                  <a:gd name="connsiteY0" fmla="*/ 5999 h 10000"/>
                  <a:gd name="connsiteX1" fmla="*/ 1500 w 10000"/>
                  <a:gd name="connsiteY1" fmla="*/ 6501 h 10000"/>
                  <a:gd name="connsiteX2" fmla="*/ 3250 w 10000"/>
                  <a:gd name="connsiteY2" fmla="*/ 10000 h 10000"/>
                  <a:gd name="connsiteX3" fmla="*/ 5250 w 10000"/>
                  <a:gd name="connsiteY3" fmla="*/ 5001 h 10000"/>
                  <a:gd name="connsiteX4" fmla="*/ 7250 w 10000"/>
                  <a:gd name="connsiteY4" fmla="*/ 1 h 10000"/>
                  <a:gd name="connsiteX5" fmla="*/ 9000 w 10000"/>
                  <a:gd name="connsiteY5" fmla="*/ 3500 h 10000"/>
                  <a:gd name="connsiteX6" fmla="*/ 10000 w 10000"/>
                  <a:gd name="connsiteY6" fmla="*/ 4002 h 10000"/>
                  <a:gd name="connsiteX0" fmla="*/ 0 w 9542"/>
                  <a:gd name="connsiteY0" fmla="*/ 5902 h 10000"/>
                  <a:gd name="connsiteX1" fmla="*/ 1042 w 9542"/>
                  <a:gd name="connsiteY1" fmla="*/ 6501 h 10000"/>
                  <a:gd name="connsiteX2" fmla="*/ 2792 w 9542"/>
                  <a:gd name="connsiteY2" fmla="*/ 10000 h 10000"/>
                  <a:gd name="connsiteX3" fmla="*/ 4792 w 9542"/>
                  <a:gd name="connsiteY3" fmla="*/ 5001 h 10000"/>
                  <a:gd name="connsiteX4" fmla="*/ 6792 w 9542"/>
                  <a:gd name="connsiteY4" fmla="*/ 1 h 10000"/>
                  <a:gd name="connsiteX5" fmla="*/ 8542 w 9542"/>
                  <a:gd name="connsiteY5" fmla="*/ 3500 h 10000"/>
                  <a:gd name="connsiteX6" fmla="*/ 9542 w 9542"/>
                  <a:gd name="connsiteY6" fmla="*/ 4002 h 10000"/>
                  <a:gd name="connsiteX0" fmla="*/ 0 w 10000"/>
                  <a:gd name="connsiteY0" fmla="*/ 5902 h 10000"/>
                  <a:gd name="connsiteX1" fmla="*/ 1092 w 10000"/>
                  <a:gd name="connsiteY1" fmla="*/ 6501 h 10000"/>
                  <a:gd name="connsiteX2" fmla="*/ 2926 w 10000"/>
                  <a:gd name="connsiteY2" fmla="*/ 10000 h 10000"/>
                  <a:gd name="connsiteX3" fmla="*/ 5022 w 10000"/>
                  <a:gd name="connsiteY3" fmla="*/ 5001 h 10000"/>
                  <a:gd name="connsiteX4" fmla="*/ 7118 w 10000"/>
                  <a:gd name="connsiteY4" fmla="*/ 1 h 10000"/>
                  <a:gd name="connsiteX5" fmla="*/ 8952 w 10000"/>
                  <a:gd name="connsiteY5" fmla="*/ 3500 h 10000"/>
                  <a:gd name="connsiteX6" fmla="*/ 10000 w 10000"/>
                  <a:gd name="connsiteY6" fmla="*/ 4002 h 10000"/>
                  <a:gd name="connsiteX0" fmla="*/ 0 w 10000"/>
                  <a:gd name="connsiteY0" fmla="*/ 5902 h 10000"/>
                  <a:gd name="connsiteX1" fmla="*/ 1092 w 10000"/>
                  <a:gd name="connsiteY1" fmla="*/ 6501 h 10000"/>
                  <a:gd name="connsiteX2" fmla="*/ 2926 w 10000"/>
                  <a:gd name="connsiteY2" fmla="*/ 10000 h 10000"/>
                  <a:gd name="connsiteX3" fmla="*/ 5022 w 10000"/>
                  <a:gd name="connsiteY3" fmla="*/ 5001 h 10000"/>
                  <a:gd name="connsiteX4" fmla="*/ 7118 w 10000"/>
                  <a:gd name="connsiteY4" fmla="*/ 1 h 10000"/>
                  <a:gd name="connsiteX5" fmla="*/ 8952 w 10000"/>
                  <a:gd name="connsiteY5" fmla="*/ 3500 h 10000"/>
                  <a:gd name="connsiteX6" fmla="*/ 10000 w 10000"/>
                  <a:gd name="connsiteY6" fmla="*/ 4002 h 10000"/>
                  <a:gd name="connsiteX0" fmla="*/ 0 w 10000"/>
                  <a:gd name="connsiteY0" fmla="*/ 5902 h 10000"/>
                  <a:gd name="connsiteX1" fmla="*/ 1092 w 10000"/>
                  <a:gd name="connsiteY1" fmla="*/ 6501 h 10000"/>
                  <a:gd name="connsiteX2" fmla="*/ 2926 w 10000"/>
                  <a:gd name="connsiteY2" fmla="*/ 10000 h 10000"/>
                  <a:gd name="connsiteX3" fmla="*/ 5022 w 10000"/>
                  <a:gd name="connsiteY3" fmla="*/ 5001 h 10000"/>
                  <a:gd name="connsiteX4" fmla="*/ 7118 w 10000"/>
                  <a:gd name="connsiteY4" fmla="*/ 1 h 10000"/>
                  <a:gd name="connsiteX5" fmla="*/ 8952 w 10000"/>
                  <a:gd name="connsiteY5" fmla="*/ 3500 h 10000"/>
                  <a:gd name="connsiteX6" fmla="*/ 10000 w 10000"/>
                  <a:gd name="connsiteY6" fmla="*/ 4002 h 10000"/>
                  <a:gd name="connsiteX0" fmla="*/ 0 w 10000"/>
                  <a:gd name="connsiteY0" fmla="*/ 5902 h 10000"/>
                  <a:gd name="connsiteX1" fmla="*/ 1092 w 10000"/>
                  <a:gd name="connsiteY1" fmla="*/ 6501 h 10000"/>
                  <a:gd name="connsiteX2" fmla="*/ 2926 w 10000"/>
                  <a:gd name="connsiteY2" fmla="*/ 10000 h 10000"/>
                  <a:gd name="connsiteX3" fmla="*/ 5022 w 10000"/>
                  <a:gd name="connsiteY3" fmla="*/ 5001 h 10000"/>
                  <a:gd name="connsiteX4" fmla="*/ 7118 w 10000"/>
                  <a:gd name="connsiteY4" fmla="*/ 1 h 10000"/>
                  <a:gd name="connsiteX5" fmla="*/ 8952 w 10000"/>
                  <a:gd name="connsiteY5" fmla="*/ 3500 h 10000"/>
                  <a:gd name="connsiteX6" fmla="*/ 10000 w 10000"/>
                  <a:gd name="connsiteY6" fmla="*/ 4002 h 10000"/>
                  <a:gd name="connsiteX0" fmla="*/ 0 w 10000"/>
                  <a:gd name="connsiteY0" fmla="*/ 5921 h 10019"/>
                  <a:gd name="connsiteX1" fmla="*/ 1092 w 10000"/>
                  <a:gd name="connsiteY1" fmla="*/ 6520 h 10019"/>
                  <a:gd name="connsiteX2" fmla="*/ 2926 w 10000"/>
                  <a:gd name="connsiteY2" fmla="*/ 10019 h 10019"/>
                  <a:gd name="connsiteX3" fmla="*/ 5022 w 10000"/>
                  <a:gd name="connsiteY3" fmla="*/ 5020 h 10019"/>
                  <a:gd name="connsiteX4" fmla="*/ 7118 w 10000"/>
                  <a:gd name="connsiteY4" fmla="*/ 20 h 10019"/>
                  <a:gd name="connsiteX5" fmla="*/ 8952 w 10000"/>
                  <a:gd name="connsiteY5" fmla="*/ 3260 h 10019"/>
                  <a:gd name="connsiteX6" fmla="*/ 10000 w 10000"/>
                  <a:gd name="connsiteY6" fmla="*/ 4021 h 10019"/>
                  <a:gd name="connsiteX0" fmla="*/ 0 w 10000"/>
                  <a:gd name="connsiteY0" fmla="*/ 5902 h 10000"/>
                  <a:gd name="connsiteX1" fmla="*/ 1092 w 10000"/>
                  <a:gd name="connsiteY1" fmla="*/ 6501 h 10000"/>
                  <a:gd name="connsiteX2" fmla="*/ 2926 w 10000"/>
                  <a:gd name="connsiteY2" fmla="*/ 10000 h 10000"/>
                  <a:gd name="connsiteX3" fmla="*/ 5022 w 10000"/>
                  <a:gd name="connsiteY3" fmla="*/ 5001 h 10000"/>
                  <a:gd name="connsiteX4" fmla="*/ 7118 w 10000"/>
                  <a:gd name="connsiteY4" fmla="*/ 1 h 10000"/>
                  <a:gd name="connsiteX5" fmla="*/ 8952 w 10000"/>
                  <a:gd name="connsiteY5" fmla="*/ 3241 h 10000"/>
                  <a:gd name="connsiteX6" fmla="*/ 10000 w 10000"/>
                  <a:gd name="connsiteY6" fmla="*/ 4002 h 10000"/>
                  <a:gd name="connsiteX0" fmla="*/ 0 w 10000"/>
                  <a:gd name="connsiteY0" fmla="*/ 5902 h 10020"/>
                  <a:gd name="connsiteX1" fmla="*/ 1092 w 10000"/>
                  <a:gd name="connsiteY1" fmla="*/ 6792 h 10020"/>
                  <a:gd name="connsiteX2" fmla="*/ 2926 w 10000"/>
                  <a:gd name="connsiteY2" fmla="*/ 10000 h 10020"/>
                  <a:gd name="connsiteX3" fmla="*/ 5022 w 10000"/>
                  <a:gd name="connsiteY3" fmla="*/ 5001 h 10020"/>
                  <a:gd name="connsiteX4" fmla="*/ 7118 w 10000"/>
                  <a:gd name="connsiteY4" fmla="*/ 1 h 10020"/>
                  <a:gd name="connsiteX5" fmla="*/ 8952 w 10000"/>
                  <a:gd name="connsiteY5" fmla="*/ 3241 h 10020"/>
                  <a:gd name="connsiteX6" fmla="*/ 10000 w 10000"/>
                  <a:gd name="connsiteY6" fmla="*/ 4002 h 10020"/>
                  <a:gd name="connsiteX0" fmla="*/ 0 w 10000"/>
                  <a:gd name="connsiteY0" fmla="*/ 5902 h 10000"/>
                  <a:gd name="connsiteX1" fmla="*/ 1092 w 10000"/>
                  <a:gd name="connsiteY1" fmla="*/ 6792 h 10000"/>
                  <a:gd name="connsiteX2" fmla="*/ 2926 w 10000"/>
                  <a:gd name="connsiteY2" fmla="*/ 10000 h 10000"/>
                  <a:gd name="connsiteX3" fmla="*/ 5022 w 10000"/>
                  <a:gd name="connsiteY3" fmla="*/ 5001 h 10000"/>
                  <a:gd name="connsiteX4" fmla="*/ 7118 w 10000"/>
                  <a:gd name="connsiteY4" fmla="*/ 1 h 10000"/>
                  <a:gd name="connsiteX5" fmla="*/ 8952 w 10000"/>
                  <a:gd name="connsiteY5" fmla="*/ 3241 h 10000"/>
                  <a:gd name="connsiteX6" fmla="*/ 10000 w 10000"/>
                  <a:gd name="connsiteY6" fmla="*/ 400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00" h="10000">
                    <a:moveTo>
                      <a:pt x="0" y="5902"/>
                    </a:moveTo>
                    <a:cubicBezTo>
                      <a:pt x="349" y="5893"/>
                      <a:pt x="736" y="6303"/>
                      <a:pt x="1092" y="6792"/>
                    </a:cubicBezTo>
                    <a:cubicBezTo>
                      <a:pt x="1448" y="7281"/>
                      <a:pt x="2286" y="9974"/>
                      <a:pt x="2926" y="10000"/>
                    </a:cubicBezTo>
                    <a:cubicBezTo>
                      <a:pt x="3566" y="10026"/>
                      <a:pt x="4748" y="6133"/>
                      <a:pt x="5022" y="5001"/>
                    </a:cubicBezTo>
                    <a:cubicBezTo>
                      <a:pt x="5296" y="3869"/>
                      <a:pt x="6463" y="3"/>
                      <a:pt x="7118" y="1"/>
                    </a:cubicBezTo>
                    <a:cubicBezTo>
                      <a:pt x="7773" y="-1"/>
                      <a:pt x="8537" y="2671"/>
                      <a:pt x="8952" y="3241"/>
                    </a:cubicBezTo>
                    <a:cubicBezTo>
                      <a:pt x="9367" y="3811"/>
                      <a:pt x="9650" y="3989"/>
                      <a:pt x="10000" y="4002"/>
                    </a:cubicBezTo>
                  </a:path>
                </a:pathLst>
              </a:cu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7448" name="Rectangle 1099"/>
              <p:cNvSpPr>
                <a:spLocks noChangeArrowheads="1"/>
              </p:cNvSpPr>
              <p:nvPr/>
            </p:nvSpPr>
            <p:spPr bwMode="auto">
              <a:xfrm>
                <a:off x="3120" y="3456"/>
                <a:ext cx="192" cy="9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  <p:graphicFrame>
            <p:nvGraphicFramePr>
              <p:cNvPr id="17417" name="Object 1100"/>
              <p:cNvGraphicFramePr>
                <a:graphicFrameLocks noChangeAspect="1"/>
              </p:cNvGraphicFramePr>
              <p:nvPr/>
            </p:nvGraphicFramePr>
            <p:xfrm>
              <a:off x="4464" y="3456"/>
              <a:ext cx="440" cy="5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440" name="公式" r:id="rId17" imgW="571320" imgH="647640" progId="Equation.3">
                      <p:embed/>
                    </p:oleObj>
                  </mc:Choice>
                  <mc:Fallback>
                    <p:oleObj name="公式" r:id="rId17" imgW="571320" imgH="647640" progId="Equation.3">
                      <p:embed/>
                      <p:pic>
                        <p:nvPicPr>
                          <p:cNvPr id="17417" name="Object 110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64" y="3456"/>
                            <a:ext cx="440" cy="57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18" name="Object 1101"/>
              <p:cNvGraphicFramePr>
                <a:graphicFrameLocks noChangeAspect="1"/>
              </p:cNvGraphicFramePr>
              <p:nvPr/>
            </p:nvGraphicFramePr>
            <p:xfrm>
              <a:off x="3503" y="2784"/>
              <a:ext cx="577" cy="5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441" name="公式" r:id="rId19" imgW="761760" imgH="647640" progId="Equation.3">
                      <p:embed/>
                    </p:oleObj>
                  </mc:Choice>
                  <mc:Fallback>
                    <p:oleObj name="公式" r:id="rId19" imgW="761760" imgH="647640" progId="Equation.3">
                      <p:embed/>
                      <p:pic>
                        <p:nvPicPr>
                          <p:cNvPr id="17418" name="Object 110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03" y="2784"/>
                            <a:ext cx="577" cy="56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19" name="Object 1102"/>
              <p:cNvGraphicFramePr>
                <a:graphicFrameLocks noChangeAspect="1"/>
              </p:cNvGraphicFramePr>
              <p:nvPr/>
            </p:nvGraphicFramePr>
            <p:xfrm>
              <a:off x="4224" y="2784"/>
              <a:ext cx="195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442" name="公式" r:id="rId21" imgW="215640" imgH="228600" progId="Equation.3">
                      <p:embed/>
                    </p:oleObj>
                  </mc:Choice>
                  <mc:Fallback>
                    <p:oleObj name="公式" r:id="rId21" imgW="215640" imgH="228600" progId="Equation.3">
                      <p:embed/>
                      <p:pic>
                        <p:nvPicPr>
                          <p:cNvPr id="17419" name="Object 110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4" y="2784"/>
                            <a:ext cx="195" cy="2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20" name="Object 1103"/>
              <p:cNvGraphicFramePr>
                <a:graphicFrameLocks noChangeAspect="1"/>
              </p:cNvGraphicFramePr>
              <p:nvPr/>
            </p:nvGraphicFramePr>
            <p:xfrm>
              <a:off x="4210" y="3364"/>
              <a:ext cx="302" cy="3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443" name="Equation" r:id="rId23" imgW="126720" imgH="139680" progId="Equation.3">
                      <p:embed/>
                    </p:oleObj>
                  </mc:Choice>
                  <mc:Fallback>
                    <p:oleObj name="Equation" r:id="rId23" imgW="126720" imgH="139680" progId="Equation.3">
                      <p:embed/>
                      <p:pic>
                        <p:nvPicPr>
                          <p:cNvPr id="17420" name="Object 110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10" y="3364"/>
                            <a:ext cx="302" cy="33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21" name="Object 1105"/>
              <p:cNvGraphicFramePr>
                <a:graphicFrameLocks noChangeAspect="1"/>
              </p:cNvGraphicFramePr>
              <p:nvPr/>
            </p:nvGraphicFramePr>
            <p:xfrm>
              <a:off x="5232" y="3456"/>
              <a:ext cx="305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444" name="Equation" r:id="rId25" imgW="126720" imgH="139680" progId="Equation.3">
                      <p:embed/>
                    </p:oleObj>
                  </mc:Choice>
                  <mc:Fallback>
                    <p:oleObj name="Equation" r:id="rId25" imgW="126720" imgH="139680" progId="Equation.3">
                      <p:embed/>
                      <p:pic>
                        <p:nvPicPr>
                          <p:cNvPr id="17421" name="Object 110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32" y="3456"/>
                            <a:ext cx="305" cy="3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9273" name="AutoShape 1145"/>
          <p:cNvSpPr>
            <a:spLocks noChangeArrowheads="1"/>
          </p:cNvSpPr>
          <p:nvPr/>
        </p:nvSpPr>
        <p:spPr bwMode="auto">
          <a:xfrm>
            <a:off x="841172" y="534473"/>
            <a:ext cx="1059656" cy="685800"/>
          </a:xfrm>
          <a:prstGeom prst="horizontalScroll">
            <a:avLst>
              <a:gd name="adj" fmla="val 12500"/>
            </a:avLst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13500000" algn="ctr" rotWithShape="0">
              <a:srgbClr val="009900"/>
            </a:outerShdw>
          </a:effectLst>
        </p:spPr>
        <p:txBody>
          <a:bodyPr wrap="none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 b="1" dirty="0">
                <a:solidFill>
                  <a:srgbClr val="CC0000"/>
                </a:solidFill>
                <a:latin typeface="Times New Roman" pitchFamily="18" charset="0"/>
                <a:ea typeface="宋体" pitchFamily="2" charset="-122"/>
              </a:rPr>
              <a:t>讨 论</a:t>
            </a:r>
          </a:p>
        </p:txBody>
      </p:sp>
      <p:grpSp>
        <p:nvGrpSpPr>
          <p:cNvPr id="45" name="组合 44"/>
          <p:cNvGrpSpPr/>
          <p:nvPr/>
        </p:nvGrpSpPr>
        <p:grpSpPr>
          <a:xfrm>
            <a:off x="5513831" y="1160145"/>
            <a:ext cx="3210425" cy="1618488"/>
            <a:chOff x="4440936" y="3708908"/>
            <a:chExt cx="4280567" cy="2157984"/>
          </a:xfrm>
        </p:grpSpPr>
        <p:sp>
          <p:nvSpPr>
            <p:cNvPr id="55" name="Line 182"/>
            <p:cNvSpPr>
              <a:spLocks noChangeShapeType="1"/>
            </p:cNvSpPr>
            <p:nvPr/>
          </p:nvSpPr>
          <p:spPr bwMode="auto">
            <a:xfrm>
              <a:off x="4900263" y="4787612"/>
              <a:ext cx="34093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triangle" w="sm" len="lg"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pic>
          <p:nvPicPr>
            <p:cNvPr id="46" name="图片 45"/>
            <p:cNvPicPr>
              <a:picLocks noChangeAspect="1"/>
            </p:cNvPicPr>
            <p:nvPr/>
          </p:nvPicPr>
          <p:blipFill rotWithShape="1"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626" t="8666" r="47375" b="12669"/>
            <a:stretch/>
          </p:blipFill>
          <p:spPr>
            <a:xfrm>
              <a:off x="4675695" y="3708908"/>
              <a:ext cx="1030224" cy="2157984"/>
            </a:xfrm>
            <a:prstGeom prst="rect">
              <a:avLst/>
            </a:prstGeom>
          </p:spPr>
        </p:pic>
        <p:graphicFrame>
          <p:nvGraphicFramePr>
            <p:cNvPr id="47" name="Object 174"/>
            <p:cNvGraphicFramePr>
              <a:graphicFrameLocks noChangeAspect="1"/>
            </p:cNvGraphicFramePr>
            <p:nvPr>
              <p:extLst/>
            </p:nvPr>
          </p:nvGraphicFramePr>
          <p:xfrm>
            <a:off x="6921500" y="4333748"/>
            <a:ext cx="381000" cy="354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45" name="Equation" r:id="rId28" imgW="152280" imgH="164880" progId="Equation.3">
                    <p:embed/>
                  </p:oleObj>
                </mc:Choice>
                <mc:Fallback>
                  <p:oleObj name="Equation" r:id="rId28" imgW="152280" imgH="164880" progId="Equation.3">
                    <p:embed/>
                    <p:pic>
                      <p:nvPicPr>
                        <p:cNvPr id="47" name="Object 1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21500" y="4333748"/>
                          <a:ext cx="381000" cy="3540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" name="Oval 175"/>
            <p:cNvSpPr>
              <a:spLocks noChangeArrowheads="1"/>
            </p:cNvSpPr>
            <p:nvPr/>
          </p:nvSpPr>
          <p:spPr bwMode="auto">
            <a:xfrm>
              <a:off x="6997700" y="4741251"/>
              <a:ext cx="96000" cy="96000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wrap="none" lIns="69056" tIns="34529" rIns="69056" bIns="34529" anchor="ctr">
              <a:spAutoFit/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49" name="Object 176"/>
            <p:cNvGraphicFramePr>
              <a:graphicFrameLocks noChangeAspect="1"/>
            </p:cNvGraphicFramePr>
            <p:nvPr>
              <p:extLst/>
            </p:nvPr>
          </p:nvGraphicFramePr>
          <p:xfrm>
            <a:off x="5065713" y="4800600"/>
            <a:ext cx="344487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46" name="Equation" r:id="rId30" imgW="126720" imgH="139680" progId="Equation.3">
                    <p:embed/>
                  </p:oleObj>
                </mc:Choice>
                <mc:Fallback>
                  <p:oleObj name="Equation" r:id="rId30" imgW="126720" imgH="139680" progId="Equation.3">
                    <p:embed/>
                    <p:pic>
                      <p:nvPicPr>
                        <p:cNvPr id="49" name="Object 1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5713" y="4800600"/>
                          <a:ext cx="344487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Object 177"/>
            <p:cNvGraphicFramePr>
              <a:graphicFrameLocks noChangeAspect="1"/>
            </p:cNvGraphicFramePr>
            <p:nvPr>
              <p:extLst/>
            </p:nvPr>
          </p:nvGraphicFramePr>
          <p:xfrm>
            <a:off x="6112478" y="4740085"/>
            <a:ext cx="307975" cy="341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47" name="Equation" r:id="rId32" imgW="126720" imgH="139680" progId="Equation.3">
                    <p:embed/>
                  </p:oleObj>
                </mc:Choice>
                <mc:Fallback>
                  <p:oleObj name="Equation" r:id="rId32" imgW="126720" imgH="139680" progId="Equation.3">
                    <p:embed/>
                    <p:pic>
                      <p:nvPicPr>
                        <p:cNvPr id="50" name="Object 1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12478" y="4740085"/>
                          <a:ext cx="307975" cy="3413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" name="Line 178"/>
            <p:cNvSpPr>
              <a:spLocks noChangeShapeType="1"/>
            </p:cNvSpPr>
            <p:nvPr/>
          </p:nvSpPr>
          <p:spPr bwMode="auto">
            <a:xfrm>
              <a:off x="4440936" y="4787612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3" name="Line 181"/>
            <p:cNvSpPr>
              <a:spLocks noChangeShapeType="1"/>
            </p:cNvSpPr>
            <p:nvPr/>
          </p:nvSpPr>
          <p:spPr bwMode="auto">
            <a:xfrm flipV="1">
              <a:off x="5257800" y="3904488"/>
              <a:ext cx="0" cy="8869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54" name="Object 183"/>
            <p:cNvGraphicFramePr>
              <a:graphicFrameLocks noChangeAspect="1"/>
            </p:cNvGraphicFramePr>
            <p:nvPr>
              <p:extLst/>
            </p:nvPr>
          </p:nvGraphicFramePr>
          <p:xfrm>
            <a:off x="4986528" y="4267200"/>
            <a:ext cx="381000" cy="354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48" name="Equation" r:id="rId34" imgW="152280" imgH="164880" progId="Equation.3">
                    <p:embed/>
                  </p:oleObj>
                </mc:Choice>
                <mc:Fallback>
                  <p:oleObj name="Equation" r:id="rId34" imgW="152280" imgH="164880" progId="Equation.3">
                    <p:embed/>
                    <p:pic>
                      <p:nvPicPr>
                        <p:cNvPr id="54" name="Object 1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6528" y="4267200"/>
                          <a:ext cx="381000" cy="3540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" name="Object 177"/>
            <p:cNvGraphicFramePr>
              <a:graphicFrameLocks noChangeAspect="1"/>
            </p:cNvGraphicFramePr>
            <p:nvPr>
              <p:extLst/>
            </p:nvPr>
          </p:nvGraphicFramePr>
          <p:xfrm>
            <a:off x="8364093" y="4598955"/>
            <a:ext cx="357410" cy="3960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49" name="Equation" r:id="rId32" imgW="126720" imgH="139680" progId="Equation.3">
                    <p:embed/>
                  </p:oleObj>
                </mc:Choice>
                <mc:Fallback>
                  <p:oleObj name="Equation" r:id="rId32" imgW="126720" imgH="139680" progId="Equation.3">
                    <p:embed/>
                    <p:pic>
                      <p:nvPicPr>
                        <p:cNvPr id="56" name="Object 1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64093" y="4598955"/>
                          <a:ext cx="357410" cy="396099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946424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9" name="Rectangle 3"/>
          <p:cNvSpPr>
            <a:spLocks noChangeArrowheads="1"/>
          </p:cNvSpPr>
          <p:nvPr/>
        </p:nvSpPr>
        <p:spPr bwMode="auto">
          <a:xfrm>
            <a:off x="183574" y="343379"/>
            <a:ext cx="8938260" cy="956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9056" tIns="34529" rIns="69056" bIns="34529">
            <a:spAutoFit/>
          </a:bodyPr>
          <a:lstStyle/>
          <a:p>
            <a:pPr defTabSz="685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 b="1" dirty="0">
                <a:solidFill>
                  <a:srgbClr val="CC0000"/>
                </a:solidFill>
                <a:latin typeface="宋体" pitchFamily="2" charset="-122"/>
                <a:ea typeface="宋体" pitchFamily="2" charset="-122"/>
              </a:rPr>
              <a:t>例</a:t>
            </a:r>
            <a:r>
              <a:rPr kumimoji="1" lang="en-US" altLang="zh-CN" sz="2400" b="1" dirty="0">
                <a:solidFill>
                  <a:srgbClr val="CC0000"/>
                </a:solidFill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en-US" altLang="zh-CN" sz="2400" b="1" dirty="0">
                <a:solidFill>
                  <a:srgbClr val="CC0000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kumimoji="1" lang="zh-CN" altLang="en-US" sz="2400" b="1" dirty="0">
                <a:solidFill>
                  <a:srgbClr val="1C1C1C"/>
                </a:solidFill>
                <a:latin typeface="宋体" pitchFamily="2" charset="-122"/>
                <a:ea typeface="宋体" pitchFamily="2" charset="-122"/>
              </a:rPr>
              <a:t>有一半径为</a:t>
            </a:r>
            <a:r>
              <a:rPr kumimoji="1" lang="en-US" altLang="zh-CN" sz="2400" i="1" dirty="0">
                <a:solidFill>
                  <a:srgbClr val="1C1C1C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kumimoji="1" lang="zh-CN" altLang="en-US" sz="2400" b="1" dirty="0">
                <a:solidFill>
                  <a:srgbClr val="1C1C1C"/>
                </a:solidFill>
                <a:latin typeface="宋体" pitchFamily="2" charset="-122"/>
                <a:ea typeface="宋体" pitchFamily="2" charset="-122"/>
              </a:rPr>
              <a:t>，电荷均匀分布的薄圆盘，其电荷面密</a:t>
            </a:r>
            <a:r>
              <a:rPr kumimoji="1" lang="zh-CN" altLang="en-US" sz="2400" b="1">
                <a:solidFill>
                  <a:srgbClr val="1C1C1C"/>
                </a:solidFill>
                <a:latin typeface="宋体" pitchFamily="2" charset="-122"/>
                <a:ea typeface="宋体" pitchFamily="2" charset="-122"/>
              </a:rPr>
              <a:t>度</a:t>
            </a:r>
            <a:r>
              <a:rPr kumimoji="1" lang="zh-CN" altLang="en-US" sz="2400" b="1" smtClean="0">
                <a:solidFill>
                  <a:srgbClr val="1C1C1C"/>
                </a:solidFill>
                <a:latin typeface="宋体" pitchFamily="2" charset="-122"/>
                <a:ea typeface="宋体" pitchFamily="2" charset="-122"/>
              </a:rPr>
              <a:t>为</a:t>
            </a:r>
            <a:r>
              <a:rPr kumimoji="1" lang="zh-CN" altLang="en-US" sz="2400" i="1" smtClean="0">
                <a:solidFill>
                  <a:srgbClr val="1C1C1C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</a:t>
            </a:r>
            <a:r>
              <a:rPr kumimoji="1" lang="zh-CN" altLang="en-US" sz="2400" b="1" i="1" smtClean="0">
                <a:solidFill>
                  <a:srgbClr val="1C1C1C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</a:t>
            </a:r>
            <a:r>
              <a:rPr kumimoji="1" lang="en-US" altLang="zh-CN" sz="2400" smtClean="0">
                <a:solidFill>
                  <a:srgbClr val="1C1C1C"/>
                </a:solidFill>
                <a:latin typeface="宋体" pitchFamily="2" charset="-122"/>
                <a:ea typeface="宋体" pitchFamily="2" charset="-122"/>
              </a:rPr>
              <a:t>.</a:t>
            </a:r>
            <a:r>
              <a:rPr kumimoji="1" lang="en-US" altLang="zh-CN" sz="2400" b="1" smtClean="0">
                <a:solidFill>
                  <a:srgbClr val="1C1C1C"/>
                </a:solidFill>
                <a:latin typeface="宋体" pitchFamily="2" charset="-122"/>
                <a:ea typeface="宋体" pitchFamily="2" charset="-122"/>
              </a:rPr>
              <a:t> </a:t>
            </a:r>
          </a:p>
          <a:p>
            <a:pPr defTabSz="685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 b="1" smtClean="0">
                <a:solidFill>
                  <a:srgbClr val="C00000"/>
                </a:solidFill>
                <a:latin typeface="宋体" pitchFamily="2" charset="-122"/>
                <a:ea typeface="宋体" pitchFamily="2" charset="-122"/>
              </a:rPr>
              <a:t>求：</a:t>
            </a:r>
            <a:r>
              <a:rPr kumimoji="1" lang="zh-CN" altLang="en-US" sz="2400" b="1" smtClean="0">
                <a:solidFill>
                  <a:srgbClr val="1C1C1C"/>
                </a:solidFill>
                <a:latin typeface="宋体" pitchFamily="2" charset="-122"/>
                <a:ea typeface="宋体" pitchFamily="2" charset="-122"/>
              </a:rPr>
              <a:t>通过盘心且垂直盘面的轴线上任意一点处的电场强度</a:t>
            </a:r>
            <a:r>
              <a:rPr kumimoji="1" lang="en-US" altLang="zh-CN" sz="2400" smtClean="0">
                <a:solidFill>
                  <a:srgbClr val="1C1C1C"/>
                </a:solidFill>
                <a:latin typeface="宋体" pitchFamily="2" charset="-122"/>
                <a:ea typeface="宋体" pitchFamily="2" charset="-122"/>
              </a:rPr>
              <a:t>.</a:t>
            </a:r>
            <a:r>
              <a:rPr kumimoji="1" lang="en-US" altLang="zh-CN" sz="2400" b="1" smtClean="0">
                <a:solidFill>
                  <a:srgbClr val="1C1C1C"/>
                </a:solidFill>
                <a:latin typeface="宋体" pitchFamily="2" charset="-122"/>
                <a:ea typeface="宋体" pitchFamily="2" charset="-122"/>
              </a:rPr>
              <a:t> </a:t>
            </a:r>
            <a:endParaRPr kumimoji="1" lang="en-US" altLang="zh-CN" sz="2400" b="1" dirty="0">
              <a:solidFill>
                <a:srgbClr val="1C1C1C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8441" name="Oval 54" descr="新闻纸"/>
          <p:cNvSpPr>
            <a:spLocks noChangeArrowheads="1"/>
          </p:cNvSpPr>
          <p:nvPr/>
        </p:nvSpPr>
        <p:spPr bwMode="auto">
          <a:xfrm>
            <a:off x="5040630" y="2238133"/>
            <a:ext cx="1066800" cy="1943100"/>
          </a:xfrm>
          <a:prstGeom prst="ellipse">
            <a:avLst/>
          </a:prstGeom>
          <a:blipFill dpi="0" rotWithShape="0">
            <a:blip r:embed="rId3" cstate="print"/>
            <a:srcRect/>
            <a:tile tx="0" ty="0" sx="100000" sy="100000" flip="none" algn="tl"/>
          </a:blip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8434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8588438"/>
              </p:ext>
            </p:extLst>
          </p:nvPr>
        </p:nvGraphicFramePr>
        <p:xfrm>
          <a:off x="6183631" y="3332664"/>
          <a:ext cx="211931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16" name="公式" r:id="rId4" imgW="177480" imgH="190440" progId="Equation.3">
                  <p:embed/>
                </p:oleObj>
              </mc:Choice>
              <mc:Fallback>
                <p:oleObj name="公式" r:id="rId4" imgW="177480" imgH="190440" progId="Equation.3">
                  <p:embed/>
                  <p:pic>
                    <p:nvPicPr>
                      <p:cNvPr id="18434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3631" y="3332664"/>
                        <a:ext cx="211931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4481621"/>
              </p:ext>
            </p:extLst>
          </p:nvPr>
        </p:nvGraphicFramePr>
        <p:xfrm>
          <a:off x="6768228" y="3275515"/>
          <a:ext cx="329803" cy="307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17" name="Equation" r:id="rId6" imgW="152280" imgH="164880" progId="Equation.3">
                  <p:embed/>
                </p:oleObj>
              </mc:Choice>
              <mc:Fallback>
                <p:oleObj name="Equation" r:id="rId6" imgW="152280" imgH="164880" progId="Equation.3">
                  <p:embed/>
                  <p:pic>
                    <p:nvPicPr>
                      <p:cNvPr id="18435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8228" y="3275515"/>
                        <a:ext cx="329803" cy="3071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2" name="Oval 57"/>
          <p:cNvSpPr>
            <a:spLocks noChangeArrowheads="1"/>
          </p:cNvSpPr>
          <p:nvPr/>
        </p:nvSpPr>
        <p:spPr bwMode="auto">
          <a:xfrm>
            <a:off x="6881337" y="3185322"/>
            <a:ext cx="72000" cy="72000"/>
          </a:xfrm>
          <a:prstGeom prst="ellipse">
            <a:avLst/>
          </a:pr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wrap="none" lIns="69056" tIns="34529" rIns="69056" bIns="34529" anchor="ctr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8436" name="Object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874280"/>
              </p:ext>
            </p:extLst>
          </p:nvPr>
        </p:nvGraphicFramePr>
        <p:xfrm>
          <a:off x="7440931" y="3332664"/>
          <a:ext cx="211931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18" name="公式" r:id="rId8" imgW="177480" imgH="190440" progId="Equation.3">
                  <p:embed/>
                </p:oleObj>
              </mc:Choice>
              <mc:Fallback>
                <p:oleObj name="公式" r:id="rId8" imgW="177480" imgH="190440" progId="Equation.3">
                  <p:embed/>
                  <p:pic>
                    <p:nvPicPr>
                      <p:cNvPr id="18436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0931" y="3332664"/>
                        <a:ext cx="211931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4501433"/>
              </p:ext>
            </p:extLst>
          </p:nvPr>
        </p:nvGraphicFramePr>
        <p:xfrm>
          <a:off x="5440680" y="3209683"/>
          <a:ext cx="310754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19" name="Equation" r:id="rId9" imgW="126720" imgH="139680" progId="Equation.3">
                  <p:embed/>
                </p:oleObj>
              </mc:Choice>
              <mc:Fallback>
                <p:oleObj name="Equation" r:id="rId9" imgW="126720" imgH="139680" progId="Equation.3">
                  <p:embed/>
                  <p:pic>
                    <p:nvPicPr>
                      <p:cNvPr id="18437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0680" y="3209683"/>
                        <a:ext cx="310754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3" name="Line 62"/>
          <p:cNvSpPr>
            <a:spLocks noChangeShapeType="1"/>
          </p:cNvSpPr>
          <p:nvPr/>
        </p:nvSpPr>
        <p:spPr bwMode="auto">
          <a:xfrm>
            <a:off x="5612130" y="3218364"/>
            <a:ext cx="2000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lg"/>
            <a:tailEnd type="triangle" w="sm" len="lg"/>
          </a:ln>
        </p:spPr>
        <p:txBody>
          <a:bodyPr wrap="none" anchor="ctr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8444" name="Line 66"/>
          <p:cNvSpPr>
            <a:spLocks noChangeShapeType="1"/>
          </p:cNvSpPr>
          <p:nvPr/>
        </p:nvSpPr>
        <p:spPr bwMode="auto">
          <a:xfrm flipV="1">
            <a:off x="5612130" y="2295283"/>
            <a:ext cx="171450" cy="914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</p:spPr>
        <p:txBody>
          <a:bodyPr lIns="69056" tIns="34529" rIns="69056" bIns="34529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8438" name="Object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3411646"/>
              </p:ext>
            </p:extLst>
          </p:nvPr>
        </p:nvGraphicFramePr>
        <p:xfrm>
          <a:off x="5383530" y="2673902"/>
          <a:ext cx="329804" cy="307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20" name="Equation" r:id="rId11" imgW="152280" imgH="164880" progId="Equation.3">
                  <p:embed/>
                </p:oleObj>
              </mc:Choice>
              <mc:Fallback>
                <p:oleObj name="Equation" r:id="rId11" imgW="152280" imgH="164880" progId="Equation.3">
                  <p:embed/>
                  <p:pic>
                    <p:nvPicPr>
                      <p:cNvPr id="18438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3530" y="2673902"/>
                        <a:ext cx="329804" cy="3071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5" name="灯片编号占位符 1"/>
          <p:cNvSpPr txBox="1">
            <a:spLocks noGrp="1" noChangeArrowheads="1"/>
          </p:cNvSpPr>
          <p:nvPr/>
        </p:nvSpPr>
        <p:spPr bwMode="auto">
          <a:xfrm>
            <a:off x="7543800" y="4869656"/>
            <a:ext cx="16002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2627AD0B-6947-4CAC-9F7A-86467C7E525E}" type="slidenum">
              <a:rPr lang="zh-CN" altLang="en-US" sz="1350" b="1">
                <a:solidFill>
                  <a:srgbClr val="0000CC"/>
                </a:solidFill>
                <a:latin typeface="Calibri" pitchFamily="34" charset="0"/>
                <a:ea typeface="宋体" pitchFamily="2" charset="-122"/>
              </a:rPr>
              <a:pPr algn="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US" altLang="zh-CN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5064184" y="2284433"/>
            <a:ext cx="1023380" cy="186641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FFFFFF"/>
              </a:solidFill>
              <a:latin typeface="Calibri"/>
              <a:ea typeface="宋体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5082460" y="2317762"/>
            <a:ext cx="986831" cy="1799760"/>
          </a:xfrm>
          <a:prstGeom prst="ellipse">
            <a:avLst/>
          </a:prstGeom>
          <a:noFill/>
          <a:ln w="25400" cap="flat" cmpd="sng" algn="ctr">
            <a:solidFill>
              <a:schemeClr val="accent1">
                <a:lumMod val="100000"/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FFFFFF">
                  <a:lumMod val="100000"/>
                </a:srgbClr>
              </a:solidFill>
              <a:latin typeface="Calibri"/>
              <a:ea typeface="宋体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5100733" y="2351091"/>
            <a:ext cx="950282" cy="1733102"/>
          </a:xfrm>
          <a:prstGeom prst="ellipse">
            <a:avLst/>
          </a:prstGeom>
          <a:noFill/>
          <a:ln w="25400" cap="flat" cmpd="sng" algn="ctr">
            <a:solidFill>
              <a:schemeClr val="accent1">
                <a:lumMod val="100000"/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FFFFFF">
                  <a:lumMod val="100000"/>
                </a:srgbClr>
              </a:solidFill>
              <a:latin typeface="Calibri"/>
              <a:ea typeface="宋体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5119009" y="2384419"/>
            <a:ext cx="913733" cy="1666445"/>
          </a:xfrm>
          <a:prstGeom prst="ellipse">
            <a:avLst/>
          </a:prstGeom>
          <a:noFill/>
          <a:ln w="25400" cap="flat" cmpd="sng" algn="ctr">
            <a:solidFill>
              <a:schemeClr val="accent1">
                <a:lumMod val="100000"/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FFFFFF">
                  <a:lumMod val="100000"/>
                </a:srgbClr>
              </a:solidFill>
              <a:latin typeface="Calibri"/>
              <a:ea typeface="宋体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5137283" y="2417748"/>
            <a:ext cx="877184" cy="1599787"/>
          </a:xfrm>
          <a:prstGeom prst="ellipse">
            <a:avLst/>
          </a:prstGeom>
          <a:noFill/>
          <a:ln w="25400" cap="flat" cmpd="sng" algn="ctr">
            <a:solidFill>
              <a:schemeClr val="accent1">
                <a:lumMod val="100000"/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FFFFFF">
                  <a:lumMod val="100000"/>
                </a:srgbClr>
              </a:solidFill>
              <a:latin typeface="Calibri"/>
              <a:ea typeface="宋体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5155559" y="2451077"/>
            <a:ext cx="840634" cy="1533129"/>
          </a:xfrm>
          <a:prstGeom prst="ellipse">
            <a:avLst/>
          </a:prstGeom>
          <a:noFill/>
          <a:ln w="25400" cap="flat" cmpd="sng" algn="ctr">
            <a:solidFill>
              <a:schemeClr val="accent1">
                <a:lumMod val="100000"/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FFFFFF">
                  <a:lumMod val="100000"/>
                </a:srgbClr>
              </a:solidFill>
              <a:latin typeface="Calibri"/>
              <a:ea typeface="宋体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5173833" y="2484406"/>
            <a:ext cx="804085" cy="1466471"/>
          </a:xfrm>
          <a:prstGeom prst="ellipse">
            <a:avLst/>
          </a:prstGeom>
          <a:noFill/>
          <a:ln w="25400" cap="flat" cmpd="sng" algn="ctr">
            <a:solidFill>
              <a:schemeClr val="accent1">
                <a:lumMod val="100000"/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FFFFFF">
                  <a:lumMod val="100000"/>
                </a:srgbClr>
              </a:solidFill>
              <a:latin typeface="Calibri"/>
              <a:ea typeface="宋体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5192108" y="2517735"/>
            <a:ext cx="767535" cy="1399814"/>
          </a:xfrm>
          <a:prstGeom prst="ellipse">
            <a:avLst/>
          </a:prstGeom>
          <a:noFill/>
          <a:ln w="25400" cap="flat" cmpd="sng" algn="ctr">
            <a:solidFill>
              <a:schemeClr val="accent1">
                <a:lumMod val="100000"/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FFFFFF">
                  <a:lumMod val="100000"/>
                </a:srgbClr>
              </a:solidFill>
              <a:latin typeface="Calibri"/>
              <a:ea typeface="宋体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5210382" y="2551064"/>
            <a:ext cx="730986" cy="1333156"/>
          </a:xfrm>
          <a:prstGeom prst="ellipse">
            <a:avLst/>
          </a:prstGeom>
          <a:noFill/>
          <a:ln w="25400" cap="flat" cmpd="sng" algn="ctr">
            <a:solidFill>
              <a:schemeClr val="accent1">
                <a:lumMod val="100000"/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FFFFFF">
                  <a:lumMod val="100000"/>
                </a:srgbClr>
              </a:solidFill>
              <a:latin typeface="Calibri"/>
              <a:ea typeface="宋体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5228657" y="2584393"/>
            <a:ext cx="694437" cy="1266498"/>
          </a:xfrm>
          <a:prstGeom prst="ellipse">
            <a:avLst/>
          </a:prstGeom>
          <a:noFill/>
          <a:ln w="25400" cap="flat" cmpd="sng" algn="ctr">
            <a:solidFill>
              <a:schemeClr val="accent1">
                <a:lumMod val="100000"/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FFFFFF">
                  <a:lumMod val="100000"/>
                </a:srgbClr>
              </a:solidFill>
              <a:latin typeface="Calibri"/>
              <a:ea typeface="宋体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5246932" y="2617722"/>
            <a:ext cx="657887" cy="1199840"/>
          </a:xfrm>
          <a:prstGeom prst="ellipse">
            <a:avLst/>
          </a:prstGeom>
          <a:noFill/>
          <a:ln w="25400" cap="flat" cmpd="sng" algn="ctr">
            <a:solidFill>
              <a:schemeClr val="accent1">
                <a:lumMod val="100000"/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FFFFFF">
                  <a:lumMod val="100000"/>
                </a:srgbClr>
              </a:solidFill>
              <a:latin typeface="Calibri"/>
              <a:ea typeface="宋体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5265207" y="2651050"/>
            <a:ext cx="621338" cy="1133183"/>
          </a:xfrm>
          <a:prstGeom prst="ellipse">
            <a:avLst/>
          </a:prstGeom>
          <a:noFill/>
          <a:ln w="25400" cap="flat" cmpd="sng" algn="ctr">
            <a:solidFill>
              <a:schemeClr val="accent1">
                <a:lumMod val="100000"/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FFFFFF">
                  <a:lumMod val="100000"/>
                </a:srgbClr>
              </a:solidFill>
              <a:latin typeface="Calibri"/>
              <a:ea typeface="宋体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5283480" y="2684379"/>
            <a:ext cx="584789" cy="1066525"/>
          </a:xfrm>
          <a:prstGeom prst="ellipse">
            <a:avLst/>
          </a:prstGeom>
          <a:noFill/>
          <a:ln w="25400" cap="flat" cmpd="sng" algn="ctr">
            <a:solidFill>
              <a:schemeClr val="accent1">
                <a:lumMod val="100000"/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FFFFFF">
                  <a:lumMod val="100000"/>
                </a:srgbClr>
              </a:solidFill>
              <a:latin typeface="Calibri"/>
              <a:ea typeface="宋体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5301755" y="2717708"/>
            <a:ext cx="548240" cy="999867"/>
          </a:xfrm>
          <a:prstGeom prst="ellipse">
            <a:avLst/>
          </a:prstGeom>
          <a:noFill/>
          <a:ln w="25400" cap="flat" cmpd="sng" algn="ctr">
            <a:solidFill>
              <a:schemeClr val="accent1">
                <a:lumMod val="100000"/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FFFFFF">
                  <a:lumMod val="100000"/>
                </a:srgbClr>
              </a:solidFill>
              <a:latin typeface="Calibri"/>
              <a:ea typeface="宋体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5320030" y="2751037"/>
            <a:ext cx="511691" cy="933209"/>
          </a:xfrm>
          <a:prstGeom prst="ellipse">
            <a:avLst/>
          </a:prstGeom>
          <a:noFill/>
          <a:ln w="25400" cap="flat" cmpd="sng" algn="ctr">
            <a:solidFill>
              <a:schemeClr val="accent1">
                <a:lumMod val="100000"/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FFFFFF">
                  <a:lumMod val="100000"/>
                </a:srgbClr>
              </a:solidFill>
              <a:latin typeface="Calibri"/>
              <a:ea typeface="宋体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5338306" y="2784366"/>
            <a:ext cx="475141" cy="866552"/>
          </a:xfrm>
          <a:prstGeom prst="ellipse">
            <a:avLst/>
          </a:prstGeom>
          <a:noFill/>
          <a:ln w="25400" cap="flat" cmpd="sng" algn="ctr">
            <a:solidFill>
              <a:schemeClr val="accent1">
                <a:lumMod val="100000"/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FFFFFF">
                  <a:lumMod val="100000"/>
                </a:srgbClr>
              </a:solidFill>
              <a:latin typeface="Calibri"/>
              <a:ea typeface="宋体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5356579" y="2817695"/>
            <a:ext cx="438592" cy="799894"/>
          </a:xfrm>
          <a:prstGeom prst="ellipse">
            <a:avLst/>
          </a:prstGeom>
          <a:noFill/>
          <a:ln w="25400" cap="flat" cmpd="sng" algn="ctr">
            <a:solidFill>
              <a:schemeClr val="accent1">
                <a:lumMod val="100000"/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FFFFFF">
                  <a:lumMod val="100000"/>
                </a:srgbClr>
              </a:solidFill>
              <a:latin typeface="Calibri"/>
              <a:ea typeface="宋体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5374855" y="2851024"/>
            <a:ext cx="402042" cy="733236"/>
          </a:xfrm>
          <a:prstGeom prst="ellipse">
            <a:avLst/>
          </a:prstGeom>
          <a:noFill/>
          <a:ln w="25400" cap="flat" cmpd="sng" algn="ctr">
            <a:solidFill>
              <a:schemeClr val="accent1">
                <a:lumMod val="100000"/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FFFFFF">
                  <a:lumMod val="100000"/>
                </a:srgbClr>
              </a:solidFill>
              <a:latin typeface="Calibri"/>
              <a:ea typeface="宋体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5393130" y="2884353"/>
            <a:ext cx="365493" cy="666578"/>
          </a:xfrm>
          <a:prstGeom prst="ellipse">
            <a:avLst/>
          </a:prstGeom>
          <a:noFill/>
          <a:ln w="25400" cap="flat" cmpd="sng" algn="ctr">
            <a:solidFill>
              <a:schemeClr val="accent1">
                <a:lumMod val="100000"/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FFFFFF">
                  <a:lumMod val="100000"/>
                </a:srgbClr>
              </a:solidFill>
              <a:latin typeface="Calibri"/>
              <a:ea typeface="宋体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5411402" y="2917681"/>
            <a:ext cx="328944" cy="599921"/>
          </a:xfrm>
          <a:prstGeom prst="ellipse">
            <a:avLst/>
          </a:prstGeom>
          <a:noFill/>
          <a:ln w="25400" cap="flat" cmpd="sng" algn="ctr">
            <a:solidFill>
              <a:schemeClr val="accent1">
                <a:lumMod val="100000"/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FFFFFF">
                  <a:lumMod val="100000"/>
                </a:srgbClr>
              </a:solidFill>
              <a:latin typeface="Calibri"/>
              <a:ea typeface="宋体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5429678" y="2951010"/>
            <a:ext cx="292394" cy="533263"/>
          </a:xfrm>
          <a:prstGeom prst="ellipse">
            <a:avLst/>
          </a:prstGeom>
          <a:noFill/>
          <a:ln w="25400" cap="flat" cmpd="sng" algn="ctr">
            <a:solidFill>
              <a:schemeClr val="accent1">
                <a:lumMod val="100000"/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FFFFFF">
                  <a:lumMod val="100000"/>
                </a:srgbClr>
              </a:solidFill>
              <a:latin typeface="Calibri"/>
              <a:ea typeface="宋体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5447955" y="2984339"/>
            <a:ext cx="255845" cy="466605"/>
          </a:xfrm>
          <a:prstGeom prst="ellipse">
            <a:avLst/>
          </a:prstGeom>
          <a:noFill/>
          <a:ln w="25400" cap="flat" cmpd="sng" algn="ctr">
            <a:solidFill>
              <a:schemeClr val="accent1">
                <a:lumMod val="100000"/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FFFFFF">
                  <a:lumMod val="100000"/>
                </a:srgbClr>
              </a:solidFill>
              <a:latin typeface="Calibri"/>
              <a:ea typeface="宋体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5466226" y="3017668"/>
            <a:ext cx="219296" cy="399947"/>
          </a:xfrm>
          <a:prstGeom prst="ellipse">
            <a:avLst/>
          </a:prstGeom>
          <a:noFill/>
          <a:ln w="25400" cap="flat" cmpd="sng" algn="ctr">
            <a:solidFill>
              <a:schemeClr val="accent1">
                <a:lumMod val="100000"/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FFFFFF">
                  <a:lumMod val="100000"/>
                </a:srgbClr>
              </a:solidFill>
              <a:latin typeface="Calibri"/>
              <a:ea typeface="宋体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5484502" y="3050997"/>
            <a:ext cx="182747" cy="333290"/>
          </a:xfrm>
          <a:prstGeom prst="ellipse">
            <a:avLst/>
          </a:prstGeom>
          <a:noFill/>
          <a:ln w="25400" cap="flat" cmpd="sng" algn="ctr">
            <a:solidFill>
              <a:schemeClr val="accent1">
                <a:lumMod val="100000"/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FFFFFF">
                  <a:lumMod val="100000"/>
                </a:srgbClr>
              </a:solidFill>
              <a:latin typeface="Calibri"/>
              <a:ea typeface="宋体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5502775" y="3084326"/>
            <a:ext cx="146198" cy="266632"/>
          </a:xfrm>
          <a:prstGeom prst="ellipse">
            <a:avLst/>
          </a:prstGeom>
          <a:noFill/>
          <a:ln w="25400" cap="flat" cmpd="sng" algn="ctr">
            <a:solidFill>
              <a:schemeClr val="accent1">
                <a:lumMod val="100000"/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FFFFFF">
                  <a:lumMod val="100000"/>
                </a:srgbClr>
              </a:solidFill>
              <a:latin typeface="Calibri"/>
              <a:ea typeface="宋体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5521052" y="3117654"/>
            <a:ext cx="109648" cy="199974"/>
          </a:xfrm>
          <a:prstGeom prst="ellipse">
            <a:avLst/>
          </a:prstGeom>
          <a:noFill/>
          <a:ln w="25400" cap="flat" cmpd="sng" algn="ctr">
            <a:solidFill>
              <a:schemeClr val="accent1">
                <a:lumMod val="100000"/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FFFFFF">
                  <a:lumMod val="100000"/>
                </a:srgbClr>
              </a:solidFill>
              <a:latin typeface="Calibri"/>
              <a:ea typeface="宋体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5539325" y="3150984"/>
            <a:ext cx="73099" cy="133316"/>
          </a:xfrm>
          <a:prstGeom prst="ellipse">
            <a:avLst/>
          </a:prstGeom>
          <a:solidFill>
            <a:srgbClr val="385D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FFFFFF"/>
              </a:solidFill>
              <a:latin typeface="Calibri"/>
              <a:ea typeface="宋体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3552" y="1976081"/>
            <a:ext cx="3374403" cy="2443202"/>
            <a:chOff x="593552" y="1976081"/>
            <a:chExt cx="3374403" cy="2443202"/>
          </a:xfrm>
        </p:grpSpPr>
        <p:grpSp>
          <p:nvGrpSpPr>
            <p:cNvPr id="2" name="组合 1"/>
            <p:cNvGrpSpPr/>
            <p:nvPr/>
          </p:nvGrpSpPr>
          <p:grpSpPr>
            <a:xfrm>
              <a:off x="983665" y="1976081"/>
              <a:ext cx="2445544" cy="2424152"/>
              <a:chOff x="490537" y="2975991"/>
              <a:chExt cx="3260725" cy="3232203"/>
            </a:xfrm>
          </p:grpSpPr>
          <p:graphicFrame>
            <p:nvGraphicFramePr>
              <p:cNvPr id="14" name="Object 1089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90537" y="5101706"/>
              <a:ext cx="3260725" cy="11064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621" name="Equation" r:id="rId13" imgW="1333440" imgH="431640" progId="Equation.3">
                      <p:embed/>
                    </p:oleObj>
                  </mc:Choice>
                  <mc:Fallback>
                    <p:oleObj name="Equation" r:id="rId13" imgW="1333440" imgH="431640" progId="Equation.3">
                      <p:embed/>
                      <p:pic>
                        <p:nvPicPr>
                          <p:cNvPr id="14" name="Object 108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0537" y="5101706"/>
                            <a:ext cx="3260725" cy="11064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6" name="组合 15"/>
              <p:cNvGrpSpPr/>
              <p:nvPr/>
            </p:nvGrpSpPr>
            <p:grpSpPr>
              <a:xfrm>
                <a:off x="1255808" y="2975991"/>
                <a:ext cx="1979517" cy="2157984"/>
                <a:chOff x="4440936" y="3708908"/>
                <a:chExt cx="1979517" cy="2157984"/>
              </a:xfrm>
            </p:grpSpPr>
            <p:pic>
              <p:nvPicPr>
                <p:cNvPr id="18" name="图片 17"/>
                <p:cNvPicPr>
                  <a:picLocks noChangeAspect="1"/>
                </p:cNvPicPr>
                <p:nvPr/>
              </p:nvPicPr>
              <p:blipFill rotWithShape="1"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8626" t="8666" r="47375" b="12669"/>
                <a:stretch/>
              </p:blipFill>
              <p:spPr>
                <a:xfrm>
                  <a:off x="4675695" y="3708908"/>
                  <a:ext cx="1030224" cy="2157984"/>
                </a:xfrm>
                <a:prstGeom prst="rect">
                  <a:avLst/>
                </a:prstGeom>
              </p:spPr>
            </p:pic>
            <p:graphicFrame>
              <p:nvGraphicFramePr>
                <p:cNvPr id="21" name="Object 176"/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5065713" y="4800600"/>
                <a:ext cx="344487" cy="3810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2622" name="Equation" r:id="rId16" imgW="126720" imgH="139680" progId="Equation.3">
                        <p:embed/>
                      </p:oleObj>
                    </mc:Choice>
                    <mc:Fallback>
                      <p:oleObj name="Equation" r:id="rId16" imgW="126720" imgH="139680" progId="Equation.3">
                        <p:embed/>
                        <p:pic>
                          <p:nvPicPr>
                            <p:cNvPr id="21" name="Object 17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65713" y="4800600"/>
                              <a:ext cx="344487" cy="3810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2" name="Object 177"/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6112478" y="4740085"/>
                <a:ext cx="307975" cy="34131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2623" name="Equation" r:id="rId18" imgW="126720" imgH="139680" progId="Equation.3">
                        <p:embed/>
                      </p:oleObj>
                    </mc:Choice>
                    <mc:Fallback>
                      <p:oleObj name="Equation" r:id="rId18" imgW="126720" imgH="139680" progId="Equation.3">
                        <p:embed/>
                        <p:pic>
                          <p:nvPicPr>
                            <p:cNvPr id="22" name="Object 17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112478" y="4740085"/>
                              <a:ext cx="307975" cy="34131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3" name="Line 178"/>
                <p:cNvSpPr>
                  <a:spLocks noChangeShapeType="1"/>
                </p:cNvSpPr>
                <p:nvPr/>
              </p:nvSpPr>
              <p:spPr bwMode="auto">
                <a:xfrm>
                  <a:off x="4440936" y="4787612"/>
                  <a:ext cx="3810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1350">
                    <a:solidFill>
                      <a:srgbClr val="000000"/>
                    </a:solidFill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4" name="Line 181"/>
                <p:cNvSpPr>
                  <a:spLocks noChangeShapeType="1"/>
                </p:cNvSpPr>
                <p:nvPr/>
              </p:nvSpPr>
              <p:spPr bwMode="auto">
                <a:xfrm flipV="1">
                  <a:off x="5257800" y="3904488"/>
                  <a:ext cx="0" cy="88696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none" w="sm" len="lg"/>
                </a:ln>
              </p:spPr>
              <p:txBody>
                <a:bodyPr wrap="none" anchor="ctr"/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1350">
                    <a:solidFill>
                      <a:srgbClr val="000000"/>
                    </a:solidFill>
                    <a:latin typeface="Arial" charset="0"/>
                    <a:ea typeface="宋体" pitchFamily="2" charset="-122"/>
                  </a:endParaRPr>
                </a:p>
              </p:txBody>
            </p:sp>
            <p:graphicFrame>
              <p:nvGraphicFramePr>
                <p:cNvPr id="25" name="Object 183"/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4986528" y="4267200"/>
                <a:ext cx="381000" cy="35401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2624" name="Equation" r:id="rId20" imgW="152280" imgH="164880" progId="Equation.3">
                        <p:embed/>
                      </p:oleObj>
                    </mc:Choice>
                    <mc:Fallback>
                      <p:oleObj name="Equation" r:id="rId20" imgW="152280" imgH="164880" progId="Equation.3">
                        <p:embed/>
                        <p:pic>
                          <p:nvPicPr>
                            <p:cNvPr id="25" name="Object 18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986528" y="4267200"/>
                              <a:ext cx="381000" cy="35401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6" name="Line 182"/>
                <p:cNvSpPr>
                  <a:spLocks noChangeShapeType="1"/>
                </p:cNvSpPr>
                <p:nvPr/>
              </p:nvSpPr>
              <p:spPr bwMode="auto">
                <a:xfrm>
                  <a:off x="4900263" y="4787612"/>
                  <a:ext cx="1212215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lg"/>
                  <a:tailEnd type="triangle" w="sm" len="lg"/>
                </a:ln>
              </p:spPr>
              <p:txBody>
                <a:bodyPr wrap="none" anchor="ctr"/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1350">
                    <a:solidFill>
                      <a:srgbClr val="000000"/>
                    </a:solidFill>
                    <a:latin typeface="Arial" charset="0"/>
                    <a:ea typeface="宋体" pitchFamily="2" charset="-122"/>
                  </a:endParaRPr>
                </a:p>
              </p:txBody>
            </p:sp>
          </p:grpSp>
        </p:grpSp>
        <p:sp>
          <p:nvSpPr>
            <p:cNvPr id="56" name="矩形 55"/>
            <p:cNvSpPr/>
            <p:nvPr/>
          </p:nvSpPr>
          <p:spPr>
            <a:xfrm>
              <a:off x="593552" y="1995131"/>
              <a:ext cx="3374403" cy="242415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7513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5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5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75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25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75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25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75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25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75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25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75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600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625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3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608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8881235"/>
              </p:ext>
            </p:extLst>
          </p:nvPr>
        </p:nvGraphicFramePr>
        <p:xfrm>
          <a:off x="3176329" y="640951"/>
          <a:ext cx="2065735" cy="446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7" name="Equation" r:id="rId3" imgW="914400" imgH="203040" progId="Equation.DSMT4">
                  <p:embed/>
                </p:oleObj>
              </mc:Choice>
              <mc:Fallback>
                <p:oleObj name="Equation" r:id="rId3" imgW="914400" imgH="203040" progId="Equation.DSMT4">
                  <p:embed/>
                  <p:pic>
                    <p:nvPicPr>
                      <p:cNvPr id="68608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6329" y="640951"/>
                        <a:ext cx="2065735" cy="4464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0" name="Rectangle 1071"/>
          <p:cNvSpPr>
            <a:spLocks noChangeArrowheads="1"/>
          </p:cNvSpPr>
          <p:nvPr/>
        </p:nvSpPr>
        <p:spPr bwMode="auto">
          <a:xfrm>
            <a:off x="451465" y="579514"/>
            <a:ext cx="2286000" cy="5867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9056" tIns="34529" rIns="69056" bIns="34529">
            <a:spAutoFit/>
          </a:bodyPr>
          <a:lstStyle/>
          <a:p>
            <a:pPr defTabSz="6858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 b="1">
                <a:solidFill>
                  <a:srgbClr val="CC0000"/>
                </a:solidFill>
                <a:latin typeface="Times New Roman" pitchFamily="18" charset="0"/>
                <a:ea typeface="宋体" pitchFamily="2" charset="-122"/>
              </a:rPr>
              <a:t>解：</a:t>
            </a:r>
            <a:endParaRPr kumimoji="1" lang="zh-CN" altLang="en-US" sz="2400" b="1" dirty="0">
              <a:solidFill>
                <a:srgbClr val="CC0000"/>
              </a:solidFill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68609" name="Object 10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033674"/>
              </p:ext>
            </p:extLst>
          </p:nvPr>
        </p:nvGraphicFramePr>
        <p:xfrm>
          <a:off x="1140681" y="1263068"/>
          <a:ext cx="2700338" cy="877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8" name="Equation" r:id="rId5" imgW="1434960" imgH="431640" progId="Equation.3">
                  <p:embed/>
                </p:oleObj>
              </mc:Choice>
              <mc:Fallback>
                <p:oleObj name="Equation" r:id="rId5" imgW="1434960" imgH="431640" progId="Equation.3">
                  <p:embed/>
                  <p:pic>
                    <p:nvPicPr>
                      <p:cNvPr id="68609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0681" y="1263068"/>
                        <a:ext cx="2700338" cy="8774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0" name="Object 10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2490908"/>
              </p:ext>
            </p:extLst>
          </p:nvPr>
        </p:nvGraphicFramePr>
        <p:xfrm>
          <a:off x="1594465" y="2353537"/>
          <a:ext cx="2376488" cy="878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9" name="Equation" r:id="rId7" imgW="1104840" imgH="431640" progId="Equation.3">
                  <p:embed/>
                </p:oleObj>
              </mc:Choice>
              <mc:Fallback>
                <p:oleObj name="Equation" r:id="rId7" imgW="1104840" imgH="431640" progId="Equation.3">
                  <p:embed/>
                  <p:pic>
                    <p:nvPicPr>
                      <p:cNvPr id="6861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4465" y="2353537"/>
                        <a:ext cx="2376488" cy="8786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1" name="Object 10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1452435"/>
              </p:ext>
            </p:extLst>
          </p:nvPr>
        </p:nvGraphicFramePr>
        <p:xfrm>
          <a:off x="1140681" y="3760351"/>
          <a:ext cx="1241186" cy="559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90" name="Equation" r:id="rId9" imgW="609480" imgH="279360" progId="Equation.3">
                  <p:embed/>
                </p:oleObj>
              </mc:Choice>
              <mc:Fallback>
                <p:oleObj name="Equation" r:id="rId9" imgW="609480" imgH="279360" progId="Equation.3">
                  <p:embed/>
                  <p:pic>
                    <p:nvPicPr>
                      <p:cNvPr id="68611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0681" y="3760351"/>
                        <a:ext cx="1241186" cy="55940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2" name="Object 10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5573603"/>
              </p:ext>
            </p:extLst>
          </p:nvPr>
        </p:nvGraphicFramePr>
        <p:xfrm>
          <a:off x="1152743" y="579515"/>
          <a:ext cx="1338107" cy="545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91" name="Equation" r:id="rId11" imgW="698400" imgH="253800" progId="Equation.3">
                  <p:embed/>
                </p:oleObj>
              </mc:Choice>
              <mc:Fallback>
                <p:oleObj name="Equation" r:id="rId11" imgW="698400" imgH="253800" progId="Equation.3">
                  <p:embed/>
                  <p:pic>
                    <p:nvPicPr>
                      <p:cNvPr id="68612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2743" y="579515"/>
                        <a:ext cx="1338107" cy="5454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3" name="Object 10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2762910"/>
              </p:ext>
            </p:extLst>
          </p:nvPr>
        </p:nvGraphicFramePr>
        <p:xfrm>
          <a:off x="2381867" y="3686432"/>
          <a:ext cx="2520172" cy="727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92" name="Equation" r:id="rId13" imgW="1600200" imgH="431640" progId="Equation.DSMT4">
                  <p:embed/>
                </p:oleObj>
              </mc:Choice>
              <mc:Fallback>
                <p:oleObj name="Equation" r:id="rId13" imgW="1600200" imgH="431640" progId="Equation.DSMT4">
                  <p:embed/>
                  <p:pic>
                    <p:nvPicPr>
                      <p:cNvPr id="68613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867" y="3686432"/>
                        <a:ext cx="2520172" cy="72783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2" name="Oval 1113" descr="新闻纸"/>
          <p:cNvSpPr>
            <a:spLocks noChangeArrowheads="1"/>
          </p:cNvSpPr>
          <p:nvPr/>
        </p:nvSpPr>
        <p:spPr bwMode="auto">
          <a:xfrm>
            <a:off x="6071304" y="2674501"/>
            <a:ext cx="1066800" cy="1943100"/>
          </a:xfrm>
          <a:prstGeom prst="ellipse">
            <a:avLst/>
          </a:prstGeom>
          <a:blipFill dpi="0" rotWithShape="0">
            <a:blip r:embed="rId15" cstate="print"/>
            <a:srcRect/>
            <a:tile tx="0" ty="0" sx="100000" sy="100000" flip="none" algn="tl"/>
          </a:blip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9464" name="Object 10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4179382"/>
              </p:ext>
            </p:extLst>
          </p:nvPr>
        </p:nvGraphicFramePr>
        <p:xfrm>
          <a:off x="7798902" y="3703202"/>
          <a:ext cx="329803" cy="307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93" name="Equation" r:id="rId16" imgW="152280" imgH="164880" progId="Equation.3">
                  <p:embed/>
                </p:oleObj>
              </mc:Choice>
              <mc:Fallback>
                <p:oleObj name="Equation" r:id="rId16" imgW="152280" imgH="164880" progId="Equation.3">
                  <p:embed/>
                  <p:pic>
                    <p:nvPicPr>
                      <p:cNvPr id="19464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8902" y="3703202"/>
                        <a:ext cx="329803" cy="3071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3" name="Oval 1116"/>
          <p:cNvSpPr>
            <a:spLocks noChangeArrowheads="1"/>
          </p:cNvSpPr>
          <p:nvPr/>
        </p:nvSpPr>
        <p:spPr bwMode="auto">
          <a:xfrm>
            <a:off x="7912011" y="3612397"/>
            <a:ext cx="72000" cy="72000"/>
          </a:xfrm>
          <a:prstGeom prst="ellipse">
            <a:avLst/>
          </a:pr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wrap="none" lIns="69056" tIns="34529" rIns="69056" bIns="34529" anchor="ctr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9465" name="Object 10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7634296"/>
              </p:ext>
            </p:extLst>
          </p:nvPr>
        </p:nvGraphicFramePr>
        <p:xfrm>
          <a:off x="8471605" y="3760351"/>
          <a:ext cx="211931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94" name="公式" r:id="rId18" imgW="177480" imgH="190440" progId="Equation.3">
                  <p:embed/>
                </p:oleObj>
              </mc:Choice>
              <mc:Fallback>
                <p:oleObj name="公式" r:id="rId18" imgW="177480" imgH="190440" progId="Equation.3">
                  <p:embed/>
                  <p:pic>
                    <p:nvPicPr>
                      <p:cNvPr id="19465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1605" y="3760351"/>
                        <a:ext cx="211931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6" name="Object 10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059027"/>
              </p:ext>
            </p:extLst>
          </p:nvPr>
        </p:nvGraphicFramePr>
        <p:xfrm>
          <a:off x="6357054" y="3474601"/>
          <a:ext cx="310754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95" name="Equation" r:id="rId20" imgW="126720" imgH="139680" progId="Equation.3">
                  <p:embed/>
                </p:oleObj>
              </mc:Choice>
              <mc:Fallback>
                <p:oleObj name="Equation" r:id="rId20" imgW="126720" imgH="139680" progId="Equation.3">
                  <p:embed/>
                  <p:pic>
                    <p:nvPicPr>
                      <p:cNvPr id="19466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7054" y="3474601"/>
                        <a:ext cx="310754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4" name="Line 1125"/>
          <p:cNvSpPr>
            <a:spLocks noChangeShapeType="1"/>
          </p:cNvSpPr>
          <p:nvPr/>
        </p:nvSpPr>
        <p:spPr bwMode="auto">
          <a:xfrm flipV="1">
            <a:off x="6642804" y="2731651"/>
            <a:ext cx="171450" cy="914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</p:spPr>
        <p:txBody>
          <a:bodyPr lIns="69056" tIns="34529" rIns="69056" bIns="34529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grpSp>
        <p:nvGrpSpPr>
          <p:cNvPr id="2" name="Group 1133"/>
          <p:cNvGrpSpPr>
            <a:grpSpLocks/>
          </p:cNvGrpSpPr>
          <p:nvPr/>
        </p:nvGrpSpPr>
        <p:grpSpPr bwMode="auto">
          <a:xfrm>
            <a:off x="6166555" y="2886438"/>
            <a:ext cx="2439591" cy="1690691"/>
            <a:chOff x="3008" y="2290"/>
            <a:chExt cx="2049" cy="1420"/>
          </a:xfrm>
        </p:grpSpPr>
        <p:graphicFrame>
          <p:nvGraphicFramePr>
            <p:cNvPr id="19468" name="Object 1034"/>
            <p:cNvGraphicFramePr>
              <a:graphicFrameLocks noChangeAspect="1"/>
            </p:cNvGraphicFramePr>
            <p:nvPr/>
          </p:nvGraphicFramePr>
          <p:xfrm>
            <a:off x="3888" y="3024"/>
            <a:ext cx="178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96" name="公式" r:id="rId22" imgW="177480" imgH="190440" progId="Equation.3">
                    <p:embed/>
                  </p:oleObj>
                </mc:Choice>
                <mc:Fallback>
                  <p:oleObj name="公式" r:id="rId22" imgW="177480" imgH="190440" progId="Equation.3">
                    <p:embed/>
                    <p:pic>
                      <p:nvPicPr>
                        <p:cNvPr id="19468" name="Object 10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3024"/>
                          <a:ext cx="178" cy="1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9" name="Object 1035"/>
            <p:cNvGraphicFramePr>
              <a:graphicFrameLocks noChangeAspect="1"/>
            </p:cNvGraphicFramePr>
            <p:nvPr/>
          </p:nvGraphicFramePr>
          <p:xfrm>
            <a:off x="3929" y="2290"/>
            <a:ext cx="1128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97" name="Equation" r:id="rId23" imgW="698400" imgH="228600" progId="Equation.DSMT4">
                    <p:embed/>
                  </p:oleObj>
                </mc:Choice>
                <mc:Fallback>
                  <p:oleObj name="Equation" r:id="rId23" imgW="698400" imgH="228600" progId="Equation.DSMT4">
                    <p:embed/>
                    <p:pic>
                      <p:nvPicPr>
                        <p:cNvPr id="19469" name="Object 10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9" y="2290"/>
                          <a:ext cx="1128" cy="37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8" name="Text Box 1120"/>
            <p:cNvSpPr txBox="1">
              <a:spLocks noChangeArrowheads="1"/>
            </p:cNvSpPr>
            <p:nvPr/>
          </p:nvSpPr>
          <p:spPr bwMode="auto">
            <a:xfrm>
              <a:off x="3254" y="2926"/>
              <a:ext cx="336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685800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altLang="zh-CN" sz="2400" i="1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</a:p>
          </p:txBody>
        </p:sp>
        <p:sp>
          <p:nvSpPr>
            <p:cNvPr id="19479" name="Line 1122"/>
            <p:cNvSpPr>
              <a:spLocks noChangeShapeType="1"/>
            </p:cNvSpPr>
            <p:nvPr/>
          </p:nvSpPr>
          <p:spPr bwMode="auto">
            <a:xfrm flipH="1">
              <a:off x="3168" y="2928"/>
              <a:ext cx="240" cy="3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lIns="69056" tIns="34529" rIns="69056" bIns="34529">
              <a:spAutoFit/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9480" name="AutoShape 1123"/>
            <p:cNvSpPr>
              <a:spLocks noChangeArrowheads="1"/>
            </p:cNvSpPr>
            <p:nvPr/>
          </p:nvSpPr>
          <p:spPr bwMode="auto">
            <a:xfrm>
              <a:off x="3072" y="2352"/>
              <a:ext cx="624" cy="115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0 w 21600"/>
                <a:gd name="T25" fmla="*/ 3169 h 21600"/>
                <a:gd name="T26" fmla="*/ 18450 w 21600"/>
                <a:gd name="T27" fmla="*/ 1843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627" y="10800"/>
                  </a:moveTo>
                  <a:cubicBezTo>
                    <a:pt x="1627" y="15866"/>
                    <a:pt x="5734" y="19973"/>
                    <a:pt x="10800" y="19973"/>
                  </a:cubicBezTo>
                  <a:cubicBezTo>
                    <a:pt x="15866" y="19973"/>
                    <a:pt x="19973" y="15866"/>
                    <a:pt x="19973" y="10800"/>
                  </a:cubicBezTo>
                  <a:cubicBezTo>
                    <a:pt x="19973" y="5734"/>
                    <a:pt x="15866" y="1627"/>
                    <a:pt x="10800" y="1627"/>
                  </a:cubicBezTo>
                  <a:cubicBezTo>
                    <a:pt x="5734" y="1627"/>
                    <a:pt x="1627" y="5734"/>
                    <a:pt x="1627" y="10800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9481" name="Line 1124"/>
            <p:cNvSpPr>
              <a:spLocks noChangeShapeType="1"/>
            </p:cNvSpPr>
            <p:nvPr/>
          </p:nvSpPr>
          <p:spPr bwMode="auto">
            <a:xfrm>
              <a:off x="3504" y="2496"/>
              <a:ext cx="1008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9482" name="Line 1127"/>
            <p:cNvSpPr>
              <a:spLocks noChangeShapeType="1"/>
            </p:cNvSpPr>
            <p:nvPr/>
          </p:nvSpPr>
          <p:spPr bwMode="auto">
            <a:xfrm flipV="1">
              <a:off x="3008" y="3304"/>
              <a:ext cx="144" cy="17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lIns="69056" tIns="34529" rIns="69056" bIns="34529">
              <a:spAutoFit/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9483" name="Text Box 1128"/>
            <p:cNvSpPr txBox="1">
              <a:spLocks noChangeArrowheads="1"/>
            </p:cNvSpPr>
            <p:nvPr/>
          </p:nvSpPr>
          <p:spPr bwMode="auto">
            <a:xfrm>
              <a:off x="3059" y="3361"/>
              <a:ext cx="576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685800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altLang="zh-CN" sz="210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</a:rPr>
                <a:t>d</a:t>
              </a:r>
              <a:r>
                <a:rPr lang="en-US" altLang="zh-CN" sz="2100" i="1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</a:p>
          </p:txBody>
        </p:sp>
      </p:grpSp>
      <p:graphicFrame>
        <p:nvGraphicFramePr>
          <p:cNvPr id="19467" name="Object 10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0347914"/>
              </p:ext>
            </p:extLst>
          </p:nvPr>
        </p:nvGraphicFramePr>
        <p:xfrm>
          <a:off x="6414204" y="3110270"/>
          <a:ext cx="329804" cy="307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98" name="Equation" r:id="rId25" imgW="152280" imgH="164880" progId="Equation.3">
                  <p:embed/>
                </p:oleObj>
              </mc:Choice>
              <mc:Fallback>
                <p:oleObj name="Equation" r:id="rId25" imgW="152280" imgH="164880" progId="Equation.3">
                  <p:embed/>
                  <p:pic>
                    <p:nvPicPr>
                      <p:cNvPr id="19467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4204" y="3110270"/>
                        <a:ext cx="329804" cy="3071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6" name="Line 1121"/>
          <p:cNvSpPr>
            <a:spLocks noChangeShapeType="1"/>
          </p:cNvSpPr>
          <p:nvPr/>
        </p:nvSpPr>
        <p:spPr bwMode="auto">
          <a:xfrm>
            <a:off x="6642804" y="3646051"/>
            <a:ext cx="2000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lg"/>
            <a:tailEnd type="triangle" w="sm" len="lg"/>
          </a:ln>
        </p:spPr>
        <p:txBody>
          <a:bodyPr wrap="none" anchor="ctr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495038" y="1142635"/>
            <a:ext cx="3286131" cy="1200530"/>
            <a:chOff x="5088115" y="817421"/>
            <a:chExt cx="3517133" cy="1284923"/>
          </a:xfrm>
        </p:grpSpPr>
        <p:graphicFrame>
          <p:nvGraphicFramePr>
            <p:cNvPr id="38" name="Object 108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0568591"/>
                </p:ext>
              </p:extLst>
            </p:nvPr>
          </p:nvGraphicFramePr>
          <p:xfrm>
            <a:off x="5169671" y="1034821"/>
            <a:ext cx="2445544" cy="8298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99" name="Equation" r:id="rId27" imgW="1333440" imgH="431640" progId="Equation.3">
                    <p:embed/>
                  </p:oleObj>
                </mc:Choice>
                <mc:Fallback>
                  <p:oleObj name="Equation" r:id="rId27" imgW="1333440" imgH="431640" progId="Equation.3">
                    <p:embed/>
                    <p:pic>
                      <p:nvPicPr>
                        <p:cNvPr id="38" name="Object 10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69671" y="1034821"/>
                          <a:ext cx="2445544" cy="8298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1" name="组合 40"/>
            <p:cNvGrpSpPr/>
            <p:nvPr/>
          </p:nvGrpSpPr>
          <p:grpSpPr>
            <a:xfrm>
              <a:off x="7664511" y="870239"/>
              <a:ext cx="873058" cy="1127130"/>
              <a:chOff x="4440936" y="3708908"/>
              <a:chExt cx="1671542" cy="2157984"/>
            </a:xfrm>
          </p:grpSpPr>
          <p:pic>
            <p:nvPicPr>
              <p:cNvPr id="42" name="图片 41"/>
              <p:cNvPicPr>
                <a:picLocks noChangeAspect="1"/>
              </p:cNvPicPr>
              <p:nvPr/>
            </p:nvPicPr>
            <p:blipFill rotWithShape="1">
              <a:blip r:embed="rId2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626" t="8666" r="47375" b="12669"/>
              <a:stretch/>
            </p:blipFill>
            <p:spPr>
              <a:xfrm>
                <a:off x="4675695" y="3708908"/>
                <a:ext cx="1030224" cy="2157984"/>
              </a:xfrm>
              <a:prstGeom prst="rect">
                <a:avLst/>
              </a:prstGeom>
            </p:spPr>
          </p:pic>
          <p:graphicFrame>
            <p:nvGraphicFramePr>
              <p:cNvPr id="43" name="Object 176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065713" y="4800600"/>
              <a:ext cx="344487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400" name="Equation" r:id="rId30" imgW="126720" imgH="139680" progId="Equation.3">
                      <p:embed/>
                    </p:oleObj>
                  </mc:Choice>
                  <mc:Fallback>
                    <p:oleObj name="Equation" r:id="rId30" imgW="126720" imgH="139680" progId="Equation.3">
                      <p:embed/>
                      <p:pic>
                        <p:nvPicPr>
                          <p:cNvPr id="43" name="Object 17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65713" y="4800600"/>
                            <a:ext cx="344487" cy="381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5" name="Line 178"/>
              <p:cNvSpPr>
                <a:spLocks noChangeShapeType="1"/>
              </p:cNvSpPr>
              <p:nvPr/>
            </p:nvSpPr>
            <p:spPr bwMode="auto">
              <a:xfrm>
                <a:off x="4440936" y="4787612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46" name="Line 181"/>
              <p:cNvSpPr>
                <a:spLocks noChangeShapeType="1"/>
              </p:cNvSpPr>
              <p:nvPr/>
            </p:nvSpPr>
            <p:spPr bwMode="auto">
              <a:xfrm flipV="1">
                <a:off x="5257800" y="3904488"/>
                <a:ext cx="0" cy="8869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  <p:graphicFrame>
            <p:nvGraphicFramePr>
              <p:cNvPr id="47" name="Object 183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986528" y="4267200"/>
              <a:ext cx="381000" cy="3540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401" name="Equation" r:id="rId32" imgW="152280" imgH="164880" progId="Equation.3">
                      <p:embed/>
                    </p:oleObj>
                  </mc:Choice>
                  <mc:Fallback>
                    <p:oleObj name="Equation" r:id="rId32" imgW="152280" imgH="164880" progId="Equation.3">
                      <p:embed/>
                      <p:pic>
                        <p:nvPicPr>
                          <p:cNvPr id="47" name="Object 18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86528" y="4267200"/>
                            <a:ext cx="381000" cy="3540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8" name="Line 182"/>
              <p:cNvSpPr>
                <a:spLocks noChangeShapeType="1"/>
              </p:cNvSpPr>
              <p:nvPr/>
            </p:nvSpPr>
            <p:spPr bwMode="auto">
              <a:xfrm>
                <a:off x="4900263" y="4787612"/>
                <a:ext cx="121221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lg"/>
                <a:tailEnd type="triangle" w="sm" len="lg"/>
              </a:ln>
            </p:spPr>
            <p:txBody>
              <a:bodyPr wrap="none" anchor="ctr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000000"/>
                  </a:solidFill>
                  <a:latin typeface="Arial" charset="0"/>
                  <a:ea typeface="宋体" pitchFamily="2" charset="-122"/>
                </a:endParaRPr>
              </a:p>
            </p:txBody>
          </p:sp>
        </p:grpSp>
        <p:sp>
          <p:nvSpPr>
            <p:cNvPr id="3" name="矩形 2"/>
            <p:cNvSpPr/>
            <p:nvPr/>
          </p:nvSpPr>
          <p:spPr>
            <a:xfrm>
              <a:off x="5088115" y="817421"/>
              <a:ext cx="3517133" cy="128492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37656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8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8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8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8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8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6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215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0068066"/>
              </p:ext>
            </p:extLst>
          </p:nvPr>
        </p:nvGraphicFramePr>
        <p:xfrm>
          <a:off x="502022" y="1765841"/>
          <a:ext cx="1128713" cy="439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940" name="Equation" r:id="rId4" imgW="457200" imgH="177480" progId="Equation.DSMT4">
                  <p:embed/>
                </p:oleObj>
              </mc:Choice>
              <mc:Fallback>
                <p:oleObj name="Equation" r:id="rId4" imgW="457200" imgH="177480" progId="Equation.DSMT4">
                  <p:embed/>
                  <p:pic>
                    <p:nvPicPr>
                      <p:cNvPr id="50215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022" y="1765841"/>
                        <a:ext cx="1128713" cy="4393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16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943764"/>
              </p:ext>
            </p:extLst>
          </p:nvPr>
        </p:nvGraphicFramePr>
        <p:xfrm>
          <a:off x="2015966" y="1609725"/>
          <a:ext cx="1134666" cy="9489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941" name="Equation" r:id="rId6" imgW="545760" imgH="431640" progId="Equation.DSMT4">
                  <p:embed/>
                </p:oleObj>
              </mc:Choice>
              <mc:Fallback>
                <p:oleObj name="Equation" r:id="rId6" imgW="545760" imgH="431640" progId="Equation.DSMT4">
                  <p:embed/>
                  <p:pic>
                    <p:nvPicPr>
                      <p:cNvPr id="50216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5966" y="1609725"/>
                        <a:ext cx="1134666" cy="9489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17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7872927"/>
              </p:ext>
            </p:extLst>
          </p:nvPr>
        </p:nvGraphicFramePr>
        <p:xfrm>
          <a:off x="540122" y="2863905"/>
          <a:ext cx="1133475" cy="396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942" name="Equation" r:id="rId8" imgW="469800" imgH="164880" progId="Equation.DSMT4">
                  <p:embed/>
                </p:oleObj>
              </mc:Choice>
              <mc:Fallback>
                <p:oleObj name="Equation" r:id="rId8" imgW="469800" imgH="164880" progId="Equation.DSMT4">
                  <p:embed/>
                  <p:pic>
                    <p:nvPicPr>
                      <p:cNvPr id="50217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122" y="2863905"/>
                        <a:ext cx="1133475" cy="39647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18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5394883"/>
              </p:ext>
            </p:extLst>
          </p:nvPr>
        </p:nvGraphicFramePr>
        <p:xfrm>
          <a:off x="2014300" y="2656260"/>
          <a:ext cx="1547813" cy="8727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943" name="Equation" r:id="rId10" imgW="812520" imgH="431640" progId="Equation.DSMT4">
                  <p:embed/>
                </p:oleObj>
              </mc:Choice>
              <mc:Fallback>
                <p:oleObj name="Equation" r:id="rId10" imgW="812520" imgH="431640" progId="Equation.DSMT4">
                  <p:embed/>
                  <p:pic>
                    <p:nvPicPr>
                      <p:cNvPr id="50218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4300" y="2656260"/>
                        <a:ext cx="1547813" cy="8727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99FFCC">
                                    <a:gamma/>
                                    <a:shade val="66275"/>
                                    <a:invGamma/>
                                  </a:srgbClr>
                                </a:gs>
                                <a:gs pos="50000">
                                  <a:srgbClr val="99FFCC"/>
                                </a:gs>
                                <a:gs pos="100000">
                                  <a:srgbClr val="99FFCC">
                                    <a:gamma/>
                                    <a:shade val="66275"/>
                                    <a:invGamma/>
                                  </a:srgbClr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8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20" name="AutoShape 44"/>
          <p:cNvSpPr>
            <a:spLocks noChangeArrowheads="1"/>
          </p:cNvSpPr>
          <p:nvPr/>
        </p:nvSpPr>
        <p:spPr bwMode="auto">
          <a:xfrm>
            <a:off x="603885" y="630794"/>
            <a:ext cx="1113235" cy="685800"/>
          </a:xfrm>
          <a:prstGeom prst="horizontalScroll">
            <a:avLst>
              <a:gd name="adj" fmla="val 12500"/>
            </a:avLst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13500000" algn="ctr" rotWithShape="0">
              <a:srgbClr val="009900"/>
            </a:outerShdw>
          </a:effectLst>
        </p:spPr>
        <p:txBody>
          <a:bodyPr wrap="none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 b="1" dirty="0">
                <a:solidFill>
                  <a:srgbClr val="CC0000"/>
                </a:solidFill>
                <a:latin typeface="Times New Roman" pitchFamily="18" charset="0"/>
                <a:ea typeface="宋体" pitchFamily="2" charset="-122"/>
              </a:rPr>
              <a:t>讨 论</a:t>
            </a:r>
          </a:p>
        </p:txBody>
      </p:sp>
      <p:graphicFrame>
        <p:nvGraphicFramePr>
          <p:cNvPr id="20490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6645933"/>
              </p:ext>
            </p:extLst>
          </p:nvPr>
        </p:nvGraphicFramePr>
        <p:xfrm>
          <a:off x="2034169" y="569498"/>
          <a:ext cx="3002777" cy="753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944" name="Equation" r:id="rId12" imgW="1765080" imgH="431640" progId="Equation.DSMT4">
                  <p:embed/>
                </p:oleObj>
              </mc:Choice>
              <mc:Fallback>
                <p:oleObj name="Equation" r:id="rId12" imgW="1765080" imgH="431640" progId="Equation.DSMT4">
                  <p:embed/>
                  <p:pic>
                    <p:nvPicPr>
                      <p:cNvPr id="2049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4169" y="569498"/>
                        <a:ext cx="3002777" cy="75334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6558915" y="2033136"/>
            <a:ext cx="1954111" cy="1453559"/>
            <a:chOff x="4648200" y="3352800"/>
            <a:chExt cx="3482975" cy="2590800"/>
          </a:xfrm>
        </p:grpSpPr>
        <p:sp>
          <p:nvSpPr>
            <p:cNvPr id="20493" name="Oval 3" descr="新闻纸"/>
            <p:cNvSpPr>
              <a:spLocks noChangeArrowheads="1"/>
            </p:cNvSpPr>
            <p:nvPr/>
          </p:nvSpPr>
          <p:spPr bwMode="auto">
            <a:xfrm>
              <a:off x="4648200" y="3352800"/>
              <a:ext cx="1422400" cy="2590800"/>
            </a:xfrm>
            <a:prstGeom prst="ellipse">
              <a:avLst/>
            </a:prstGeom>
            <a:blipFill dpi="0" rotWithShape="0">
              <a:blip r:embed="rId14" cstate="print"/>
              <a:srcRect/>
              <a:tile tx="0" ty="0" sx="100000" sy="100000" flip="none" algn="tl"/>
            </a:blip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20482" name="Object 4"/>
            <p:cNvGraphicFramePr>
              <a:graphicFrameLocks noChangeAspect="1"/>
            </p:cNvGraphicFramePr>
            <p:nvPr>
              <p:extLst/>
            </p:nvPr>
          </p:nvGraphicFramePr>
          <p:xfrm>
            <a:off x="6172200" y="4800600"/>
            <a:ext cx="282575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945" name="公式" r:id="rId15" imgW="177480" imgH="190440" progId="Equation.3">
                    <p:embed/>
                  </p:oleObj>
                </mc:Choice>
                <mc:Fallback>
                  <p:oleObj name="公式" r:id="rId15" imgW="177480" imgH="190440" progId="Equation.3">
                    <p:embed/>
                    <p:pic>
                      <p:nvPicPr>
                        <p:cNvPr id="20482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72200" y="4800600"/>
                          <a:ext cx="282575" cy="304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3" name="Object 5"/>
            <p:cNvGraphicFramePr>
              <a:graphicFrameLocks noChangeAspect="1"/>
            </p:cNvGraphicFramePr>
            <p:nvPr>
              <p:extLst/>
            </p:nvPr>
          </p:nvGraphicFramePr>
          <p:xfrm>
            <a:off x="6951663" y="4724400"/>
            <a:ext cx="439737" cy="409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946" name="Equation" r:id="rId17" imgW="152280" imgH="164880" progId="Equation.3">
                    <p:embed/>
                  </p:oleObj>
                </mc:Choice>
                <mc:Fallback>
                  <p:oleObj name="Equation" r:id="rId17" imgW="152280" imgH="164880" progId="Equation.3">
                    <p:embed/>
                    <p:pic>
                      <p:nvPicPr>
                        <p:cNvPr id="2048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51663" y="4724400"/>
                          <a:ext cx="439737" cy="4095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4" name="Oval 6"/>
            <p:cNvSpPr>
              <a:spLocks noChangeArrowheads="1"/>
            </p:cNvSpPr>
            <p:nvPr/>
          </p:nvSpPr>
          <p:spPr bwMode="auto">
            <a:xfrm>
              <a:off x="7102476" y="4596301"/>
              <a:ext cx="128332" cy="128332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wrap="none" lIns="69056" tIns="34529" rIns="69056" bIns="34529" anchor="ctr">
              <a:spAutoFit/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20484" name="Object 8"/>
            <p:cNvGraphicFramePr>
              <a:graphicFrameLocks noChangeAspect="1"/>
            </p:cNvGraphicFramePr>
            <p:nvPr>
              <p:extLst/>
            </p:nvPr>
          </p:nvGraphicFramePr>
          <p:xfrm>
            <a:off x="7848600" y="4800600"/>
            <a:ext cx="282575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947" name="公式" r:id="rId19" imgW="177480" imgH="190440" progId="Equation.3">
                    <p:embed/>
                  </p:oleObj>
                </mc:Choice>
                <mc:Fallback>
                  <p:oleObj name="公式" r:id="rId19" imgW="177480" imgH="190440" progId="Equation.3">
                    <p:embed/>
                    <p:pic>
                      <p:nvPicPr>
                        <p:cNvPr id="20484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48600" y="4800600"/>
                          <a:ext cx="282575" cy="304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5" name="Object 9"/>
            <p:cNvGraphicFramePr>
              <a:graphicFrameLocks noChangeAspect="1"/>
            </p:cNvGraphicFramePr>
            <p:nvPr>
              <p:extLst/>
            </p:nvPr>
          </p:nvGraphicFramePr>
          <p:xfrm>
            <a:off x="5181600" y="4648200"/>
            <a:ext cx="414338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948" name="Equation" r:id="rId20" imgW="126720" imgH="139680" progId="Equation.3">
                    <p:embed/>
                  </p:oleObj>
                </mc:Choice>
                <mc:Fallback>
                  <p:oleObj name="Equation" r:id="rId20" imgW="126720" imgH="139680" progId="Equation.3">
                    <p:embed/>
                    <p:pic>
                      <p:nvPicPr>
                        <p:cNvPr id="20485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1600" y="4648200"/>
                          <a:ext cx="414338" cy="457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5" name="Line 7"/>
            <p:cNvSpPr>
              <a:spLocks noChangeShapeType="1"/>
            </p:cNvSpPr>
            <p:nvPr/>
          </p:nvSpPr>
          <p:spPr bwMode="auto">
            <a:xfrm>
              <a:off x="5410199" y="4659015"/>
              <a:ext cx="2667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triangle" w="sm" len="lg"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0497" name="Line 28"/>
            <p:cNvSpPr>
              <a:spLocks noChangeShapeType="1"/>
            </p:cNvSpPr>
            <p:nvPr/>
          </p:nvSpPr>
          <p:spPr bwMode="auto">
            <a:xfrm flipV="1">
              <a:off x="5410200" y="3429000"/>
              <a:ext cx="228600" cy="1219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lIns="69056" tIns="34529" rIns="69056" bIns="34529">
              <a:spAutoFit/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000000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20491" name="Object 56"/>
            <p:cNvGraphicFramePr>
              <a:graphicFrameLocks noChangeAspect="1"/>
            </p:cNvGraphicFramePr>
            <p:nvPr>
              <p:extLst/>
            </p:nvPr>
          </p:nvGraphicFramePr>
          <p:xfrm>
            <a:off x="5105400" y="3933825"/>
            <a:ext cx="439738" cy="409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949" name="Equation" r:id="rId22" imgW="152280" imgH="164880" progId="Equation.3">
                    <p:embed/>
                  </p:oleObj>
                </mc:Choice>
                <mc:Fallback>
                  <p:oleObj name="Equation" r:id="rId22" imgW="152280" imgH="164880" progId="Equation.3">
                    <p:embed/>
                    <p:pic>
                      <p:nvPicPr>
                        <p:cNvPr id="20491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5400" y="3933825"/>
                          <a:ext cx="439738" cy="4095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Rectangle 1071"/>
          <p:cNvSpPr>
            <a:spLocks noChangeArrowheads="1"/>
          </p:cNvSpPr>
          <p:nvPr/>
        </p:nvSpPr>
        <p:spPr bwMode="auto">
          <a:xfrm>
            <a:off x="3288745" y="1707356"/>
            <a:ext cx="3270170" cy="5867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9056" tIns="34529" rIns="69056" bIns="34529">
            <a:spAutoFit/>
          </a:bodyPr>
          <a:lstStyle/>
          <a:p>
            <a:pPr defTabSz="6858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无限大带电平面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)</a:t>
            </a:r>
            <a:endParaRPr kumimoji="1" lang="zh-CN" altLang="en-US" sz="2400" b="1" dirty="0">
              <a:solidFill>
                <a:srgbClr val="0000FF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1" name="Rectangle 1071"/>
          <p:cNvSpPr>
            <a:spLocks noChangeArrowheads="1"/>
          </p:cNvSpPr>
          <p:nvPr/>
        </p:nvSpPr>
        <p:spPr bwMode="auto">
          <a:xfrm>
            <a:off x="3671650" y="2802752"/>
            <a:ext cx="1315640" cy="5867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9056" tIns="34529" rIns="69056" bIns="34529">
            <a:spAutoFit/>
          </a:bodyPr>
          <a:lstStyle/>
          <a:p>
            <a:pPr defTabSz="6858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点电荷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)</a:t>
            </a:r>
            <a:endParaRPr kumimoji="1" lang="zh-CN" altLang="en-US" sz="2400" b="1" dirty="0">
              <a:solidFill>
                <a:srgbClr val="0000FF"/>
              </a:solidFill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22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0169338"/>
              </p:ext>
            </p:extLst>
          </p:nvPr>
        </p:nvGraphicFramePr>
        <p:xfrm>
          <a:off x="5065713" y="584200"/>
          <a:ext cx="226695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950" name="Equation" r:id="rId24" imgW="1333440" imgH="444240" progId="Equation.DSMT4">
                  <p:embed/>
                </p:oleObj>
              </mc:Choice>
              <mc:Fallback>
                <p:oleObj name="Equation" r:id="rId24" imgW="1333440" imgH="444240" progId="Equation.DSMT4">
                  <p:embed/>
                  <p:pic>
                    <p:nvPicPr>
                      <p:cNvPr id="22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5713" y="584200"/>
                        <a:ext cx="2266950" cy="7747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457017" y="3898148"/>
            <a:ext cx="8188020" cy="809833"/>
            <a:chOff x="428442" y="4021973"/>
            <a:chExt cx="8188020" cy="809833"/>
          </a:xfrm>
        </p:grpSpPr>
        <p:graphicFrame>
          <p:nvGraphicFramePr>
            <p:cNvPr id="23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8638306"/>
                </p:ext>
              </p:extLst>
            </p:nvPr>
          </p:nvGraphicFramePr>
          <p:xfrm>
            <a:off x="428442" y="4021973"/>
            <a:ext cx="4166272" cy="7549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951" name="Equation" r:id="rId26" imgW="2349360" imgH="393480" progId="Equation.DSMT4">
                    <p:embed/>
                  </p:oleObj>
                </mc:Choice>
                <mc:Fallback>
                  <p:oleObj name="Equation" r:id="rId26" imgW="2349360" imgH="393480" progId="Equation.DSMT4">
                    <p:embed/>
                    <p:pic>
                      <p:nvPicPr>
                        <p:cNvPr id="5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442" y="4021973"/>
                          <a:ext cx="4166272" cy="7549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3751716"/>
                </p:ext>
              </p:extLst>
            </p:nvPr>
          </p:nvGraphicFramePr>
          <p:xfrm>
            <a:off x="5524500" y="4058815"/>
            <a:ext cx="3091962" cy="7729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952" name="Equation" r:id="rId28" imgW="1701720" imgH="393480" progId="Equation.DSMT4">
                    <p:embed/>
                  </p:oleObj>
                </mc:Choice>
                <mc:Fallback>
                  <p:oleObj name="Equation" r:id="rId28" imgW="1701720" imgH="393480" progId="Equation.DSMT4">
                    <p:embed/>
                    <p:pic>
                      <p:nvPicPr>
                        <p:cNvPr id="2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24500" y="4058815"/>
                          <a:ext cx="3091962" cy="7729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右箭头 2"/>
            <p:cNvSpPr/>
            <p:nvPr/>
          </p:nvSpPr>
          <p:spPr>
            <a:xfrm>
              <a:off x="4594714" y="4298494"/>
              <a:ext cx="552450" cy="231182"/>
            </a:xfrm>
            <a:prstGeom prst="right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3369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0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50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50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5" name="Line 14"/>
          <p:cNvSpPr>
            <a:spLocks noChangeShapeType="1"/>
          </p:cNvSpPr>
          <p:nvPr/>
        </p:nvSpPr>
        <p:spPr bwMode="auto">
          <a:xfrm>
            <a:off x="6281313" y="2047945"/>
            <a:ext cx="0" cy="2309813"/>
          </a:xfrm>
          <a:prstGeom prst="line">
            <a:avLst/>
          </a:prstGeom>
          <a:noFill/>
          <a:ln w="47625" cap="sq">
            <a:solidFill>
              <a:srgbClr val="FF66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333333"/>
              </a:solidFill>
              <a:latin typeface="Arial" charset="0"/>
              <a:ea typeface="宋体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53469" y="285696"/>
            <a:ext cx="7553460" cy="853911"/>
            <a:chOff x="1031320" y="291704"/>
            <a:chExt cx="7553460" cy="853911"/>
          </a:xfrm>
        </p:grpSpPr>
        <p:sp>
          <p:nvSpPr>
            <p:cNvPr id="21548" name="Text Box 2"/>
            <p:cNvSpPr txBox="1">
              <a:spLocks noChangeArrowheads="1"/>
            </p:cNvSpPr>
            <p:nvPr/>
          </p:nvSpPr>
          <p:spPr bwMode="auto">
            <a:xfrm>
              <a:off x="1031320" y="291704"/>
              <a:ext cx="7553460" cy="830805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defTabSz="6858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100" b="1" dirty="0">
                  <a:solidFill>
                    <a:srgbClr val="A50021"/>
                  </a:solidFill>
                  <a:latin typeface="Times New Roman" pitchFamily="18" charset="0"/>
                  <a:ea typeface="宋体" pitchFamily="2" charset="-122"/>
                </a:rPr>
                <a:t>例</a:t>
              </a:r>
              <a:r>
                <a:rPr lang="en-US" altLang="zh-CN" sz="2100" b="1" dirty="0">
                  <a:solidFill>
                    <a:srgbClr val="A50021"/>
                  </a:solidFill>
                  <a:latin typeface="Times New Roman" pitchFamily="18" charset="0"/>
                  <a:ea typeface="宋体" pitchFamily="2" charset="-122"/>
                </a:rPr>
                <a:t>3</a:t>
              </a:r>
              <a:r>
                <a:rPr lang="zh-CN" altLang="en-US" sz="2100" b="1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  </a:t>
              </a:r>
              <a:r>
                <a:rPr lang="zh-CN" altLang="en-US" sz="2100" b="1" dirty="0">
                  <a:solidFill>
                    <a:srgbClr val="A50021"/>
                  </a:solidFill>
                  <a:latin typeface="Times New Roman" pitchFamily="18" charset="0"/>
                  <a:ea typeface="宋体" pitchFamily="2" charset="-122"/>
                </a:rPr>
                <a:t>求</a:t>
              </a:r>
              <a:r>
                <a:rPr lang="zh-CN" altLang="en-US" sz="2100" b="1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均匀带电细棒中垂面上一点的场强。设棒长为    , </a:t>
              </a:r>
              <a:r>
                <a:rPr lang="zh-CN" altLang="en-US" sz="2100" b="1" dirty="0" smtClean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带电 </a:t>
              </a:r>
              <a:r>
                <a:rPr lang="en-US" altLang="zh-CN" sz="2100" b="1" dirty="0" smtClean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/>
              </a:r>
              <a:br>
                <a:rPr lang="en-US" altLang="zh-CN" sz="2100" b="1" dirty="0" smtClean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</a:br>
              <a:r>
                <a:rPr lang="en-US" altLang="zh-CN" sz="2100" b="1" dirty="0" smtClean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        </a:t>
              </a:r>
              <a:r>
                <a:rPr lang="zh-CN" altLang="en-US" sz="2100" b="1" dirty="0" smtClean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量   </a:t>
              </a:r>
              <a:r>
                <a:rPr lang="zh-CN" altLang="en-US" sz="2100" b="1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，电荷线密度</a:t>
              </a:r>
              <a:r>
                <a:rPr lang="zh-CN" altLang="en-US" sz="2100" b="1" dirty="0" smtClean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为     </a:t>
              </a:r>
              <a:r>
                <a:rPr lang="en-US" altLang="zh-CN" sz="2100" b="1" dirty="0" smtClean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.</a:t>
              </a:r>
              <a:endParaRPr kumimoji="1"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1927250" y="388454"/>
              <a:ext cx="5564937" cy="757161"/>
              <a:chOff x="1927250" y="388454"/>
              <a:chExt cx="5564937" cy="757161"/>
            </a:xfrm>
          </p:grpSpPr>
          <p:sp>
            <p:nvSpPr>
              <p:cNvPr id="21550" name="Text Box 3"/>
              <p:cNvSpPr txBox="1">
                <a:spLocks noChangeArrowheads="1"/>
              </p:cNvSpPr>
              <p:nvPr/>
            </p:nvSpPr>
            <p:spPr bwMode="auto">
              <a:xfrm>
                <a:off x="2932688" y="699131"/>
                <a:ext cx="184547" cy="446484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defTabSz="6858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zh-CN" altLang="en-US" sz="2100" b="1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graphicFrame>
            <p:nvGraphicFramePr>
              <p:cNvPr id="21519" name="Object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12335993"/>
                  </p:ext>
                </p:extLst>
              </p:nvPr>
            </p:nvGraphicFramePr>
            <p:xfrm>
              <a:off x="7327881" y="388454"/>
              <a:ext cx="164306" cy="2905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438" name="公式" r:id="rId3" imgW="101520" imgH="177480" progId="Equation.3">
                      <p:embed/>
                    </p:oleObj>
                  </mc:Choice>
                  <mc:Fallback>
                    <p:oleObj name="公式" r:id="rId3" imgW="101520" imgH="177480" progId="Equation.3">
                      <p:embed/>
                      <p:pic>
                        <p:nvPicPr>
                          <p:cNvPr id="21519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327881" y="388454"/>
                            <a:ext cx="164306" cy="2905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 cap="sq">
                                <a:solidFill>
                                  <a:schemeClr val="tx1"/>
                                </a:solidFill>
                                <a:miter lim="800000"/>
                                <a:headEnd type="none" w="sm" len="sm"/>
                                <a:tailEnd type="none" w="sm" len="sm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20" name="Object 1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85755654"/>
                  </p:ext>
                </p:extLst>
              </p:nvPr>
            </p:nvGraphicFramePr>
            <p:xfrm>
              <a:off x="1927250" y="790006"/>
              <a:ext cx="221456" cy="2881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439" name="公式" r:id="rId5" imgW="126720" imgH="164880" progId="Equation.3">
                      <p:embed/>
                    </p:oleObj>
                  </mc:Choice>
                  <mc:Fallback>
                    <p:oleObj name="公式" r:id="rId5" imgW="126720" imgH="164880" progId="Equation.3">
                      <p:embed/>
                      <p:pic>
                        <p:nvPicPr>
                          <p:cNvPr id="2152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27250" y="790006"/>
                            <a:ext cx="221456" cy="2881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 cap="sq">
                                <a:solidFill>
                                  <a:schemeClr val="tx1"/>
                                </a:solidFill>
                                <a:miter lim="800000"/>
                                <a:headEnd type="none" w="sm" len="sm"/>
                                <a:tailEnd type="none" w="sm" len="sm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21" name="Object 1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2068492"/>
                  </p:ext>
                </p:extLst>
              </p:nvPr>
            </p:nvGraphicFramePr>
            <p:xfrm>
              <a:off x="4027646" y="786434"/>
              <a:ext cx="227409" cy="2917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440" name="公式" r:id="rId7" imgW="139680" imgH="177480" progId="Equation.3">
                      <p:embed/>
                    </p:oleObj>
                  </mc:Choice>
                  <mc:Fallback>
                    <p:oleObj name="公式" r:id="rId7" imgW="139680" imgH="177480" progId="Equation.3">
                      <p:embed/>
                      <p:pic>
                        <p:nvPicPr>
                          <p:cNvPr id="21521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27646" y="786434"/>
                            <a:ext cx="227409" cy="29170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 cap="sq">
                                <a:solidFill>
                                  <a:schemeClr val="tx1"/>
                                </a:solidFill>
                                <a:miter lim="800000"/>
                                <a:headEnd type="none" w="sm" len="sm"/>
                                <a:tailEnd type="none" w="sm" len="sm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266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554563"/>
              </p:ext>
            </p:extLst>
          </p:nvPr>
        </p:nvGraphicFramePr>
        <p:xfrm>
          <a:off x="1304523" y="1831629"/>
          <a:ext cx="1290638" cy="446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41" name="Equation" r:id="rId9" imgW="583920" imgH="203040" progId="Equation.DSMT4">
                  <p:embed/>
                </p:oleObj>
              </mc:Choice>
              <mc:Fallback>
                <p:oleObj name="Equation" r:id="rId9" imgW="583920" imgH="203040" progId="Equation.DSMT4">
                  <p:embed/>
                  <p:pic>
                    <p:nvPicPr>
                      <p:cNvPr id="266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4523" y="1831629"/>
                        <a:ext cx="1290638" cy="4460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0206068"/>
              </p:ext>
            </p:extLst>
          </p:nvPr>
        </p:nvGraphicFramePr>
        <p:xfrm>
          <a:off x="1304523" y="2483460"/>
          <a:ext cx="1746749" cy="8733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42" name="Equation" r:id="rId11" imgW="965160" imgH="431640" progId="Equation.DSMT4">
                  <p:embed/>
                </p:oleObj>
              </mc:Choice>
              <mc:Fallback>
                <p:oleObj name="Equation" r:id="rId11" imgW="965160" imgH="431640" progId="Equation.DSMT4">
                  <p:embed/>
                  <p:pic>
                    <p:nvPicPr>
                      <p:cNvPr id="2663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4523" y="2483460"/>
                        <a:ext cx="1746749" cy="8733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0969572"/>
              </p:ext>
            </p:extLst>
          </p:nvPr>
        </p:nvGraphicFramePr>
        <p:xfrm>
          <a:off x="5975322" y="1890783"/>
          <a:ext cx="271463" cy="272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43" name="Equation" r:id="rId13" imgW="126720" imgH="126720" progId="Equation.DSMT4">
                  <p:embed/>
                </p:oleObj>
              </mc:Choice>
              <mc:Fallback>
                <p:oleObj name="Equation" r:id="rId13" imgW="126720" imgH="126720" progId="Equation.DSMT4">
                  <p:embed/>
                  <p:pic>
                    <p:nvPicPr>
                      <p:cNvPr id="2151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5322" y="1890783"/>
                        <a:ext cx="271463" cy="2726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8679649"/>
              </p:ext>
            </p:extLst>
          </p:nvPr>
        </p:nvGraphicFramePr>
        <p:xfrm>
          <a:off x="6340845" y="1683614"/>
          <a:ext cx="448865" cy="589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44" name="公式" r:id="rId15" imgW="152280" imgH="406080" progId="Equation.3">
                  <p:embed/>
                </p:oleObj>
              </mc:Choice>
              <mc:Fallback>
                <p:oleObj name="公式" r:id="rId15" imgW="152280" imgH="406080" progId="Equation.3">
                  <p:embed/>
                  <p:pic>
                    <p:nvPicPr>
                      <p:cNvPr id="215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0845" y="1683614"/>
                        <a:ext cx="448865" cy="5893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8283356"/>
              </p:ext>
            </p:extLst>
          </p:nvPr>
        </p:nvGraphicFramePr>
        <p:xfrm>
          <a:off x="6336082" y="4154160"/>
          <a:ext cx="484584" cy="569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45" name="Equation" r:id="rId17" imgW="266400" imgH="406080" progId="Equation.DSMT4">
                  <p:embed/>
                </p:oleObj>
              </mc:Choice>
              <mc:Fallback>
                <p:oleObj name="Equation" r:id="rId17" imgW="266400" imgH="406080" progId="Equation.DSMT4">
                  <p:embed/>
                  <p:pic>
                    <p:nvPicPr>
                      <p:cNvPr id="215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6082" y="4154160"/>
                        <a:ext cx="484584" cy="5691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527" name="Group 63"/>
          <p:cNvGrpSpPr>
            <a:grpSpLocks/>
          </p:cNvGrpSpPr>
          <p:nvPr/>
        </p:nvGrpSpPr>
        <p:grpSpPr bwMode="auto">
          <a:xfrm>
            <a:off x="6403885" y="2668261"/>
            <a:ext cx="901386" cy="765572"/>
            <a:chOff x="4464" y="2273"/>
            <a:chExt cx="656" cy="557"/>
          </a:xfrm>
        </p:grpSpPr>
        <p:graphicFrame>
          <p:nvGraphicFramePr>
            <p:cNvPr id="21518" name="Object 18"/>
            <p:cNvGraphicFramePr>
              <a:graphicFrameLocks noChangeAspect="1"/>
            </p:cNvGraphicFramePr>
            <p:nvPr/>
          </p:nvGraphicFramePr>
          <p:xfrm>
            <a:off x="4464" y="2612"/>
            <a:ext cx="220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46" name="公式" r:id="rId19" imgW="139680" imgH="139680" progId="Equation.3">
                    <p:embed/>
                  </p:oleObj>
                </mc:Choice>
                <mc:Fallback>
                  <p:oleObj name="公式" r:id="rId19" imgW="139680" imgH="139680" progId="Equation.3">
                    <p:embed/>
                    <p:pic>
                      <p:nvPicPr>
                        <p:cNvPr id="21518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2612"/>
                          <a:ext cx="220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 cap="sq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47" name="Text Box 51"/>
            <p:cNvSpPr txBox="1">
              <a:spLocks noChangeArrowheads="1"/>
            </p:cNvSpPr>
            <p:nvPr/>
          </p:nvSpPr>
          <p:spPr bwMode="auto">
            <a:xfrm>
              <a:off x="4928" y="2273"/>
              <a:ext cx="192" cy="326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defTabSz="685800" eaLnBrk="0" fontAlgn="base" hangingPunct="0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altLang="zh-CN" sz="2100" b="1" i="1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p</a:t>
              </a:r>
            </a:p>
          </p:txBody>
        </p:sp>
      </p:grpSp>
      <p:grpSp>
        <p:nvGrpSpPr>
          <p:cNvPr id="5" name="Group 56"/>
          <p:cNvGrpSpPr>
            <a:grpSpLocks/>
          </p:cNvGrpSpPr>
          <p:nvPr/>
        </p:nvGrpSpPr>
        <p:grpSpPr bwMode="auto">
          <a:xfrm>
            <a:off x="6884962" y="3079012"/>
            <a:ext cx="1337071" cy="1003831"/>
            <a:chOff x="4779" y="2584"/>
            <a:chExt cx="972" cy="730"/>
          </a:xfrm>
        </p:grpSpPr>
        <p:sp>
          <p:nvSpPr>
            <p:cNvPr id="21543" name="Line 36"/>
            <p:cNvSpPr>
              <a:spLocks noChangeShapeType="1"/>
            </p:cNvSpPr>
            <p:nvPr/>
          </p:nvSpPr>
          <p:spPr bwMode="auto">
            <a:xfrm>
              <a:off x="4918" y="2680"/>
              <a:ext cx="0" cy="336"/>
            </a:xfrm>
            <a:prstGeom prst="line">
              <a:avLst/>
            </a:prstGeom>
            <a:noFill/>
            <a:ln w="15875" cap="sq">
              <a:solidFill>
                <a:schemeClr val="tx2"/>
              </a:solidFill>
              <a:round/>
              <a:headEnd type="none" w="sm" len="sm"/>
              <a:tailEnd type="stealth" w="lg" len="lg"/>
            </a:ln>
          </p:spPr>
          <p:txBody>
            <a:bodyPr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333333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1544" name="Line 37"/>
            <p:cNvSpPr>
              <a:spLocks noChangeShapeType="1"/>
            </p:cNvSpPr>
            <p:nvPr/>
          </p:nvSpPr>
          <p:spPr bwMode="auto">
            <a:xfrm>
              <a:off x="4923" y="2651"/>
              <a:ext cx="432" cy="0"/>
            </a:xfrm>
            <a:prstGeom prst="line">
              <a:avLst/>
            </a:prstGeom>
            <a:noFill/>
            <a:ln w="15875" cap="sq">
              <a:solidFill>
                <a:srgbClr val="FF3300"/>
              </a:solidFill>
              <a:round/>
              <a:headEnd type="none" w="sm" len="sm"/>
              <a:tailEnd type="stealth" w="med" len="med"/>
            </a:ln>
          </p:spPr>
          <p:txBody>
            <a:bodyPr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333333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1545" name="Text Box 38"/>
            <p:cNvSpPr txBox="1">
              <a:spLocks noChangeArrowheads="1"/>
            </p:cNvSpPr>
            <p:nvPr/>
          </p:nvSpPr>
          <p:spPr bwMode="auto">
            <a:xfrm>
              <a:off x="4779" y="3025"/>
              <a:ext cx="480" cy="28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defTabSz="685800" eaLnBrk="0" fontAlgn="base" hangingPunct="0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altLang="zh-CN" b="1" dirty="0" err="1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d</a:t>
              </a:r>
              <a:r>
                <a:rPr lang="en-US" altLang="zh-CN" b="1" i="1" dirty="0" err="1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E</a:t>
              </a:r>
              <a:r>
                <a:rPr lang="en-US" altLang="zh-CN" b="1" baseline="-25000" dirty="0" err="1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z</a:t>
              </a:r>
              <a:endParaRPr lang="en-US" altLang="zh-CN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1546" name="Text Box 39"/>
            <p:cNvSpPr txBox="1">
              <a:spLocks noChangeArrowheads="1"/>
            </p:cNvSpPr>
            <p:nvPr/>
          </p:nvSpPr>
          <p:spPr bwMode="auto">
            <a:xfrm>
              <a:off x="5287" y="2584"/>
              <a:ext cx="464" cy="28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defTabSz="685800" eaLnBrk="0" fontAlgn="base" hangingPunct="0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altLang="zh-CN" b="1" dirty="0" err="1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d</a:t>
              </a:r>
              <a:r>
                <a:rPr lang="en-US" altLang="zh-CN" b="1" i="1" dirty="0" err="1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E</a:t>
              </a:r>
              <a:r>
                <a:rPr lang="en-US" altLang="zh-CN" sz="2100" b="1" i="1" baseline="-25000" dirty="0" err="1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x</a:t>
              </a:r>
              <a:endParaRPr lang="en-US" altLang="zh-CN" sz="2100" b="1" i="1" baseline="-25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6" name="Group 64"/>
          <p:cNvGrpSpPr>
            <a:grpSpLocks/>
          </p:cNvGrpSpPr>
          <p:nvPr/>
        </p:nvGrpSpPr>
        <p:grpSpPr bwMode="auto">
          <a:xfrm>
            <a:off x="6331307" y="2400369"/>
            <a:ext cx="1489482" cy="1436377"/>
            <a:chOff x="4376" y="2086"/>
            <a:chExt cx="1084" cy="1045"/>
          </a:xfrm>
        </p:grpSpPr>
        <p:grpSp>
          <p:nvGrpSpPr>
            <p:cNvPr id="21539" name="Group 50"/>
            <p:cNvGrpSpPr>
              <a:grpSpLocks/>
            </p:cNvGrpSpPr>
            <p:nvPr/>
          </p:nvGrpSpPr>
          <p:grpSpPr bwMode="auto">
            <a:xfrm>
              <a:off x="4376" y="2279"/>
              <a:ext cx="538" cy="852"/>
              <a:chOff x="4383" y="2121"/>
              <a:chExt cx="538" cy="852"/>
            </a:xfrm>
          </p:grpSpPr>
          <p:sp>
            <p:nvSpPr>
              <p:cNvPr id="21541" name="Line 41"/>
              <p:cNvSpPr>
                <a:spLocks noChangeShapeType="1"/>
              </p:cNvSpPr>
              <p:nvPr/>
            </p:nvSpPr>
            <p:spPr bwMode="auto">
              <a:xfrm flipH="1">
                <a:off x="4383" y="2506"/>
                <a:ext cx="519" cy="467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prstDash val="sysDash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333333"/>
                  </a:solidFill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1542" name="Line 49"/>
              <p:cNvSpPr>
                <a:spLocks noChangeShapeType="1"/>
              </p:cNvSpPr>
              <p:nvPr/>
            </p:nvSpPr>
            <p:spPr bwMode="auto">
              <a:xfrm flipV="1">
                <a:off x="4921" y="2121"/>
                <a:ext cx="0" cy="350"/>
              </a:xfrm>
              <a:prstGeom prst="line">
                <a:avLst/>
              </a:prstGeom>
              <a:noFill/>
              <a:ln w="15875">
                <a:solidFill>
                  <a:schemeClr val="tx2"/>
                </a:solidFill>
                <a:prstDash val="sysDot"/>
                <a:round/>
                <a:headEnd type="none" w="sm" len="sm"/>
                <a:tailEnd type="stealth" w="lg" len="lg"/>
              </a:ln>
            </p:spPr>
            <p:txBody>
              <a:bodyPr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333333"/>
                  </a:solidFill>
                  <a:latin typeface="Arial" charset="0"/>
                  <a:ea typeface="宋体" pitchFamily="2" charset="-122"/>
                </a:endParaRPr>
              </a:p>
            </p:txBody>
          </p:sp>
        </p:grpSp>
        <p:sp>
          <p:nvSpPr>
            <p:cNvPr id="21540" name="Line 59"/>
            <p:cNvSpPr>
              <a:spLocks noChangeShapeType="1"/>
            </p:cNvSpPr>
            <p:nvPr/>
          </p:nvSpPr>
          <p:spPr bwMode="auto">
            <a:xfrm flipV="1">
              <a:off x="4913" y="2353"/>
              <a:ext cx="336" cy="288"/>
            </a:xfrm>
            <a:prstGeom prst="line">
              <a:avLst/>
            </a:prstGeom>
            <a:noFill/>
            <a:ln w="15875" cap="rnd">
              <a:solidFill>
                <a:srgbClr val="0000FF"/>
              </a:solidFill>
              <a:prstDash val="sysDash"/>
              <a:round/>
              <a:headEnd type="none" w="sm" len="sm"/>
              <a:tailEnd type="stealth" w="lg" len="lg"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333333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21513" name="Object 9"/>
            <p:cNvGraphicFramePr>
              <a:graphicFrameLocks noChangeAspect="1"/>
            </p:cNvGraphicFramePr>
            <p:nvPr/>
          </p:nvGraphicFramePr>
          <p:xfrm>
            <a:off x="5039" y="2086"/>
            <a:ext cx="421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47" name="公式" r:id="rId21" imgW="279360" imgH="203040" progId="Equation.3">
                    <p:embed/>
                  </p:oleObj>
                </mc:Choice>
                <mc:Fallback>
                  <p:oleObj name="公式" r:id="rId21" imgW="279360" imgH="203040" progId="Equation.3">
                    <p:embed/>
                    <p:pic>
                      <p:nvPicPr>
                        <p:cNvPr id="21513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9" y="2086"/>
                          <a:ext cx="421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 cap="sq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49"/>
          <p:cNvGrpSpPr>
            <a:grpSpLocks/>
          </p:cNvGrpSpPr>
          <p:nvPr/>
        </p:nvGrpSpPr>
        <p:grpSpPr bwMode="auto">
          <a:xfrm>
            <a:off x="5856909" y="2322918"/>
            <a:ext cx="1179680" cy="855887"/>
            <a:chOff x="5950843" y="3336993"/>
            <a:chExt cx="1573467" cy="1140492"/>
          </a:xfrm>
        </p:grpSpPr>
        <p:grpSp>
          <p:nvGrpSpPr>
            <p:cNvPr id="21536" name="Group 43"/>
            <p:cNvGrpSpPr>
              <a:grpSpLocks/>
            </p:cNvGrpSpPr>
            <p:nvPr/>
          </p:nvGrpSpPr>
          <p:grpSpPr bwMode="auto">
            <a:xfrm>
              <a:off x="5950843" y="3336993"/>
              <a:ext cx="1573467" cy="1140492"/>
              <a:chOff x="4225" y="1837"/>
              <a:chExt cx="924" cy="670"/>
            </a:xfrm>
          </p:grpSpPr>
          <p:graphicFrame>
            <p:nvGraphicFramePr>
              <p:cNvPr id="21514" name="Object 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07296980"/>
                  </p:ext>
                </p:extLst>
              </p:nvPr>
            </p:nvGraphicFramePr>
            <p:xfrm>
              <a:off x="4225" y="1837"/>
              <a:ext cx="298" cy="2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448" name="Equation" r:id="rId23" imgW="190440" imgH="177480" progId="Equation.DSMT4">
                      <p:embed/>
                    </p:oleObj>
                  </mc:Choice>
                  <mc:Fallback>
                    <p:oleObj name="Equation" r:id="rId23" imgW="190440" imgH="177480" progId="Equation.DSMT4">
                      <p:embed/>
                      <p:pic>
                        <p:nvPicPr>
                          <p:cNvPr id="21514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5" y="1837"/>
                            <a:ext cx="298" cy="2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 cap="sq">
                                <a:solidFill>
                                  <a:schemeClr val="tx1"/>
                                </a:solidFill>
                                <a:miter lim="800000"/>
                                <a:headEnd type="none" w="sm" len="sm"/>
                                <a:tailEnd type="none" w="sm" len="sm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538" name="Line 19"/>
              <p:cNvSpPr>
                <a:spLocks noChangeShapeType="1"/>
              </p:cNvSpPr>
              <p:nvPr/>
            </p:nvSpPr>
            <p:spPr bwMode="auto">
              <a:xfrm rot="21400359">
                <a:off x="4575" y="1985"/>
                <a:ext cx="574" cy="522"/>
              </a:xfrm>
              <a:prstGeom prst="line">
                <a:avLst/>
              </a:prstGeom>
              <a:noFill/>
              <a:ln w="15875" cap="sq">
                <a:solidFill>
                  <a:schemeClr val="tx1"/>
                </a:solidFill>
                <a:round/>
                <a:headEnd type="none" w="sm" len="sm"/>
                <a:tailEnd type="stealth" w="sm" len="med"/>
              </a:ln>
            </p:spPr>
            <p:txBody>
              <a:bodyPr wrap="none" anchor="ctr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333333"/>
                  </a:solidFill>
                  <a:latin typeface="Arial" charset="0"/>
                  <a:ea typeface="宋体" pitchFamily="2" charset="-122"/>
                </a:endParaRPr>
              </a:p>
            </p:txBody>
          </p:sp>
          <p:graphicFrame>
            <p:nvGraphicFramePr>
              <p:cNvPr id="21515" name="Object 11"/>
              <p:cNvGraphicFramePr>
                <a:graphicFrameLocks noChangeAspect="1"/>
              </p:cNvGraphicFramePr>
              <p:nvPr/>
            </p:nvGraphicFramePr>
            <p:xfrm>
              <a:off x="4608" y="2160"/>
              <a:ext cx="198" cy="2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449" name="公式" r:id="rId25" imgW="126720" imgH="152280" progId="Equation.3">
                      <p:embed/>
                    </p:oleObj>
                  </mc:Choice>
                  <mc:Fallback>
                    <p:oleObj name="公式" r:id="rId25" imgW="126720" imgH="152280" progId="Equation.3">
                      <p:embed/>
                      <p:pic>
                        <p:nvPicPr>
                          <p:cNvPr id="21515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08" y="2160"/>
                            <a:ext cx="198" cy="2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 cap="sq">
                                <a:solidFill>
                                  <a:schemeClr val="tx1"/>
                                </a:solidFill>
                                <a:miter lim="800000"/>
                                <a:headEnd type="none" w="sm" len="sm"/>
                                <a:tailEnd type="none" w="sm" len="sm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1537" name="矩形 48"/>
            <p:cNvSpPr>
              <a:spLocks noChangeArrowheads="1"/>
            </p:cNvSpPr>
            <p:nvPr/>
          </p:nvSpPr>
          <p:spPr bwMode="auto">
            <a:xfrm>
              <a:off x="6487620" y="3564555"/>
              <a:ext cx="60980" cy="112095"/>
            </a:xfrm>
            <a:prstGeom prst="rect">
              <a:avLst/>
            </a:prstGeom>
            <a:solidFill>
              <a:srgbClr val="0000FF"/>
            </a:solidFill>
            <a:ln w="12700" cap="sq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100">
                <a:solidFill>
                  <a:srgbClr val="333333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10" name="组合 52"/>
          <p:cNvGrpSpPr>
            <a:grpSpLocks/>
          </p:cNvGrpSpPr>
          <p:nvPr/>
        </p:nvGrpSpPr>
        <p:grpSpPr bwMode="auto">
          <a:xfrm>
            <a:off x="7092797" y="3152847"/>
            <a:ext cx="829194" cy="695322"/>
            <a:chOff x="7572634" y="4455336"/>
            <a:chExt cx="1105654" cy="927336"/>
          </a:xfrm>
        </p:grpSpPr>
        <p:grpSp>
          <p:nvGrpSpPr>
            <p:cNvPr id="21533" name="Group 65"/>
            <p:cNvGrpSpPr>
              <a:grpSpLocks/>
            </p:cNvGrpSpPr>
            <p:nvPr/>
          </p:nvGrpSpPr>
          <p:grpSpPr bwMode="auto">
            <a:xfrm>
              <a:off x="7572634" y="4489920"/>
              <a:ext cx="1105654" cy="892752"/>
              <a:chOff x="4970" y="3593"/>
              <a:chExt cx="603" cy="487"/>
            </a:xfrm>
          </p:grpSpPr>
          <p:sp>
            <p:nvSpPr>
              <p:cNvPr id="21535" name="Line 20"/>
              <p:cNvSpPr>
                <a:spLocks noChangeShapeType="1"/>
              </p:cNvSpPr>
              <p:nvPr/>
            </p:nvSpPr>
            <p:spPr bwMode="auto">
              <a:xfrm>
                <a:off x="4970" y="3604"/>
                <a:ext cx="349" cy="279"/>
              </a:xfrm>
              <a:prstGeom prst="line">
                <a:avLst/>
              </a:prstGeom>
              <a:noFill/>
              <a:ln w="15875" cap="sq">
                <a:solidFill>
                  <a:srgbClr val="0000FF"/>
                </a:solidFill>
                <a:round/>
                <a:headEnd type="none" w="sm" len="sm"/>
                <a:tailEnd type="stealth" w="lg" len="lg"/>
              </a:ln>
            </p:spPr>
            <p:txBody>
              <a:bodyPr wrap="none" anchor="ctr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333333"/>
                  </a:solidFill>
                  <a:latin typeface="Arial" charset="0"/>
                  <a:ea typeface="宋体" pitchFamily="2" charset="-122"/>
                </a:endParaRPr>
              </a:p>
            </p:txBody>
          </p:sp>
          <p:graphicFrame>
            <p:nvGraphicFramePr>
              <p:cNvPr id="21516" name="Object 12"/>
              <p:cNvGraphicFramePr>
                <a:graphicFrameLocks noChangeAspect="1"/>
              </p:cNvGraphicFramePr>
              <p:nvPr/>
            </p:nvGraphicFramePr>
            <p:xfrm>
              <a:off x="5209" y="3833"/>
              <a:ext cx="364" cy="2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450" name="公式" r:id="rId27" imgW="241200" imgH="203040" progId="Equation.3">
                      <p:embed/>
                    </p:oleObj>
                  </mc:Choice>
                  <mc:Fallback>
                    <p:oleObj name="公式" r:id="rId27" imgW="241200" imgH="203040" progId="Equation.3">
                      <p:embed/>
                      <p:pic>
                        <p:nvPicPr>
                          <p:cNvPr id="21516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09" y="3833"/>
                            <a:ext cx="364" cy="2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 cap="sq">
                                <a:solidFill>
                                  <a:schemeClr val="tx1"/>
                                </a:solidFill>
                                <a:miter lim="800000"/>
                                <a:headEnd type="none" w="sm" len="sm"/>
                                <a:tailEnd type="none" w="sm" len="sm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17" name="Object 13"/>
              <p:cNvGraphicFramePr>
                <a:graphicFrameLocks noChangeAspect="1"/>
              </p:cNvGraphicFramePr>
              <p:nvPr/>
            </p:nvGraphicFramePr>
            <p:xfrm>
              <a:off x="5115" y="3593"/>
              <a:ext cx="133" cy="1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451" name="公式" r:id="rId29" imgW="139680" imgH="139680" progId="Equation.3">
                      <p:embed/>
                    </p:oleObj>
                  </mc:Choice>
                  <mc:Fallback>
                    <p:oleObj name="公式" r:id="rId29" imgW="139680" imgH="139680" progId="Equation.3">
                      <p:embed/>
                      <p:pic>
                        <p:nvPicPr>
                          <p:cNvPr id="21517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15" y="3593"/>
                            <a:ext cx="133" cy="1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 cap="sq">
                                <a:solidFill>
                                  <a:schemeClr val="tx1"/>
                                </a:solidFill>
                                <a:miter lim="800000"/>
                                <a:headEnd type="none" w="sm" len="sm"/>
                                <a:tailEnd type="none" w="sm" len="sm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2" name="弧形 51"/>
            <p:cNvSpPr/>
            <p:nvPr/>
          </p:nvSpPr>
          <p:spPr bwMode="auto">
            <a:xfrm rot="3520983">
              <a:off x="7616173" y="4433132"/>
              <a:ext cx="225482" cy="269890"/>
            </a:xfrm>
            <a:prstGeom prst="arc">
              <a:avLst>
                <a:gd name="adj1" fmla="val 16520859"/>
                <a:gd name="adj2" fmla="val 0"/>
              </a:avLst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100">
                <a:solidFill>
                  <a:srgbClr val="333333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graphicFrame>
        <p:nvGraphicFramePr>
          <p:cNvPr id="4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6866749"/>
              </p:ext>
            </p:extLst>
          </p:nvPr>
        </p:nvGraphicFramePr>
        <p:xfrm>
          <a:off x="1304523" y="3562625"/>
          <a:ext cx="2458976" cy="87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52" name="Equation" r:id="rId31" imgW="1358640" imgH="431640" progId="Equation.DSMT4">
                  <p:embed/>
                </p:oleObj>
              </mc:Choice>
              <mc:Fallback>
                <p:oleObj name="Equation" r:id="rId31" imgW="1358640" imgH="431640" progId="Equation.DSMT4">
                  <p:embed/>
                  <p:pic>
                    <p:nvPicPr>
                      <p:cNvPr id="4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4523" y="3562625"/>
                        <a:ext cx="2458976" cy="87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5963721" y="3038282"/>
            <a:ext cx="2297628" cy="292046"/>
            <a:chOff x="5963721" y="3038282"/>
            <a:chExt cx="2297628" cy="292046"/>
          </a:xfrm>
        </p:grpSpPr>
        <p:sp>
          <p:nvSpPr>
            <p:cNvPr id="21524" name="Line 47"/>
            <p:cNvSpPr>
              <a:spLocks noChangeShapeType="1"/>
            </p:cNvSpPr>
            <p:nvPr/>
          </p:nvSpPr>
          <p:spPr bwMode="auto">
            <a:xfrm>
              <a:off x="6281312" y="3169514"/>
              <a:ext cx="1980037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333333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46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72594121"/>
                </p:ext>
              </p:extLst>
            </p:nvPr>
          </p:nvGraphicFramePr>
          <p:xfrm>
            <a:off x="5963721" y="3038282"/>
            <a:ext cx="252016" cy="2920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53" name="Equation" r:id="rId33" imgW="152280" imgH="177480" progId="Equation.DSMT4">
                    <p:embed/>
                  </p:oleObj>
                </mc:Choice>
                <mc:Fallback>
                  <p:oleObj name="Equation" r:id="rId33" imgW="152280" imgH="177480" progId="Equation.DSMT4">
                    <p:embed/>
                    <p:pic>
                      <p:nvPicPr>
                        <p:cNvPr id="46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63721" y="3038282"/>
                          <a:ext cx="252016" cy="2920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"/>
          <p:cNvGrpSpPr/>
          <p:nvPr/>
        </p:nvGrpSpPr>
        <p:grpSpPr>
          <a:xfrm>
            <a:off x="655841" y="1168359"/>
            <a:ext cx="6323410" cy="480131"/>
            <a:chOff x="1025367" y="1198960"/>
            <a:chExt cx="6323410" cy="480131"/>
          </a:xfrm>
        </p:grpSpPr>
        <p:sp>
          <p:nvSpPr>
            <p:cNvPr id="26631" name="Text Box 7"/>
            <p:cNvSpPr txBox="1">
              <a:spLocks noChangeArrowheads="1"/>
            </p:cNvSpPr>
            <p:nvPr/>
          </p:nvSpPr>
          <p:spPr bwMode="auto">
            <a:xfrm>
              <a:off x="1025367" y="1198960"/>
              <a:ext cx="6323410" cy="48013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defTabSz="6858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100" b="1" dirty="0">
                  <a:solidFill>
                    <a:srgbClr val="A50021"/>
                  </a:solidFill>
                  <a:latin typeface="Times New Roman" pitchFamily="18" charset="0"/>
                  <a:ea typeface="宋体" pitchFamily="2" charset="-122"/>
                </a:rPr>
                <a:t>解：</a:t>
              </a:r>
              <a:r>
                <a:rPr lang="zh-CN" altLang="en-US" sz="2100" b="1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建坐标如图，在 </a:t>
              </a:r>
              <a:r>
                <a:rPr lang="en-US" altLang="zh-CN" sz="2100" b="1" dirty="0" smtClean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  </a:t>
              </a:r>
              <a:r>
                <a:rPr lang="zh-CN" altLang="en-US" sz="2100" b="1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处取一</a:t>
              </a:r>
              <a:r>
                <a:rPr lang="zh-CN" altLang="en-US" sz="2100" b="1" dirty="0" smtClean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小段</a:t>
              </a:r>
              <a:r>
                <a:rPr lang="en-US" altLang="zh-CN" sz="2100" b="1" dirty="0" smtClean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    </a:t>
              </a:r>
              <a:r>
                <a:rPr lang="en-US" altLang="zh-CN" sz="2100" b="1" i="1" dirty="0" smtClean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zh-CN" altLang="en-US" sz="2100" b="1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，则</a:t>
              </a:r>
            </a:p>
          </p:txBody>
        </p:sp>
        <p:graphicFrame>
          <p:nvGraphicFramePr>
            <p:cNvPr id="49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22572010"/>
                </p:ext>
              </p:extLst>
            </p:nvPr>
          </p:nvGraphicFramePr>
          <p:xfrm>
            <a:off x="3506566" y="1300119"/>
            <a:ext cx="280987" cy="2778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54" name="Equation" r:id="rId35" imgW="126720" imgH="126720" progId="Equation.DSMT4">
                    <p:embed/>
                  </p:oleObj>
                </mc:Choice>
                <mc:Fallback>
                  <p:oleObj name="Equation" r:id="rId35" imgW="126720" imgH="126720" progId="Equation.DSMT4">
                    <p:embed/>
                    <p:pic>
                      <p:nvPicPr>
                        <p:cNvPr id="2663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6566" y="1300119"/>
                          <a:ext cx="280987" cy="2778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7579893"/>
                </p:ext>
              </p:extLst>
            </p:nvPr>
          </p:nvGraphicFramePr>
          <p:xfrm>
            <a:off x="5063558" y="1244556"/>
            <a:ext cx="450732" cy="3889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55" name="Equation" r:id="rId37" imgW="190440" imgH="177480" progId="Equation.DSMT4">
                    <p:embed/>
                  </p:oleObj>
                </mc:Choice>
                <mc:Fallback>
                  <p:oleObj name="Equation" r:id="rId37" imgW="190440" imgH="177480" progId="Equation.DSMT4">
                    <p:embed/>
                    <p:pic>
                      <p:nvPicPr>
                        <p:cNvPr id="49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3558" y="1244556"/>
                          <a:ext cx="450732" cy="3889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26" name="Oval 46"/>
          <p:cNvSpPr>
            <a:spLocks noChangeArrowheads="1"/>
          </p:cNvSpPr>
          <p:nvPr/>
        </p:nvSpPr>
        <p:spPr bwMode="auto">
          <a:xfrm>
            <a:off x="7033844" y="3134644"/>
            <a:ext cx="77278" cy="77278"/>
          </a:xfrm>
          <a:prstGeom prst="ellipse">
            <a:avLst/>
          </a:prstGeom>
          <a:solidFill>
            <a:srgbClr val="000099"/>
          </a:solidFill>
          <a:ln w="12700" cap="sq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100">
              <a:solidFill>
                <a:srgbClr val="333333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7744523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6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1600464"/>
              </p:ext>
            </p:extLst>
          </p:nvPr>
        </p:nvGraphicFramePr>
        <p:xfrm>
          <a:off x="518915" y="819558"/>
          <a:ext cx="1289447" cy="510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25" name="Equation" r:id="rId3" imgW="749160" imgH="291960" progId="Equation.DSMT4">
                  <p:embed/>
                </p:oleObj>
              </mc:Choice>
              <mc:Fallback>
                <p:oleObj name="Equation" r:id="rId3" imgW="749160" imgH="29196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915" y="819558"/>
                        <a:ext cx="1289447" cy="5107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024288"/>
              </p:ext>
            </p:extLst>
          </p:nvPr>
        </p:nvGraphicFramePr>
        <p:xfrm>
          <a:off x="4939280" y="1030288"/>
          <a:ext cx="2973388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26" name="Equation" r:id="rId5" imgW="1777680" imgH="393480" progId="Equation.DSMT4">
                  <p:embed/>
                </p:oleObj>
              </mc:Choice>
              <mc:Fallback>
                <p:oleObj name="Equation" r:id="rId5" imgW="1777680" imgH="39348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9280" y="1030288"/>
                        <a:ext cx="2973388" cy="7048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567848"/>
              </p:ext>
            </p:extLst>
          </p:nvPr>
        </p:nvGraphicFramePr>
        <p:xfrm>
          <a:off x="1802607" y="695535"/>
          <a:ext cx="215265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27" name="Equation" r:id="rId7" imgW="1282680" imgH="444240" progId="Equation.DSMT4">
                  <p:embed/>
                </p:oleObj>
              </mc:Choice>
              <mc:Fallback>
                <p:oleObj name="Equation" r:id="rId7" imgW="1282680" imgH="444240" progId="Equation.DSMT4">
                  <p:embed/>
                  <p:pic>
                    <p:nvPicPr>
                      <p:cNvPr id="40" name="对象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2607" y="695535"/>
                        <a:ext cx="215265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6777872"/>
              </p:ext>
            </p:extLst>
          </p:nvPr>
        </p:nvGraphicFramePr>
        <p:xfrm>
          <a:off x="867965" y="1652971"/>
          <a:ext cx="2430000" cy="850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28" name="Equation" r:id="rId9" imgW="1460160" imgH="482400" progId="Equation.DSMT4">
                  <p:embed/>
                </p:oleObj>
              </mc:Choice>
              <mc:Fallback>
                <p:oleObj name="Equation" r:id="rId9" imgW="1460160" imgH="482400" progId="Equation.DSMT4">
                  <p:embed/>
                  <p:pic>
                    <p:nvPicPr>
                      <p:cNvPr id="41" name="对象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7965" y="1652971"/>
                        <a:ext cx="2430000" cy="8506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1833716"/>
              </p:ext>
            </p:extLst>
          </p:nvPr>
        </p:nvGraphicFramePr>
        <p:xfrm>
          <a:off x="436900" y="2692709"/>
          <a:ext cx="3067709" cy="849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29" name="Equation" r:id="rId11" imgW="1739880" imgH="482400" progId="Equation.DSMT4">
                  <p:embed/>
                </p:oleObj>
              </mc:Choice>
              <mc:Fallback>
                <p:oleObj name="Equation" r:id="rId11" imgW="1739880" imgH="482400" progId="Equation.DSMT4">
                  <p:embed/>
                  <p:pic>
                    <p:nvPicPr>
                      <p:cNvPr id="42" name="对象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900" y="2692709"/>
                        <a:ext cx="3067709" cy="8493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0777917"/>
              </p:ext>
            </p:extLst>
          </p:nvPr>
        </p:nvGraphicFramePr>
        <p:xfrm>
          <a:off x="1059657" y="3693085"/>
          <a:ext cx="2538502" cy="877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30" name="Equation" r:id="rId13" imgW="1396800" imgH="482400" progId="Equation.DSMT4">
                  <p:embed/>
                </p:oleObj>
              </mc:Choice>
              <mc:Fallback>
                <p:oleObj name="Equation" r:id="rId13" imgW="1396800" imgH="482400" progId="Equation.DSMT4">
                  <p:embed/>
                  <p:pic>
                    <p:nvPicPr>
                      <p:cNvPr id="43" name="对象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9657" y="3693085"/>
                        <a:ext cx="2538502" cy="8773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5279360"/>
              </p:ext>
            </p:extLst>
          </p:nvPr>
        </p:nvGraphicFramePr>
        <p:xfrm>
          <a:off x="4939280" y="190353"/>
          <a:ext cx="2239051" cy="795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31" name="Equation" r:id="rId15" imgW="1358640" imgH="431640" progId="Equation.DSMT4">
                  <p:embed/>
                </p:oleObj>
              </mc:Choice>
              <mc:Fallback>
                <p:oleObj name="Equation" r:id="rId15" imgW="1358640" imgH="431640" progId="Equation.DSMT4">
                  <p:embed/>
                  <p:pic>
                    <p:nvPicPr>
                      <p:cNvPr id="44" name="对象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9280" y="190353"/>
                        <a:ext cx="2239051" cy="795866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5704509" y="1931264"/>
            <a:ext cx="2404440" cy="3039665"/>
            <a:chOff x="5856909" y="1683614"/>
            <a:chExt cx="2404440" cy="3039665"/>
          </a:xfrm>
        </p:grpSpPr>
        <p:sp>
          <p:nvSpPr>
            <p:cNvPr id="45" name="Line 14"/>
            <p:cNvSpPr>
              <a:spLocks noChangeShapeType="1"/>
            </p:cNvSpPr>
            <p:nvPr/>
          </p:nvSpPr>
          <p:spPr bwMode="auto">
            <a:xfrm>
              <a:off x="6281313" y="2047945"/>
              <a:ext cx="0" cy="2309813"/>
            </a:xfrm>
            <a:prstGeom prst="line">
              <a:avLst/>
            </a:prstGeom>
            <a:noFill/>
            <a:ln w="47625" cap="sq">
              <a:solidFill>
                <a:srgbClr val="FF66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333333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6" name="Line 47"/>
            <p:cNvSpPr>
              <a:spLocks noChangeShapeType="1"/>
            </p:cNvSpPr>
            <p:nvPr/>
          </p:nvSpPr>
          <p:spPr bwMode="auto">
            <a:xfrm>
              <a:off x="6281312" y="3169514"/>
              <a:ext cx="1980037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333333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47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4938553"/>
                </p:ext>
              </p:extLst>
            </p:nvPr>
          </p:nvGraphicFramePr>
          <p:xfrm>
            <a:off x="5975322" y="1890783"/>
            <a:ext cx="271463" cy="2726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32" name="Equation" r:id="rId17" imgW="126720" imgH="126720" progId="Equation.DSMT4">
                    <p:embed/>
                  </p:oleObj>
                </mc:Choice>
                <mc:Fallback>
                  <p:oleObj name="Equation" r:id="rId17" imgW="126720" imgH="126720" progId="Equation.DSMT4">
                    <p:embed/>
                    <p:pic>
                      <p:nvPicPr>
                        <p:cNvPr id="2151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75322" y="1890783"/>
                          <a:ext cx="271463" cy="2726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 cap="sq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71866184"/>
                </p:ext>
              </p:extLst>
            </p:nvPr>
          </p:nvGraphicFramePr>
          <p:xfrm>
            <a:off x="6340845" y="1683614"/>
            <a:ext cx="448865" cy="589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33" name="公式" r:id="rId19" imgW="152280" imgH="406080" progId="Equation.3">
                    <p:embed/>
                  </p:oleObj>
                </mc:Choice>
                <mc:Fallback>
                  <p:oleObj name="公式" r:id="rId19" imgW="152280" imgH="406080" progId="Equation.3">
                    <p:embed/>
                    <p:pic>
                      <p:nvPicPr>
                        <p:cNvPr id="21511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40845" y="1683614"/>
                          <a:ext cx="448865" cy="589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 cap="sq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3818742"/>
                </p:ext>
              </p:extLst>
            </p:nvPr>
          </p:nvGraphicFramePr>
          <p:xfrm>
            <a:off x="6336082" y="4154160"/>
            <a:ext cx="484584" cy="569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34" name="Equation" r:id="rId21" imgW="266400" imgH="406080" progId="Equation.DSMT4">
                    <p:embed/>
                  </p:oleObj>
                </mc:Choice>
                <mc:Fallback>
                  <p:oleObj name="Equation" r:id="rId21" imgW="266400" imgH="406080" progId="Equation.DSMT4">
                    <p:embed/>
                    <p:pic>
                      <p:nvPicPr>
                        <p:cNvPr id="21512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36082" y="4154160"/>
                          <a:ext cx="484584" cy="569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 cap="sq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0" name="Group 63"/>
            <p:cNvGrpSpPr>
              <a:grpSpLocks/>
            </p:cNvGrpSpPr>
            <p:nvPr/>
          </p:nvGrpSpPr>
          <p:grpSpPr bwMode="auto">
            <a:xfrm>
              <a:off x="6403885" y="2668261"/>
              <a:ext cx="901386" cy="765572"/>
              <a:chOff x="4464" y="2273"/>
              <a:chExt cx="656" cy="557"/>
            </a:xfrm>
          </p:grpSpPr>
          <p:graphicFrame>
            <p:nvGraphicFramePr>
              <p:cNvPr id="51" name="Object 18"/>
              <p:cNvGraphicFramePr>
                <a:graphicFrameLocks noChangeAspect="1"/>
              </p:cNvGraphicFramePr>
              <p:nvPr/>
            </p:nvGraphicFramePr>
            <p:xfrm>
              <a:off x="4464" y="2612"/>
              <a:ext cx="220" cy="2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435" name="公式" r:id="rId23" imgW="139680" imgH="139680" progId="Equation.3">
                      <p:embed/>
                    </p:oleObj>
                  </mc:Choice>
                  <mc:Fallback>
                    <p:oleObj name="公式" r:id="rId23" imgW="139680" imgH="139680" progId="Equation.3">
                      <p:embed/>
                      <p:pic>
                        <p:nvPicPr>
                          <p:cNvPr id="21518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64" y="2612"/>
                            <a:ext cx="220" cy="2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 cap="sq">
                                <a:solidFill>
                                  <a:schemeClr val="tx1"/>
                                </a:solidFill>
                                <a:miter lim="800000"/>
                                <a:headEnd type="none" w="sm" len="sm"/>
                                <a:tailEnd type="none" w="sm" len="sm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2" name="Text Box 51"/>
              <p:cNvSpPr txBox="1">
                <a:spLocks noChangeArrowheads="1"/>
              </p:cNvSpPr>
              <p:nvPr/>
            </p:nvSpPr>
            <p:spPr bwMode="auto">
              <a:xfrm>
                <a:off x="4928" y="2273"/>
                <a:ext cx="192" cy="326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defTabSz="685800" eaLnBrk="0" fontAlgn="base" hangingPunct="0">
                  <a:lnSpc>
                    <a:spcPct val="11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US" altLang="zh-CN" sz="2100" b="1" i="1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p</a:t>
                </a:r>
              </a:p>
            </p:txBody>
          </p:sp>
        </p:grpSp>
        <p:grpSp>
          <p:nvGrpSpPr>
            <p:cNvPr id="53" name="Group 56"/>
            <p:cNvGrpSpPr>
              <a:grpSpLocks/>
            </p:cNvGrpSpPr>
            <p:nvPr/>
          </p:nvGrpSpPr>
          <p:grpSpPr bwMode="auto">
            <a:xfrm>
              <a:off x="6884962" y="3079012"/>
              <a:ext cx="1337071" cy="1003831"/>
              <a:chOff x="4779" y="2584"/>
              <a:chExt cx="972" cy="730"/>
            </a:xfrm>
          </p:grpSpPr>
          <p:sp>
            <p:nvSpPr>
              <p:cNvPr id="54" name="Line 36"/>
              <p:cNvSpPr>
                <a:spLocks noChangeShapeType="1"/>
              </p:cNvSpPr>
              <p:nvPr/>
            </p:nvSpPr>
            <p:spPr bwMode="auto">
              <a:xfrm>
                <a:off x="4918" y="2680"/>
                <a:ext cx="0" cy="336"/>
              </a:xfrm>
              <a:prstGeom prst="line">
                <a:avLst/>
              </a:prstGeom>
              <a:noFill/>
              <a:ln w="15875" cap="sq">
                <a:solidFill>
                  <a:schemeClr val="tx2"/>
                </a:solidFill>
                <a:round/>
                <a:headEnd type="none" w="sm" len="sm"/>
                <a:tailEnd type="stealth" w="lg" len="lg"/>
              </a:ln>
            </p:spPr>
            <p:txBody>
              <a:bodyPr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333333"/>
                  </a:solidFill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55" name="Line 37"/>
              <p:cNvSpPr>
                <a:spLocks noChangeShapeType="1"/>
              </p:cNvSpPr>
              <p:nvPr/>
            </p:nvSpPr>
            <p:spPr bwMode="auto">
              <a:xfrm>
                <a:off x="4923" y="2651"/>
                <a:ext cx="432" cy="0"/>
              </a:xfrm>
              <a:prstGeom prst="line">
                <a:avLst/>
              </a:prstGeom>
              <a:noFill/>
              <a:ln w="15875" cap="sq">
                <a:solidFill>
                  <a:srgbClr val="FF3300"/>
                </a:solidFill>
                <a:round/>
                <a:headEnd type="none" w="sm" len="sm"/>
                <a:tailEnd type="stealth" w="med" len="med"/>
              </a:ln>
            </p:spPr>
            <p:txBody>
              <a:bodyPr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333333"/>
                  </a:solidFill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56" name="Text Box 38"/>
              <p:cNvSpPr txBox="1">
                <a:spLocks noChangeArrowheads="1"/>
              </p:cNvSpPr>
              <p:nvPr/>
            </p:nvSpPr>
            <p:spPr bwMode="auto">
              <a:xfrm>
                <a:off x="4779" y="3025"/>
                <a:ext cx="480" cy="289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defTabSz="685800" eaLnBrk="0" fontAlgn="base" hangingPunct="0">
                  <a:lnSpc>
                    <a:spcPct val="11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US" altLang="zh-CN" b="1" dirty="0" err="1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d</a:t>
                </a:r>
                <a:r>
                  <a:rPr lang="en-US" altLang="zh-CN" b="1" i="1" dirty="0" err="1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E</a:t>
                </a:r>
                <a:r>
                  <a:rPr lang="en-US" altLang="zh-CN" b="1" baseline="-25000" dirty="0" err="1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z</a:t>
                </a:r>
                <a:endParaRPr lang="en-US" altLang="zh-CN" b="1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57" name="Text Box 39"/>
              <p:cNvSpPr txBox="1">
                <a:spLocks noChangeArrowheads="1"/>
              </p:cNvSpPr>
              <p:nvPr/>
            </p:nvSpPr>
            <p:spPr bwMode="auto">
              <a:xfrm>
                <a:off x="5287" y="2584"/>
                <a:ext cx="464" cy="289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defTabSz="685800" eaLnBrk="0" fontAlgn="base" hangingPunct="0">
                  <a:lnSpc>
                    <a:spcPct val="11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US" altLang="zh-CN" b="1" dirty="0" err="1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d</a:t>
                </a:r>
                <a:r>
                  <a:rPr lang="en-US" altLang="zh-CN" b="1" i="1" dirty="0" err="1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E</a:t>
                </a:r>
                <a:r>
                  <a:rPr lang="en-US" altLang="zh-CN" sz="2100" b="1" i="1" baseline="-25000" dirty="0" err="1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x</a:t>
                </a:r>
                <a:endParaRPr lang="en-US" altLang="zh-CN" sz="2100" b="1" i="1" baseline="-25000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grpSp>
          <p:nvGrpSpPr>
            <p:cNvPr id="58" name="Group 64"/>
            <p:cNvGrpSpPr>
              <a:grpSpLocks/>
            </p:cNvGrpSpPr>
            <p:nvPr/>
          </p:nvGrpSpPr>
          <p:grpSpPr bwMode="auto">
            <a:xfrm>
              <a:off x="6331307" y="2400369"/>
              <a:ext cx="1489482" cy="1436377"/>
              <a:chOff x="4376" y="2086"/>
              <a:chExt cx="1084" cy="1045"/>
            </a:xfrm>
          </p:grpSpPr>
          <p:grpSp>
            <p:nvGrpSpPr>
              <p:cNvPr id="59" name="Group 50"/>
              <p:cNvGrpSpPr>
                <a:grpSpLocks/>
              </p:cNvGrpSpPr>
              <p:nvPr/>
            </p:nvGrpSpPr>
            <p:grpSpPr bwMode="auto">
              <a:xfrm>
                <a:off x="4376" y="2279"/>
                <a:ext cx="538" cy="852"/>
                <a:chOff x="4383" y="2121"/>
                <a:chExt cx="538" cy="852"/>
              </a:xfrm>
            </p:grpSpPr>
            <p:sp>
              <p:nvSpPr>
                <p:cNvPr id="62" name="Line 41"/>
                <p:cNvSpPr>
                  <a:spLocks noChangeShapeType="1"/>
                </p:cNvSpPr>
                <p:nvPr/>
              </p:nvSpPr>
              <p:spPr bwMode="auto">
                <a:xfrm flipH="1">
                  <a:off x="4383" y="2506"/>
                  <a:ext cx="519" cy="467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prstDash val="sysDash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1350">
                    <a:solidFill>
                      <a:srgbClr val="333333"/>
                    </a:solidFill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63" name="Line 49"/>
                <p:cNvSpPr>
                  <a:spLocks noChangeShapeType="1"/>
                </p:cNvSpPr>
                <p:nvPr/>
              </p:nvSpPr>
              <p:spPr bwMode="auto">
                <a:xfrm flipV="1">
                  <a:off x="4921" y="2121"/>
                  <a:ext cx="0" cy="350"/>
                </a:xfrm>
                <a:prstGeom prst="line">
                  <a:avLst/>
                </a:prstGeom>
                <a:noFill/>
                <a:ln w="15875">
                  <a:solidFill>
                    <a:schemeClr val="tx2"/>
                  </a:solidFill>
                  <a:prstDash val="sysDot"/>
                  <a:round/>
                  <a:headEnd type="none" w="sm" len="sm"/>
                  <a:tailEnd type="stealth" w="lg" len="lg"/>
                </a:ln>
              </p:spPr>
              <p:txBody>
                <a:bodyPr/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1350">
                    <a:solidFill>
                      <a:srgbClr val="333333"/>
                    </a:solidFill>
                    <a:latin typeface="Arial" charset="0"/>
                    <a:ea typeface="宋体" pitchFamily="2" charset="-122"/>
                  </a:endParaRPr>
                </a:p>
              </p:txBody>
            </p:sp>
          </p:grpSp>
          <p:sp>
            <p:nvSpPr>
              <p:cNvPr id="60" name="Line 59"/>
              <p:cNvSpPr>
                <a:spLocks noChangeShapeType="1"/>
              </p:cNvSpPr>
              <p:nvPr/>
            </p:nvSpPr>
            <p:spPr bwMode="auto">
              <a:xfrm flipV="1">
                <a:off x="4913" y="2353"/>
                <a:ext cx="336" cy="288"/>
              </a:xfrm>
              <a:prstGeom prst="line">
                <a:avLst/>
              </a:prstGeom>
              <a:noFill/>
              <a:ln w="15875" cap="rnd">
                <a:solidFill>
                  <a:srgbClr val="0000FF"/>
                </a:solidFill>
                <a:prstDash val="sysDash"/>
                <a:round/>
                <a:headEnd type="none" w="sm" len="sm"/>
                <a:tailEnd type="stealth" w="lg" len="lg"/>
              </a:ln>
            </p:spPr>
            <p:txBody>
              <a:bodyPr wrap="none" anchor="ctr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>
                  <a:solidFill>
                    <a:srgbClr val="333333"/>
                  </a:solidFill>
                  <a:latin typeface="Arial" charset="0"/>
                  <a:ea typeface="宋体" pitchFamily="2" charset="-122"/>
                </a:endParaRPr>
              </a:p>
            </p:txBody>
          </p:sp>
          <p:graphicFrame>
            <p:nvGraphicFramePr>
              <p:cNvPr id="61" name="Object 9"/>
              <p:cNvGraphicFramePr>
                <a:graphicFrameLocks noChangeAspect="1"/>
              </p:cNvGraphicFramePr>
              <p:nvPr/>
            </p:nvGraphicFramePr>
            <p:xfrm>
              <a:off x="5039" y="2086"/>
              <a:ext cx="421" cy="2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436" name="公式" r:id="rId25" imgW="279360" imgH="203040" progId="Equation.3">
                      <p:embed/>
                    </p:oleObj>
                  </mc:Choice>
                  <mc:Fallback>
                    <p:oleObj name="公式" r:id="rId25" imgW="279360" imgH="203040" progId="Equation.3">
                      <p:embed/>
                      <p:pic>
                        <p:nvPicPr>
                          <p:cNvPr id="21513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39" y="2086"/>
                            <a:ext cx="421" cy="2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 cap="sq">
                                <a:solidFill>
                                  <a:schemeClr val="tx1"/>
                                </a:solidFill>
                                <a:miter lim="800000"/>
                                <a:headEnd type="none" w="sm" len="sm"/>
                                <a:tailEnd type="none" w="sm" len="sm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64" name="组合 49"/>
            <p:cNvGrpSpPr>
              <a:grpSpLocks/>
            </p:cNvGrpSpPr>
            <p:nvPr/>
          </p:nvGrpSpPr>
          <p:grpSpPr bwMode="auto">
            <a:xfrm>
              <a:off x="5856909" y="2322918"/>
              <a:ext cx="1179680" cy="855887"/>
              <a:chOff x="5950843" y="3336993"/>
              <a:chExt cx="1573467" cy="1140492"/>
            </a:xfrm>
          </p:grpSpPr>
          <p:grpSp>
            <p:nvGrpSpPr>
              <p:cNvPr id="65" name="Group 43"/>
              <p:cNvGrpSpPr>
                <a:grpSpLocks/>
              </p:cNvGrpSpPr>
              <p:nvPr/>
            </p:nvGrpSpPr>
            <p:grpSpPr bwMode="auto">
              <a:xfrm>
                <a:off x="5950843" y="3336993"/>
                <a:ext cx="1573467" cy="1140492"/>
                <a:chOff x="4225" y="1837"/>
                <a:chExt cx="924" cy="670"/>
              </a:xfrm>
            </p:grpSpPr>
            <p:graphicFrame>
              <p:nvGraphicFramePr>
                <p:cNvPr id="67" name="Object 10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078314189"/>
                    </p:ext>
                  </p:extLst>
                </p:nvPr>
              </p:nvGraphicFramePr>
              <p:xfrm>
                <a:off x="4225" y="1837"/>
                <a:ext cx="298" cy="27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4437" name="Equation" r:id="rId27" imgW="190440" imgH="177480" progId="Equation.DSMT4">
                        <p:embed/>
                      </p:oleObj>
                    </mc:Choice>
                    <mc:Fallback>
                      <p:oleObj name="Equation" r:id="rId27" imgW="190440" imgH="177480" progId="Equation.DSMT4">
                        <p:embed/>
                        <p:pic>
                          <p:nvPicPr>
                            <p:cNvPr id="21514" name="Object 1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8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25" y="1837"/>
                              <a:ext cx="298" cy="27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12700" cap="sq">
                                  <a:solidFill>
                                    <a:schemeClr val="tx1"/>
                                  </a:solidFill>
                                  <a:miter lim="800000"/>
                                  <a:headEnd type="none" w="sm" len="sm"/>
                                  <a:tailEnd type="none" w="sm" len="sm"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68" name="Line 19"/>
                <p:cNvSpPr>
                  <a:spLocks noChangeShapeType="1"/>
                </p:cNvSpPr>
                <p:nvPr/>
              </p:nvSpPr>
              <p:spPr bwMode="auto">
                <a:xfrm rot="21400359">
                  <a:off x="4575" y="1985"/>
                  <a:ext cx="574" cy="522"/>
                </a:xfrm>
                <a:prstGeom prst="line">
                  <a:avLst/>
                </a:prstGeom>
                <a:noFill/>
                <a:ln w="15875" cap="sq">
                  <a:solidFill>
                    <a:schemeClr val="tx1"/>
                  </a:solidFill>
                  <a:round/>
                  <a:headEnd type="none" w="sm" len="sm"/>
                  <a:tailEnd type="stealth" w="sm" len="med"/>
                </a:ln>
              </p:spPr>
              <p:txBody>
                <a:bodyPr wrap="none" anchor="ctr"/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1350">
                    <a:solidFill>
                      <a:srgbClr val="333333"/>
                    </a:solidFill>
                    <a:latin typeface="Arial" charset="0"/>
                    <a:ea typeface="宋体" pitchFamily="2" charset="-122"/>
                  </a:endParaRPr>
                </a:p>
              </p:txBody>
            </p:sp>
            <p:graphicFrame>
              <p:nvGraphicFramePr>
                <p:cNvPr id="69" name="Object 11"/>
                <p:cNvGraphicFramePr>
                  <a:graphicFrameLocks noChangeAspect="1"/>
                </p:cNvGraphicFramePr>
                <p:nvPr/>
              </p:nvGraphicFramePr>
              <p:xfrm>
                <a:off x="4608" y="2160"/>
                <a:ext cx="198" cy="2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4438" name="公式" r:id="rId29" imgW="126720" imgH="152280" progId="Equation.3">
                        <p:embed/>
                      </p:oleObj>
                    </mc:Choice>
                    <mc:Fallback>
                      <p:oleObj name="公式" r:id="rId29" imgW="126720" imgH="152280" progId="Equation.3">
                        <p:embed/>
                        <p:pic>
                          <p:nvPicPr>
                            <p:cNvPr id="21515" name="Object 1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608" y="2160"/>
                              <a:ext cx="198" cy="23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12700" cap="sq">
                                  <a:solidFill>
                                    <a:schemeClr val="tx1"/>
                                  </a:solidFill>
                                  <a:miter lim="800000"/>
                                  <a:headEnd type="none" w="sm" len="sm"/>
                                  <a:tailEnd type="none" w="sm" len="sm"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66" name="矩形 48"/>
              <p:cNvSpPr>
                <a:spLocks noChangeArrowheads="1"/>
              </p:cNvSpPr>
              <p:nvPr/>
            </p:nvSpPr>
            <p:spPr bwMode="auto">
              <a:xfrm>
                <a:off x="6487620" y="3564555"/>
                <a:ext cx="60980" cy="112095"/>
              </a:xfrm>
              <a:prstGeom prst="rect">
                <a:avLst/>
              </a:prstGeom>
              <a:solidFill>
                <a:srgbClr val="0000FF"/>
              </a:solidFill>
              <a:ln w="12700" cap="sq" algn="ctr">
                <a:solidFill>
                  <a:srgbClr val="0000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00">
                  <a:solidFill>
                    <a:srgbClr val="333333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grpSp>
          <p:nvGrpSpPr>
            <p:cNvPr id="70" name="组合 52"/>
            <p:cNvGrpSpPr>
              <a:grpSpLocks/>
            </p:cNvGrpSpPr>
            <p:nvPr/>
          </p:nvGrpSpPr>
          <p:grpSpPr bwMode="auto">
            <a:xfrm>
              <a:off x="7092797" y="3152847"/>
              <a:ext cx="829194" cy="695322"/>
              <a:chOff x="7572634" y="4455336"/>
              <a:chExt cx="1105654" cy="927336"/>
            </a:xfrm>
          </p:grpSpPr>
          <p:grpSp>
            <p:nvGrpSpPr>
              <p:cNvPr id="71" name="Group 65"/>
              <p:cNvGrpSpPr>
                <a:grpSpLocks/>
              </p:cNvGrpSpPr>
              <p:nvPr/>
            </p:nvGrpSpPr>
            <p:grpSpPr bwMode="auto">
              <a:xfrm>
                <a:off x="7572634" y="4489920"/>
                <a:ext cx="1105654" cy="892752"/>
                <a:chOff x="4970" y="3593"/>
                <a:chExt cx="603" cy="487"/>
              </a:xfrm>
            </p:grpSpPr>
            <p:sp>
              <p:nvSpPr>
                <p:cNvPr id="73" name="Line 20"/>
                <p:cNvSpPr>
                  <a:spLocks noChangeShapeType="1"/>
                </p:cNvSpPr>
                <p:nvPr/>
              </p:nvSpPr>
              <p:spPr bwMode="auto">
                <a:xfrm>
                  <a:off x="4970" y="3604"/>
                  <a:ext cx="349" cy="279"/>
                </a:xfrm>
                <a:prstGeom prst="line">
                  <a:avLst/>
                </a:prstGeom>
                <a:noFill/>
                <a:ln w="15875" cap="sq">
                  <a:solidFill>
                    <a:srgbClr val="0000FF"/>
                  </a:solidFill>
                  <a:round/>
                  <a:headEnd type="none" w="sm" len="sm"/>
                  <a:tailEnd type="stealth" w="lg" len="lg"/>
                </a:ln>
              </p:spPr>
              <p:txBody>
                <a:bodyPr wrap="none" anchor="ctr"/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1350">
                    <a:solidFill>
                      <a:srgbClr val="333333"/>
                    </a:solidFill>
                    <a:latin typeface="Arial" charset="0"/>
                    <a:ea typeface="宋体" pitchFamily="2" charset="-122"/>
                  </a:endParaRPr>
                </a:p>
              </p:txBody>
            </p:sp>
            <p:graphicFrame>
              <p:nvGraphicFramePr>
                <p:cNvPr id="74" name="Object 12"/>
                <p:cNvGraphicFramePr>
                  <a:graphicFrameLocks noChangeAspect="1"/>
                </p:cNvGraphicFramePr>
                <p:nvPr/>
              </p:nvGraphicFramePr>
              <p:xfrm>
                <a:off x="5209" y="3833"/>
                <a:ext cx="364" cy="24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4439" name="公式" r:id="rId31" imgW="241200" imgH="203040" progId="Equation.3">
                        <p:embed/>
                      </p:oleObj>
                    </mc:Choice>
                    <mc:Fallback>
                      <p:oleObj name="公式" r:id="rId31" imgW="241200" imgH="203040" progId="Equation.3">
                        <p:embed/>
                        <p:pic>
                          <p:nvPicPr>
                            <p:cNvPr id="21516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09" y="3833"/>
                              <a:ext cx="364" cy="24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12700" cap="sq">
                                  <a:solidFill>
                                    <a:schemeClr val="tx1"/>
                                  </a:solidFill>
                                  <a:miter lim="800000"/>
                                  <a:headEnd type="none" w="sm" len="sm"/>
                                  <a:tailEnd type="none" w="sm" len="sm"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75" name="Object 13"/>
                <p:cNvGraphicFramePr>
                  <a:graphicFrameLocks noChangeAspect="1"/>
                </p:cNvGraphicFramePr>
                <p:nvPr/>
              </p:nvGraphicFramePr>
              <p:xfrm>
                <a:off x="5115" y="3593"/>
                <a:ext cx="133" cy="13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4440" name="公式" r:id="rId33" imgW="139680" imgH="139680" progId="Equation.3">
                        <p:embed/>
                      </p:oleObj>
                    </mc:Choice>
                    <mc:Fallback>
                      <p:oleObj name="公式" r:id="rId33" imgW="139680" imgH="139680" progId="Equation.3">
                        <p:embed/>
                        <p:pic>
                          <p:nvPicPr>
                            <p:cNvPr id="21517" name="Object 1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115" y="3593"/>
                              <a:ext cx="133" cy="13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12700" cap="sq">
                                  <a:solidFill>
                                    <a:schemeClr val="tx1"/>
                                  </a:solidFill>
                                  <a:miter lim="800000"/>
                                  <a:headEnd type="none" w="sm" len="sm"/>
                                  <a:tailEnd type="none" w="sm" len="sm"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72" name="弧形 71"/>
              <p:cNvSpPr/>
              <p:nvPr/>
            </p:nvSpPr>
            <p:spPr bwMode="auto">
              <a:xfrm rot="3520983">
                <a:off x="7616173" y="4433132"/>
                <a:ext cx="225482" cy="269890"/>
              </a:xfrm>
              <a:prstGeom prst="arc">
                <a:avLst>
                  <a:gd name="adj1" fmla="val 16520859"/>
                  <a:gd name="adj2" fmla="val 0"/>
                </a:avLst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00">
                  <a:solidFill>
                    <a:srgbClr val="333333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graphicFrame>
          <p:nvGraphicFramePr>
            <p:cNvPr id="76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6012368"/>
                </p:ext>
              </p:extLst>
            </p:nvPr>
          </p:nvGraphicFramePr>
          <p:xfrm>
            <a:off x="5963721" y="3038282"/>
            <a:ext cx="252016" cy="2920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41" name="Equation" r:id="rId35" imgW="152280" imgH="177480" progId="Equation.DSMT4">
                    <p:embed/>
                  </p:oleObj>
                </mc:Choice>
                <mc:Fallback>
                  <p:oleObj name="Equation" r:id="rId35" imgW="152280" imgH="177480" progId="Equation.DSMT4">
                    <p:embed/>
                    <p:pic>
                      <p:nvPicPr>
                        <p:cNvPr id="46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63721" y="3038282"/>
                          <a:ext cx="252016" cy="2920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7" name="Oval 46"/>
            <p:cNvSpPr>
              <a:spLocks noChangeArrowheads="1"/>
            </p:cNvSpPr>
            <p:nvPr/>
          </p:nvSpPr>
          <p:spPr bwMode="auto">
            <a:xfrm>
              <a:off x="7033844" y="3134644"/>
              <a:ext cx="77278" cy="77278"/>
            </a:xfrm>
            <a:prstGeom prst="ellipse">
              <a:avLst/>
            </a:prstGeom>
            <a:solidFill>
              <a:srgbClr val="000099"/>
            </a:solidFill>
            <a:ln w="12700" cap="sq">
              <a:noFill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100">
                <a:solidFill>
                  <a:srgbClr val="333333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9271770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121"/>
          <p:cNvGrpSpPr>
            <a:grpSpLocks/>
          </p:cNvGrpSpPr>
          <p:nvPr/>
        </p:nvGrpSpPr>
        <p:grpSpPr bwMode="auto">
          <a:xfrm>
            <a:off x="594123" y="2757488"/>
            <a:ext cx="7881938" cy="804863"/>
            <a:chOff x="555" y="2595"/>
            <a:chExt cx="6620" cy="676"/>
          </a:xfrm>
        </p:grpSpPr>
        <p:grpSp>
          <p:nvGrpSpPr>
            <p:cNvPr id="22543" name="Group 4120"/>
            <p:cNvGrpSpPr>
              <a:grpSpLocks/>
            </p:cNvGrpSpPr>
            <p:nvPr/>
          </p:nvGrpSpPr>
          <p:grpSpPr bwMode="auto">
            <a:xfrm>
              <a:off x="555" y="2712"/>
              <a:ext cx="5597" cy="403"/>
              <a:chOff x="555" y="2712"/>
              <a:chExt cx="5597" cy="403"/>
            </a:xfrm>
          </p:grpSpPr>
          <p:sp>
            <p:nvSpPr>
              <p:cNvPr id="22544" name="Text Box 4102"/>
              <p:cNvSpPr txBox="1">
                <a:spLocks noChangeArrowheads="1"/>
              </p:cNvSpPr>
              <p:nvPr/>
            </p:nvSpPr>
            <p:spPr bwMode="auto">
              <a:xfrm>
                <a:off x="555" y="2712"/>
                <a:ext cx="5597" cy="403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pPr defTabSz="6858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2100" b="1" dirty="0" smtClean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1. </a:t>
                </a:r>
                <a:r>
                  <a:rPr lang="zh-CN" altLang="en-US" sz="2100" b="1" dirty="0" smtClean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当                时，</a:t>
                </a:r>
                <a:r>
                  <a:rPr lang="zh-CN" altLang="en-US" sz="2100" b="1" dirty="0" smtClean="0">
                    <a:solidFill>
                      <a:schemeClr val="accent4"/>
                    </a:solidFill>
                    <a:latin typeface="Times New Roman" pitchFamily="18" charset="0"/>
                    <a:ea typeface="宋体" pitchFamily="2" charset="-122"/>
                  </a:rPr>
                  <a:t>相当于</a:t>
                </a:r>
                <a:r>
                  <a:rPr lang="zh-CN" altLang="en-US" sz="2100" b="1" dirty="0" smtClean="0">
                    <a:solidFill>
                      <a:srgbClr val="C00000"/>
                    </a:solidFill>
                    <a:latin typeface="Times New Roman" pitchFamily="18" charset="0"/>
                    <a:ea typeface="宋体" pitchFamily="2" charset="-122"/>
                  </a:rPr>
                  <a:t>无限</a:t>
                </a:r>
                <a:r>
                  <a:rPr lang="zh-CN" altLang="en-US" sz="2100" b="1" dirty="0">
                    <a:solidFill>
                      <a:srgbClr val="C00000"/>
                    </a:solidFill>
                    <a:latin typeface="Times New Roman" pitchFamily="18" charset="0"/>
                    <a:ea typeface="宋体" pitchFamily="2" charset="-122"/>
                  </a:rPr>
                  <a:t>长均匀带电细</a:t>
                </a:r>
                <a:r>
                  <a:rPr lang="zh-CN" altLang="en-US" sz="2100" b="1" dirty="0" smtClean="0">
                    <a:solidFill>
                      <a:srgbClr val="C00000"/>
                    </a:solidFill>
                    <a:latin typeface="Times New Roman" pitchFamily="18" charset="0"/>
                    <a:ea typeface="宋体" pitchFamily="2" charset="-122"/>
                  </a:rPr>
                  <a:t>棒</a:t>
                </a:r>
                <a:r>
                  <a:rPr lang="zh-CN" altLang="en-US" sz="2100" b="1" dirty="0" smtClean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的场强</a:t>
                </a:r>
                <a:endParaRPr kumimoji="1" lang="zh-CN" altLang="en-US" sz="2100" b="1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graphicFrame>
            <p:nvGraphicFramePr>
              <p:cNvPr id="22535" name="Object 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87076414"/>
                  </p:ext>
                </p:extLst>
              </p:nvPr>
            </p:nvGraphicFramePr>
            <p:xfrm>
              <a:off x="1162" y="2757"/>
              <a:ext cx="667" cy="3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595" name="Equation" r:id="rId3" imgW="431640" imgH="177480" progId="Equation.DSMT4">
                      <p:embed/>
                    </p:oleObj>
                  </mc:Choice>
                  <mc:Fallback>
                    <p:oleObj name="Equation" r:id="rId3" imgW="431640" imgH="177480" progId="Equation.DSMT4">
                      <p:embed/>
                      <p:pic>
                        <p:nvPicPr>
                          <p:cNvPr id="22535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62" y="2757"/>
                            <a:ext cx="667" cy="3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2534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6616461"/>
                </p:ext>
              </p:extLst>
            </p:nvPr>
          </p:nvGraphicFramePr>
          <p:xfrm>
            <a:off x="5983" y="2595"/>
            <a:ext cx="1192" cy="6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596" name="Equation" r:id="rId5" imgW="723600" imgH="444240" progId="Equation.DSMT4">
                    <p:embed/>
                  </p:oleObj>
                </mc:Choice>
                <mc:Fallback>
                  <p:oleObj name="Equation" r:id="rId5" imgW="723600" imgH="444240" progId="Equation.DSMT4">
                    <p:embed/>
                    <p:pic>
                      <p:nvPicPr>
                        <p:cNvPr id="22534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83" y="2595"/>
                          <a:ext cx="1192" cy="6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4122"/>
          <p:cNvGrpSpPr>
            <a:grpSpLocks/>
          </p:cNvGrpSpPr>
          <p:nvPr/>
        </p:nvGrpSpPr>
        <p:grpSpPr bwMode="auto">
          <a:xfrm>
            <a:off x="594123" y="3613309"/>
            <a:ext cx="6330554" cy="910828"/>
            <a:chOff x="990" y="3518"/>
            <a:chExt cx="5317" cy="765"/>
          </a:xfrm>
        </p:grpSpPr>
        <p:graphicFrame>
          <p:nvGraphicFramePr>
            <p:cNvPr id="22532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7269070"/>
                </p:ext>
              </p:extLst>
            </p:nvPr>
          </p:nvGraphicFramePr>
          <p:xfrm>
            <a:off x="4949" y="3518"/>
            <a:ext cx="1225" cy="7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597" name="Equation" r:id="rId7" imgW="749160" imgH="431640" progId="Equation.DSMT4">
                    <p:embed/>
                  </p:oleObj>
                </mc:Choice>
                <mc:Fallback>
                  <p:oleObj name="Equation" r:id="rId7" imgW="749160" imgH="431640" progId="Equation.DSMT4">
                    <p:embed/>
                    <p:pic>
                      <p:nvPicPr>
                        <p:cNvPr id="22532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9" y="3518"/>
                          <a:ext cx="1225" cy="7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2540" name="Group 4119"/>
            <p:cNvGrpSpPr>
              <a:grpSpLocks/>
            </p:cNvGrpSpPr>
            <p:nvPr/>
          </p:nvGrpSpPr>
          <p:grpSpPr bwMode="auto">
            <a:xfrm>
              <a:off x="990" y="3675"/>
              <a:ext cx="5317" cy="372"/>
              <a:chOff x="990" y="3675"/>
              <a:chExt cx="5317" cy="372"/>
            </a:xfrm>
          </p:grpSpPr>
          <p:sp>
            <p:nvSpPr>
              <p:cNvPr id="22541" name="Text Box 4103"/>
              <p:cNvSpPr txBox="1">
                <a:spLocks noChangeArrowheads="1"/>
              </p:cNvSpPr>
              <p:nvPr/>
            </p:nvSpPr>
            <p:spPr bwMode="auto">
              <a:xfrm>
                <a:off x="990" y="3675"/>
                <a:ext cx="5317" cy="372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pPr defTabSz="6858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2100" b="1" dirty="0">
                    <a:solidFill>
                      <a:schemeClr val="tx1">
                        <a:lumMod val="50000"/>
                      </a:schemeClr>
                    </a:solidFill>
                    <a:latin typeface="Times New Roman" pitchFamily="18" charset="0"/>
                    <a:ea typeface="宋体" pitchFamily="2" charset="-122"/>
                  </a:rPr>
                  <a:t>2</a:t>
                </a:r>
                <a:r>
                  <a:rPr lang="zh-CN" altLang="en-US" sz="2100" b="1" dirty="0" smtClean="0">
                    <a:solidFill>
                      <a:schemeClr val="tx1">
                        <a:lumMod val="50000"/>
                      </a:schemeClr>
                    </a:solidFill>
                    <a:latin typeface="Times New Roman" pitchFamily="18" charset="0"/>
                    <a:ea typeface="宋体" pitchFamily="2" charset="-122"/>
                  </a:rPr>
                  <a:t>. 当</a:t>
                </a:r>
                <a:r>
                  <a:rPr lang="zh-CN" altLang="en-US" sz="2100" b="1" dirty="0" smtClean="0">
                    <a:solidFill>
                      <a:srgbClr val="800000"/>
                    </a:solidFill>
                    <a:latin typeface="Times New Roman" pitchFamily="18" charset="0"/>
                    <a:ea typeface="宋体" pitchFamily="2" charset="-122"/>
                  </a:rPr>
                  <a:t>              </a:t>
                </a:r>
                <a:r>
                  <a:rPr lang="zh-CN" altLang="en-US" sz="2100" b="1" dirty="0" smtClean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时</a:t>
                </a:r>
                <a:r>
                  <a:rPr lang="zh-CN" altLang="en-US" sz="2100" b="1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，相当于</a:t>
                </a:r>
                <a:r>
                  <a:rPr lang="zh-CN" altLang="en-US" sz="2100" b="1" dirty="0">
                    <a:solidFill>
                      <a:srgbClr val="C00000"/>
                    </a:solidFill>
                    <a:latin typeface="Times New Roman" pitchFamily="18" charset="0"/>
                    <a:ea typeface="宋体" pitchFamily="2" charset="-122"/>
                  </a:rPr>
                  <a:t>点电荷</a:t>
                </a:r>
                <a:r>
                  <a:rPr lang="zh-CN" altLang="en-US" sz="2100" b="1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的</a:t>
                </a:r>
                <a:r>
                  <a:rPr lang="zh-CN" altLang="en-US" sz="2100" b="1" dirty="0" smtClean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场强</a:t>
                </a:r>
                <a:endParaRPr kumimoji="1" lang="zh-CN" altLang="en-US" sz="2100" b="1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graphicFrame>
            <p:nvGraphicFramePr>
              <p:cNvPr id="22533" name="Object 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11244114"/>
                  </p:ext>
                </p:extLst>
              </p:nvPr>
            </p:nvGraphicFramePr>
            <p:xfrm>
              <a:off x="1542" y="3720"/>
              <a:ext cx="693" cy="2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598" name="公式" r:id="rId9" imgW="431640" imgH="177480" progId="Equation.3">
                      <p:embed/>
                    </p:oleObj>
                  </mc:Choice>
                  <mc:Fallback>
                    <p:oleObj name="公式" r:id="rId9" imgW="431640" imgH="177480" progId="Equation.3">
                      <p:embed/>
                      <p:pic>
                        <p:nvPicPr>
                          <p:cNvPr id="22533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42" y="3720"/>
                            <a:ext cx="693" cy="2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 cap="sq">
                                <a:solidFill>
                                  <a:schemeClr val="tx1"/>
                                </a:solidFill>
                                <a:miter lim="800000"/>
                                <a:headEnd type="none" w="sm" len="sm"/>
                                <a:tailEnd type="none" w="sm" len="sm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7670" name="AutoShape 4118"/>
          <p:cNvSpPr>
            <a:spLocks noChangeArrowheads="1"/>
          </p:cNvSpPr>
          <p:nvPr/>
        </p:nvSpPr>
        <p:spPr bwMode="auto">
          <a:xfrm>
            <a:off x="444104" y="395288"/>
            <a:ext cx="559594" cy="1687116"/>
          </a:xfrm>
          <a:prstGeom prst="verticalScroll">
            <a:avLst>
              <a:gd name="adj" fmla="val 12500"/>
            </a:avLst>
          </a:prstGeom>
          <a:solidFill>
            <a:srgbClr val="00B0F0">
              <a:alpha val="14000"/>
            </a:srgbClr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vert="eaVert" wrap="none" anchor="ctr"/>
          <a:lstStyle/>
          <a:p>
            <a:pPr algn="ctr" defTabSz="685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讨论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5758066" y="125015"/>
            <a:ext cx="2333222" cy="2309813"/>
            <a:chOff x="5793675" y="169069"/>
            <a:chExt cx="2333222" cy="2309813"/>
          </a:xfrm>
        </p:grpSpPr>
        <p:sp>
          <p:nvSpPr>
            <p:cNvPr id="26" name="Line 14"/>
            <p:cNvSpPr>
              <a:spLocks noChangeShapeType="1"/>
            </p:cNvSpPr>
            <p:nvPr/>
          </p:nvSpPr>
          <p:spPr bwMode="auto">
            <a:xfrm>
              <a:off x="6146861" y="169069"/>
              <a:ext cx="0" cy="2309813"/>
            </a:xfrm>
            <a:prstGeom prst="line">
              <a:avLst/>
            </a:prstGeom>
            <a:noFill/>
            <a:ln w="47625" cap="sq">
              <a:solidFill>
                <a:srgbClr val="FF66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333333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7" name="Line 47"/>
            <p:cNvSpPr>
              <a:spLocks noChangeShapeType="1"/>
            </p:cNvSpPr>
            <p:nvPr/>
          </p:nvSpPr>
          <p:spPr bwMode="auto">
            <a:xfrm>
              <a:off x="6146860" y="1314728"/>
              <a:ext cx="1980037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srgbClr val="333333"/>
                </a:solidFill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59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0351716"/>
                </p:ext>
              </p:extLst>
            </p:nvPr>
          </p:nvGraphicFramePr>
          <p:xfrm>
            <a:off x="6368377" y="1333046"/>
            <a:ext cx="309500" cy="3067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599" name="公式" r:id="rId11" imgW="139680" imgH="139680" progId="Equation.3">
                    <p:embed/>
                  </p:oleObj>
                </mc:Choice>
                <mc:Fallback>
                  <p:oleObj name="公式" r:id="rId11" imgW="139680" imgH="139680" progId="Equation.3">
                    <p:embed/>
                    <p:pic>
                      <p:nvPicPr>
                        <p:cNvPr id="51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68377" y="1333046"/>
                          <a:ext cx="309500" cy="3067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Oval 46"/>
            <p:cNvSpPr>
              <a:spLocks noChangeArrowheads="1"/>
            </p:cNvSpPr>
            <p:nvPr/>
          </p:nvSpPr>
          <p:spPr bwMode="auto">
            <a:xfrm>
              <a:off x="7051142" y="1276089"/>
              <a:ext cx="77278" cy="77278"/>
            </a:xfrm>
            <a:prstGeom prst="ellipse">
              <a:avLst/>
            </a:prstGeom>
            <a:solidFill>
              <a:srgbClr val="000099"/>
            </a:solidFill>
            <a:ln w="12700" cap="sq">
              <a:noFill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100">
                <a:solidFill>
                  <a:srgbClr val="333333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aphicFrame>
          <p:nvGraphicFramePr>
            <p:cNvPr id="61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2047548"/>
                </p:ext>
              </p:extLst>
            </p:nvPr>
          </p:nvGraphicFramePr>
          <p:xfrm>
            <a:off x="5793675" y="1094320"/>
            <a:ext cx="198437" cy="392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600" name="Equation" r:id="rId13" imgW="88560" imgH="177480" progId="Equation.DSMT4">
                    <p:embed/>
                  </p:oleObj>
                </mc:Choice>
                <mc:Fallback>
                  <p:oleObj name="Equation" r:id="rId13" imgW="88560" imgH="177480" progId="Equation.DSMT4">
                    <p:embed/>
                    <p:pic>
                      <p:nvPicPr>
                        <p:cNvPr id="59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93675" y="1094320"/>
                          <a:ext cx="198437" cy="392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/>
          <p:cNvGrpSpPr/>
          <p:nvPr/>
        </p:nvGrpSpPr>
        <p:grpSpPr>
          <a:xfrm>
            <a:off x="1615809" y="299073"/>
            <a:ext cx="2843213" cy="1865924"/>
            <a:chOff x="1630327" y="395288"/>
            <a:chExt cx="2843213" cy="1865924"/>
          </a:xfrm>
        </p:grpSpPr>
        <p:graphicFrame>
          <p:nvGraphicFramePr>
            <p:cNvPr id="20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9032793"/>
                </p:ext>
              </p:extLst>
            </p:nvPr>
          </p:nvGraphicFramePr>
          <p:xfrm>
            <a:off x="1630327" y="395288"/>
            <a:ext cx="2843213" cy="849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601" name="Equation" r:id="rId15" imgW="1612800" imgH="482400" progId="Equation.DSMT4">
                    <p:embed/>
                  </p:oleObj>
                </mc:Choice>
                <mc:Fallback>
                  <p:oleObj name="Equation" r:id="rId15" imgW="1612800" imgH="482400" progId="Equation.DSMT4">
                    <p:embed/>
                    <p:pic>
                      <p:nvPicPr>
                        <p:cNvPr id="42" name="对象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0327" y="395288"/>
                          <a:ext cx="2843213" cy="849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3541472"/>
                </p:ext>
              </p:extLst>
            </p:nvPr>
          </p:nvGraphicFramePr>
          <p:xfrm>
            <a:off x="1935038" y="1383903"/>
            <a:ext cx="2538502" cy="877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602" name="Equation" r:id="rId17" imgW="1396800" imgH="482400" progId="Equation.DSMT4">
                    <p:embed/>
                  </p:oleObj>
                </mc:Choice>
                <mc:Fallback>
                  <p:oleObj name="Equation" r:id="rId17" imgW="1396800" imgH="482400" progId="Equation.DSMT4">
                    <p:embed/>
                    <p:pic>
                      <p:nvPicPr>
                        <p:cNvPr id="43" name="对象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5038" y="1383903"/>
                          <a:ext cx="2538502" cy="8773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309845606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第六版PPT主题模板">
  <a:themeElements>
    <a:clrScheme name="7_第六版PPT主题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7_第六版PPT主题模板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7_第六版PPT主题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8_第六版PPT主题模板">
  <a:themeElements>
    <a:clrScheme name="7_第六版PPT主题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7_第六版PPT主题模板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7_第六版PPT主题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静电场8-1">
  <a:themeElements>
    <a:clrScheme name="静电场8-1 1">
      <a:dk1>
        <a:srgbClr val="333333"/>
      </a:dk1>
      <a:lt1>
        <a:srgbClr val="A9BDA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D1DBD1"/>
      </a:accent3>
      <a:accent4>
        <a:srgbClr val="2A2A2A"/>
      </a:accent4>
      <a:accent5>
        <a:srgbClr val="EED8D8"/>
      </a:accent5>
      <a:accent6>
        <a:srgbClr val="A2CCA2"/>
      </a:accent6>
      <a:hlink>
        <a:srgbClr val="BDD7E5"/>
      </a:hlink>
      <a:folHlink>
        <a:srgbClr val="D2AAD2"/>
      </a:folHlink>
    </a:clrScheme>
    <a:fontScheme name="静电场8-1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静电场8-1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静电场8-1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静电场8-1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586</Words>
  <Application>Microsoft Office PowerPoint</Application>
  <PresentationFormat>全屏显示(16:9)</PresentationFormat>
  <Paragraphs>118</Paragraphs>
  <Slides>26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26</vt:i4>
      </vt:variant>
    </vt:vector>
  </HeadingPairs>
  <TitlesOfParts>
    <vt:vector size="44" baseType="lpstr">
      <vt:lpstr>Monotype Sorts</vt:lpstr>
      <vt:lpstr>等线</vt:lpstr>
      <vt:lpstr>等线 Light</vt:lpstr>
      <vt:lpstr>宋体</vt:lpstr>
      <vt:lpstr>Arial</vt:lpstr>
      <vt:lpstr>Bookman Old Style</vt:lpstr>
      <vt:lpstr>Calibri</vt:lpstr>
      <vt:lpstr>Symbol</vt:lpstr>
      <vt:lpstr>Times New Roman</vt:lpstr>
      <vt:lpstr>Wingdings</vt:lpstr>
      <vt:lpstr>Office 主题​​</vt:lpstr>
      <vt:lpstr>7_第六版PPT主题模板</vt:lpstr>
      <vt:lpstr>8_第六版PPT主题模板</vt:lpstr>
      <vt:lpstr>静电场8-1</vt:lpstr>
      <vt:lpstr>Equation</vt:lpstr>
      <vt:lpstr>Clip</vt:lpstr>
      <vt:lpstr>公式</vt:lpstr>
      <vt:lpstr>MathType 6.7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69</cp:revision>
  <dcterms:created xsi:type="dcterms:W3CDTF">2022-04-15T07:26:20Z</dcterms:created>
  <dcterms:modified xsi:type="dcterms:W3CDTF">2024-04-01T13:27:21Z</dcterms:modified>
</cp:coreProperties>
</file>