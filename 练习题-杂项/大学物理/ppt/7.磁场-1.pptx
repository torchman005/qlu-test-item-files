
<file path=[Content_Types].xml><?xml version="1.0" encoding="utf-8"?>
<Types xmlns="http://schemas.openxmlformats.org/package/2006/content-types">
  <Default Extension="png" ContentType="image/png"/>
  <Default Extension="bin" ContentType="application/vnd.openxmlformats-officedocument.oleObject"/>
  <Default Extension="wmf" ContentType="image/x-wmf"/>
  <Default Extension="emf" ContentType="image/x-emf"/>
  <Default Extension="jpeg" ContentType="image/jpeg"/>
  <Default Extension="rels" ContentType="application/vnd.openxmlformats-package.relationships+xml"/>
  <Default Extension="xml" ContentType="application/xml"/>
  <Default Extension="wdp" ContentType="image/vnd.ms-photo"/>
  <Default Extension="gif" ContentType="image/gif"/>
  <Default Extension="vml" ContentType="application/vnd.openxmlformats-officedocument.vmlDrawing"/>
  <Default Extension="jpg" ContentType="image/jpg"/>
  <Default Extension="mp4" ContentType="video/mp4"/>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4" r:id="rId2"/>
  </p:sldMasterIdLst>
  <p:notesMasterIdLst>
    <p:notesMasterId r:id="rId45"/>
  </p:notesMasterIdLst>
  <p:handoutMasterIdLst>
    <p:handoutMasterId r:id="rId46"/>
  </p:handoutMasterIdLst>
  <p:sldIdLst>
    <p:sldId id="387" r:id="rId3"/>
    <p:sldId id="379" r:id="rId4"/>
    <p:sldId id="380" r:id="rId5"/>
    <p:sldId id="382" r:id="rId6"/>
    <p:sldId id="383" r:id="rId7"/>
    <p:sldId id="384" r:id="rId8"/>
    <p:sldId id="385" r:id="rId9"/>
    <p:sldId id="386" r:id="rId10"/>
    <p:sldId id="377" r:id="rId11"/>
    <p:sldId id="341" r:id="rId12"/>
    <p:sldId id="334" r:id="rId13"/>
    <p:sldId id="344" r:id="rId14"/>
    <p:sldId id="300" r:id="rId15"/>
    <p:sldId id="392" r:id="rId16"/>
    <p:sldId id="393" r:id="rId17"/>
    <p:sldId id="345" r:id="rId18"/>
    <p:sldId id="335" r:id="rId19"/>
    <p:sldId id="327" r:id="rId20"/>
    <p:sldId id="304" r:id="rId21"/>
    <p:sldId id="353" r:id="rId22"/>
    <p:sldId id="354" r:id="rId23"/>
    <p:sldId id="355" r:id="rId24"/>
    <p:sldId id="356" r:id="rId25"/>
    <p:sldId id="357" r:id="rId26"/>
    <p:sldId id="358" r:id="rId27"/>
    <p:sldId id="359" r:id="rId28"/>
    <p:sldId id="378" r:id="rId29"/>
    <p:sldId id="360" r:id="rId30"/>
    <p:sldId id="390" r:id="rId31"/>
    <p:sldId id="361" r:id="rId32"/>
    <p:sldId id="363" r:id="rId33"/>
    <p:sldId id="364" r:id="rId34"/>
    <p:sldId id="365" r:id="rId35"/>
    <p:sldId id="366" r:id="rId36"/>
    <p:sldId id="367" r:id="rId37"/>
    <p:sldId id="370" r:id="rId38"/>
    <p:sldId id="371" r:id="rId39"/>
    <p:sldId id="372" r:id="rId40"/>
    <p:sldId id="373" r:id="rId41"/>
    <p:sldId id="374" r:id="rId42"/>
    <p:sldId id="375" r:id="rId43"/>
    <p:sldId id="391" r:id="rId44"/>
  </p:sldIdLst>
  <p:sldSz cx="9144000" cy="5143500" type="screen16x9"/>
  <p:notesSz cx="6858000" cy="9144000"/>
  <p:defaultTextStyle>
    <a:defPPr>
      <a:defRPr lang="zh-CN"/>
    </a:defPPr>
    <a:lvl1pPr algn="l" rtl="0" fontAlgn="base">
      <a:spcBef>
        <a:spcPct val="0"/>
      </a:spcBef>
      <a:spcAft>
        <a:spcPct val="0"/>
      </a:spcAft>
      <a:defRPr kumimoji="1" sz="2800" b="1" kern="1200">
        <a:solidFill>
          <a:schemeClr val="tx1"/>
        </a:solidFill>
        <a:latin typeface="Times New Roman" pitchFamily="18" charset="0"/>
        <a:ea typeface="宋体" pitchFamily="2" charset="-122"/>
        <a:cs typeface="+mn-cs"/>
      </a:defRPr>
    </a:lvl1pPr>
    <a:lvl2pPr marL="457200" algn="l" rtl="0" fontAlgn="base">
      <a:spcBef>
        <a:spcPct val="0"/>
      </a:spcBef>
      <a:spcAft>
        <a:spcPct val="0"/>
      </a:spcAft>
      <a:defRPr kumimoji="1" sz="2800" b="1" kern="1200">
        <a:solidFill>
          <a:schemeClr val="tx1"/>
        </a:solidFill>
        <a:latin typeface="Times New Roman" pitchFamily="18" charset="0"/>
        <a:ea typeface="宋体" pitchFamily="2" charset="-122"/>
        <a:cs typeface="+mn-cs"/>
      </a:defRPr>
    </a:lvl2pPr>
    <a:lvl3pPr marL="914400" algn="l" rtl="0" fontAlgn="base">
      <a:spcBef>
        <a:spcPct val="0"/>
      </a:spcBef>
      <a:spcAft>
        <a:spcPct val="0"/>
      </a:spcAft>
      <a:defRPr kumimoji="1" sz="2800" b="1" kern="1200">
        <a:solidFill>
          <a:schemeClr val="tx1"/>
        </a:solidFill>
        <a:latin typeface="Times New Roman" pitchFamily="18" charset="0"/>
        <a:ea typeface="宋体" pitchFamily="2" charset="-122"/>
        <a:cs typeface="+mn-cs"/>
      </a:defRPr>
    </a:lvl3pPr>
    <a:lvl4pPr marL="1371600" algn="l" rtl="0" fontAlgn="base">
      <a:spcBef>
        <a:spcPct val="0"/>
      </a:spcBef>
      <a:spcAft>
        <a:spcPct val="0"/>
      </a:spcAft>
      <a:defRPr kumimoji="1" sz="2800" b="1" kern="1200">
        <a:solidFill>
          <a:schemeClr val="tx1"/>
        </a:solidFill>
        <a:latin typeface="Times New Roman" pitchFamily="18" charset="0"/>
        <a:ea typeface="宋体" pitchFamily="2" charset="-122"/>
        <a:cs typeface="+mn-cs"/>
      </a:defRPr>
    </a:lvl4pPr>
    <a:lvl5pPr marL="1828800" algn="l" rtl="0" fontAlgn="base">
      <a:spcBef>
        <a:spcPct val="0"/>
      </a:spcBef>
      <a:spcAft>
        <a:spcPct val="0"/>
      </a:spcAft>
      <a:defRPr kumimoji="1" sz="2800" b="1" kern="1200">
        <a:solidFill>
          <a:schemeClr val="tx1"/>
        </a:solidFill>
        <a:latin typeface="Times New Roman" pitchFamily="18" charset="0"/>
        <a:ea typeface="宋体" pitchFamily="2" charset="-122"/>
        <a:cs typeface="+mn-cs"/>
      </a:defRPr>
    </a:lvl5pPr>
    <a:lvl6pPr marL="2286000" algn="l" defTabSz="914400" rtl="0" eaLnBrk="1" latinLnBrk="0" hangingPunct="1">
      <a:defRPr kumimoji="1" sz="2800" b="1" kern="1200">
        <a:solidFill>
          <a:schemeClr val="tx1"/>
        </a:solidFill>
        <a:latin typeface="Times New Roman" pitchFamily="18" charset="0"/>
        <a:ea typeface="宋体" pitchFamily="2" charset="-122"/>
        <a:cs typeface="+mn-cs"/>
      </a:defRPr>
    </a:lvl6pPr>
    <a:lvl7pPr marL="2743200" algn="l" defTabSz="914400" rtl="0" eaLnBrk="1" latinLnBrk="0" hangingPunct="1">
      <a:defRPr kumimoji="1" sz="2800" b="1" kern="1200">
        <a:solidFill>
          <a:schemeClr val="tx1"/>
        </a:solidFill>
        <a:latin typeface="Times New Roman" pitchFamily="18" charset="0"/>
        <a:ea typeface="宋体" pitchFamily="2" charset="-122"/>
        <a:cs typeface="+mn-cs"/>
      </a:defRPr>
    </a:lvl7pPr>
    <a:lvl8pPr marL="3200400" algn="l" defTabSz="914400" rtl="0" eaLnBrk="1" latinLnBrk="0" hangingPunct="1">
      <a:defRPr kumimoji="1" sz="2800" b="1" kern="1200">
        <a:solidFill>
          <a:schemeClr val="tx1"/>
        </a:solidFill>
        <a:latin typeface="Times New Roman" pitchFamily="18" charset="0"/>
        <a:ea typeface="宋体" pitchFamily="2" charset="-122"/>
        <a:cs typeface="+mn-cs"/>
      </a:defRPr>
    </a:lvl8pPr>
    <a:lvl9pPr marL="3657600" algn="l" defTabSz="914400" rtl="0" eaLnBrk="1" latinLnBrk="0" hangingPunct="1">
      <a:defRPr kumimoji="1" sz="2800" b="1" kern="1200">
        <a:solidFill>
          <a:schemeClr val="tx1"/>
        </a:solidFill>
        <a:latin typeface="Times New Roman" pitchFamily="18" charset="0"/>
        <a:ea typeface="宋体" pitchFamily="2" charset="-122"/>
        <a:cs typeface="+mn-cs"/>
      </a:defRPr>
    </a:lvl9pPr>
  </p:defaultTextStyle>
  <p:extLst>
    <p:ext uri="{EFAFB233-063F-42B5-8137-9DF3F51BA10A}">
      <p15:sldGuideLst xmlns:p15="http://schemas.microsoft.com/office/powerpoint/2012/main">
        <p15:guide id="1" orient="horz" pos="1620" userDrawn="1">
          <p15:clr>
            <a:srgbClr val="A4A3A4"/>
          </p15:clr>
        </p15:guide>
        <p15:guide id="2" pos="2880" userDrawn="1">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E5FFFF"/>
    <a:srgbClr val="990000"/>
    <a:srgbClr val="FF3300"/>
    <a:srgbClr val="EAEAEA"/>
    <a:srgbClr val="DCDCDC"/>
    <a:srgbClr val="0000FF"/>
    <a:srgbClr val="A50021"/>
    <a:srgbClr val="CCFFFF"/>
    <a:srgbClr val="FF0000"/>
    <a:srgbClr val="6633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8743" autoAdjust="0"/>
    <p:restoredTop sz="94614" autoAdjust="0"/>
  </p:normalViewPr>
  <p:slideViewPr>
    <p:cSldViewPr snapToGrid="0" snapToObjects="1">
      <p:cViewPr>
        <p:scale>
          <a:sx n="125" d="100"/>
          <a:sy n="125" d="100"/>
        </p:scale>
        <p:origin x="708" y="138"/>
      </p:cViewPr>
      <p:guideLst>
        <p:guide orient="horz" pos="1620"/>
        <p:guide pos="2880"/>
      </p:guideLst>
    </p:cSldViewPr>
  </p:slideViewPr>
  <p:outlineViewPr>
    <p:cViewPr>
      <p:scale>
        <a:sx n="33" d="100"/>
        <a:sy n="33" d="100"/>
      </p:scale>
      <p:origin x="0" y="0"/>
    </p:cViewPr>
    <p:sldLst>
      <p:sld r:id="rId1" collapse="1"/>
    </p:sldLst>
  </p:outlineViewPr>
  <p:notesTextViewPr>
    <p:cViewPr>
      <p:scale>
        <a:sx n="100" d="100"/>
        <a:sy n="100" d="100"/>
      </p:scale>
      <p:origin x="0" y="0"/>
    </p:cViewPr>
  </p:notesTextViewPr>
  <p:sorterViewPr>
    <p:cViewPr>
      <p:scale>
        <a:sx n="66" d="100"/>
        <a:sy n="66" d="100"/>
      </p:scale>
      <p:origin x="0" y="600"/>
    </p:cViewPr>
  </p:sorterViewPr>
  <p:notesViewPr>
    <p:cSldViewPr snapToGrid="0" snapToObjects="1">
      <p:cViewPr varScale="1">
        <p:scale>
          <a:sx n="61" d="100"/>
          <a:sy n="61" d="100"/>
        </p:scale>
        <p:origin x="-1757" y="-86"/>
      </p:cViewPr>
      <p:guideLst>
        <p:guide orient="horz" pos="2880"/>
        <p:guide pos="2160"/>
      </p:guideLst>
    </p:cSldViewPr>
  </p:notesViewPr>
  <p:gridSpacing cx="45005" cy="45005"/>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slide" Target="slides/slide37.xml"/><Relationship Id="rId3" Type="http://schemas.openxmlformats.org/officeDocument/2006/relationships/slide" Target="slides/slide1.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slide" Target="slides/slide40.xml"/><Relationship Id="rId47" Type="http://schemas.openxmlformats.org/officeDocument/2006/relationships/presProps" Target="presProps.xml"/><Relationship Id="rId50" Type="http://schemas.openxmlformats.org/officeDocument/2006/relationships/tableStyles" Target="tableStyles.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handoutMaster" Target="handoutMasters/handoutMaster1.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slide" Target="slides/slide27.xml"/><Relationship Id="rId41" Type="http://schemas.openxmlformats.org/officeDocument/2006/relationships/slide" Target="slides/slide39.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notesMaster" Target="notesMasters/notesMaster1.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theme" Target="theme/theme1.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4" Type="http://schemas.openxmlformats.org/officeDocument/2006/relationships/slide" Target="slides/slide42.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viewProps" Target="viewProps.xml"/><Relationship Id="rId8" Type="http://schemas.openxmlformats.org/officeDocument/2006/relationships/slide" Target="slides/slide6.xml"/></Relationships>
</file>

<file path=ppt/_rels/viewProps.xml.rels><?xml version="1.0" encoding="UTF-8" standalone="yes"?>
<Relationships xmlns="http://schemas.openxmlformats.org/package/2006/relationships"><Relationship Id="rId1" Type="http://schemas.openxmlformats.org/officeDocument/2006/relationships/slide" Target="slides/slide11.xml"/></Relationships>
</file>

<file path=ppt/drawings/_rels/vmlDrawing1.vml.rels><?xml version="1.0" encoding="UTF-8" standalone="yes"?>
<Relationships xmlns="http://schemas.openxmlformats.org/package/2006/relationships"><Relationship Id="rId3" Type="http://schemas.openxmlformats.org/officeDocument/2006/relationships/image" Target="../media/image7.wmf"/><Relationship Id="rId2" Type="http://schemas.openxmlformats.org/officeDocument/2006/relationships/image" Target="../media/image6.wmf"/><Relationship Id="rId1" Type="http://schemas.openxmlformats.org/officeDocument/2006/relationships/image" Target="../media/image5.wmf"/><Relationship Id="rId6" Type="http://schemas.openxmlformats.org/officeDocument/2006/relationships/image" Target="../media/image10.wmf"/><Relationship Id="rId5" Type="http://schemas.openxmlformats.org/officeDocument/2006/relationships/image" Target="../media/image9.wmf"/><Relationship Id="rId4" Type="http://schemas.openxmlformats.org/officeDocument/2006/relationships/image" Target="../media/image8.wmf"/></Relationships>
</file>

<file path=ppt/drawings/_rels/vmlDrawing2.vml.rels><?xml version="1.0" encoding="UTF-8" standalone="yes"?>
<Relationships xmlns="http://schemas.openxmlformats.org/package/2006/relationships"><Relationship Id="rId3" Type="http://schemas.openxmlformats.org/officeDocument/2006/relationships/image" Target="../media/image13.wmf"/><Relationship Id="rId2" Type="http://schemas.openxmlformats.org/officeDocument/2006/relationships/image" Target="../media/image12.wmf"/><Relationship Id="rId1" Type="http://schemas.openxmlformats.org/officeDocument/2006/relationships/image" Target="../media/image11.wmf"/><Relationship Id="rId6" Type="http://schemas.openxmlformats.org/officeDocument/2006/relationships/image" Target="../media/image16.wmf"/><Relationship Id="rId5" Type="http://schemas.openxmlformats.org/officeDocument/2006/relationships/image" Target="../media/image15.wmf"/><Relationship Id="rId4" Type="http://schemas.openxmlformats.org/officeDocument/2006/relationships/image" Target="../media/image14.wmf"/></Relationships>
</file>

<file path=ppt/drawings/_rels/vmlDrawing3.vml.rels><?xml version="1.0" encoding="UTF-8" standalone="yes"?>
<Relationships xmlns="http://schemas.openxmlformats.org/package/2006/relationships"><Relationship Id="rId3" Type="http://schemas.openxmlformats.org/officeDocument/2006/relationships/image" Target="../media/image19.wmf"/><Relationship Id="rId2" Type="http://schemas.openxmlformats.org/officeDocument/2006/relationships/image" Target="../media/image18.wmf"/><Relationship Id="rId1" Type="http://schemas.openxmlformats.org/officeDocument/2006/relationships/image" Target="../media/image17.wmf"/><Relationship Id="rId5" Type="http://schemas.openxmlformats.org/officeDocument/2006/relationships/image" Target="../media/image21.wmf"/><Relationship Id="rId4" Type="http://schemas.openxmlformats.org/officeDocument/2006/relationships/image" Target="../media/image20.w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27.wmf"/></Relationships>
</file>

<file path=ppt/drawings/_rels/vmlDrawing5.vml.rels><?xml version="1.0" encoding="UTF-8" standalone="yes"?>
<Relationships xmlns="http://schemas.openxmlformats.org/package/2006/relationships"><Relationship Id="rId3" Type="http://schemas.openxmlformats.org/officeDocument/2006/relationships/image" Target="../media/image30.wmf"/><Relationship Id="rId2" Type="http://schemas.openxmlformats.org/officeDocument/2006/relationships/image" Target="../media/image29.wmf"/><Relationship Id="rId1" Type="http://schemas.openxmlformats.org/officeDocument/2006/relationships/image" Target="../media/image28.emf"/><Relationship Id="rId5" Type="http://schemas.openxmlformats.org/officeDocument/2006/relationships/image" Target="../media/image32.wmf"/><Relationship Id="rId4" Type="http://schemas.openxmlformats.org/officeDocument/2006/relationships/image" Target="../media/image31.wmf"/></Relationships>
</file>

<file path=ppt/drawings/_rels/vmlDrawing6.vml.rels><?xml version="1.0" encoding="UTF-8" standalone="yes"?>
<Relationships xmlns="http://schemas.openxmlformats.org/package/2006/relationships"><Relationship Id="rId3" Type="http://schemas.openxmlformats.org/officeDocument/2006/relationships/image" Target="../media/image31.wmf"/><Relationship Id="rId2" Type="http://schemas.openxmlformats.org/officeDocument/2006/relationships/image" Target="../media/image30.wmf"/><Relationship Id="rId1" Type="http://schemas.openxmlformats.org/officeDocument/2006/relationships/image" Target="../media/image29.wmf"/><Relationship Id="rId4" Type="http://schemas.openxmlformats.org/officeDocument/2006/relationships/image" Target="../media/image33.wmf"/></Relationships>
</file>

<file path=ppt/drawings/_rels/vmlDrawing7.vml.rels><?xml version="1.0" encoding="UTF-8" standalone="yes"?>
<Relationships xmlns="http://schemas.openxmlformats.org/package/2006/relationships"><Relationship Id="rId3" Type="http://schemas.openxmlformats.org/officeDocument/2006/relationships/image" Target="../media/image36.wmf"/><Relationship Id="rId2" Type="http://schemas.openxmlformats.org/officeDocument/2006/relationships/image" Target="../media/image35.wmf"/><Relationship Id="rId1" Type="http://schemas.openxmlformats.org/officeDocument/2006/relationships/image" Target="../media/image34.wmf"/></Relationships>
</file>

<file path=ppt/drawings/_rels/vmlDrawing8.vml.rels><?xml version="1.0" encoding="UTF-8" standalone="yes"?>
<Relationships xmlns="http://schemas.openxmlformats.org/package/2006/relationships"><Relationship Id="rId2" Type="http://schemas.openxmlformats.org/officeDocument/2006/relationships/image" Target="../media/image50.wmf"/><Relationship Id="rId1" Type="http://schemas.openxmlformats.org/officeDocument/2006/relationships/image" Target="../media/image49.wmf"/></Relationships>
</file>

<file path=ppt/drawings/_rels/vmlDrawing9.vml.rels><?xml version="1.0" encoding="UTF-8" standalone="yes"?>
<Relationships xmlns="http://schemas.openxmlformats.org/package/2006/relationships"><Relationship Id="rId3" Type="http://schemas.openxmlformats.org/officeDocument/2006/relationships/image" Target="../media/image54.wmf"/><Relationship Id="rId2" Type="http://schemas.openxmlformats.org/officeDocument/2006/relationships/image" Target="../media/image53.wmf"/><Relationship Id="rId1" Type="http://schemas.openxmlformats.org/officeDocument/2006/relationships/image" Target="../media/image52.wmf"/></Relationships>
</file>

<file path=ppt/drawings/_rels/vmlDrawing10.vml.rels><?xml version="1.0" encoding="UTF-8" standalone="yes"?>
<Relationships xmlns="http://schemas.openxmlformats.org/package/2006/relationships"><Relationship Id="rId8" Type="http://schemas.openxmlformats.org/officeDocument/2006/relationships/image" Target="../media/image62.wmf"/><Relationship Id="rId3" Type="http://schemas.openxmlformats.org/officeDocument/2006/relationships/image" Target="../media/image57.wmf"/><Relationship Id="rId7" Type="http://schemas.openxmlformats.org/officeDocument/2006/relationships/image" Target="../media/image61.wmf"/><Relationship Id="rId2" Type="http://schemas.openxmlformats.org/officeDocument/2006/relationships/image" Target="../media/image56.wmf"/><Relationship Id="rId1" Type="http://schemas.openxmlformats.org/officeDocument/2006/relationships/image" Target="../media/image55.wmf"/><Relationship Id="rId6" Type="http://schemas.openxmlformats.org/officeDocument/2006/relationships/image" Target="../media/image60.wmf"/><Relationship Id="rId11" Type="http://schemas.openxmlformats.org/officeDocument/2006/relationships/image" Target="../media/image65.wmf"/><Relationship Id="rId5" Type="http://schemas.openxmlformats.org/officeDocument/2006/relationships/image" Target="../media/image59.wmf"/><Relationship Id="rId10" Type="http://schemas.openxmlformats.org/officeDocument/2006/relationships/image" Target="../media/image64.wmf"/><Relationship Id="rId4" Type="http://schemas.openxmlformats.org/officeDocument/2006/relationships/image" Target="../media/image58.wmf"/><Relationship Id="rId9" Type="http://schemas.openxmlformats.org/officeDocument/2006/relationships/image" Target="../media/image63.emf"/></Relationships>
</file>

<file path=ppt/drawings/_rels/vmlDrawing11.vml.rels><?xml version="1.0" encoding="UTF-8" standalone="yes"?>
<Relationships xmlns="http://schemas.openxmlformats.org/package/2006/relationships"><Relationship Id="rId8" Type="http://schemas.openxmlformats.org/officeDocument/2006/relationships/image" Target="../media/image73.wmf"/><Relationship Id="rId3" Type="http://schemas.openxmlformats.org/officeDocument/2006/relationships/image" Target="../media/image68.wmf"/><Relationship Id="rId7" Type="http://schemas.openxmlformats.org/officeDocument/2006/relationships/image" Target="../media/image72.wmf"/><Relationship Id="rId2" Type="http://schemas.openxmlformats.org/officeDocument/2006/relationships/image" Target="../media/image67.wmf"/><Relationship Id="rId1" Type="http://schemas.openxmlformats.org/officeDocument/2006/relationships/image" Target="../media/image66.wmf"/><Relationship Id="rId6" Type="http://schemas.openxmlformats.org/officeDocument/2006/relationships/image" Target="../media/image71.wmf"/><Relationship Id="rId5" Type="http://schemas.openxmlformats.org/officeDocument/2006/relationships/image" Target="../media/image70.wmf"/><Relationship Id="rId4" Type="http://schemas.openxmlformats.org/officeDocument/2006/relationships/image" Target="../media/image69.wmf"/><Relationship Id="rId9" Type="http://schemas.openxmlformats.org/officeDocument/2006/relationships/image" Target="../media/image74.wmf"/></Relationships>
</file>

<file path=ppt/drawings/_rels/vmlDrawing12.vml.rels><?xml version="1.0" encoding="UTF-8" standalone="yes"?>
<Relationships xmlns="http://schemas.openxmlformats.org/package/2006/relationships"><Relationship Id="rId8" Type="http://schemas.openxmlformats.org/officeDocument/2006/relationships/image" Target="../media/image81.wmf"/><Relationship Id="rId13" Type="http://schemas.openxmlformats.org/officeDocument/2006/relationships/image" Target="../media/image85.wmf"/><Relationship Id="rId3" Type="http://schemas.openxmlformats.org/officeDocument/2006/relationships/image" Target="../media/image77.wmf"/><Relationship Id="rId7" Type="http://schemas.openxmlformats.org/officeDocument/2006/relationships/image" Target="../media/image80.wmf"/><Relationship Id="rId12" Type="http://schemas.openxmlformats.org/officeDocument/2006/relationships/image" Target="../media/image84.wmf"/><Relationship Id="rId2" Type="http://schemas.openxmlformats.org/officeDocument/2006/relationships/image" Target="../media/image76.wmf"/><Relationship Id="rId1" Type="http://schemas.openxmlformats.org/officeDocument/2006/relationships/image" Target="../media/image75.wmf"/><Relationship Id="rId6" Type="http://schemas.openxmlformats.org/officeDocument/2006/relationships/image" Target="../media/image14.wmf"/><Relationship Id="rId11" Type="http://schemas.openxmlformats.org/officeDocument/2006/relationships/image" Target="../media/image58.wmf"/><Relationship Id="rId5" Type="http://schemas.openxmlformats.org/officeDocument/2006/relationships/image" Target="../media/image79.wmf"/><Relationship Id="rId10" Type="http://schemas.openxmlformats.org/officeDocument/2006/relationships/image" Target="../media/image83.wmf"/><Relationship Id="rId4" Type="http://schemas.openxmlformats.org/officeDocument/2006/relationships/image" Target="../media/image78.wmf"/><Relationship Id="rId9" Type="http://schemas.openxmlformats.org/officeDocument/2006/relationships/image" Target="../media/image82.wmf"/><Relationship Id="rId14" Type="http://schemas.openxmlformats.org/officeDocument/2006/relationships/image" Target="../media/image86.wmf"/></Relationships>
</file>

<file path=ppt/drawings/_rels/vmlDrawing13.vml.rels><?xml version="1.0" encoding="UTF-8" standalone="yes"?>
<Relationships xmlns="http://schemas.openxmlformats.org/package/2006/relationships"><Relationship Id="rId3" Type="http://schemas.openxmlformats.org/officeDocument/2006/relationships/image" Target="../media/image88.wmf"/><Relationship Id="rId7" Type="http://schemas.openxmlformats.org/officeDocument/2006/relationships/image" Target="../media/image92.wmf"/><Relationship Id="rId2" Type="http://schemas.openxmlformats.org/officeDocument/2006/relationships/image" Target="../media/image76.wmf"/><Relationship Id="rId1" Type="http://schemas.openxmlformats.org/officeDocument/2006/relationships/image" Target="../media/image87.wmf"/><Relationship Id="rId6" Type="http://schemas.openxmlformats.org/officeDocument/2006/relationships/image" Target="../media/image91.wmf"/><Relationship Id="rId5" Type="http://schemas.openxmlformats.org/officeDocument/2006/relationships/image" Target="../media/image90.wmf"/><Relationship Id="rId4" Type="http://schemas.openxmlformats.org/officeDocument/2006/relationships/image" Target="../media/image89.wmf"/></Relationships>
</file>

<file path=ppt/drawings/_rels/vmlDrawing14.vml.rels><?xml version="1.0" encoding="UTF-8" standalone="yes"?>
<Relationships xmlns="http://schemas.openxmlformats.org/package/2006/relationships"><Relationship Id="rId8" Type="http://schemas.openxmlformats.org/officeDocument/2006/relationships/image" Target="../media/image14.wmf"/><Relationship Id="rId13" Type="http://schemas.openxmlformats.org/officeDocument/2006/relationships/image" Target="../media/image86.wmf"/><Relationship Id="rId3" Type="http://schemas.openxmlformats.org/officeDocument/2006/relationships/image" Target="../media/image96.wmf"/><Relationship Id="rId7" Type="http://schemas.openxmlformats.org/officeDocument/2006/relationships/image" Target="../media/image79.wmf"/><Relationship Id="rId12" Type="http://schemas.openxmlformats.org/officeDocument/2006/relationships/image" Target="../media/image83.wmf"/><Relationship Id="rId2" Type="http://schemas.openxmlformats.org/officeDocument/2006/relationships/image" Target="../media/image95.wmf"/><Relationship Id="rId1" Type="http://schemas.openxmlformats.org/officeDocument/2006/relationships/image" Target="../media/image94.wmf"/><Relationship Id="rId6" Type="http://schemas.openxmlformats.org/officeDocument/2006/relationships/image" Target="../media/image78.wmf"/><Relationship Id="rId11" Type="http://schemas.openxmlformats.org/officeDocument/2006/relationships/image" Target="../media/image82.wmf"/><Relationship Id="rId5" Type="http://schemas.openxmlformats.org/officeDocument/2006/relationships/image" Target="../media/image98.wmf"/><Relationship Id="rId10" Type="http://schemas.openxmlformats.org/officeDocument/2006/relationships/image" Target="../media/image81.wmf"/><Relationship Id="rId4" Type="http://schemas.openxmlformats.org/officeDocument/2006/relationships/image" Target="../media/image97.wmf"/><Relationship Id="rId9" Type="http://schemas.openxmlformats.org/officeDocument/2006/relationships/image" Target="../media/image80.wmf"/><Relationship Id="rId14" Type="http://schemas.openxmlformats.org/officeDocument/2006/relationships/image" Target="../media/image99.wmf"/></Relationships>
</file>

<file path=ppt/drawings/_rels/vmlDrawing15.vml.rels><?xml version="1.0" encoding="UTF-8" standalone="yes"?>
<Relationships xmlns="http://schemas.openxmlformats.org/package/2006/relationships"><Relationship Id="rId2" Type="http://schemas.openxmlformats.org/officeDocument/2006/relationships/image" Target="../media/image101.wmf"/><Relationship Id="rId1" Type="http://schemas.openxmlformats.org/officeDocument/2006/relationships/image" Target="../media/image100.wmf"/></Relationships>
</file>

<file path=ppt/drawings/_rels/vmlDrawing16.vml.rels><?xml version="1.0" encoding="UTF-8" standalone="yes"?>
<Relationships xmlns="http://schemas.openxmlformats.org/package/2006/relationships"><Relationship Id="rId8" Type="http://schemas.openxmlformats.org/officeDocument/2006/relationships/image" Target="../media/image110.wmf"/><Relationship Id="rId3" Type="http://schemas.openxmlformats.org/officeDocument/2006/relationships/image" Target="../media/image105.wmf"/><Relationship Id="rId7" Type="http://schemas.openxmlformats.org/officeDocument/2006/relationships/image" Target="../media/image109.wmf"/><Relationship Id="rId12" Type="http://schemas.openxmlformats.org/officeDocument/2006/relationships/image" Target="../media/image113.wmf"/><Relationship Id="rId2" Type="http://schemas.openxmlformats.org/officeDocument/2006/relationships/image" Target="../media/image104.wmf"/><Relationship Id="rId1" Type="http://schemas.openxmlformats.org/officeDocument/2006/relationships/image" Target="../media/image103.wmf"/><Relationship Id="rId6" Type="http://schemas.openxmlformats.org/officeDocument/2006/relationships/image" Target="../media/image108.wmf"/><Relationship Id="rId11" Type="http://schemas.openxmlformats.org/officeDocument/2006/relationships/image" Target="../media/image112.wmf"/><Relationship Id="rId5" Type="http://schemas.openxmlformats.org/officeDocument/2006/relationships/image" Target="../media/image107.wmf"/><Relationship Id="rId10" Type="http://schemas.openxmlformats.org/officeDocument/2006/relationships/image" Target="../media/image11.wmf"/><Relationship Id="rId4" Type="http://schemas.openxmlformats.org/officeDocument/2006/relationships/image" Target="../media/image106.wmf"/><Relationship Id="rId9" Type="http://schemas.openxmlformats.org/officeDocument/2006/relationships/image" Target="../media/image111.wmf"/></Relationships>
</file>

<file path=ppt/drawings/_rels/vmlDrawing17.vml.rels><?xml version="1.0" encoding="UTF-8" standalone="yes"?>
<Relationships xmlns="http://schemas.openxmlformats.org/package/2006/relationships"><Relationship Id="rId3" Type="http://schemas.openxmlformats.org/officeDocument/2006/relationships/image" Target="../media/image116.wmf"/><Relationship Id="rId7" Type="http://schemas.openxmlformats.org/officeDocument/2006/relationships/image" Target="../media/image108.wmf"/><Relationship Id="rId2" Type="http://schemas.openxmlformats.org/officeDocument/2006/relationships/image" Target="../media/image115.wmf"/><Relationship Id="rId1" Type="http://schemas.openxmlformats.org/officeDocument/2006/relationships/image" Target="../media/image114.wmf"/><Relationship Id="rId6" Type="http://schemas.openxmlformats.org/officeDocument/2006/relationships/image" Target="../media/image119.wmf"/><Relationship Id="rId5" Type="http://schemas.openxmlformats.org/officeDocument/2006/relationships/image" Target="../media/image118.wmf"/><Relationship Id="rId4" Type="http://schemas.openxmlformats.org/officeDocument/2006/relationships/image" Target="../media/image117.wmf"/></Relationships>
</file>

<file path=ppt/drawings/_rels/vmlDrawing18.vml.rels><?xml version="1.0" encoding="UTF-8" standalone="yes"?>
<Relationships xmlns="http://schemas.openxmlformats.org/package/2006/relationships"><Relationship Id="rId8" Type="http://schemas.openxmlformats.org/officeDocument/2006/relationships/image" Target="../media/image99.wmf"/><Relationship Id="rId3" Type="http://schemas.openxmlformats.org/officeDocument/2006/relationships/image" Target="../media/image123.wmf"/><Relationship Id="rId7" Type="http://schemas.openxmlformats.org/officeDocument/2006/relationships/image" Target="../media/image127.wmf"/><Relationship Id="rId2" Type="http://schemas.openxmlformats.org/officeDocument/2006/relationships/image" Target="../media/image122.wmf"/><Relationship Id="rId1" Type="http://schemas.openxmlformats.org/officeDocument/2006/relationships/image" Target="../media/image121.wmf"/><Relationship Id="rId6" Type="http://schemas.openxmlformats.org/officeDocument/2006/relationships/image" Target="../media/image126.wmf"/><Relationship Id="rId5" Type="http://schemas.openxmlformats.org/officeDocument/2006/relationships/image" Target="../media/image125.wmf"/><Relationship Id="rId4" Type="http://schemas.openxmlformats.org/officeDocument/2006/relationships/image" Target="../media/image124.wmf"/></Relationships>
</file>

<file path=ppt/drawings/_rels/vmlDrawing19.vml.rels><?xml version="1.0" encoding="UTF-8" standalone="yes"?>
<Relationships xmlns="http://schemas.openxmlformats.org/package/2006/relationships"><Relationship Id="rId3" Type="http://schemas.openxmlformats.org/officeDocument/2006/relationships/image" Target="../media/image130.wmf"/><Relationship Id="rId2" Type="http://schemas.openxmlformats.org/officeDocument/2006/relationships/image" Target="../media/image129.wmf"/><Relationship Id="rId1" Type="http://schemas.openxmlformats.org/officeDocument/2006/relationships/image" Target="../media/image128.wmf"/><Relationship Id="rId6" Type="http://schemas.openxmlformats.org/officeDocument/2006/relationships/image" Target="../media/image133.wmf"/><Relationship Id="rId5" Type="http://schemas.openxmlformats.org/officeDocument/2006/relationships/image" Target="../media/image132.wmf"/><Relationship Id="rId4" Type="http://schemas.openxmlformats.org/officeDocument/2006/relationships/image" Target="../media/image131.wmf"/></Relationships>
</file>

<file path=ppt/drawings/_rels/vmlDrawing20.vml.rels><?xml version="1.0" encoding="UTF-8" standalone="yes"?>
<Relationships xmlns="http://schemas.openxmlformats.org/package/2006/relationships"><Relationship Id="rId3" Type="http://schemas.openxmlformats.org/officeDocument/2006/relationships/image" Target="../media/image136.wmf"/><Relationship Id="rId2" Type="http://schemas.openxmlformats.org/officeDocument/2006/relationships/image" Target="../media/image135.wmf"/><Relationship Id="rId1" Type="http://schemas.openxmlformats.org/officeDocument/2006/relationships/image" Target="../media/image134.wmf"/><Relationship Id="rId4" Type="http://schemas.openxmlformats.org/officeDocument/2006/relationships/image" Target="../media/image137.wmf"/></Relationships>
</file>

<file path=ppt/drawings/_rels/vmlDrawing21.vml.rels><?xml version="1.0" encoding="UTF-8" standalone="yes"?>
<Relationships xmlns="http://schemas.openxmlformats.org/package/2006/relationships"><Relationship Id="rId3" Type="http://schemas.openxmlformats.org/officeDocument/2006/relationships/image" Target="../media/image140.wmf"/><Relationship Id="rId2" Type="http://schemas.openxmlformats.org/officeDocument/2006/relationships/image" Target="../media/image139.wmf"/><Relationship Id="rId1" Type="http://schemas.openxmlformats.org/officeDocument/2006/relationships/image" Target="../media/image138.wmf"/><Relationship Id="rId4" Type="http://schemas.openxmlformats.org/officeDocument/2006/relationships/image" Target="../media/image141.wmf"/></Relationships>
</file>

<file path=ppt/drawings/_rels/vmlDrawing22.vml.rels><?xml version="1.0" encoding="UTF-8" standalone="yes"?>
<Relationships xmlns="http://schemas.openxmlformats.org/package/2006/relationships"><Relationship Id="rId3" Type="http://schemas.openxmlformats.org/officeDocument/2006/relationships/image" Target="../media/image103.wmf"/><Relationship Id="rId2" Type="http://schemas.openxmlformats.org/officeDocument/2006/relationships/image" Target="../media/image144.wmf"/><Relationship Id="rId1" Type="http://schemas.openxmlformats.org/officeDocument/2006/relationships/image" Target="../media/image143.wmf"/><Relationship Id="rId5" Type="http://schemas.openxmlformats.org/officeDocument/2006/relationships/image" Target="../media/image146.wmf"/><Relationship Id="rId4" Type="http://schemas.openxmlformats.org/officeDocument/2006/relationships/image" Target="../media/image145.wmf"/></Relationships>
</file>

<file path=ppt/drawings/_rels/vmlDrawing23.vml.rels><?xml version="1.0" encoding="UTF-8" standalone="yes"?>
<Relationships xmlns="http://schemas.openxmlformats.org/package/2006/relationships"><Relationship Id="rId8" Type="http://schemas.openxmlformats.org/officeDocument/2006/relationships/image" Target="../media/image153.wmf"/><Relationship Id="rId3" Type="http://schemas.openxmlformats.org/officeDocument/2006/relationships/image" Target="../media/image103.wmf"/><Relationship Id="rId7" Type="http://schemas.openxmlformats.org/officeDocument/2006/relationships/image" Target="../media/image152.wmf"/><Relationship Id="rId2" Type="http://schemas.openxmlformats.org/officeDocument/2006/relationships/image" Target="../media/image148.wmf"/><Relationship Id="rId1" Type="http://schemas.openxmlformats.org/officeDocument/2006/relationships/image" Target="../media/image147.wmf"/><Relationship Id="rId6" Type="http://schemas.openxmlformats.org/officeDocument/2006/relationships/image" Target="../media/image151.wmf"/><Relationship Id="rId11" Type="http://schemas.openxmlformats.org/officeDocument/2006/relationships/image" Target="../media/image146.wmf"/><Relationship Id="rId5" Type="http://schemas.openxmlformats.org/officeDocument/2006/relationships/image" Target="../media/image150.wmf"/><Relationship Id="rId10" Type="http://schemas.openxmlformats.org/officeDocument/2006/relationships/image" Target="../media/image155.wmf"/><Relationship Id="rId4" Type="http://schemas.openxmlformats.org/officeDocument/2006/relationships/image" Target="../media/image149.wmf"/><Relationship Id="rId9" Type="http://schemas.openxmlformats.org/officeDocument/2006/relationships/image" Target="../media/image154.wmf"/></Relationships>
</file>

<file path=ppt/drawings/_rels/vmlDrawing24.vml.rels><?xml version="1.0" encoding="UTF-8" standalone="yes"?>
<Relationships xmlns="http://schemas.openxmlformats.org/package/2006/relationships"><Relationship Id="rId8" Type="http://schemas.openxmlformats.org/officeDocument/2006/relationships/image" Target="../media/image155.wmf"/><Relationship Id="rId3" Type="http://schemas.openxmlformats.org/officeDocument/2006/relationships/image" Target="../media/image103.wmf"/><Relationship Id="rId7" Type="http://schemas.openxmlformats.org/officeDocument/2006/relationships/image" Target="../media/image154.wmf"/><Relationship Id="rId2" Type="http://schemas.openxmlformats.org/officeDocument/2006/relationships/image" Target="../media/image157.wmf"/><Relationship Id="rId1" Type="http://schemas.openxmlformats.org/officeDocument/2006/relationships/image" Target="../media/image156.wmf"/><Relationship Id="rId6" Type="http://schemas.openxmlformats.org/officeDocument/2006/relationships/image" Target="../media/image151.wmf"/><Relationship Id="rId5" Type="http://schemas.openxmlformats.org/officeDocument/2006/relationships/image" Target="../media/image150.wmf"/><Relationship Id="rId4" Type="http://schemas.openxmlformats.org/officeDocument/2006/relationships/image" Target="../media/image149.wmf"/></Relationships>
</file>

<file path=ppt/drawings/_rels/vmlDrawing25.vml.rels><?xml version="1.0" encoding="UTF-8" standalone="yes"?>
<Relationships xmlns="http://schemas.openxmlformats.org/package/2006/relationships"><Relationship Id="rId3" Type="http://schemas.openxmlformats.org/officeDocument/2006/relationships/image" Target="../media/image160.wmf"/><Relationship Id="rId2" Type="http://schemas.openxmlformats.org/officeDocument/2006/relationships/image" Target="../media/image159.wmf"/><Relationship Id="rId1" Type="http://schemas.openxmlformats.org/officeDocument/2006/relationships/image" Target="../media/image158.wmf"/><Relationship Id="rId6" Type="http://schemas.openxmlformats.org/officeDocument/2006/relationships/image" Target="../media/image154.wmf"/><Relationship Id="rId5" Type="http://schemas.openxmlformats.org/officeDocument/2006/relationships/image" Target="../media/image155.wmf"/><Relationship Id="rId4" Type="http://schemas.openxmlformats.org/officeDocument/2006/relationships/image" Target="../media/image103.wmf"/></Relationships>
</file>

<file path=ppt/drawings/_rels/vmlDrawing26.vml.rels><?xml version="1.0" encoding="UTF-8" standalone="yes"?>
<Relationships xmlns="http://schemas.openxmlformats.org/package/2006/relationships"><Relationship Id="rId3" Type="http://schemas.openxmlformats.org/officeDocument/2006/relationships/image" Target="../media/image103.wmf"/><Relationship Id="rId2" Type="http://schemas.openxmlformats.org/officeDocument/2006/relationships/image" Target="../media/image162.wmf"/><Relationship Id="rId1" Type="http://schemas.openxmlformats.org/officeDocument/2006/relationships/image" Target="../media/image161.wmf"/><Relationship Id="rId5" Type="http://schemas.openxmlformats.org/officeDocument/2006/relationships/image" Target="../media/image154.wmf"/><Relationship Id="rId4" Type="http://schemas.openxmlformats.org/officeDocument/2006/relationships/image" Target="../media/image155.wmf"/></Relationships>
</file>

<file path=ppt/drawings/_rels/vmlDrawing27.vml.rels><?xml version="1.0" encoding="UTF-8" standalone="yes"?>
<Relationships xmlns="http://schemas.openxmlformats.org/package/2006/relationships"><Relationship Id="rId2" Type="http://schemas.openxmlformats.org/officeDocument/2006/relationships/image" Target="../media/image164.wmf"/><Relationship Id="rId1" Type="http://schemas.openxmlformats.org/officeDocument/2006/relationships/image" Target="../media/image163.wmf"/></Relationships>
</file>

<file path=ppt/drawings/_rels/vmlDrawing28.vml.rels><?xml version="1.0" encoding="UTF-8" standalone="yes"?>
<Relationships xmlns="http://schemas.openxmlformats.org/package/2006/relationships"><Relationship Id="rId8" Type="http://schemas.openxmlformats.org/officeDocument/2006/relationships/image" Target="../media/image169.wmf"/><Relationship Id="rId3" Type="http://schemas.openxmlformats.org/officeDocument/2006/relationships/image" Target="../media/image167.wmf"/><Relationship Id="rId7" Type="http://schemas.openxmlformats.org/officeDocument/2006/relationships/image" Target="../media/image5.wmf"/><Relationship Id="rId2" Type="http://schemas.openxmlformats.org/officeDocument/2006/relationships/image" Target="../media/image166.wmf"/><Relationship Id="rId1" Type="http://schemas.openxmlformats.org/officeDocument/2006/relationships/image" Target="../media/image165.wmf"/><Relationship Id="rId6" Type="http://schemas.openxmlformats.org/officeDocument/2006/relationships/image" Target="../media/image10.wmf"/><Relationship Id="rId5" Type="http://schemas.openxmlformats.org/officeDocument/2006/relationships/image" Target="../media/image9.wmf"/><Relationship Id="rId4" Type="http://schemas.openxmlformats.org/officeDocument/2006/relationships/image" Target="../media/image168.wmf"/></Relationships>
</file>

<file path=ppt/drawings/_rels/vmlDrawing29.vml.rels><?xml version="1.0" encoding="UTF-8" standalone="yes"?>
<Relationships xmlns="http://schemas.openxmlformats.org/package/2006/relationships"><Relationship Id="rId8" Type="http://schemas.openxmlformats.org/officeDocument/2006/relationships/image" Target="../media/image176.wmf"/><Relationship Id="rId3" Type="http://schemas.openxmlformats.org/officeDocument/2006/relationships/image" Target="../media/image172.wmf"/><Relationship Id="rId7" Type="http://schemas.openxmlformats.org/officeDocument/2006/relationships/image" Target="../media/image175.wmf"/><Relationship Id="rId2" Type="http://schemas.openxmlformats.org/officeDocument/2006/relationships/image" Target="../media/image171.wmf"/><Relationship Id="rId1" Type="http://schemas.openxmlformats.org/officeDocument/2006/relationships/image" Target="../media/image170.wmf"/><Relationship Id="rId6" Type="http://schemas.openxmlformats.org/officeDocument/2006/relationships/image" Target="../media/image174.wmf"/><Relationship Id="rId5" Type="http://schemas.openxmlformats.org/officeDocument/2006/relationships/image" Target="../media/image173.wmf"/><Relationship Id="rId4" Type="http://schemas.openxmlformats.org/officeDocument/2006/relationships/image" Target="../media/image84.wmf"/><Relationship Id="rId9" Type="http://schemas.openxmlformats.org/officeDocument/2006/relationships/image" Target="../media/image177.wmf"/></Relationships>
</file>

<file path=ppt/drawings/_rels/vmlDrawing30.vml.rels><?xml version="1.0" encoding="UTF-8" standalone="yes"?>
<Relationships xmlns="http://schemas.openxmlformats.org/package/2006/relationships"><Relationship Id="rId3" Type="http://schemas.openxmlformats.org/officeDocument/2006/relationships/image" Target="../media/image180.wmf"/><Relationship Id="rId7" Type="http://schemas.openxmlformats.org/officeDocument/2006/relationships/image" Target="../media/image124.wmf"/><Relationship Id="rId2" Type="http://schemas.openxmlformats.org/officeDocument/2006/relationships/image" Target="../media/image179.wmf"/><Relationship Id="rId1" Type="http://schemas.openxmlformats.org/officeDocument/2006/relationships/image" Target="../media/image178.wmf"/><Relationship Id="rId6" Type="http://schemas.openxmlformats.org/officeDocument/2006/relationships/image" Target="../media/image105.wmf"/><Relationship Id="rId5" Type="http://schemas.openxmlformats.org/officeDocument/2006/relationships/image" Target="../media/image182.wmf"/><Relationship Id="rId4" Type="http://schemas.openxmlformats.org/officeDocument/2006/relationships/image" Target="../media/image181.wmf"/></Relationships>
</file>

<file path=ppt/drawings/_rels/vmlDrawing31.vml.rels><?xml version="1.0" encoding="UTF-8" standalone="yes"?>
<Relationships xmlns="http://schemas.openxmlformats.org/package/2006/relationships"><Relationship Id="rId8" Type="http://schemas.openxmlformats.org/officeDocument/2006/relationships/image" Target="../media/image181.wmf"/><Relationship Id="rId13" Type="http://schemas.openxmlformats.org/officeDocument/2006/relationships/image" Target="../media/image191.wmf"/><Relationship Id="rId3" Type="http://schemas.openxmlformats.org/officeDocument/2006/relationships/image" Target="../media/image185.wmf"/><Relationship Id="rId7" Type="http://schemas.openxmlformats.org/officeDocument/2006/relationships/image" Target="../media/image189.wmf"/><Relationship Id="rId12" Type="http://schemas.openxmlformats.org/officeDocument/2006/relationships/image" Target="../media/image190.wmf"/><Relationship Id="rId2" Type="http://schemas.openxmlformats.org/officeDocument/2006/relationships/image" Target="../media/image184.wmf"/><Relationship Id="rId1" Type="http://schemas.openxmlformats.org/officeDocument/2006/relationships/image" Target="../media/image183.wmf"/><Relationship Id="rId6" Type="http://schemas.openxmlformats.org/officeDocument/2006/relationships/image" Target="../media/image188.wmf"/><Relationship Id="rId11" Type="http://schemas.openxmlformats.org/officeDocument/2006/relationships/image" Target="../media/image180.wmf"/><Relationship Id="rId5" Type="http://schemas.openxmlformats.org/officeDocument/2006/relationships/image" Target="../media/image187.wmf"/><Relationship Id="rId10" Type="http://schemas.openxmlformats.org/officeDocument/2006/relationships/image" Target="../media/image105.wmf"/><Relationship Id="rId4" Type="http://schemas.openxmlformats.org/officeDocument/2006/relationships/image" Target="../media/image186.wmf"/><Relationship Id="rId9" Type="http://schemas.openxmlformats.org/officeDocument/2006/relationships/image" Target="../media/image182.wmf"/></Relationships>
</file>

<file path=ppt/drawings/_rels/vmlDrawing32.vml.rels><?xml version="1.0" encoding="UTF-8" standalone="yes"?>
<Relationships xmlns="http://schemas.openxmlformats.org/package/2006/relationships"><Relationship Id="rId8" Type="http://schemas.openxmlformats.org/officeDocument/2006/relationships/image" Target="../media/image199.wmf"/><Relationship Id="rId13" Type="http://schemas.openxmlformats.org/officeDocument/2006/relationships/image" Target="../media/image204.wmf"/><Relationship Id="rId3" Type="http://schemas.openxmlformats.org/officeDocument/2006/relationships/image" Target="../media/image194.wmf"/><Relationship Id="rId7" Type="http://schemas.openxmlformats.org/officeDocument/2006/relationships/image" Target="../media/image198.wmf"/><Relationship Id="rId12" Type="http://schemas.openxmlformats.org/officeDocument/2006/relationships/image" Target="../media/image203.wmf"/><Relationship Id="rId17" Type="http://schemas.openxmlformats.org/officeDocument/2006/relationships/image" Target="../media/image207.wmf"/><Relationship Id="rId2" Type="http://schemas.openxmlformats.org/officeDocument/2006/relationships/image" Target="../media/image193.wmf"/><Relationship Id="rId16" Type="http://schemas.openxmlformats.org/officeDocument/2006/relationships/image" Target="../media/image11.wmf"/><Relationship Id="rId1" Type="http://schemas.openxmlformats.org/officeDocument/2006/relationships/image" Target="../media/image192.wmf"/><Relationship Id="rId6" Type="http://schemas.openxmlformats.org/officeDocument/2006/relationships/image" Target="../media/image197.wmf"/><Relationship Id="rId11" Type="http://schemas.openxmlformats.org/officeDocument/2006/relationships/image" Target="../media/image202.wmf"/><Relationship Id="rId5" Type="http://schemas.openxmlformats.org/officeDocument/2006/relationships/image" Target="../media/image196.wmf"/><Relationship Id="rId15" Type="http://schemas.openxmlformats.org/officeDocument/2006/relationships/image" Target="../media/image206.wmf"/><Relationship Id="rId10" Type="http://schemas.openxmlformats.org/officeDocument/2006/relationships/image" Target="../media/image201.wmf"/><Relationship Id="rId4" Type="http://schemas.openxmlformats.org/officeDocument/2006/relationships/image" Target="../media/image195.wmf"/><Relationship Id="rId9" Type="http://schemas.openxmlformats.org/officeDocument/2006/relationships/image" Target="../media/image200.wmf"/><Relationship Id="rId14" Type="http://schemas.openxmlformats.org/officeDocument/2006/relationships/image" Target="../media/image205.w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0722"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200" b="0"/>
            </a:lvl1pPr>
          </a:lstStyle>
          <a:p>
            <a:endParaRPr lang="en-US" altLang="zh-CN"/>
          </a:p>
        </p:txBody>
      </p:sp>
      <p:sp>
        <p:nvSpPr>
          <p:cNvPr id="30723" name="Rectangle 3"/>
          <p:cNvSpPr>
            <a:spLocks noGrp="1" noChangeArrowheads="1"/>
          </p:cNvSpPr>
          <p:nvPr>
            <p:ph type="dt" sz="quarter" idx="1"/>
          </p:nvPr>
        </p:nvSpPr>
        <p:spPr bwMode="auto">
          <a:xfrm>
            <a:off x="388620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b="0"/>
            </a:lvl1pPr>
          </a:lstStyle>
          <a:p>
            <a:endParaRPr lang="en-US" altLang="zh-CN"/>
          </a:p>
        </p:txBody>
      </p:sp>
      <p:sp>
        <p:nvSpPr>
          <p:cNvPr id="30724" name="Rectangle 4"/>
          <p:cNvSpPr>
            <a:spLocks noGrp="1" noChangeArrowheads="1"/>
          </p:cNvSpPr>
          <p:nvPr>
            <p:ph type="ftr" sz="quarter" idx="2"/>
          </p:nvPr>
        </p:nvSpPr>
        <p:spPr bwMode="auto">
          <a:xfrm>
            <a:off x="0" y="8686800"/>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defRPr sz="1200" b="0"/>
            </a:lvl1pPr>
          </a:lstStyle>
          <a:p>
            <a:endParaRPr lang="en-US" altLang="zh-CN"/>
          </a:p>
        </p:txBody>
      </p:sp>
      <p:sp>
        <p:nvSpPr>
          <p:cNvPr id="30725" name="Rectangle 5"/>
          <p:cNvSpPr>
            <a:spLocks noGrp="1" noChangeArrowheads="1"/>
          </p:cNvSpPr>
          <p:nvPr>
            <p:ph type="sldNum" sz="quarter" idx="3"/>
          </p:nvPr>
        </p:nvSpPr>
        <p:spPr bwMode="auto">
          <a:xfrm>
            <a:off x="3886200" y="8686800"/>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200" b="0"/>
            </a:lvl1pPr>
          </a:lstStyle>
          <a:p>
            <a:fld id="{587ED31A-62F6-4E49-A3AD-4E05A4D7A2C5}" type="slidenum">
              <a:rPr lang="en-US" altLang="zh-CN"/>
              <a:pPr/>
              <a:t>‹#›</a:t>
            </a:fld>
            <a:endParaRPr lang="en-US" altLang="zh-CN"/>
          </a:p>
        </p:txBody>
      </p:sp>
    </p:spTree>
    <p:extLst>
      <p:ext uri="{BB962C8B-B14F-4D97-AF65-F5344CB8AC3E}">
        <p14:creationId xmlns:p14="http://schemas.microsoft.com/office/powerpoint/2010/main" val="3767578265"/>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2530"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200" b="0"/>
            </a:lvl1pPr>
          </a:lstStyle>
          <a:p>
            <a:endParaRPr lang="en-US" altLang="zh-CN"/>
          </a:p>
        </p:txBody>
      </p:sp>
      <p:sp>
        <p:nvSpPr>
          <p:cNvPr id="22531" name="Rectangle 3"/>
          <p:cNvSpPr>
            <a:spLocks noGrp="1" noChangeArrowheads="1"/>
          </p:cNvSpPr>
          <p:nvPr>
            <p:ph type="dt" idx="1"/>
          </p:nvPr>
        </p:nvSpPr>
        <p:spPr bwMode="auto">
          <a:xfrm>
            <a:off x="388620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b="0"/>
            </a:lvl1pPr>
          </a:lstStyle>
          <a:p>
            <a:endParaRPr lang="en-US" altLang="zh-CN"/>
          </a:p>
        </p:txBody>
      </p:sp>
      <p:sp>
        <p:nvSpPr>
          <p:cNvPr id="22532" name="Rectangle 4"/>
          <p:cNvSpPr>
            <a:spLocks noGrp="1" noRot="1" noChangeAspect="1" noChangeArrowheads="1" noTextEdit="1"/>
          </p:cNvSpPr>
          <p:nvPr>
            <p:ph type="sldImg" idx="2"/>
          </p:nvPr>
        </p:nvSpPr>
        <p:spPr bwMode="auto">
          <a:xfrm>
            <a:off x="381000" y="685800"/>
            <a:ext cx="6096000" cy="3429000"/>
          </a:xfrm>
          <a:prstGeom prst="rect">
            <a:avLst/>
          </a:prstGeom>
          <a:noFill/>
          <a:ln w="9525">
            <a:solidFill>
              <a:srgbClr val="000000"/>
            </a:solidFill>
            <a:miter lim="800000"/>
            <a:headEnd/>
            <a:tailEnd/>
          </a:ln>
          <a:effectLst/>
        </p:spPr>
      </p:sp>
      <p:sp>
        <p:nvSpPr>
          <p:cNvPr id="22533" name="Rectangle 5"/>
          <p:cNvSpPr>
            <a:spLocks noGrp="1" noChangeArrowheads="1"/>
          </p:cNvSpPr>
          <p:nvPr>
            <p:ph type="body" sz="quarter" idx="3"/>
          </p:nvPr>
        </p:nvSpPr>
        <p:spPr bwMode="auto">
          <a:xfrm>
            <a:off x="914400" y="4343400"/>
            <a:ext cx="50292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p>
        </p:txBody>
      </p:sp>
      <p:sp>
        <p:nvSpPr>
          <p:cNvPr id="22534" name="Rectangle 6"/>
          <p:cNvSpPr>
            <a:spLocks noGrp="1" noChangeArrowheads="1"/>
          </p:cNvSpPr>
          <p:nvPr>
            <p:ph type="ftr" sz="quarter" idx="4"/>
          </p:nvPr>
        </p:nvSpPr>
        <p:spPr bwMode="auto">
          <a:xfrm>
            <a:off x="0" y="8686800"/>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defRPr sz="1200" b="0"/>
            </a:lvl1pPr>
          </a:lstStyle>
          <a:p>
            <a:endParaRPr lang="en-US" altLang="zh-CN"/>
          </a:p>
        </p:txBody>
      </p:sp>
      <p:sp>
        <p:nvSpPr>
          <p:cNvPr id="22535" name="Rectangle 7"/>
          <p:cNvSpPr>
            <a:spLocks noGrp="1" noChangeArrowheads="1"/>
          </p:cNvSpPr>
          <p:nvPr>
            <p:ph type="sldNum" sz="quarter" idx="5"/>
          </p:nvPr>
        </p:nvSpPr>
        <p:spPr bwMode="auto">
          <a:xfrm>
            <a:off x="3886200" y="8686800"/>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200" b="0"/>
            </a:lvl1pPr>
          </a:lstStyle>
          <a:p>
            <a:fld id="{3712FFC0-C7EB-4051-A338-5CFF3319A838}" type="slidenum">
              <a:rPr lang="en-US" altLang="zh-CN"/>
              <a:pPr/>
              <a:t>‹#›</a:t>
            </a:fld>
            <a:endParaRPr lang="en-US" altLang="zh-CN"/>
          </a:p>
        </p:txBody>
      </p:sp>
    </p:spTree>
    <p:extLst>
      <p:ext uri="{BB962C8B-B14F-4D97-AF65-F5344CB8AC3E}">
        <p14:creationId xmlns:p14="http://schemas.microsoft.com/office/powerpoint/2010/main" val="3200755491"/>
      </p:ext>
    </p:extLst>
  </p:cSld>
  <p:clrMap bg1="lt1" tx1="dk1" bg2="lt2" tx2="dk2" accent1="accent1" accent2="accent2" accent3="accent3" accent4="accent4" accent5="accent5" accent6="accent6" hlink="hlink" folHlink="folHlink"/>
  <p:notesStyle>
    <a:lvl1pPr algn="l" rtl="0" fontAlgn="base">
      <a:spcBef>
        <a:spcPct val="30000"/>
      </a:spcBef>
      <a:spcAft>
        <a:spcPct val="0"/>
      </a:spcAft>
      <a:defRPr kumimoji="1" sz="1200" kern="1200">
        <a:solidFill>
          <a:schemeClr val="tx1"/>
        </a:solidFill>
        <a:latin typeface="Times New Roman" pitchFamily="18" charset="0"/>
        <a:ea typeface="宋体" pitchFamily="2" charset="-122"/>
        <a:cs typeface="+mn-cs"/>
      </a:defRPr>
    </a:lvl1pPr>
    <a:lvl2pPr marL="457200" algn="l" rtl="0" fontAlgn="base">
      <a:spcBef>
        <a:spcPct val="30000"/>
      </a:spcBef>
      <a:spcAft>
        <a:spcPct val="0"/>
      </a:spcAft>
      <a:defRPr kumimoji="1" sz="1200" kern="1200">
        <a:solidFill>
          <a:schemeClr val="tx1"/>
        </a:solidFill>
        <a:latin typeface="Times New Roman" pitchFamily="18" charset="0"/>
        <a:ea typeface="宋体" pitchFamily="2" charset="-122"/>
        <a:cs typeface="+mn-cs"/>
      </a:defRPr>
    </a:lvl2pPr>
    <a:lvl3pPr marL="914400" algn="l" rtl="0" fontAlgn="base">
      <a:spcBef>
        <a:spcPct val="30000"/>
      </a:spcBef>
      <a:spcAft>
        <a:spcPct val="0"/>
      </a:spcAft>
      <a:defRPr kumimoji="1" sz="1200" kern="1200">
        <a:solidFill>
          <a:schemeClr val="tx1"/>
        </a:solidFill>
        <a:latin typeface="Times New Roman" pitchFamily="18" charset="0"/>
        <a:ea typeface="宋体" pitchFamily="2" charset="-122"/>
        <a:cs typeface="+mn-cs"/>
      </a:defRPr>
    </a:lvl3pPr>
    <a:lvl4pPr marL="1371600" algn="l" rtl="0" fontAlgn="base">
      <a:spcBef>
        <a:spcPct val="30000"/>
      </a:spcBef>
      <a:spcAft>
        <a:spcPct val="0"/>
      </a:spcAft>
      <a:defRPr kumimoji="1" sz="1200" kern="1200">
        <a:solidFill>
          <a:schemeClr val="tx1"/>
        </a:solidFill>
        <a:latin typeface="Times New Roman" pitchFamily="18" charset="0"/>
        <a:ea typeface="宋体" pitchFamily="2" charset="-122"/>
        <a:cs typeface="+mn-cs"/>
      </a:defRPr>
    </a:lvl4pPr>
    <a:lvl5pPr marL="1828800" algn="l" rtl="0" fontAlgn="base">
      <a:spcBef>
        <a:spcPct val="30000"/>
      </a:spcBef>
      <a:spcAft>
        <a:spcPct val="0"/>
      </a:spcAft>
      <a:defRPr kumimoji="1" sz="1200" kern="1200">
        <a:solidFill>
          <a:schemeClr val="tx1"/>
        </a:solidFill>
        <a:latin typeface="Times New Roman" pitchFamily="18" charset="0"/>
        <a:ea typeface="宋体"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1597819"/>
            <a:ext cx="7772400" cy="1102519"/>
          </a:xfrm>
        </p:spPr>
        <p:txBody>
          <a:bodyPr/>
          <a:lstStyle/>
          <a:p>
            <a:r>
              <a:rPr lang="zh-CN" altLang="en-US" smtClean="0"/>
              <a:t>单击此处编辑母版标题样式</a:t>
            </a:r>
            <a:endParaRPr lang="zh-CN" altLang="en-US"/>
          </a:p>
        </p:txBody>
      </p:sp>
      <p:sp>
        <p:nvSpPr>
          <p:cNvPr id="3" name="副标题 2"/>
          <p:cNvSpPr>
            <a:spLocks noGrp="1"/>
          </p:cNvSpPr>
          <p:nvPr>
            <p:ph type="subTitle" idx="1"/>
          </p:nvPr>
        </p:nvSpPr>
        <p:spPr>
          <a:xfrm>
            <a:off x="1371600" y="2914650"/>
            <a:ext cx="6400800" cy="1314450"/>
          </a:xfrm>
        </p:spPr>
        <p:txBody>
          <a:bodyPr/>
          <a:lstStyle>
            <a:lvl1pPr marL="0" indent="0" algn="ctr">
              <a:buNone/>
              <a:defRPr/>
            </a:lvl1pPr>
            <a:lvl2pPr marL="342900" indent="0" algn="ctr">
              <a:buNone/>
              <a:defRPr/>
            </a:lvl2pPr>
            <a:lvl3pPr marL="685800" indent="0" algn="ctr">
              <a:buNone/>
              <a:defRPr/>
            </a:lvl3pPr>
            <a:lvl4pPr marL="1028700" indent="0" algn="ctr">
              <a:buNone/>
              <a:defRPr/>
            </a:lvl4pPr>
            <a:lvl5pPr marL="1371600" indent="0" algn="ctr">
              <a:buNone/>
              <a:defRPr/>
            </a:lvl5pPr>
            <a:lvl6pPr marL="1714500" indent="0" algn="ctr">
              <a:buNone/>
              <a:defRPr/>
            </a:lvl6pPr>
            <a:lvl7pPr marL="2057400" indent="0" algn="ctr">
              <a:buNone/>
              <a:defRPr/>
            </a:lvl7pPr>
            <a:lvl8pPr marL="2400300" indent="0" algn="ctr">
              <a:buNone/>
              <a:defRPr/>
            </a:lvl8pPr>
            <a:lvl9pPr marL="2743200" indent="0" algn="ctr">
              <a:buNone/>
              <a:defRPr/>
            </a:lvl9pPr>
          </a:lstStyle>
          <a:p>
            <a:r>
              <a:rPr lang="zh-CN" altLang="en-US" smtClean="0"/>
              <a:t>单击此处编辑母版副标题样式</a:t>
            </a:r>
            <a:endParaRPr lang="zh-CN" altLang="en-US"/>
          </a:p>
        </p:txBody>
      </p:sp>
      <p:sp>
        <p:nvSpPr>
          <p:cNvPr id="4" name="日期占位符 3"/>
          <p:cNvSpPr>
            <a:spLocks noGrp="1"/>
          </p:cNvSpPr>
          <p:nvPr>
            <p:ph type="dt" sz="half" idx="10"/>
          </p:nvPr>
        </p:nvSpPr>
        <p:spPr/>
        <p:txBody>
          <a:bodyPr/>
          <a:lstStyle>
            <a:lvl1pPr>
              <a:defRPr/>
            </a:lvl1pPr>
          </a:lstStyle>
          <a:p>
            <a:endParaRPr lang="en-US" altLang="zh-CN"/>
          </a:p>
        </p:txBody>
      </p:sp>
      <p:sp>
        <p:nvSpPr>
          <p:cNvPr id="5" name="页脚占位符 4"/>
          <p:cNvSpPr>
            <a:spLocks noGrp="1"/>
          </p:cNvSpPr>
          <p:nvPr>
            <p:ph type="ftr" sz="quarter" idx="11"/>
          </p:nvPr>
        </p:nvSpPr>
        <p:spPr/>
        <p:txBody>
          <a:bodyPr/>
          <a:lstStyle>
            <a:lvl1pPr>
              <a:defRPr/>
            </a:lvl1pPr>
          </a:lstStyle>
          <a:p>
            <a:endParaRPr lang="en-US" altLang="zh-CN"/>
          </a:p>
        </p:txBody>
      </p:sp>
      <p:sp>
        <p:nvSpPr>
          <p:cNvPr id="6" name="灯片编号占位符 5"/>
          <p:cNvSpPr>
            <a:spLocks noGrp="1"/>
          </p:cNvSpPr>
          <p:nvPr>
            <p:ph type="sldNum" sz="quarter" idx="12"/>
          </p:nvPr>
        </p:nvSpPr>
        <p:spPr/>
        <p:txBody>
          <a:bodyPr/>
          <a:lstStyle>
            <a:lvl1pPr>
              <a:defRPr/>
            </a:lvl1pPr>
          </a:lstStyle>
          <a:p>
            <a:fld id="{DAFA5C09-C587-4E03-9C66-D4E7B0CC06AE}" type="slidenum">
              <a:rPr lang="en-US" altLang="zh-CN"/>
              <a:pPr/>
              <a:t>‹#›</a:t>
            </a:fld>
            <a:endParaRPr lang="en-US" altLang="zh-CN"/>
          </a:p>
        </p:txBody>
      </p:sp>
    </p:spTree>
  </p:cSld>
  <p:clrMapOvr>
    <a:masterClrMapping/>
  </p:clrMapOvr>
  <p:transition>
    <p:random/>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lvl1pPr>
              <a:defRPr/>
            </a:lvl1pPr>
          </a:lstStyle>
          <a:p>
            <a:endParaRPr lang="en-US" altLang="zh-CN"/>
          </a:p>
        </p:txBody>
      </p:sp>
      <p:sp>
        <p:nvSpPr>
          <p:cNvPr id="5" name="页脚占位符 4"/>
          <p:cNvSpPr>
            <a:spLocks noGrp="1"/>
          </p:cNvSpPr>
          <p:nvPr>
            <p:ph type="ftr" sz="quarter" idx="11"/>
          </p:nvPr>
        </p:nvSpPr>
        <p:spPr/>
        <p:txBody>
          <a:bodyPr/>
          <a:lstStyle>
            <a:lvl1pPr>
              <a:defRPr/>
            </a:lvl1pPr>
          </a:lstStyle>
          <a:p>
            <a:endParaRPr lang="en-US" altLang="zh-CN"/>
          </a:p>
        </p:txBody>
      </p:sp>
      <p:sp>
        <p:nvSpPr>
          <p:cNvPr id="6" name="灯片编号占位符 5"/>
          <p:cNvSpPr>
            <a:spLocks noGrp="1"/>
          </p:cNvSpPr>
          <p:nvPr>
            <p:ph type="sldNum" sz="quarter" idx="12"/>
          </p:nvPr>
        </p:nvSpPr>
        <p:spPr/>
        <p:txBody>
          <a:bodyPr/>
          <a:lstStyle>
            <a:lvl1pPr>
              <a:defRPr/>
            </a:lvl1pPr>
          </a:lstStyle>
          <a:p>
            <a:fld id="{4533FE86-80ED-429A-BAEC-DD20895FA530}" type="slidenum">
              <a:rPr lang="en-US" altLang="zh-CN"/>
              <a:pPr/>
              <a:t>‹#›</a:t>
            </a:fld>
            <a:endParaRPr lang="en-US" altLang="zh-CN"/>
          </a:p>
        </p:txBody>
      </p:sp>
    </p:spTree>
  </p:cSld>
  <p:clrMapOvr>
    <a:masterClrMapping/>
  </p:clrMapOvr>
  <p:transition>
    <p:random/>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3305176"/>
            <a:ext cx="7772400" cy="1021556"/>
          </a:xfrm>
        </p:spPr>
        <p:txBody>
          <a:bodyPr anchor="t"/>
          <a:lstStyle>
            <a:lvl1pPr algn="l">
              <a:defRPr sz="3000" b="1" cap="all"/>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722313" y="2180035"/>
            <a:ext cx="7772400" cy="1125140"/>
          </a:xfrm>
        </p:spPr>
        <p:txBody>
          <a:bodyPr anchor="b"/>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a:r>
              <a:rPr lang="zh-CN" altLang="en-US" smtClean="0"/>
              <a:t>单击此处编辑母版文本样式</a:t>
            </a:r>
          </a:p>
        </p:txBody>
      </p:sp>
      <p:sp>
        <p:nvSpPr>
          <p:cNvPr id="4" name="日期占位符 3"/>
          <p:cNvSpPr>
            <a:spLocks noGrp="1"/>
          </p:cNvSpPr>
          <p:nvPr>
            <p:ph type="dt" sz="half" idx="10"/>
          </p:nvPr>
        </p:nvSpPr>
        <p:spPr/>
        <p:txBody>
          <a:bodyPr/>
          <a:lstStyle>
            <a:lvl1pPr>
              <a:defRPr/>
            </a:lvl1pPr>
          </a:lstStyle>
          <a:p>
            <a:endParaRPr lang="en-US" altLang="zh-CN"/>
          </a:p>
        </p:txBody>
      </p:sp>
      <p:sp>
        <p:nvSpPr>
          <p:cNvPr id="5" name="页脚占位符 4"/>
          <p:cNvSpPr>
            <a:spLocks noGrp="1"/>
          </p:cNvSpPr>
          <p:nvPr>
            <p:ph type="ftr" sz="quarter" idx="11"/>
          </p:nvPr>
        </p:nvSpPr>
        <p:spPr/>
        <p:txBody>
          <a:bodyPr/>
          <a:lstStyle>
            <a:lvl1pPr>
              <a:defRPr/>
            </a:lvl1pPr>
          </a:lstStyle>
          <a:p>
            <a:endParaRPr lang="en-US" altLang="zh-CN"/>
          </a:p>
        </p:txBody>
      </p:sp>
      <p:sp>
        <p:nvSpPr>
          <p:cNvPr id="6" name="灯片编号占位符 5"/>
          <p:cNvSpPr>
            <a:spLocks noGrp="1"/>
          </p:cNvSpPr>
          <p:nvPr>
            <p:ph type="sldNum" sz="quarter" idx="12"/>
          </p:nvPr>
        </p:nvSpPr>
        <p:spPr/>
        <p:txBody>
          <a:bodyPr/>
          <a:lstStyle>
            <a:lvl1pPr>
              <a:defRPr/>
            </a:lvl1pPr>
          </a:lstStyle>
          <a:p>
            <a:fld id="{BE766413-D0F8-42AB-AA66-87B899A8240D}" type="slidenum">
              <a:rPr lang="en-US" altLang="zh-CN"/>
              <a:pPr/>
              <a:t>‹#›</a:t>
            </a:fld>
            <a:endParaRPr lang="en-US" altLang="zh-CN"/>
          </a:p>
        </p:txBody>
      </p:sp>
    </p:spTree>
  </p:cSld>
  <p:clrMapOvr>
    <a:masterClrMapping/>
  </p:clrMapOvr>
  <p:transition>
    <p:random/>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685800" y="1485900"/>
            <a:ext cx="3810000" cy="3086100"/>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内容占位符 3"/>
          <p:cNvSpPr>
            <a:spLocks noGrp="1"/>
          </p:cNvSpPr>
          <p:nvPr>
            <p:ph sz="half" idx="2"/>
          </p:nvPr>
        </p:nvSpPr>
        <p:spPr>
          <a:xfrm>
            <a:off x="4648200" y="1485900"/>
            <a:ext cx="3810000" cy="3086100"/>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日期占位符 4"/>
          <p:cNvSpPr>
            <a:spLocks noGrp="1"/>
          </p:cNvSpPr>
          <p:nvPr>
            <p:ph type="dt" sz="half" idx="10"/>
          </p:nvPr>
        </p:nvSpPr>
        <p:spPr/>
        <p:txBody>
          <a:bodyPr/>
          <a:lstStyle>
            <a:lvl1pPr>
              <a:defRPr/>
            </a:lvl1pPr>
          </a:lstStyle>
          <a:p>
            <a:endParaRPr lang="en-US" altLang="zh-CN"/>
          </a:p>
        </p:txBody>
      </p:sp>
      <p:sp>
        <p:nvSpPr>
          <p:cNvPr id="6" name="页脚占位符 5"/>
          <p:cNvSpPr>
            <a:spLocks noGrp="1"/>
          </p:cNvSpPr>
          <p:nvPr>
            <p:ph type="ftr" sz="quarter" idx="11"/>
          </p:nvPr>
        </p:nvSpPr>
        <p:spPr/>
        <p:txBody>
          <a:bodyPr/>
          <a:lstStyle>
            <a:lvl1pPr>
              <a:defRPr/>
            </a:lvl1pPr>
          </a:lstStyle>
          <a:p>
            <a:endParaRPr lang="en-US" altLang="zh-CN"/>
          </a:p>
        </p:txBody>
      </p:sp>
      <p:sp>
        <p:nvSpPr>
          <p:cNvPr id="7" name="灯片编号占位符 6"/>
          <p:cNvSpPr>
            <a:spLocks noGrp="1"/>
          </p:cNvSpPr>
          <p:nvPr>
            <p:ph type="sldNum" sz="quarter" idx="12"/>
          </p:nvPr>
        </p:nvSpPr>
        <p:spPr/>
        <p:txBody>
          <a:bodyPr/>
          <a:lstStyle>
            <a:lvl1pPr>
              <a:defRPr/>
            </a:lvl1pPr>
          </a:lstStyle>
          <a:p>
            <a:fld id="{F4D646DC-E27A-4700-AB22-6A437850EF67}" type="slidenum">
              <a:rPr lang="en-US" altLang="zh-CN"/>
              <a:pPr/>
              <a:t>‹#›</a:t>
            </a:fld>
            <a:endParaRPr lang="en-US" altLang="zh-CN"/>
          </a:p>
        </p:txBody>
      </p:sp>
    </p:spTree>
  </p:cSld>
  <p:clrMapOvr>
    <a:masterClrMapping/>
  </p:clrMapOvr>
  <p:transition>
    <p:random/>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05979"/>
            <a:ext cx="8229600" cy="857250"/>
          </a:xfrm>
        </p:spPr>
        <p:txBody>
          <a:bodyPr/>
          <a:lstStyle>
            <a:lvl1pPr>
              <a:defRPr/>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457200" y="1151335"/>
            <a:ext cx="4040188"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smtClean="0"/>
              <a:t>单击此处编辑母版文本样式</a:t>
            </a:r>
          </a:p>
        </p:txBody>
      </p:sp>
      <p:sp>
        <p:nvSpPr>
          <p:cNvPr id="4" name="内容占位符 3"/>
          <p:cNvSpPr>
            <a:spLocks noGrp="1"/>
          </p:cNvSpPr>
          <p:nvPr>
            <p:ph sz="half" idx="2"/>
          </p:nvPr>
        </p:nvSpPr>
        <p:spPr>
          <a:xfrm>
            <a:off x="457200" y="1631156"/>
            <a:ext cx="4040188"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文本占位符 4"/>
          <p:cNvSpPr>
            <a:spLocks noGrp="1"/>
          </p:cNvSpPr>
          <p:nvPr>
            <p:ph type="body" sz="quarter" idx="3"/>
          </p:nvPr>
        </p:nvSpPr>
        <p:spPr>
          <a:xfrm>
            <a:off x="4645026" y="1151335"/>
            <a:ext cx="4041775"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smtClean="0"/>
              <a:t>单击此处编辑母版文本样式</a:t>
            </a:r>
          </a:p>
        </p:txBody>
      </p:sp>
      <p:sp>
        <p:nvSpPr>
          <p:cNvPr id="6" name="内容占位符 5"/>
          <p:cNvSpPr>
            <a:spLocks noGrp="1"/>
          </p:cNvSpPr>
          <p:nvPr>
            <p:ph sz="quarter" idx="4"/>
          </p:nvPr>
        </p:nvSpPr>
        <p:spPr>
          <a:xfrm>
            <a:off x="4645026" y="1631156"/>
            <a:ext cx="4041775"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7" name="日期占位符 6"/>
          <p:cNvSpPr>
            <a:spLocks noGrp="1"/>
          </p:cNvSpPr>
          <p:nvPr>
            <p:ph type="dt" sz="half" idx="10"/>
          </p:nvPr>
        </p:nvSpPr>
        <p:spPr/>
        <p:txBody>
          <a:bodyPr/>
          <a:lstStyle>
            <a:lvl1pPr>
              <a:defRPr/>
            </a:lvl1pPr>
          </a:lstStyle>
          <a:p>
            <a:endParaRPr lang="en-US" altLang="zh-CN"/>
          </a:p>
        </p:txBody>
      </p:sp>
      <p:sp>
        <p:nvSpPr>
          <p:cNvPr id="8" name="页脚占位符 7"/>
          <p:cNvSpPr>
            <a:spLocks noGrp="1"/>
          </p:cNvSpPr>
          <p:nvPr>
            <p:ph type="ftr" sz="quarter" idx="11"/>
          </p:nvPr>
        </p:nvSpPr>
        <p:spPr/>
        <p:txBody>
          <a:bodyPr/>
          <a:lstStyle>
            <a:lvl1pPr>
              <a:defRPr/>
            </a:lvl1pPr>
          </a:lstStyle>
          <a:p>
            <a:endParaRPr lang="en-US" altLang="zh-CN"/>
          </a:p>
        </p:txBody>
      </p:sp>
      <p:sp>
        <p:nvSpPr>
          <p:cNvPr id="9" name="灯片编号占位符 8"/>
          <p:cNvSpPr>
            <a:spLocks noGrp="1"/>
          </p:cNvSpPr>
          <p:nvPr>
            <p:ph type="sldNum" sz="quarter" idx="12"/>
          </p:nvPr>
        </p:nvSpPr>
        <p:spPr/>
        <p:txBody>
          <a:bodyPr/>
          <a:lstStyle>
            <a:lvl1pPr>
              <a:defRPr/>
            </a:lvl1pPr>
          </a:lstStyle>
          <a:p>
            <a:fld id="{9A14AC19-319F-4013-9B92-468F9E7686EF}" type="slidenum">
              <a:rPr lang="en-US" altLang="zh-CN"/>
              <a:pPr/>
              <a:t>‹#›</a:t>
            </a:fld>
            <a:endParaRPr lang="en-US" altLang="zh-CN"/>
          </a:p>
        </p:txBody>
      </p:sp>
    </p:spTree>
  </p:cSld>
  <p:clrMapOvr>
    <a:masterClrMapping/>
  </p:clrMapOvr>
  <p:transition>
    <p:random/>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lvl1pPr>
              <a:defRPr/>
            </a:lvl1pPr>
          </a:lstStyle>
          <a:p>
            <a:endParaRPr lang="en-US" altLang="zh-CN"/>
          </a:p>
        </p:txBody>
      </p:sp>
      <p:sp>
        <p:nvSpPr>
          <p:cNvPr id="4" name="页脚占位符 3"/>
          <p:cNvSpPr>
            <a:spLocks noGrp="1"/>
          </p:cNvSpPr>
          <p:nvPr>
            <p:ph type="ftr" sz="quarter" idx="11"/>
          </p:nvPr>
        </p:nvSpPr>
        <p:spPr/>
        <p:txBody>
          <a:bodyPr/>
          <a:lstStyle>
            <a:lvl1pPr>
              <a:defRPr/>
            </a:lvl1pPr>
          </a:lstStyle>
          <a:p>
            <a:endParaRPr lang="en-US" altLang="zh-CN"/>
          </a:p>
        </p:txBody>
      </p:sp>
      <p:sp>
        <p:nvSpPr>
          <p:cNvPr id="5" name="灯片编号占位符 4"/>
          <p:cNvSpPr>
            <a:spLocks noGrp="1"/>
          </p:cNvSpPr>
          <p:nvPr>
            <p:ph type="sldNum" sz="quarter" idx="12"/>
          </p:nvPr>
        </p:nvSpPr>
        <p:spPr/>
        <p:txBody>
          <a:bodyPr/>
          <a:lstStyle>
            <a:lvl1pPr>
              <a:defRPr/>
            </a:lvl1pPr>
          </a:lstStyle>
          <a:p>
            <a:fld id="{E3A40E66-94A8-46D1-9F3C-8AC620ED888C}" type="slidenum">
              <a:rPr lang="en-US" altLang="zh-CN"/>
              <a:pPr/>
              <a:t>‹#›</a:t>
            </a:fld>
            <a:endParaRPr lang="en-US" altLang="zh-CN"/>
          </a:p>
        </p:txBody>
      </p:sp>
    </p:spTree>
  </p:cSld>
  <p:clrMapOvr>
    <a:masterClrMapping/>
  </p:clrMapOvr>
  <p:transition>
    <p:random/>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lvl1pPr>
              <a:defRPr/>
            </a:lvl1pPr>
          </a:lstStyle>
          <a:p>
            <a:endParaRPr lang="en-US" altLang="zh-CN"/>
          </a:p>
        </p:txBody>
      </p:sp>
      <p:sp>
        <p:nvSpPr>
          <p:cNvPr id="3" name="页脚占位符 2"/>
          <p:cNvSpPr>
            <a:spLocks noGrp="1"/>
          </p:cNvSpPr>
          <p:nvPr>
            <p:ph type="ftr" sz="quarter" idx="11"/>
          </p:nvPr>
        </p:nvSpPr>
        <p:spPr/>
        <p:txBody>
          <a:bodyPr/>
          <a:lstStyle>
            <a:lvl1pPr>
              <a:defRPr/>
            </a:lvl1pPr>
          </a:lstStyle>
          <a:p>
            <a:endParaRPr lang="en-US" altLang="zh-CN"/>
          </a:p>
        </p:txBody>
      </p:sp>
      <p:sp>
        <p:nvSpPr>
          <p:cNvPr id="4" name="灯片编号占位符 3"/>
          <p:cNvSpPr>
            <a:spLocks noGrp="1"/>
          </p:cNvSpPr>
          <p:nvPr>
            <p:ph type="sldNum" sz="quarter" idx="12"/>
          </p:nvPr>
        </p:nvSpPr>
        <p:spPr>
          <a:xfrm>
            <a:off x="7236125" y="4929375"/>
            <a:ext cx="1905000" cy="342900"/>
          </a:xfrm>
        </p:spPr>
        <p:txBody>
          <a:bodyPr/>
          <a:lstStyle>
            <a:lvl1pPr>
              <a:defRPr/>
            </a:lvl1pPr>
          </a:lstStyle>
          <a:p>
            <a:fld id="{C8EA54EE-8AC7-426A-8D8E-5DE786B1060B}" type="slidenum">
              <a:rPr lang="en-US" altLang="zh-CN"/>
              <a:pPr/>
              <a:t>‹#›</a:t>
            </a:fld>
            <a:endParaRPr lang="en-US" altLang="zh-CN" dirty="0"/>
          </a:p>
        </p:txBody>
      </p:sp>
    </p:spTree>
  </p:cSld>
  <p:clrMapOvr>
    <a:masterClrMapping/>
  </p:clrMapOvr>
  <p:transition>
    <p:random/>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1" y="204787"/>
            <a:ext cx="3008313" cy="871538"/>
          </a:xfrm>
        </p:spPr>
        <p:txBody>
          <a:bodyPr anchor="b"/>
          <a:lstStyle>
            <a:lvl1pPr algn="l">
              <a:defRPr sz="1500" b="1"/>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3575050" y="204788"/>
            <a:ext cx="5111750" cy="438983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文本占位符 3"/>
          <p:cNvSpPr>
            <a:spLocks noGrp="1"/>
          </p:cNvSpPr>
          <p:nvPr>
            <p:ph type="body" sz="half" idx="2"/>
          </p:nvPr>
        </p:nvSpPr>
        <p:spPr>
          <a:xfrm>
            <a:off x="457201" y="1076326"/>
            <a:ext cx="3008313" cy="351829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zh-CN" altLang="en-US" smtClean="0"/>
              <a:t>单击此处编辑母版文本样式</a:t>
            </a:r>
          </a:p>
        </p:txBody>
      </p:sp>
      <p:sp>
        <p:nvSpPr>
          <p:cNvPr id="5" name="日期占位符 4"/>
          <p:cNvSpPr>
            <a:spLocks noGrp="1"/>
          </p:cNvSpPr>
          <p:nvPr>
            <p:ph type="dt" sz="half" idx="10"/>
          </p:nvPr>
        </p:nvSpPr>
        <p:spPr/>
        <p:txBody>
          <a:bodyPr/>
          <a:lstStyle>
            <a:lvl1pPr>
              <a:defRPr/>
            </a:lvl1pPr>
          </a:lstStyle>
          <a:p>
            <a:endParaRPr lang="en-US" altLang="zh-CN"/>
          </a:p>
        </p:txBody>
      </p:sp>
      <p:sp>
        <p:nvSpPr>
          <p:cNvPr id="6" name="页脚占位符 5"/>
          <p:cNvSpPr>
            <a:spLocks noGrp="1"/>
          </p:cNvSpPr>
          <p:nvPr>
            <p:ph type="ftr" sz="quarter" idx="11"/>
          </p:nvPr>
        </p:nvSpPr>
        <p:spPr/>
        <p:txBody>
          <a:bodyPr/>
          <a:lstStyle>
            <a:lvl1pPr>
              <a:defRPr/>
            </a:lvl1pPr>
          </a:lstStyle>
          <a:p>
            <a:endParaRPr lang="en-US" altLang="zh-CN"/>
          </a:p>
        </p:txBody>
      </p:sp>
      <p:sp>
        <p:nvSpPr>
          <p:cNvPr id="7" name="灯片编号占位符 6"/>
          <p:cNvSpPr>
            <a:spLocks noGrp="1"/>
          </p:cNvSpPr>
          <p:nvPr>
            <p:ph type="sldNum" sz="quarter" idx="12"/>
          </p:nvPr>
        </p:nvSpPr>
        <p:spPr/>
        <p:txBody>
          <a:bodyPr/>
          <a:lstStyle>
            <a:lvl1pPr>
              <a:defRPr/>
            </a:lvl1pPr>
          </a:lstStyle>
          <a:p>
            <a:fld id="{DE7713D4-4EBC-47AA-9C8F-AC05B8A942AD}" type="slidenum">
              <a:rPr lang="en-US" altLang="zh-CN"/>
              <a:pPr/>
              <a:t>‹#›</a:t>
            </a:fld>
            <a:endParaRPr lang="en-US" altLang="zh-CN"/>
          </a:p>
        </p:txBody>
      </p:sp>
    </p:spTree>
  </p:cSld>
  <p:clrMapOvr>
    <a:masterClrMapping/>
  </p:clrMapOvr>
  <p:transition>
    <p:random/>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3600450"/>
            <a:ext cx="5486400" cy="425054"/>
          </a:xfrm>
        </p:spPr>
        <p:txBody>
          <a:bodyPr anchor="b"/>
          <a:lstStyle>
            <a:lvl1pPr algn="l">
              <a:defRPr sz="1500" b="1"/>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1792288" y="459581"/>
            <a:ext cx="5486400" cy="30861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zh-CN" altLang="en-US"/>
          </a:p>
        </p:txBody>
      </p:sp>
      <p:sp>
        <p:nvSpPr>
          <p:cNvPr id="4" name="文本占位符 3"/>
          <p:cNvSpPr>
            <a:spLocks noGrp="1"/>
          </p:cNvSpPr>
          <p:nvPr>
            <p:ph type="body" sz="half" idx="2"/>
          </p:nvPr>
        </p:nvSpPr>
        <p:spPr>
          <a:xfrm>
            <a:off x="1792288" y="4025503"/>
            <a:ext cx="5486400" cy="60364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zh-CN" altLang="en-US" smtClean="0"/>
              <a:t>单击此处编辑母版文本样式</a:t>
            </a:r>
          </a:p>
        </p:txBody>
      </p:sp>
      <p:sp>
        <p:nvSpPr>
          <p:cNvPr id="5" name="日期占位符 4"/>
          <p:cNvSpPr>
            <a:spLocks noGrp="1"/>
          </p:cNvSpPr>
          <p:nvPr>
            <p:ph type="dt" sz="half" idx="10"/>
          </p:nvPr>
        </p:nvSpPr>
        <p:spPr/>
        <p:txBody>
          <a:bodyPr/>
          <a:lstStyle>
            <a:lvl1pPr>
              <a:defRPr/>
            </a:lvl1pPr>
          </a:lstStyle>
          <a:p>
            <a:endParaRPr lang="en-US" altLang="zh-CN"/>
          </a:p>
        </p:txBody>
      </p:sp>
      <p:sp>
        <p:nvSpPr>
          <p:cNvPr id="6" name="页脚占位符 5"/>
          <p:cNvSpPr>
            <a:spLocks noGrp="1"/>
          </p:cNvSpPr>
          <p:nvPr>
            <p:ph type="ftr" sz="quarter" idx="11"/>
          </p:nvPr>
        </p:nvSpPr>
        <p:spPr/>
        <p:txBody>
          <a:bodyPr/>
          <a:lstStyle>
            <a:lvl1pPr>
              <a:defRPr/>
            </a:lvl1pPr>
          </a:lstStyle>
          <a:p>
            <a:endParaRPr lang="en-US" altLang="zh-CN"/>
          </a:p>
        </p:txBody>
      </p:sp>
      <p:sp>
        <p:nvSpPr>
          <p:cNvPr id="7" name="灯片编号占位符 6"/>
          <p:cNvSpPr>
            <a:spLocks noGrp="1"/>
          </p:cNvSpPr>
          <p:nvPr>
            <p:ph type="sldNum" sz="quarter" idx="12"/>
          </p:nvPr>
        </p:nvSpPr>
        <p:spPr/>
        <p:txBody>
          <a:bodyPr/>
          <a:lstStyle>
            <a:lvl1pPr>
              <a:defRPr/>
            </a:lvl1pPr>
          </a:lstStyle>
          <a:p>
            <a:fld id="{AEF2A32C-95CF-47A4-903C-2844B31803A9}" type="slidenum">
              <a:rPr lang="en-US" altLang="zh-CN"/>
              <a:pPr/>
              <a:t>‹#›</a:t>
            </a:fld>
            <a:endParaRPr lang="en-US" altLang="zh-CN"/>
          </a:p>
        </p:txBody>
      </p:sp>
    </p:spTree>
  </p:cSld>
  <p:clrMapOvr>
    <a:masterClrMapping/>
  </p:clrMapOvr>
  <p:transition>
    <p:random/>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lvl1pPr>
              <a:defRPr/>
            </a:lvl1pPr>
          </a:lstStyle>
          <a:p>
            <a:endParaRPr lang="en-US" altLang="zh-CN"/>
          </a:p>
        </p:txBody>
      </p:sp>
      <p:sp>
        <p:nvSpPr>
          <p:cNvPr id="5" name="页脚占位符 4"/>
          <p:cNvSpPr>
            <a:spLocks noGrp="1"/>
          </p:cNvSpPr>
          <p:nvPr>
            <p:ph type="ftr" sz="quarter" idx="11"/>
          </p:nvPr>
        </p:nvSpPr>
        <p:spPr/>
        <p:txBody>
          <a:bodyPr/>
          <a:lstStyle>
            <a:lvl1pPr>
              <a:defRPr/>
            </a:lvl1pPr>
          </a:lstStyle>
          <a:p>
            <a:endParaRPr lang="en-US" altLang="zh-CN"/>
          </a:p>
        </p:txBody>
      </p:sp>
      <p:sp>
        <p:nvSpPr>
          <p:cNvPr id="6" name="灯片编号占位符 5"/>
          <p:cNvSpPr>
            <a:spLocks noGrp="1"/>
          </p:cNvSpPr>
          <p:nvPr>
            <p:ph type="sldNum" sz="quarter" idx="12"/>
          </p:nvPr>
        </p:nvSpPr>
        <p:spPr/>
        <p:txBody>
          <a:bodyPr/>
          <a:lstStyle>
            <a:lvl1pPr>
              <a:defRPr/>
            </a:lvl1pPr>
          </a:lstStyle>
          <a:p>
            <a:fld id="{CBD26D59-EDBC-441E-8D16-5320DB79EF7F}" type="slidenum">
              <a:rPr lang="en-US" altLang="zh-CN"/>
              <a:pPr/>
              <a:t>‹#›</a:t>
            </a:fld>
            <a:endParaRPr lang="en-US" altLang="zh-CN"/>
          </a:p>
        </p:txBody>
      </p:sp>
    </p:spTree>
  </p:cSld>
  <p:clrMapOvr>
    <a:masterClrMapping/>
  </p:clrMapOvr>
  <p:transition>
    <p:random/>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515100" y="457200"/>
            <a:ext cx="1943100" cy="4114800"/>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685800" y="457200"/>
            <a:ext cx="5676900" cy="4114800"/>
          </a:xfrm>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lvl1pPr>
              <a:defRPr/>
            </a:lvl1pPr>
          </a:lstStyle>
          <a:p>
            <a:endParaRPr lang="en-US" altLang="zh-CN"/>
          </a:p>
        </p:txBody>
      </p:sp>
      <p:sp>
        <p:nvSpPr>
          <p:cNvPr id="5" name="页脚占位符 4"/>
          <p:cNvSpPr>
            <a:spLocks noGrp="1"/>
          </p:cNvSpPr>
          <p:nvPr>
            <p:ph type="ftr" sz="quarter" idx="11"/>
          </p:nvPr>
        </p:nvSpPr>
        <p:spPr/>
        <p:txBody>
          <a:bodyPr/>
          <a:lstStyle>
            <a:lvl1pPr>
              <a:defRPr/>
            </a:lvl1pPr>
          </a:lstStyle>
          <a:p>
            <a:endParaRPr lang="en-US" altLang="zh-CN"/>
          </a:p>
        </p:txBody>
      </p:sp>
      <p:sp>
        <p:nvSpPr>
          <p:cNvPr id="6" name="灯片编号占位符 5"/>
          <p:cNvSpPr>
            <a:spLocks noGrp="1"/>
          </p:cNvSpPr>
          <p:nvPr>
            <p:ph type="sldNum" sz="quarter" idx="12"/>
          </p:nvPr>
        </p:nvSpPr>
        <p:spPr/>
        <p:txBody>
          <a:bodyPr/>
          <a:lstStyle>
            <a:lvl1pPr>
              <a:defRPr/>
            </a:lvl1pPr>
          </a:lstStyle>
          <a:p>
            <a:fld id="{9AEA00B5-90F6-40D1-A5C4-629622EFAD81}" type="slidenum">
              <a:rPr lang="en-US" altLang="zh-CN"/>
              <a:pPr/>
              <a:t>‹#›</a:t>
            </a:fld>
            <a:endParaRPr lang="en-US" altLang="zh-CN"/>
          </a:p>
        </p:txBody>
      </p:sp>
    </p:spTree>
  </p:cSld>
  <p:clrMapOvr>
    <a:masterClrMapping/>
  </p:clrMapOvr>
  <p:transition>
    <p:random/>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4" name="灯片编号占位符 15"/>
          <p:cNvSpPr>
            <a:spLocks noGrp="1"/>
          </p:cNvSpPr>
          <p:nvPr>
            <p:ph type="sldNum" sz="quarter" idx="10"/>
          </p:nvPr>
        </p:nvSpPr>
        <p:spPr>
          <a:xfrm>
            <a:off x="7027975" y="4916532"/>
            <a:ext cx="2133600" cy="273844"/>
          </a:xfrm>
        </p:spPr>
        <p:txBody>
          <a:bodyPr/>
          <a:lstStyle>
            <a:lvl1pPr>
              <a:defRPr sz="1050" smtClean="0"/>
            </a:lvl1pPr>
          </a:lstStyle>
          <a:p>
            <a:pPr>
              <a:defRPr/>
            </a:pPr>
            <a:fld id="{AEB4BD98-2A00-45A7-8AA1-8165DADFE594}" type="slidenum">
              <a:rPr lang="en-US" altLang="zh-CN" smtClean="0"/>
              <a:pPr>
                <a:defRPr/>
              </a:pPr>
              <a:t>‹#›</a:t>
            </a:fld>
            <a:endParaRPr lang="en-US" altLang="zh-CN" dirty="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自定义版式">
    <p:spTree>
      <p:nvGrpSpPr>
        <p:cNvPr id="1" name=""/>
        <p:cNvGrpSpPr/>
        <p:nvPr/>
      </p:nvGrpSpPr>
      <p:grpSpPr>
        <a:xfrm>
          <a:off x="0" y="0"/>
          <a:ext cx="0" cy="0"/>
          <a:chOff x="0" y="0"/>
          <a:chExt cx="0" cy="0"/>
        </a:xfrm>
      </p:grpSpPr>
      <p:sp>
        <p:nvSpPr>
          <p:cNvPr id="2" name="Rectangle 16"/>
          <p:cNvSpPr>
            <a:spLocks noChangeArrowheads="1"/>
          </p:cNvSpPr>
          <p:nvPr/>
        </p:nvSpPr>
        <p:spPr bwMode="auto">
          <a:xfrm>
            <a:off x="7031038" y="67866"/>
            <a:ext cx="1566862" cy="4247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nSpc>
                <a:spcPct val="120000"/>
              </a:lnSpc>
              <a:spcBef>
                <a:spcPct val="50000"/>
              </a:spcBef>
              <a:defRPr/>
            </a:pPr>
            <a:r>
              <a:rPr lang="zh-CN" altLang="en-US" sz="1800" b="0" smtClean="0">
                <a:solidFill>
                  <a:srgbClr val="000066"/>
                </a:solidFill>
                <a:latin typeface="楷体_GB2312" pitchFamily="49" charset="-122"/>
                <a:ea typeface="楷体_GB2312" pitchFamily="49" charset="-122"/>
              </a:rPr>
              <a:t>本章目录</a:t>
            </a:r>
          </a:p>
        </p:txBody>
      </p:sp>
      <p:cxnSp>
        <p:nvCxnSpPr>
          <p:cNvPr id="3" name="直接连接符 2"/>
          <p:cNvCxnSpPr/>
          <p:nvPr/>
        </p:nvCxnSpPr>
        <p:spPr>
          <a:xfrm>
            <a:off x="7000892" y="447675"/>
            <a:ext cx="1548000" cy="1191"/>
          </a:xfrm>
          <a:prstGeom prst="line">
            <a:avLst/>
          </a:prstGeom>
          <a:ln w="38100" cap="rnd">
            <a:gradFill flip="none" rotWithShape="1">
              <a:gsLst>
                <a:gs pos="0">
                  <a:srgbClr val="000099"/>
                </a:gs>
                <a:gs pos="39999">
                  <a:srgbClr val="85C2FF"/>
                </a:gs>
                <a:gs pos="70000">
                  <a:srgbClr val="C4D6EB"/>
                </a:gs>
                <a:gs pos="100000">
                  <a:srgbClr val="FFEBFA"/>
                </a:gs>
              </a:gsLst>
              <a:lin ang="0" scaled="0"/>
              <a:tileRect/>
            </a:gradFill>
            <a:beve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4" name="灯片编号占位符 2"/>
          <p:cNvSpPr>
            <a:spLocks noGrp="1"/>
          </p:cNvSpPr>
          <p:nvPr>
            <p:ph type="sldNum" sz="quarter" idx="10"/>
          </p:nvPr>
        </p:nvSpPr>
        <p:spPr/>
        <p:txBody>
          <a:bodyPr/>
          <a:lstStyle>
            <a:lvl1pPr>
              <a:defRPr smtClean="0"/>
            </a:lvl1pPr>
          </a:lstStyle>
          <a:p>
            <a:pPr>
              <a:defRPr/>
            </a:pPr>
            <a:fld id="{ED6652D2-1402-434D-A079-CD5132328E88}" type="slidenum">
              <a:rPr lang="en-US" altLang="zh-CN"/>
              <a:pPr>
                <a:defRPr/>
              </a:pPr>
              <a:t>‹#›</a:t>
            </a:fld>
            <a:endParaRPr lang="en-US" altLang="zh-CN"/>
          </a:p>
        </p:txBody>
      </p:sp>
    </p:spTree>
  </p:cSld>
  <p:clrMapOvr>
    <a:masterClrMapping/>
  </p:clrMapOvr>
  <p:hf hdr="0" ftr="0" dt="0"/>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3"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685800" y="457200"/>
            <a:ext cx="7772400" cy="857250"/>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bodyPr>
          <a:lstStyle/>
          <a:p>
            <a:pPr lvl="0"/>
            <a:r>
              <a:rPr lang="zh-CN" altLang="en-US" smtClean="0"/>
              <a:t>单击此处编辑母版标题样式</a:t>
            </a:r>
          </a:p>
        </p:txBody>
      </p:sp>
      <p:sp>
        <p:nvSpPr>
          <p:cNvPr id="1027" name="Rectangle 3"/>
          <p:cNvSpPr>
            <a:spLocks noGrp="1" noChangeArrowheads="1"/>
          </p:cNvSpPr>
          <p:nvPr>
            <p:ph type="body" idx="1"/>
          </p:nvPr>
        </p:nvSpPr>
        <p:spPr bwMode="auto">
          <a:xfrm>
            <a:off x="685800" y="1485900"/>
            <a:ext cx="7772400" cy="30861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p>
        </p:txBody>
      </p:sp>
      <p:sp>
        <p:nvSpPr>
          <p:cNvPr id="1028" name="Rectangle 4"/>
          <p:cNvSpPr>
            <a:spLocks noGrp="1" noChangeArrowheads="1"/>
          </p:cNvSpPr>
          <p:nvPr>
            <p:ph type="dt" sz="half" idx="2"/>
          </p:nvPr>
        </p:nvSpPr>
        <p:spPr bwMode="auto">
          <a:xfrm>
            <a:off x="685800" y="4686300"/>
            <a:ext cx="1905000" cy="3429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050" b="0"/>
            </a:lvl1pPr>
          </a:lstStyle>
          <a:p>
            <a:endParaRPr lang="en-US" altLang="zh-CN"/>
          </a:p>
        </p:txBody>
      </p:sp>
      <p:sp>
        <p:nvSpPr>
          <p:cNvPr id="1029" name="Rectangle 5"/>
          <p:cNvSpPr>
            <a:spLocks noGrp="1" noChangeArrowheads="1"/>
          </p:cNvSpPr>
          <p:nvPr>
            <p:ph type="ftr" sz="quarter" idx="3"/>
          </p:nvPr>
        </p:nvSpPr>
        <p:spPr bwMode="auto">
          <a:xfrm>
            <a:off x="3124200" y="4686300"/>
            <a:ext cx="2895600" cy="3429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a:defRPr sz="1050" b="0"/>
            </a:lvl1pPr>
          </a:lstStyle>
          <a:p>
            <a:endParaRPr lang="en-US" altLang="zh-CN"/>
          </a:p>
        </p:txBody>
      </p:sp>
      <p:sp>
        <p:nvSpPr>
          <p:cNvPr id="1030" name="Rectangle 6"/>
          <p:cNvSpPr>
            <a:spLocks noGrp="1" noChangeArrowheads="1"/>
          </p:cNvSpPr>
          <p:nvPr>
            <p:ph type="sldNum" sz="quarter" idx="4"/>
          </p:nvPr>
        </p:nvSpPr>
        <p:spPr bwMode="auto">
          <a:xfrm>
            <a:off x="6553200" y="4686300"/>
            <a:ext cx="1905000" cy="3429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050" b="0"/>
            </a:lvl1pPr>
          </a:lstStyle>
          <a:p>
            <a:fld id="{BE0B86C6-2A40-4C21-BBC0-EC00BD0581C7}" type="slidenum">
              <a:rPr lang="en-US" altLang="zh-CN"/>
              <a:pPr/>
              <a:t>‹#›</a:t>
            </a:fld>
            <a:endParaRPr lang="en-US" altLang="zh-CN"/>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ransition>
    <p:random/>
  </p:transition>
  <p:hf hdr="0" ftr="0" dt="0"/>
  <p:txStyles>
    <p:titleStyle>
      <a:lvl1pPr algn="ctr" rtl="0" fontAlgn="base">
        <a:spcBef>
          <a:spcPct val="0"/>
        </a:spcBef>
        <a:spcAft>
          <a:spcPct val="0"/>
        </a:spcAft>
        <a:defRPr kumimoji="1" sz="3300">
          <a:solidFill>
            <a:schemeClr val="tx2"/>
          </a:solidFill>
          <a:latin typeface="+mj-lt"/>
          <a:ea typeface="+mj-ea"/>
          <a:cs typeface="+mj-cs"/>
        </a:defRPr>
      </a:lvl1pPr>
      <a:lvl2pPr algn="ctr" rtl="0" fontAlgn="base">
        <a:spcBef>
          <a:spcPct val="0"/>
        </a:spcBef>
        <a:spcAft>
          <a:spcPct val="0"/>
        </a:spcAft>
        <a:defRPr kumimoji="1" sz="3300">
          <a:solidFill>
            <a:schemeClr val="tx2"/>
          </a:solidFill>
          <a:latin typeface="Times New Roman" pitchFamily="18" charset="0"/>
          <a:ea typeface="宋体" pitchFamily="2" charset="-122"/>
        </a:defRPr>
      </a:lvl2pPr>
      <a:lvl3pPr algn="ctr" rtl="0" fontAlgn="base">
        <a:spcBef>
          <a:spcPct val="0"/>
        </a:spcBef>
        <a:spcAft>
          <a:spcPct val="0"/>
        </a:spcAft>
        <a:defRPr kumimoji="1" sz="3300">
          <a:solidFill>
            <a:schemeClr val="tx2"/>
          </a:solidFill>
          <a:latin typeface="Times New Roman" pitchFamily="18" charset="0"/>
          <a:ea typeface="宋体" pitchFamily="2" charset="-122"/>
        </a:defRPr>
      </a:lvl3pPr>
      <a:lvl4pPr algn="ctr" rtl="0" fontAlgn="base">
        <a:spcBef>
          <a:spcPct val="0"/>
        </a:spcBef>
        <a:spcAft>
          <a:spcPct val="0"/>
        </a:spcAft>
        <a:defRPr kumimoji="1" sz="3300">
          <a:solidFill>
            <a:schemeClr val="tx2"/>
          </a:solidFill>
          <a:latin typeface="Times New Roman" pitchFamily="18" charset="0"/>
          <a:ea typeface="宋体" pitchFamily="2" charset="-122"/>
        </a:defRPr>
      </a:lvl4pPr>
      <a:lvl5pPr algn="ctr" rtl="0" fontAlgn="base">
        <a:spcBef>
          <a:spcPct val="0"/>
        </a:spcBef>
        <a:spcAft>
          <a:spcPct val="0"/>
        </a:spcAft>
        <a:defRPr kumimoji="1" sz="3300">
          <a:solidFill>
            <a:schemeClr val="tx2"/>
          </a:solidFill>
          <a:latin typeface="Times New Roman" pitchFamily="18" charset="0"/>
          <a:ea typeface="宋体" pitchFamily="2" charset="-122"/>
        </a:defRPr>
      </a:lvl5pPr>
      <a:lvl6pPr marL="342900" algn="ctr" rtl="0" fontAlgn="base">
        <a:spcBef>
          <a:spcPct val="0"/>
        </a:spcBef>
        <a:spcAft>
          <a:spcPct val="0"/>
        </a:spcAft>
        <a:defRPr kumimoji="1" sz="3300">
          <a:solidFill>
            <a:schemeClr val="tx2"/>
          </a:solidFill>
          <a:latin typeface="Times New Roman" pitchFamily="18" charset="0"/>
          <a:ea typeface="宋体" pitchFamily="2" charset="-122"/>
        </a:defRPr>
      </a:lvl6pPr>
      <a:lvl7pPr marL="685800" algn="ctr" rtl="0" fontAlgn="base">
        <a:spcBef>
          <a:spcPct val="0"/>
        </a:spcBef>
        <a:spcAft>
          <a:spcPct val="0"/>
        </a:spcAft>
        <a:defRPr kumimoji="1" sz="3300">
          <a:solidFill>
            <a:schemeClr val="tx2"/>
          </a:solidFill>
          <a:latin typeface="Times New Roman" pitchFamily="18" charset="0"/>
          <a:ea typeface="宋体" pitchFamily="2" charset="-122"/>
        </a:defRPr>
      </a:lvl7pPr>
      <a:lvl8pPr marL="1028700" algn="ctr" rtl="0" fontAlgn="base">
        <a:spcBef>
          <a:spcPct val="0"/>
        </a:spcBef>
        <a:spcAft>
          <a:spcPct val="0"/>
        </a:spcAft>
        <a:defRPr kumimoji="1" sz="3300">
          <a:solidFill>
            <a:schemeClr val="tx2"/>
          </a:solidFill>
          <a:latin typeface="Times New Roman" pitchFamily="18" charset="0"/>
          <a:ea typeface="宋体" pitchFamily="2" charset="-122"/>
        </a:defRPr>
      </a:lvl8pPr>
      <a:lvl9pPr marL="1371600" algn="ctr" rtl="0" fontAlgn="base">
        <a:spcBef>
          <a:spcPct val="0"/>
        </a:spcBef>
        <a:spcAft>
          <a:spcPct val="0"/>
        </a:spcAft>
        <a:defRPr kumimoji="1" sz="3300">
          <a:solidFill>
            <a:schemeClr val="tx2"/>
          </a:solidFill>
          <a:latin typeface="Times New Roman" pitchFamily="18" charset="0"/>
          <a:ea typeface="宋体" pitchFamily="2" charset="-122"/>
        </a:defRPr>
      </a:lvl9pPr>
    </p:titleStyle>
    <p:bodyStyle>
      <a:lvl1pPr marL="257175" indent="-257175" algn="l" rtl="0" fontAlgn="base">
        <a:spcBef>
          <a:spcPct val="20000"/>
        </a:spcBef>
        <a:spcAft>
          <a:spcPct val="0"/>
        </a:spcAft>
        <a:buChar char="•"/>
        <a:defRPr kumimoji="1" sz="2400">
          <a:solidFill>
            <a:schemeClr val="tx1"/>
          </a:solidFill>
          <a:latin typeface="+mn-lt"/>
          <a:ea typeface="+mn-ea"/>
          <a:cs typeface="+mn-cs"/>
        </a:defRPr>
      </a:lvl1pPr>
      <a:lvl2pPr marL="557213" indent="-214313" algn="l" rtl="0" fontAlgn="base">
        <a:spcBef>
          <a:spcPct val="20000"/>
        </a:spcBef>
        <a:spcAft>
          <a:spcPct val="0"/>
        </a:spcAft>
        <a:buChar char="–"/>
        <a:defRPr kumimoji="1" sz="2100">
          <a:solidFill>
            <a:schemeClr val="tx1"/>
          </a:solidFill>
          <a:latin typeface="+mn-lt"/>
          <a:ea typeface="+mn-ea"/>
        </a:defRPr>
      </a:lvl2pPr>
      <a:lvl3pPr marL="857250" indent="-171450" algn="l" rtl="0" fontAlgn="base">
        <a:spcBef>
          <a:spcPct val="20000"/>
        </a:spcBef>
        <a:spcAft>
          <a:spcPct val="0"/>
        </a:spcAft>
        <a:buChar char="•"/>
        <a:defRPr kumimoji="1" sz="1800">
          <a:solidFill>
            <a:schemeClr val="tx1"/>
          </a:solidFill>
          <a:latin typeface="+mn-lt"/>
          <a:ea typeface="+mn-ea"/>
        </a:defRPr>
      </a:lvl3pPr>
      <a:lvl4pPr marL="1200150" indent="-171450" algn="l" rtl="0" fontAlgn="base">
        <a:spcBef>
          <a:spcPct val="20000"/>
        </a:spcBef>
        <a:spcAft>
          <a:spcPct val="0"/>
        </a:spcAft>
        <a:buChar char="–"/>
        <a:defRPr kumimoji="1" sz="1500">
          <a:solidFill>
            <a:schemeClr val="tx1"/>
          </a:solidFill>
          <a:latin typeface="+mn-lt"/>
          <a:ea typeface="+mn-ea"/>
        </a:defRPr>
      </a:lvl4pPr>
      <a:lvl5pPr marL="1543050" indent="-171450" algn="l" rtl="0" fontAlgn="base">
        <a:spcBef>
          <a:spcPct val="20000"/>
        </a:spcBef>
        <a:spcAft>
          <a:spcPct val="0"/>
        </a:spcAft>
        <a:buChar char="»"/>
        <a:defRPr kumimoji="1" sz="1500">
          <a:solidFill>
            <a:schemeClr val="tx1"/>
          </a:solidFill>
          <a:latin typeface="+mn-lt"/>
          <a:ea typeface="+mn-ea"/>
        </a:defRPr>
      </a:lvl5pPr>
      <a:lvl6pPr marL="1885950" indent="-171450" algn="l" rtl="0" fontAlgn="base">
        <a:spcBef>
          <a:spcPct val="20000"/>
        </a:spcBef>
        <a:spcAft>
          <a:spcPct val="0"/>
        </a:spcAft>
        <a:buChar char="»"/>
        <a:defRPr kumimoji="1" sz="1500">
          <a:solidFill>
            <a:schemeClr val="tx1"/>
          </a:solidFill>
          <a:latin typeface="+mn-lt"/>
          <a:ea typeface="+mn-ea"/>
        </a:defRPr>
      </a:lvl6pPr>
      <a:lvl7pPr marL="2228850" indent="-171450" algn="l" rtl="0" fontAlgn="base">
        <a:spcBef>
          <a:spcPct val="20000"/>
        </a:spcBef>
        <a:spcAft>
          <a:spcPct val="0"/>
        </a:spcAft>
        <a:buChar char="»"/>
        <a:defRPr kumimoji="1" sz="1500">
          <a:solidFill>
            <a:schemeClr val="tx1"/>
          </a:solidFill>
          <a:latin typeface="+mn-lt"/>
          <a:ea typeface="+mn-ea"/>
        </a:defRPr>
      </a:lvl7pPr>
      <a:lvl8pPr marL="2571750" indent="-171450" algn="l" rtl="0" fontAlgn="base">
        <a:spcBef>
          <a:spcPct val="20000"/>
        </a:spcBef>
        <a:spcAft>
          <a:spcPct val="0"/>
        </a:spcAft>
        <a:buChar char="»"/>
        <a:defRPr kumimoji="1" sz="1500">
          <a:solidFill>
            <a:schemeClr val="tx1"/>
          </a:solidFill>
          <a:latin typeface="+mn-lt"/>
          <a:ea typeface="+mn-ea"/>
        </a:defRPr>
      </a:lvl8pPr>
      <a:lvl9pPr marL="2914650" indent="-171450" algn="l" rtl="0" fontAlgn="base">
        <a:spcBef>
          <a:spcPct val="20000"/>
        </a:spcBef>
        <a:spcAft>
          <a:spcPct val="0"/>
        </a:spcAft>
        <a:buChar char="»"/>
        <a:defRPr kumimoji="1" sz="1500">
          <a:solidFill>
            <a:schemeClr val="tx1"/>
          </a:solidFill>
          <a:latin typeface="+mn-lt"/>
          <a:ea typeface="+mn-ea"/>
        </a:defRPr>
      </a:lvl9pPr>
    </p:bodyStyle>
    <p:otherStyle>
      <a:defPPr>
        <a:defRPr lang="zh-CN"/>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 name="灯片编号占位符 15"/>
          <p:cNvSpPr>
            <a:spLocks noGrp="1"/>
          </p:cNvSpPr>
          <p:nvPr>
            <p:ph type="sldNum" sz="quarter" idx="4"/>
          </p:nvPr>
        </p:nvSpPr>
        <p:spPr>
          <a:xfrm>
            <a:off x="7004825" y="4899169"/>
            <a:ext cx="2133600" cy="273844"/>
          </a:xfrm>
          <a:prstGeom prst="rect">
            <a:avLst/>
          </a:prstGeom>
        </p:spPr>
        <p:txBody>
          <a:bodyPr vert="horz" wrap="square" lIns="91440" tIns="45720" rIns="91440" bIns="45720" numCol="1" anchor="ctr" anchorCtr="0" compatLnSpc="1">
            <a:prstTxWarp prst="textNoShape">
              <a:avLst/>
            </a:prstTxWarp>
          </a:bodyPr>
          <a:lstStyle>
            <a:lvl1pPr algn="r" eaLnBrk="1" hangingPunct="1">
              <a:defRPr sz="1050" b="1" smtClean="0">
                <a:solidFill>
                  <a:srgbClr val="0000CC"/>
                </a:solidFill>
                <a:latin typeface="Calibri" pitchFamily="34" charset="0"/>
                <a:ea typeface="宋体" pitchFamily="2" charset="-122"/>
              </a:defRPr>
            </a:lvl1pPr>
          </a:lstStyle>
          <a:p>
            <a:pPr>
              <a:defRPr/>
            </a:pPr>
            <a:fld id="{F5A95431-5356-42AC-A7FC-2BE5BB38E0AC}" type="slidenum">
              <a:rPr kumimoji="0" lang="en-US" altLang="zh-CN" smtClean="0"/>
              <a:pPr>
                <a:defRPr/>
              </a:pPr>
              <a:t>‹#›</a:t>
            </a:fld>
            <a:endParaRPr kumimoji="0" lang="en-US" altLang="zh-CN"/>
          </a:p>
        </p:txBody>
      </p:sp>
      <p:sp>
        <p:nvSpPr>
          <p:cNvPr id="17" name="矩形 16"/>
          <p:cNvSpPr/>
          <p:nvPr/>
        </p:nvSpPr>
        <p:spPr>
          <a:xfrm>
            <a:off x="3176" y="642938"/>
            <a:ext cx="900113" cy="48577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kumimoji="0" lang="zh-CN" altLang="en-US" sz="1350" b="0">
              <a:solidFill>
                <a:prstClr val="white"/>
              </a:solidFill>
            </a:endParaRPr>
          </a:p>
        </p:txBody>
      </p:sp>
    </p:spTree>
  </p:cSld>
  <p:clrMap bg1="lt1" tx1="dk1" bg2="lt2" tx2="dk2" accent1="accent1" accent2="accent2" accent3="accent3" accent4="accent4" accent5="accent5" accent6="accent6" hlink="hlink" folHlink="folHlink"/>
  <p:sldLayoutIdLst>
    <p:sldLayoutId id="2147483665" r:id="rId1"/>
    <p:sldLayoutId id="2147483666" r:id="rId2"/>
  </p:sldLayoutIdLst>
  <p:hf hdr="0" ftr="0" dt="0"/>
  <p:txStyles>
    <p:titleStyle>
      <a:lvl1pPr algn="ctr" rtl="0" eaLnBrk="0" fontAlgn="base" hangingPunct="0">
        <a:spcBef>
          <a:spcPct val="0"/>
        </a:spcBef>
        <a:spcAft>
          <a:spcPct val="0"/>
        </a:spcAft>
        <a:defRPr sz="3300" kern="1200">
          <a:solidFill>
            <a:schemeClr val="tx1"/>
          </a:solidFill>
          <a:latin typeface="+mj-lt"/>
          <a:ea typeface="+mj-ea"/>
          <a:cs typeface="+mj-cs"/>
        </a:defRPr>
      </a:lvl1pPr>
      <a:lvl2pPr algn="ctr" rtl="0" eaLnBrk="0" fontAlgn="base" hangingPunct="0">
        <a:spcBef>
          <a:spcPct val="0"/>
        </a:spcBef>
        <a:spcAft>
          <a:spcPct val="0"/>
        </a:spcAft>
        <a:defRPr sz="3300">
          <a:solidFill>
            <a:schemeClr val="tx1"/>
          </a:solidFill>
          <a:latin typeface="Calibri" pitchFamily="34" charset="0"/>
          <a:ea typeface="宋体" pitchFamily="2" charset="-122"/>
        </a:defRPr>
      </a:lvl2pPr>
      <a:lvl3pPr algn="ctr" rtl="0" eaLnBrk="0" fontAlgn="base" hangingPunct="0">
        <a:spcBef>
          <a:spcPct val="0"/>
        </a:spcBef>
        <a:spcAft>
          <a:spcPct val="0"/>
        </a:spcAft>
        <a:defRPr sz="3300">
          <a:solidFill>
            <a:schemeClr val="tx1"/>
          </a:solidFill>
          <a:latin typeface="Calibri" pitchFamily="34" charset="0"/>
          <a:ea typeface="宋体" pitchFamily="2" charset="-122"/>
        </a:defRPr>
      </a:lvl3pPr>
      <a:lvl4pPr algn="ctr" rtl="0" eaLnBrk="0" fontAlgn="base" hangingPunct="0">
        <a:spcBef>
          <a:spcPct val="0"/>
        </a:spcBef>
        <a:spcAft>
          <a:spcPct val="0"/>
        </a:spcAft>
        <a:defRPr sz="3300">
          <a:solidFill>
            <a:schemeClr val="tx1"/>
          </a:solidFill>
          <a:latin typeface="Calibri" pitchFamily="34" charset="0"/>
          <a:ea typeface="宋体" pitchFamily="2" charset="-122"/>
        </a:defRPr>
      </a:lvl4pPr>
      <a:lvl5pPr algn="ctr" rtl="0" eaLnBrk="0" fontAlgn="base" hangingPunct="0">
        <a:spcBef>
          <a:spcPct val="0"/>
        </a:spcBef>
        <a:spcAft>
          <a:spcPct val="0"/>
        </a:spcAft>
        <a:defRPr sz="3300">
          <a:solidFill>
            <a:schemeClr val="tx1"/>
          </a:solidFill>
          <a:latin typeface="Calibri" pitchFamily="34" charset="0"/>
          <a:ea typeface="宋体" pitchFamily="2" charset="-122"/>
        </a:defRPr>
      </a:lvl5pPr>
      <a:lvl6pPr marL="342900" algn="ctr" rtl="0" eaLnBrk="1" fontAlgn="base" hangingPunct="1">
        <a:spcBef>
          <a:spcPct val="0"/>
        </a:spcBef>
        <a:spcAft>
          <a:spcPct val="0"/>
        </a:spcAft>
        <a:defRPr sz="3300">
          <a:solidFill>
            <a:schemeClr val="tx1"/>
          </a:solidFill>
          <a:latin typeface="Calibri" pitchFamily="34" charset="0"/>
          <a:ea typeface="宋体" pitchFamily="2" charset="-122"/>
        </a:defRPr>
      </a:lvl6pPr>
      <a:lvl7pPr marL="685800" algn="ctr" rtl="0" eaLnBrk="1" fontAlgn="base" hangingPunct="1">
        <a:spcBef>
          <a:spcPct val="0"/>
        </a:spcBef>
        <a:spcAft>
          <a:spcPct val="0"/>
        </a:spcAft>
        <a:defRPr sz="3300">
          <a:solidFill>
            <a:schemeClr val="tx1"/>
          </a:solidFill>
          <a:latin typeface="Calibri" pitchFamily="34" charset="0"/>
          <a:ea typeface="宋体" pitchFamily="2" charset="-122"/>
        </a:defRPr>
      </a:lvl7pPr>
      <a:lvl8pPr marL="1028700" algn="ctr" rtl="0" eaLnBrk="1" fontAlgn="base" hangingPunct="1">
        <a:spcBef>
          <a:spcPct val="0"/>
        </a:spcBef>
        <a:spcAft>
          <a:spcPct val="0"/>
        </a:spcAft>
        <a:defRPr sz="3300">
          <a:solidFill>
            <a:schemeClr val="tx1"/>
          </a:solidFill>
          <a:latin typeface="Calibri" pitchFamily="34" charset="0"/>
          <a:ea typeface="宋体" pitchFamily="2" charset="-122"/>
        </a:defRPr>
      </a:lvl8pPr>
      <a:lvl9pPr marL="1371600" algn="ctr" rtl="0" eaLnBrk="1" fontAlgn="base" hangingPunct="1">
        <a:spcBef>
          <a:spcPct val="0"/>
        </a:spcBef>
        <a:spcAft>
          <a:spcPct val="0"/>
        </a:spcAft>
        <a:defRPr sz="3300">
          <a:solidFill>
            <a:schemeClr val="tx1"/>
          </a:solidFill>
          <a:latin typeface="Calibri" pitchFamily="34" charset="0"/>
          <a:ea typeface="宋体" pitchFamily="2" charset="-122"/>
        </a:defRPr>
      </a:lvl9pPr>
    </p:titleStyle>
    <p:bodyStyle>
      <a:lvl1pPr marL="257175" indent="-257175" algn="l" rtl="0" eaLnBrk="0" fontAlgn="base" hangingPunct="0">
        <a:spcBef>
          <a:spcPct val="20000"/>
        </a:spcBef>
        <a:spcAft>
          <a:spcPct val="0"/>
        </a:spcAft>
        <a:buFont typeface="Arial" charset="0"/>
        <a:buChar char="•"/>
        <a:defRPr sz="2400" kern="1200">
          <a:solidFill>
            <a:schemeClr val="tx1"/>
          </a:solidFill>
          <a:latin typeface="+mn-lt"/>
          <a:ea typeface="+mn-ea"/>
          <a:cs typeface="+mn-cs"/>
        </a:defRPr>
      </a:lvl1pPr>
      <a:lvl2pPr marL="557213" indent="-214313" algn="l" rtl="0" eaLnBrk="0" fontAlgn="base" hangingPunct="0">
        <a:spcBef>
          <a:spcPct val="20000"/>
        </a:spcBef>
        <a:spcAft>
          <a:spcPct val="0"/>
        </a:spcAft>
        <a:buFont typeface="Arial" charset="0"/>
        <a:buChar char="–"/>
        <a:defRPr sz="2100" kern="1200">
          <a:solidFill>
            <a:schemeClr val="tx1"/>
          </a:solidFill>
          <a:latin typeface="+mn-lt"/>
          <a:ea typeface="+mn-ea"/>
          <a:cs typeface="+mn-cs"/>
        </a:defRPr>
      </a:lvl2pPr>
      <a:lvl3pPr marL="857250" indent="-171450" algn="l" rtl="0" eaLnBrk="0" fontAlgn="base" hangingPunct="0">
        <a:spcBef>
          <a:spcPct val="20000"/>
        </a:spcBef>
        <a:spcAft>
          <a:spcPct val="0"/>
        </a:spcAft>
        <a:buFont typeface="Arial" charset="0"/>
        <a:buChar char="•"/>
        <a:defRPr sz="1800" kern="1200">
          <a:solidFill>
            <a:schemeClr val="tx1"/>
          </a:solidFill>
          <a:latin typeface="+mn-lt"/>
          <a:ea typeface="+mn-ea"/>
          <a:cs typeface="+mn-cs"/>
        </a:defRPr>
      </a:lvl3pPr>
      <a:lvl4pPr marL="1200150" indent="-171450" algn="l" rtl="0" eaLnBrk="0" fontAlgn="base" hangingPunct="0">
        <a:spcBef>
          <a:spcPct val="20000"/>
        </a:spcBef>
        <a:spcAft>
          <a:spcPct val="0"/>
        </a:spcAft>
        <a:buFont typeface="Arial" charset="0"/>
        <a:buChar char="–"/>
        <a:defRPr sz="1500" kern="1200">
          <a:solidFill>
            <a:schemeClr val="tx1"/>
          </a:solidFill>
          <a:latin typeface="+mn-lt"/>
          <a:ea typeface="+mn-ea"/>
          <a:cs typeface="+mn-cs"/>
        </a:defRPr>
      </a:lvl4pPr>
      <a:lvl5pPr marL="1543050" indent="-171450" algn="l" rtl="0" eaLnBrk="0" fontAlgn="base" hangingPunct="0">
        <a:spcBef>
          <a:spcPct val="20000"/>
        </a:spcBef>
        <a:spcAft>
          <a:spcPct val="0"/>
        </a:spcAft>
        <a:buFont typeface="Arial" charset="0"/>
        <a:buChar char="»"/>
        <a:defRPr sz="1500" kern="1200">
          <a:solidFill>
            <a:schemeClr val="tx1"/>
          </a:solidFill>
          <a:latin typeface="+mn-lt"/>
          <a:ea typeface="+mn-ea"/>
          <a:cs typeface="+mn-cs"/>
        </a:defRPr>
      </a:lvl5pPr>
      <a:lvl6pPr marL="18859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6pPr>
      <a:lvl7pPr marL="22288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7pPr>
      <a:lvl8pPr marL="25717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8pPr>
      <a:lvl9pPr marL="29146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9pPr>
    </p:bodyStyle>
    <p:otherStyle>
      <a:defPPr>
        <a:defRPr lang="zh-CN"/>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4.gif"/><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8" Type="http://schemas.openxmlformats.org/officeDocument/2006/relationships/image" Target="../media/image7.wmf"/><Relationship Id="rId13" Type="http://schemas.openxmlformats.org/officeDocument/2006/relationships/oleObject" Target="../embeddings/oleObject6.bin"/><Relationship Id="rId3" Type="http://schemas.openxmlformats.org/officeDocument/2006/relationships/oleObject" Target="../embeddings/oleObject1.bin"/><Relationship Id="rId7" Type="http://schemas.openxmlformats.org/officeDocument/2006/relationships/oleObject" Target="../embeddings/oleObject3.bin"/><Relationship Id="rId12" Type="http://schemas.openxmlformats.org/officeDocument/2006/relationships/image" Target="../media/image9.wmf"/><Relationship Id="rId2" Type="http://schemas.openxmlformats.org/officeDocument/2006/relationships/slideLayout" Target="../slideLayouts/slideLayout7.xml"/><Relationship Id="rId1" Type="http://schemas.openxmlformats.org/officeDocument/2006/relationships/vmlDrawing" Target="../drawings/vmlDrawing1.vml"/><Relationship Id="rId6" Type="http://schemas.openxmlformats.org/officeDocument/2006/relationships/image" Target="../media/image6.wmf"/><Relationship Id="rId11" Type="http://schemas.openxmlformats.org/officeDocument/2006/relationships/oleObject" Target="../embeddings/oleObject5.bin"/><Relationship Id="rId5" Type="http://schemas.openxmlformats.org/officeDocument/2006/relationships/oleObject" Target="../embeddings/oleObject2.bin"/><Relationship Id="rId10" Type="http://schemas.openxmlformats.org/officeDocument/2006/relationships/image" Target="../media/image8.wmf"/><Relationship Id="rId4" Type="http://schemas.openxmlformats.org/officeDocument/2006/relationships/image" Target="../media/image5.wmf"/><Relationship Id="rId9" Type="http://schemas.openxmlformats.org/officeDocument/2006/relationships/oleObject" Target="../embeddings/oleObject4.bin"/><Relationship Id="rId14" Type="http://schemas.openxmlformats.org/officeDocument/2006/relationships/image" Target="../media/image10.wmf"/></Relationships>
</file>

<file path=ppt/slides/_rels/slide5.xml.rels><?xml version="1.0" encoding="UTF-8" standalone="yes"?>
<Relationships xmlns="http://schemas.openxmlformats.org/package/2006/relationships"><Relationship Id="rId8" Type="http://schemas.openxmlformats.org/officeDocument/2006/relationships/image" Target="../media/image13.wmf"/><Relationship Id="rId13" Type="http://schemas.openxmlformats.org/officeDocument/2006/relationships/oleObject" Target="../embeddings/oleObject12.bin"/><Relationship Id="rId3" Type="http://schemas.openxmlformats.org/officeDocument/2006/relationships/oleObject" Target="../embeddings/oleObject7.bin"/><Relationship Id="rId7" Type="http://schemas.openxmlformats.org/officeDocument/2006/relationships/oleObject" Target="../embeddings/oleObject9.bin"/><Relationship Id="rId12" Type="http://schemas.openxmlformats.org/officeDocument/2006/relationships/image" Target="../media/image15.wmf"/><Relationship Id="rId2" Type="http://schemas.openxmlformats.org/officeDocument/2006/relationships/slideLayout" Target="../slideLayouts/slideLayout7.xml"/><Relationship Id="rId1" Type="http://schemas.openxmlformats.org/officeDocument/2006/relationships/vmlDrawing" Target="../drawings/vmlDrawing2.vml"/><Relationship Id="rId6" Type="http://schemas.openxmlformats.org/officeDocument/2006/relationships/image" Target="../media/image12.wmf"/><Relationship Id="rId11" Type="http://schemas.openxmlformats.org/officeDocument/2006/relationships/oleObject" Target="../embeddings/oleObject11.bin"/><Relationship Id="rId5" Type="http://schemas.openxmlformats.org/officeDocument/2006/relationships/oleObject" Target="../embeddings/oleObject8.bin"/><Relationship Id="rId10" Type="http://schemas.openxmlformats.org/officeDocument/2006/relationships/image" Target="../media/image14.wmf"/><Relationship Id="rId4" Type="http://schemas.openxmlformats.org/officeDocument/2006/relationships/image" Target="../media/image11.wmf"/><Relationship Id="rId9" Type="http://schemas.openxmlformats.org/officeDocument/2006/relationships/oleObject" Target="../embeddings/oleObject10.bin"/><Relationship Id="rId14" Type="http://schemas.openxmlformats.org/officeDocument/2006/relationships/image" Target="../media/image16.wmf"/></Relationships>
</file>

<file path=ppt/slides/_rels/slide6.xml.rels><?xml version="1.0" encoding="UTF-8" standalone="yes"?>
<Relationships xmlns="http://schemas.openxmlformats.org/package/2006/relationships"><Relationship Id="rId8" Type="http://schemas.openxmlformats.org/officeDocument/2006/relationships/image" Target="../media/image19.wmf"/><Relationship Id="rId13" Type="http://schemas.openxmlformats.org/officeDocument/2006/relationships/image" Target="../media/image24.png"/><Relationship Id="rId3" Type="http://schemas.openxmlformats.org/officeDocument/2006/relationships/oleObject" Target="../embeddings/oleObject13.bin"/><Relationship Id="rId7" Type="http://schemas.openxmlformats.org/officeDocument/2006/relationships/oleObject" Target="../embeddings/oleObject15.bin"/><Relationship Id="rId12" Type="http://schemas.openxmlformats.org/officeDocument/2006/relationships/image" Target="../media/image23.png"/><Relationship Id="rId2" Type="http://schemas.openxmlformats.org/officeDocument/2006/relationships/slideLayout" Target="../slideLayouts/slideLayout7.xml"/><Relationship Id="rId16" Type="http://schemas.openxmlformats.org/officeDocument/2006/relationships/image" Target="../media/image21.wmf"/><Relationship Id="rId1" Type="http://schemas.openxmlformats.org/officeDocument/2006/relationships/vmlDrawing" Target="../drawings/vmlDrawing3.vml"/><Relationship Id="rId6" Type="http://schemas.openxmlformats.org/officeDocument/2006/relationships/image" Target="../media/image18.wmf"/><Relationship Id="rId11" Type="http://schemas.openxmlformats.org/officeDocument/2006/relationships/image" Target="../media/image22.jpg"/><Relationship Id="rId5" Type="http://schemas.openxmlformats.org/officeDocument/2006/relationships/oleObject" Target="../embeddings/oleObject14.bin"/><Relationship Id="rId15" Type="http://schemas.openxmlformats.org/officeDocument/2006/relationships/oleObject" Target="../embeddings/oleObject17.bin"/><Relationship Id="rId10" Type="http://schemas.openxmlformats.org/officeDocument/2006/relationships/image" Target="../media/image20.wmf"/><Relationship Id="rId4" Type="http://schemas.openxmlformats.org/officeDocument/2006/relationships/image" Target="../media/image17.wmf"/><Relationship Id="rId9" Type="http://schemas.openxmlformats.org/officeDocument/2006/relationships/oleObject" Target="../embeddings/oleObject16.bin"/><Relationship Id="rId14" Type="http://schemas.openxmlformats.org/officeDocument/2006/relationships/image" Target="../media/image25.gif"/></Relationships>
</file>

<file path=ppt/slides/_rels/slide7.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microsoft.com/office/2007/relationships/media" Target="../media/media1.mp4"/><Relationship Id="rId1" Type="http://schemas.openxmlformats.org/officeDocument/2006/relationships/video" Target="NULL" TargetMode="External"/><Relationship Id="rId4" Type="http://schemas.openxmlformats.org/officeDocument/2006/relationships/image" Target="../media/image26.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oleObject" Target="../embeddings/oleObject18.bin"/><Relationship Id="rId2" Type="http://schemas.openxmlformats.org/officeDocument/2006/relationships/slideLayout" Target="../slideLayouts/slideLayout7.xml"/><Relationship Id="rId1" Type="http://schemas.openxmlformats.org/officeDocument/2006/relationships/vmlDrawing" Target="../drawings/vmlDrawing4.vml"/><Relationship Id="rId5" Type="http://schemas.openxmlformats.org/officeDocument/2006/relationships/oleObject" Target="../embeddings/oleObject19.bin"/><Relationship Id="rId4" Type="http://schemas.openxmlformats.org/officeDocument/2006/relationships/image" Target="../media/image27.wmf"/></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8" Type="http://schemas.openxmlformats.org/officeDocument/2006/relationships/image" Target="../media/image30.wmf"/><Relationship Id="rId3" Type="http://schemas.openxmlformats.org/officeDocument/2006/relationships/oleObject" Target="../embeddings/oleObject20.bin"/><Relationship Id="rId7" Type="http://schemas.openxmlformats.org/officeDocument/2006/relationships/oleObject" Target="../embeddings/oleObject22.bin"/><Relationship Id="rId12" Type="http://schemas.openxmlformats.org/officeDocument/2006/relationships/image" Target="../media/image32.wmf"/><Relationship Id="rId2" Type="http://schemas.openxmlformats.org/officeDocument/2006/relationships/slideLayout" Target="../slideLayouts/slideLayout7.xml"/><Relationship Id="rId1" Type="http://schemas.openxmlformats.org/officeDocument/2006/relationships/vmlDrawing" Target="../drawings/vmlDrawing5.vml"/><Relationship Id="rId6" Type="http://schemas.openxmlformats.org/officeDocument/2006/relationships/image" Target="../media/image29.wmf"/><Relationship Id="rId11" Type="http://schemas.openxmlformats.org/officeDocument/2006/relationships/oleObject" Target="../embeddings/oleObject24.bin"/><Relationship Id="rId5" Type="http://schemas.openxmlformats.org/officeDocument/2006/relationships/oleObject" Target="../embeddings/oleObject21.bin"/><Relationship Id="rId10" Type="http://schemas.openxmlformats.org/officeDocument/2006/relationships/image" Target="../media/image31.wmf"/><Relationship Id="rId4" Type="http://schemas.openxmlformats.org/officeDocument/2006/relationships/image" Target="../media/image28.emf"/><Relationship Id="rId9" Type="http://schemas.openxmlformats.org/officeDocument/2006/relationships/oleObject" Target="../embeddings/oleObject23.bin"/></Relationships>
</file>

<file path=ppt/slides/_rels/slide12.xml.rels><?xml version="1.0" encoding="UTF-8" standalone="yes"?>
<Relationships xmlns="http://schemas.openxmlformats.org/package/2006/relationships"><Relationship Id="rId8" Type="http://schemas.openxmlformats.org/officeDocument/2006/relationships/image" Target="../media/image31.wmf"/><Relationship Id="rId3" Type="http://schemas.openxmlformats.org/officeDocument/2006/relationships/oleObject" Target="../embeddings/oleObject21.bin"/><Relationship Id="rId7" Type="http://schemas.openxmlformats.org/officeDocument/2006/relationships/oleObject" Target="../embeddings/oleObject23.bin"/><Relationship Id="rId2" Type="http://schemas.openxmlformats.org/officeDocument/2006/relationships/slideLayout" Target="../slideLayouts/slideLayout7.xml"/><Relationship Id="rId1" Type="http://schemas.openxmlformats.org/officeDocument/2006/relationships/vmlDrawing" Target="../drawings/vmlDrawing6.vml"/><Relationship Id="rId6" Type="http://schemas.openxmlformats.org/officeDocument/2006/relationships/image" Target="../media/image30.wmf"/><Relationship Id="rId5" Type="http://schemas.openxmlformats.org/officeDocument/2006/relationships/oleObject" Target="../embeddings/oleObject22.bin"/><Relationship Id="rId10" Type="http://schemas.openxmlformats.org/officeDocument/2006/relationships/image" Target="../media/image33.wmf"/><Relationship Id="rId4" Type="http://schemas.openxmlformats.org/officeDocument/2006/relationships/image" Target="../media/image29.wmf"/><Relationship Id="rId9" Type="http://schemas.openxmlformats.org/officeDocument/2006/relationships/oleObject" Target="../embeddings/oleObject25.bin"/></Relationships>
</file>

<file path=ppt/slides/_rels/slide13.xml.rels><?xml version="1.0" encoding="UTF-8" standalone="yes"?>
<Relationships xmlns="http://schemas.openxmlformats.org/package/2006/relationships"><Relationship Id="rId8" Type="http://schemas.openxmlformats.org/officeDocument/2006/relationships/image" Target="../media/image36.wmf"/><Relationship Id="rId3" Type="http://schemas.openxmlformats.org/officeDocument/2006/relationships/oleObject" Target="../embeddings/oleObject26.bin"/><Relationship Id="rId7" Type="http://schemas.openxmlformats.org/officeDocument/2006/relationships/oleObject" Target="../embeddings/oleObject28.bin"/><Relationship Id="rId2" Type="http://schemas.openxmlformats.org/officeDocument/2006/relationships/slideLayout" Target="../slideLayouts/slideLayout7.xml"/><Relationship Id="rId1" Type="http://schemas.openxmlformats.org/officeDocument/2006/relationships/vmlDrawing" Target="../drawings/vmlDrawing7.vml"/><Relationship Id="rId6" Type="http://schemas.openxmlformats.org/officeDocument/2006/relationships/image" Target="../media/image35.wmf"/><Relationship Id="rId5" Type="http://schemas.openxmlformats.org/officeDocument/2006/relationships/oleObject" Target="../embeddings/oleObject27.bin"/><Relationship Id="rId4" Type="http://schemas.openxmlformats.org/officeDocument/2006/relationships/image" Target="../media/image34.wmf"/><Relationship Id="rId9" Type="http://schemas.openxmlformats.org/officeDocument/2006/relationships/image" Target="../media/image37.png"/></Relationships>
</file>

<file path=ppt/slides/_rels/slide14.xml.rels><?xml version="1.0" encoding="UTF-8" standalone="yes"?>
<Relationships xmlns="http://schemas.openxmlformats.org/package/2006/relationships"><Relationship Id="rId3" Type="http://schemas.openxmlformats.org/officeDocument/2006/relationships/image" Target="../media/image39.png"/><Relationship Id="rId7" Type="http://schemas.openxmlformats.org/officeDocument/2006/relationships/image" Target="../media/image37.png"/><Relationship Id="rId2" Type="http://schemas.openxmlformats.org/officeDocument/2006/relationships/image" Target="../media/image38.png"/><Relationship Id="rId1" Type="http://schemas.openxmlformats.org/officeDocument/2006/relationships/slideLayout" Target="../slideLayouts/slideLayout7.xml"/><Relationship Id="rId6" Type="http://schemas.openxmlformats.org/officeDocument/2006/relationships/image" Target="../media/image42.png"/><Relationship Id="rId5" Type="http://schemas.openxmlformats.org/officeDocument/2006/relationships/image" Target="../media/image41.png"/><Relationship Id="rId4" Type="http://schemas.openxmlformats.org/officeDocument/2006/relationships/image" Target="../media/image40.png"/></Relationships>
</file>

<file path=ppt/slides/_rels/slide15.xml.rels><?xml version="1.0" encoding="UTF-8" standalone="yes"?>
<Relationships xmlns="http://schemas.openxmlformats.org/package/2006/relationships"><Relationship Id="rId3" Type="http://schemas.openxmlformats.org/officeDocument/2006/relationships/image" Target="../media/image44.png"/><Relationship Id="rId7" Type="http://schemas.openxmlformats.org/officeDocument/2006/relationships/image" Target="../media/image48.png"/><Relationship Id="rId2" Type="http://schemas.openxmlformats.org/officeDocument/2006/relationships/image" Target="../media/image43.png"/><Relationship Id="rId1" Type="http://schemas.openxmlformats.org/officeDocument/2006/relationships/slideLayout" Target="../slideLayouts/slideLayout7.xml"/><Relationship Id="rId6" Type="http://schemas.openxmlformats.org/officeDocument/2006/relationships/image" Target="../media/image47.png"/><Relationship Id="rId5" Type="http://schemas.openxmlformats.org/officeDocument/2006/relationships/image" Target="../media/image46.png"/><Relationship Id="rId4" Type="http://schemas.openxmlformats.org/officeDocument/2006/relationships/image" Target="../media/image45.png"/></Relationships>
</file>

<file path=ppt/slides/_rels/slide16.xml.rels><?xml version="1.0" encoding="UTF-8" standalone="yes"?>
<Relationships xmlns="http://schemas.openxmlformats.org/package/2006/relationships"><Relationship Id="rId8" Type="http://schemas.openxmlformats.org/officeDocument/2006/relationships/image" Target="../media/image38.png"/><Relationship Id="rId3" Type="http://schemas.openxmlformats.org/officeDocument/2006/relationships/oleObject" Target="../embeddings/oleObject29.bin"/><Relationship Id="rId7" Type="http://schemas.openxmlformats.org/officeDocument/2006/relationships/image" Target="../media/image50.wmf"/><Relationship Id="rId2" Type="http://schemas.openxmlformats.org/officeDocument/2006/relationships/slideLayout" Target="../slideLayouts/slideLayout7.xml"/><Relationship Id="rId1" Type="http://schemas.openxmlformats.org/officeDocument/2006/relationships/vmlDrawing" Target="../drawings/vmlDrawing8.vml"/><Relationship Id="rId6" Type="http://schemas.openxmlformats.org/officeDocument/2006/relationships/oleObject" Target="../embeddings/oleObject30.bin"/><Relationship Id="rId5" Type="http://schemas.openxmlformats.org/officeDocument/2006/relationships/image" Target="../media/image51.png"/><Relationship Id="rId4" Type="http://schemas.openxmlformats.org/officeDocument/2006/relationships/image" Target="../media/image49.wmf"/></Relationships>
</file>

<file path=ppt/slides/_rels/slide17.xml.rels><?xml version="1.0" encoding="UTF-8" standalone="yes"?>
<Relationships xmlns="http://schemas.openxmlformats.org/package/2006/relationships"><Relationship Id="rId8" Type="http://schemas.openxmlformats.org/officeDocument/2006/relationships/image" Target="../media/image54.wmf"/><Relationship Id="rId3" Type="http://schemas.openxmlformats.org/officeDocument/2006/relationships/oleObject" Target="../embeddings/oleObject31.bin"/><Relationship Id="rId7" Type="http://schemas.openxmlformats.org/officeDocument/2006/relationships/oleObject" Target="../embeddings/oleObject33.bin"/><Relationship Id="rId2" Type="http://schemas.openxmlformats.org/officeDocument/2006/relationships/slideLayout" Target="../slideLayouts/slideLayout7.xml"/><Relationship Id="rId1" Type="http://schemas.openxmlformats.org/officeDocument/2006/relationships/vmlDrawing" Target="../drawings/vmlDrawing9.vml"/><Relationship Id="rId6" Type="http://schemas.openxmlformats.org/officeDocument/2006/relationships/image" Target="../media/image53.wmf"/><Relationship Id="rId5" Type="http://schemas.openxmlformats.org/officeDocument/2006/relationships/oleObject" Target="../embeddings/oleObject32.bin"/><Relationship Id="rId4" Type="http://schemas.openxmlformats.org/officeDocument/2006/relationships/image" Target="../media/image52.wmf"/></Relationships>
</file>

<file path=ppt/slides/_rels/slide18.xml.rels><?xml version="1.0" encoding="UTF-8" standalone="yes"?>
<Relationships xmlns="http://schemas.openxmlformats.org/package/2006/relationships"><Relationship Id="rId8" Type="http://schemas.openxmlformats.org/officeDocument/2006/relationships/image" Target="../media/image57.wmf"/><Relationship Id="rId13" Type="http://schemas.openxmlformats.org/officeDocument/2006/relationships/oleObject" Target="../embeddings/oleObject39.bin"/><Relationship Id="rId18" Type="http://schemas.openxmlformats.org/officeDocument/2006/relationships/image" Target="../media/image62.wmf"/><Relationship Id="rId3" Type="http://schemas.openxmlformats.org/officeDocument/2006/relationships/oleObject" Target="../embeddings/oleObject34.bin"/><Relationship Id="rId21" Type="http://schemas.openxmlformats.org/officeDocument/2006/relationships/image" Target="../media/image63.emf"/><Relationship Id="rId7" Type="http://schemas.openxmlformats.org/officeDocument/2006/relationships/oleObject" Target="../embeddings/oleObject36.bin"/><Relationship Id="rId12" Type="http://schemas.openxmlformats.org/officeDocument/2006/relationships/image" Target="../media/image59.wmf"/><Relationship Id="rId17" Type="http://schemas.openxmlformats.org/officeDocument/2006/relationships/oleObject" Target="../embeddings/oleObject41.bin"/><Relationship Id="rId25" Type="http://schemas.openxmlformats.org/officeDocument/2006/relationships/image" Target="../media/image65.wmf"/><Relationship Id="rId2" Type="http://schemas.openxmlformats.org/officeDocument/2006/relationships/slideLayout" Target="../slideLayouts/slideLayout7.xml"/><Relationship Id="rId16" Type="http://schemas.openxmlformats.org/officeDocument/2006/relationships/image" Target="../media/image61.wmf"/><Relationship Id="rId20" Type="http://schemas.openxmlformats.org/officeDocument/2006/relationships/oleObject" Target="../embeddings/oleObject42.bin"/><Relationship Id="rId1" Type="http://schemas.openxmlformats.org/officeDocument/2006/relationships/vmlDrawing" Target="../drawings/vmlDrawing10.vml"/><Relationship Id="rId6" Type="http://schemas.openxmlformats.org/officeDocument/2006/relationships/image" Target="../media/image56.wmf"/><Relationship Id="rId11" Type="http://schemas.openxmlformats.org/officeDocument/2006/relationships/oleObject" Target="../embeddings/oleObject38.bin"/><Relationship Id="rId24" Type="http://schemas.openxmlformats.org/officeDocument/2006/relationships/oleObject" Target="../embeddings/oleObject44.bin"/><Relationship Id="rId5" Type="http://schemas.openxmlformats.org/officeDocument/2006/relationships/oleObject" Target="../embeddings/oleObject35.bin"/><Relationship Id="rId15" Type="http://schemas.openxmlformats.org/officeDocument/2006/relationships/oleObject" Target="../embeddings/oleObject40.bin"/><Relationship Id="rId23" Type="http://schemas.openxmlformats.org/officeDocument/2006/relationships/image" Target="../media/image64.wmf"/><Relationship Id="rId10" Type="http://schemas.openxmlformats.org/officeDocument/2006/relationships/image" Target="../media/image58.wmf"/><Relationship Id="rId19" Type="http://schemas.openxmlformats.org/officeDocument/2006/relationships/image" Target="../media/image51.png"/><Relationship Id="rId4" Type="http://schemas.openxmlformats.org/officeDocument/2006/relationships/image" Target="../media/image55.wmf"/><Relationship Id="rId9" Type="http://schemas.openxmlformats.org/officeDocument/2006/relationships/oleObject" Target="../embeddings/oleObject37.bin"/><Relationship Id="rId14" Type="http://schemas.openxmlformats.org/officeDocument/2006/relationships/image" Target="../media/image60.wmf"/><Relationship Id="rId22" Type="http://schemas.openxmlformats.org/officeDocument/2006/relationships/oleObject" Target="../embeddings/oleObject43.bin"/></Relationships>
</file>

<file path=ppt/slides/_rels/slide19.xml.rels><?xml version="1.0" encoding="UTF-8" standalone="yes"?>
<Relationships xmlns="http://schemas.openxmlformats.org/package/2006/relationships"><Relationship Id="rId8" Type="http://schemas.openxmlformats.org/officeDocument/2006/relationships/image" Target="../media/image68.wmf"/><Relationship Id="rId13" Type="http://schemas.openxmlformats.org/officeDocument/2006/relationships/oleObject" Target="../embeddings/oleObject50.bin"/><Relationship Id="rId18" Type="http://schemas.openxmlformats.org/officeDocument/2006/relationships/image" Target="../media/image73.wmf"/><Relationship Id="rId3" Type="http://schemas.openxmlformats.org/officeDocument/2006/relationships/oleObject" Target="../embeddings/oleObject45.bin"/><Relationship Id="rId7" Type="http://schemas.openxmlformats.org/officeDocument/2006/relationships/oleObject" Target="../embeddings/oleObject47.bin"/><Relationship Id="rId12" Type="http://schemas.openxmlformats.org/officeDocument/2006/relationships/image" Target="../media/image70.wmf"/><Relationship Id="rId17" Type="http://schemas.openxmlformats.org/officeDocument/2006/relationships/oleObject" Target="../embeddings/oleObject52.bin"/><Relationship Id="rId2" Type="http://schemas.openxmlformats.org/officeDocument/2006/relationships/slideLayout" Target="../slideLayouts/slideLayout7.xml"/><Relationship Id="rId16" Type="http://schemas.openxmlformats.org/officeDocument/2006/relationships/image" Target="../media/image72.wmf"/><Relationship Id="rId20" Type="http://schemas.openxmlformats.org/officeDocument/2006/relationships/image" Target="../media/image74.wmf"/><Relationship Id="rId1" Type="http://schemas.openxmlformats.org/officeDocument/2006/relationships/vmlDrawing" Target="../drawings/vmlDrawing11.vml"/><Relationship Id="rId6" Type="http://schemas.openxmlformats.org/officeDocument/2006/relationships/image" Target="../media/image67.wmf"/><Relationship Id="rId11" Type="http://schemas.openxmlformats.org/officeDocument/2006/relationships/oleObject" Target="../embeddings/oleObject49.bin"/><Relationship Id="rId5" Type="http://schemas.openxmlformats.org/officeDocument/2006/relationships/oleObject" Target="../embeddings/oleObject46.bin"/><Relationship Id="rId15" Type="http://schemas.openxmlformats.org/officeDocument/2006/relationships/oleObject" Target="../embeddings/oleObject51.bin"/><Relationship Id="rId10" Type="http://schemas.openxmlformats.org/officeDocument/2006/relationships/image" Target="../media/image69.wmf"/><Relationship Id="rId19" Type="http://schemas.openxmlformats.org/officeDocument/2006/relationships/oleObject" Target="../embeddings/oleObject53.bin"/><Relationship Id="rId4" Type="http://schemas.openxmlformats.org/officeDocument/2006/relationships/image" Target="../media/image66.wmf"/><Relationship Id="rId9" Type="http://schemas.openxmlformats.org/officeDocument/2006/relationships/oleObject" Target="../embeddings/oleObject48.bin"/><Relationship Id="rId14" Type="http://schemas.openxmlformats.org/officeDocument/2006/relationships/image" Target="../media/image71.wmf"/></Relationships>
</file>

<file path=ppt/slides/_rels/slide20.xml.rels><?xml version="1.0" encoding="UTF-8" standalone="yes"?>
<Relationships xmlns="http://schemas.openxmlformats.org/package/2006/relationships"><Relationship Id="rId8" Type="http://schemas.openxmlformats.org/officeDocument/2006/relationships/image" Target="../media/image77.wmf"/><Relationship Id="rId13" Type="http://schemas.openxmlformats.org/officeDocument/2006/relationships/oleObject" Target="../embeddings/oleObject59.bin"/><Relationship Id="rId18" Type="http://schemas.openxmlformats.org/officeDocument/2006/relationships/image" Target="../media/image81.wmf"/><Relationship Id="rId26" Type="http://schemas.openxmlformats.org/officeDocument/2006/relationships/image" Target="../media/image84.wmf"/><Relationship Id="rId3" Type="http://schemas.openxmlformats.org/officeDocument/2006/relationships/oleObject" Target="../embeddings/oleObject54.bin"/><Relationship Id="rId21" Type="http://schemas.openxmlformats.org/officeDocument/2006/relationships/oleObject" Target="../embeddings/oleObject63.bin"/><Relationship Id="rId7" Type="http://schemas.openxmlformats.org/officeDocument/2006/relationships/oleObject" Target="../embeddings/oleObject56.bin"/><Relationship Id="rId12" Type="http://schemas.openxmlformats.org/officeDocument/2006/relationships/image" Target="../media/image79.wmf"/><Relationship Id="rId17" Type="http://schemas.openxmlformats.org/officeDocument/2006/relationships/oleObject" Target="../embeddings/oleObject61.bin"/><Relationship Id="rId25" Type="http://schemas.openxmlformats.org/officeDocument/2006/relationships/oleObject" Target="../embeddings/oleObject65.bin"/><Relationship Id="rId2" Type="http://schemas.openxmlformats.org/officeDocument/2006/relationships/slideLayout" Target="../slideLayouts/slideLayout12.xml"/><Relationship Id="rId16" Type="http://schemas.openxmlformats.org/officeDocument/2006/relationships/image" Target="../media/image80.wmf"/><Relationship Id="rId20" Type="http://schemas.openxmlformats.org/officeDocument/2006/relationships/image" Target="../media/image82.wmf"/><Relationship Id="rId29" Type="http://schemas.openxmlformats.org/officeDocument/2006/relationships/image" Target="../media/image85.wmf"/><Relationship Id="rId1" Type="http://schemas.openxmlformats.org/officeDocument/2006/relationships/vmlDrawing" Target="../drawings/vmlDrawing12.vml"/><Relationship Id="rId6" Type="http://schemas.openxmlformats.org/officeDocument/2006/relationships/image" Target="../media/image76.wmf"/><Relationship Id="rId11" Type="http://schemas.openxmlformats.org/officeDocument/2006/relationships/oleObject" Target="../embeddings/oleObject58.bin"/><Relationship Id="rId24" Type="http://schemas.openxmlformats.org/officeDocument/2006/relationships/image" Target="../media/image58.wmf"/><Relationship Id="rId32" Type="http://schemas.openxmlformats.org/officeDocument/2006/relationships/slide" Target="slide40.xml"/><Relationship Id="rId5" Type="http://schemas.openxmlformats.org/officeDocument/2006/relationships/oleObject" Target="../embeddings/oleObject55.bin"/><Relationship Id="rId15" Type="http://schemas.openxmlformats.org/officeDocument/2006/relationships/oleObject" Target="../embeddings/oleObject60.bin"/><Relationship Id="rId23" Type="http://schemas.openxmlformats.org/officeDocument/2006/relationships/oleObject" Target="../embeddings/oleObject64.bin"/><Relationship Id="rId28" Type="http://schemas.openxmlformats.org/officeDocument/2006/relationships/oleObject" Target="../embeddings/oleObject67.bin"/><Relationship Id="rId10" Type="http://schemas.openxmlformats.org/officeDocument/2006/relationships/image" Target="../media/image78.wmf"/><Relationship Id="rId19" Type="http://schemas.openxmlformats.org/officeDocument/2006/relationships/oleObject" Target="../embeddings/oleObject62.bin"/><Relationship Id="rId31" Type="http://schemas.openxmlformats.org/officeDocument/2006/relationships/image" Target="../media/image86.wmf"/><Relationship Id="rId4" Type="http://schemas.openxmlformats.org/officeDocument/2006/relationships/image" Target="../media/image75.wmf"/><Relationship Id="rId9" Type="http://schemas.openxmlformats.org/officeDocument/2006/relationships/oleObject" Target="../embeddings/oleObject57.bin"/><Relationship Id="rId14" Type="http://schemas.openxmlformats.org/officeDocument/2006/relationships/image" Target="../media/image14.wmf"/><Relationship Id="rId22" Type="http://schemas.openxmlformats.org/officeDocument/2006/relationships/image" Target="../media/image83.wmf"/><Relationship Id="rId27" Type="http://schemas.openxmlformats.org/officeDocument/2006/relationships/oleObject" Target="../embeddings/oleObject66.bin"/><Relationship Id="rId30" Type="http://schemas.openxmlformats.org/officeDocument/2006/relationships/oleObject" Target="../embeddings/oleObject68.bin"/></Relationships>
</file>

<file path=ppt/slides/_rels/slide21.xml.rels><?xml version="1.0" encoding="UTF-8" standalone="yes"?>
<Relationships xmlns="http://schemas.openxmlformats.org/package/2006/relationships"><Relationship Id="rId8" Type="http://schemas.openxmlformats.org/officeDocument/2006/relationships/image" Target="../media/image88.wmf"/><Relationship Id="rId13" Type="http://schemas.openxmlformats.org/officeDocument/2006/relationships/oleObject" Target="../embeddings/oleObject74.bin"/><Relationship Id="rId3" Type="http://schemas.openxmlformats.org/officeDocument/2006/relationships/oleObject" Target="../embeddings/oleObject69.bin"/><Relationship Id="rId7" Type="http://schemas.openxmlformats.org/officeDocument/2006/relationships/oleObject" Target="../embeddings/oleObject71.bin"/><Relationship Id="rId12" Type="http://schemas.openxmlformats.org/officeDocument/2006/relationships/image" Target="../media/image90.wmf"/><Relationship Id="rId17" Type="http://schemas.openxmlformats.org/officeDocument/2006/relationships/image" Target="../media/image93.png"/><Relationship Id="rId2" Type="http://schemas.openxmlformats.org/officeDocument/2006/relationships/slideLayout" Target="../slideLayouts/slideLayout12.xml"/><Relationship Id="rId16" Type="http://schemas.openxmlformats.org/officeDocument/2006/relationships/image" Target="../media/image92.wmf"/><Relationship Id="rId1" Type="http://schemas.openxmlformats.org/officeDocument/2006/relationships/vmlDrawing" Target="../drawings/vmlDrawing13.vml"/><Relationship Id="rId6" Type="http://schemas.openxmlformats.org/officeDocument/2006/relationships/image" Target="../media/image76.wmf"/><Relationship Id="rId11" Type="http://schemas.openxmlformats.org/officeDocument/2006/relationships/oleObject" Target="../embeddings/oleObject73.bin"/><Relationship Id="rId5" Type="http://schemas.openxmlformats.org/officeDocument/2006/relationships/oleObject" Target="../embeddings/oleObject70.bin"/><Relationship Id="rId15" Type="http://schemas.openxmlformats.org/officeDocument/2006/relationships/oleObject" Target="../embeddings/oleObject75.bin"/><Relationship Id="rId10" Type="http://schemas.openxmlformats.org/officeDocument/2006/relationships/image" Target="../media/image89.wmf"/><Relationship Id="rId4" Type="http://schemas.openxmlformats.org/officeDocument/2006/relationships/image" Target="../media/image87.wmf"/><Relationship Id="rId9" Type="http://schemas.openxmlformats.org/officeDocument/2006/relationships/oleObject" Target="../embeddings/oleObject72.bin"/><Relationship Id="rId14" Type="http://schemas.openxmlformats.org/officeDocument/2006/relationships/image" Target="../media/image91.wmf"/></Relationships>
</file>

<file path=ppt/slides/_rels/slide22.xml.rels><?xml version="1.0" encoding="UTF-8" standalone="yes"?>
<Relationships xmlns="http://schemas.openxmlformats.org/package/2006/relationships"><Relationship Id="rId8" Type="http://schemas.openxmlformats.org/officeDocument/2006/relationships/image" Target="../media/image96.wmf"/><Relationship Id="rId13" Type="http://schemas.openxmlformats.org/officeDocument/2006/relationships/oleObject" Target="../embeddings/oleObject81.bin"/><Relationship Id="rId18" Type="http://schemas.openxmlformats.org/officeDocument/2006/relationships/image" Target="../media/image14.wmf"/><Relationship Id="rId26" Type="http://schemas.openxmlformats.org/officeDocument/2006/relationships/image" Target="../media/image83.wmf"/><Relationship Id="rId3" Type="http://schemas.openxmlformats.org/officeDocument/2006/relationships/oleObject" Target="../embeddings/oleObject76.bin"/><Relationship Id="rId21" Type="http://schemas.openxmlformats.org/officeDocument/2006/relationships/oleObject" Target="../embeddings/oleObject85.bin"/><Relationship Id="rId7" Type="http://schemas.openxmlformats.org/officeDocument/2006/relationships/oleObject" Target="../embeddings/oleObject78.bin"/><Relationship Id="rId12" Type="http://schemas.openxmlformats.org/officeDocument/2006/relationships/image" Target="../media/image98.wmf"/><Relationship Id="rId17" Type="http://schemas.openxmlformats.org/officeDocument/2006/relationships/oleObject" Target="../embeddings/oleObject83.bin"/><Relationship Id="rId25" Type="http://schemas.openxmlformats.org/officeDocument/2006/relationships/oleObject" Target="../embeddings/oleObject87.bin"/><Relationship Id="rId2" Type="http://schemas.openxmlformats.org/officeDocument/2006/relationships/slideLayout" Target="../slideLayouts/slideLayout12.xml"/><Relationship Id="rId16" Type="http://schemas.openxmlformats.org/officeDocument/2006/relationships/image" Target="../media/image79.wmf"/><Relationship Id="rId20" Type="http://schemas.openxmlformats.org/officeDocument/2006/relationships/image" Target="../media/image80.wmf"/><Relationship Id="rId29" Type="http://schemas.openxmlformats.org/officeDocument/2006/relationships/oleObject" Target="../embeddings/oleObject89.bin"/><Relationship Id="rId1" Type="http://schemas.openxmlformats.org/officeDocument/2006/relationships/vmlDrawing" Target="../drawings/vmlDrawing14.vml"/><Relationship Id="rId6" Type="http://schemas.openxmlformats.org/officeDocument/2006/relationships/image" Target="../media/image95.wmf"/><Relationship Id="rId11" Type="http://schemas.openxmlformats.org/officeDocument/2006/relationships/oleObject" Target="../embeddings/oleObject80.bin"/><Relationship Id="rId24" Type="http://schemas.openxmlformats.org/officeDocument/2006/relationships/image" Target="../media/image82.wmf"/><Relationship Id="rId5" Type="http://schemas.openxmlformats.org/officeDocument/2006/relationships/oleObject" Target="../embeddings/oleObject77.bin"/><Relationship Id="rId15" Type="http://schemas.openxmlformats.org/officeDocument/2006/relationships/oleObject" Target="../embeddings/oleObject82.bin"/><Relationship Id="rId23" Type="http://schemas.openxmlformats.org/officeDocument/2006/relationships/oleObject" Target="../embeddings/oleObject86.bin"/><Relationship Id="rId28" Type="http://schemas.openxmlformats.org/officeDocument/2006/relationships/image" Target="../media/image86.wmf"/><Relationship Id="rId10" Type="http://schemas.openxmlformats.org/officeDocument/2006/relationships/image" Target="../media/image97.wmf"/><Relationship Id="rId19" Type="http://schemas.openxmlformats.org/officeDocument/2006/relationships/oleObject" Target="../embeddings/oleObject84.bin"/><Relationship Id="rId4" Type="http://schemas.openxmlformats.org/officeDocument/2006/relationships/image" Target="../media/image94.wmf"/><Relationship Id="rId9" Type="http://schemas.openxmlformats.org/officeDocument/2006/relationships/oleObject" Target="../embeddings/oleObject79.bin"/><Relationship Id="rId14" Type="http://schemas.openxmlformats.org/officeDocument/2006/relationships/image" Target="../media/image78.wmf"/><Relationship Id="rId22" Type="http://schemas.openxmlformats.org/officeDocument/2006/relationships/image" Target="../media/image81.wmf"/><Relationship Id="rId27" Type="http://schemas.openxmlformats.org/officeDocument/2006/relationships/oleObject" Target="../embeddings/oleObject88.bin"/><Relationship Id="rId30" Type="http://schemas.openxmlformats.org/officeDocument/2006/relationships/image" Target="../media/image99.wmf"/></Relationships>
</file>

<file path=ppt/slides/_rels/slide23.xml.rels><?xml version="1.0" encoding="UTF-8" standalone="yes"?>
<Relationships xmlns="http://schemas.openxmlformats.org/package/2006/relationships"><Relationship Id="rId3" Type="http://schemas.openxmlformats.org/officeDocument/2006/relationships/image" Target="../media/image102.png"/><Relationship Id="rId7" Type="http://schemas.openxmlformats.org/officeDocument/2006/relationships/image" Target="../media/image101.wmf"/><Relationship Id="rId2" Type="http://schemas.openxmlformats.org/officeDocument/2006/relationships/slideLayout" Target="../slideLayouts/slideLayout12.xml"/><Relationship Id="rId1" Type="http://schemas.openxmlformats.org/officeDocument/2006/relationships/vmlDrawing" Target="../drawings/vmlDrawing15.vml"/><Relationship Id="rId6" Type="http://schemas.openxmlformats.org/officeDocument/2006/relationships/oleObject" Target="../embeddings/oleObject91.bin"/><Relationship Id="rId5" Type="http://schemas.openxmlformats.org/officeDocument/2006/relationships/image" Target="../media/image100.wmf"/><Relationship Id="rId4" Type="http://schemas.openxmlformats.org/officeDocument/2006/relationships/oleObject" Target="../embeddings/oleObject90.bin"/></Relationships>
</file>

<file path=ppt/slides/_rels/slide24.xml.rels><?xml version="1.0" encoding="UTF-8" standalone="yes"?>
<Relationships xmlns="http://schemas.openxmlformats.org/package/2006/relationships"><Relationship Id="rId8" Type="http://schemas.openxmlformats.org/officeDocument/2006/relationships/oleObject" Target="../embeddings/oleObject95.bin"/><Relationship Id="rId13" Type="http://schemas.openxmlformats.org/officeDocument/2006/relationships/image" Target="../media/image107.wmf"/><Relationship Id="rId18" Type="http://schemas.openxmlformats.org/officeDocument/2006/relationships/oleObject" Target="../embeddings/oleObject100.bin"/><Relationship Id="rId26" Type="http://schemas.openxmlformats.org/officeDocument/2006/relationships/image" Target="../media/image112.wmf"/><Relationship Id="rId3" Type="http://schemas.openxmlformats.org/officeDocument/2006/relationships/oleObject" Target="../embeddings/oleObject92.bin"/><Relationship Id="rId21" Type="http://schemas.openxmlformats.org/officeDocument/2006/relationships/image" Target="../media/image111.wmf"/><Relationship Id="rId7" Type="http://schemas.openxmlformats.org/officeDocument/2006/relationships/image" Target="../media/image104.wmf"/><Relationship Id="rId12" Type="http://schemas.openxmlformats.org/officeDocument/2006/relationships/oleObject" Target="../embeddings/oleObject97.bin"/><Relationship Id="rId17" Type="http://schemas.openxmlformats.org/officeDocument/2006/relationships/image" Target="../media/image109.wmf"/><Relationship Id="rId25" Type="http://schemas.openxmlformats.org/officeDocument/2006/relationships/oleObject" Target="../embeddings/oleObject104.bin"/><Relationship Id="rId2" Type="http://schemas.openxmlformats.org/officeDocument/2006/relationships/slideLayout" Target="../slideLayouts/slideLayout12.xml"/><Relationship Id="rId16" Type="http://schemas.openxmlformats.org/officeDocument/2006/relationships/oleObject" Target="../embeddings/oleObject99.bin"/><Relationship Id="rId20" Type="http://schemas.openxmlformats.org/officeDocument/2006/relationships/oleObject" Target="../embeddings/oleObject101.bin"/><Relationship Id="rId1" Type="http://schemas.openxmlformats.org/officeDocument/2006/relationships/vmlDrawing" Target="../drawings/vmlDrawing16.vml"/><Relationship Id="rId6" Type="http://schemas.openxmlformats.org/officeDocument/2006/relationships/oleObject" Target="../embeddings/oleObject94.bin"/><Relationship Id="rId11" Type="http://schemas.openxmlformats.org/officeDocument/2006/relationships/image" Target="../media/image106.wmf"/><Relationship Id="rId24" Type="http://schemas.openxmlformats.org/officeDocument/2006/relationships/image" Target="../media/image11.wmf"/><Relationship Id="rId5" Type="http://schemas.openxmlformats.org/officeDocument/2006/relationships/oleObject" Target="../embeddings/oleObject93.bin"/><Relationship Id="rId15" Type="http://schemas.openxmlformats.org/officeDocument/2006/relationships/image" Target="../media/image108.wmf"/><Relationship Id="rId23" Type="http://schemas.openxmlformats.org/officeDocument/2006/relationships/oleObject" Target="../embeddings/oleObject103.bin"/><Relationship Id="rId28" Type="http://schemas.openxmlformats.org/officeDocument/2006/relationships/image" Target="../media/image113.wmf"/><Relationship Id="rId10" Type="http://schemas.openxmlformats.org/officeDocument/2006/relationships/oleObject" Target="../embeddings/oleObject96.bin"/><Relationship Id="rId19" Type="http://schemas.openxmlformats.org/officeDocument/2006/relationships/image" Target="../media/image110.wmf"/><Relationship Id="rId4" Type="http://schemas.openxmlformats.org/officeDocument/2006/relationships/image" Target="../media/image103.wmf"/><Relationship Id="rId9" Type="http://schemas.openxmlformats.org/officeDocument/2006/relationships/image" Target="../media/image105.wmf"/><Relationship Id="rId14" Type="http://schemas.openxmlformats.org/officeDocument/2006/relationships/oleObject" Target="../embeddings/oleObject98.bin"/><Relationship Id="rId22" Type="http://schemas.openxmlformats.org/officeDocument/2006/relationships/oleObject" Target="../embeddings/oleObject102.bin"/><Relationship Id="rId27" Type="http://schemas.openxmlformats.org/officeDocument/2006/relationships/oleObject" Target="../embeddings/oleObject105.bin"/></Relationships>
</file>

<file path=ppt/slides/_rels/slide25.xml.rels><?xml version="1.0" encoding="UTF-8" standalone="yes"?>
<Relationships xmlns="http://schemas.openxmlformats.org/package/2006/relationships"><Relationship Id="rId8" Type="http://schemas.openxmlformats.org/officeDocument/2006/relationships/image" Target="../media/image116.wmf"/><Relationship Id="rId13" Type="http://schemas.openxmlformats.org/officeDocument/2006/relationships/oleObject" Target="../embeddings/oleObject111.bin"/><Relationship Id="rId3" Type="http://schemas.openxmlformats.org/officeDocument/2006/relationships/oleObject" Target="../embeddings/oleObject106.bin"/><Relationship Id="rId7" Type="http://schemas.openxmlformats.org/officeDocument/2006/relationships/oleObject" Target="../embeddings/oleObject108.bin"/><Relationship Id="rId12" Type="http://schemas.openxmlformats.org/officeDocument/2006/relationships/image" Target="../media/image118.wmf"/><Relationship Id="rId17" Type="http://schemas.openxmlformats.org/officeDocument/2006/relationships/image" Target="../media/image120.png"/><Relationship Id="rId2" Type="http://schemas.openxmlformats.org/officeDocument/2006/relationships/slideLayout" Target="../slideLayouts/slideLayout12.xml"/><Relationship Id="rId16" Type="http://schemas.openxmlformats.org/officeDocument/2006/relationships/image" Target="../media/image108.wmf"/><Relationship Id="rId1" Type="http://schemas.openxmlformats.org/officeDocument/2006/relationships/vmlDrawing" Target="../drawings/vmlDrawing17.vml"/><Relationship Id="rId6" Type="http://schemas.openxmlformats.org/officeDocument/2006/relationships/image" Target="../media/image115.wmf"/><Relationship Id="rId11" Type="http://schemas.openxmlformats.org/officeDocument/2006/relationships/oleObject" Target="../embeddings/oleObject110.bin"/><Relationship Id="rId5" Type="http://schemas.openxmlformats.org/officeDocument/2006/relationships/oleObject" Target="../embeddings/oleObject107.bin"/><Relationship Id="rId15" Type="http://schemas.openxmlformats.org/officeDocument/2006/relationships/oleObject" Target="../embeddings/oleObject112.bin"/><Relationship Id="rId10" Type="http://schemas.openxmlformats.org/officeDocument/2006/relationships/image" Target="../media/image117.wmf"/><Relationship Id="rId4" Type="http://schemas.openxmlformats.org/officeDocument/2006/relationships/image" Target="../media/image114.wmf"/><Relationship Id="rId9" Type="http://schemas.openxmlformats.org/officeDocument/2006/relationships/oleObject" Target="../embeddings/oleObject109.bin"/><Relationship Id="rId14" Type="http://schemas.openxmlformats.org/officeDocument/2006/relationships/image" Target="../media/image119.wmf"/></Relationships>
</file>

<file path=ppt/slides/_rels/slide26.xml.rels><?xml version="1.0" encoding="UTF-8" standalone="yes"?>
<Relationships xmlns="http://schemas.openxmlformats.org/package/2006/relationships"><Relationship Id="rId8" Type="http://schemas.openxmlformats.org/officeDocument/2006/relationships/image" Target="../media/image123.wmf"/><Relationship Id="rId13" Type="http://schemas.openxmlformats.org/officeDocument/2006/relationships/oleObject" Target="../embeddings/oleObject118.bin"/><Relationship Id="rId18" Type="http://schemas.openxmlformats.org/officeDocument/2006/relationships/image" Target="../media/image99.wmf"/><Relationship Id="rId3" Type="http://schemas.openxmlformats.org/officeDocument/2006/relationships/oleObject" Target="../embeddings/oleObject113.bin"/><Relationship Id="rId7" Type="http://schemas.openxmlformats.org/officeDocument/2006/relationships/oleObject" Target="../embeddings/oleObject115.bin"/><Relationship Id="rId12" Type="http://schemas.openxmlformats.org/officeDocument/2006/relationships/image" Target="../media/image125.wmf"/><Relationship Id="rId17" Type="http://schemas.openxmlformats.org/officeDocument/2006/relationships/oleObject" Target="../embeddings/oleObject120.bin"/><Relationship Id="rId2" Type="http://schemas.openxmlformats.org/officeDocument/2006/relationships/slideLayout" Target="../slideLayouts/slideLayout12.xml"/><Relationship Id="rId16" Type="http://schemas.openxmlformats.org/officeDocument/2006/relationships/image" Target="../media/image127.wmf"/><Relationship Id="rId1" Type="http://schemas.openxmlformats.org/officeDocument/2006/relationships/vmlDrawing" Target="../drawings/vmlDrawing18.vml"/><Relationship Id="rId6" Type="http://schemas.openxmlformats.org/officeDocument/2006/relationships/image" Target="../media/image122.wmf"/><Relationship Id="rId11" Type="http://schemas.openxmlformats.org/officeDocument/2006/relationships/oleObject" Target="../embeddings/oleObject117.bin"/><Relationship Id="rId5" Type="http://schemas.openxmlformats.org/officeDocument/2006/relationships/oleObject" Target="../embeddings/oleObject114.bin"/><Relationship Id="rId15" Type="http://schemas.openxmlformats.org/officeDocument/2006/relationships/oleObject" Target="../embeddings/oleObject119.bin"/><Relationship Id="rId10" Type="http://schemas.openxmlformats.org/officeDocument/2006/relationships/image" Target="../media/image124.wmf"/><Relationship Id="rId19" Type="http://schemas.openxmlformats.org/officeDocument/2006/relationships/image" Target="../media/image120.png"/><Relationship Id="rId4" Type="http://schemas.openxmlformats.org/officeDocument/2006/relationships/image" Target="../media/image121.wmf"/><Relationship Id="rId9" Type="http://schemas.openxmlformats.org/officeDocument/2006/relationships/oleObject" Target="../embeddings/oleObject116.bin"/><Relationship Id="rId14" Type="http://schemas.openxmlformats.org/officeDocument/2006/relationships/image" Target="../media/image126.wmf"/></Relationships>
</file>

<file path=ppt/slides/_rels/slide27.xml.rels><?xml version="1.0" encoding="UTF-8" standalone="yes"?>
<Relationships xmlns="http://schemas.openxmlformats.org/package/2006/relationships"><Relationship Id="rId8" Type="http://schemas.openxmlformats.org/officeDocument/2006/relationships/image" Target="../media/image130.wmf"/><Relationship Id="rId13" Type="http://schemas.openxmlformats.org/officeDocument/2006/relationships/oleObject" Target="../embeddings/oleObject126.bin"/><Relationship Id="rId3" Type="http://schemas.openxmlformats.org/officeDocument/2006/relationships/oleObject" Target="../embeddings/oleObject121.bin"/><Relationship Id="rId7" Type="http://schemas.openxmlformats.org/officeDocument/2006/relationships/oleObject" Target="../embeddings/oleObject123.bin"/><Relationship Id="rId12" Type="http://schemas.openxmlformats.org/officeDocument/2006/relationships/image" Target="../media/image132.wmf"/><Relationship Id="rId2" Type="http://schemas.openxmlformats.org/officeDocument/2006/relationships/slideLayout" Target="../slideLayouts/slideLayout12.xml"/><Relationship Id="rId1" Type="http://schemas.openxmlformats.org/officeDocument/2006/relationships/vmlDrawing" Target="../drawings/vmlDrawing19.vml"/><Relationship Id="rId6" Type="http://schemas.openxmlformats.org/officeDocument/2006/relationships/image" Target="../media/image129.wmf"/><Relationship Id="rId11" Type="http://schemas.openxmlformats.org/officeDocument/2006/relationships/oleObject" Target="../embeddings/oleObject125.bin"/><Relationship Id="rId5" Type="http://schemas.openxmlformats.org/officeDocument/2006/relationships/oleObject" Target="../embeddings/oleObject122.bin"/><Relationship Id="rId10" Type="http://schemas.openxmlformats.org/officeDocument/2006/relationships/image" Target="../media/image131.wmf"/><Relationship Id="rId4" Type="http://schemas.openxmlformats.org/officeDocument/2006/relationships/image" Target="../media/image128.wmf"/><Relationship Id="rId9" Type="http://schemas.openxmlformats.org/officeDocument/2006/relationships/oleObject" Target="../embeddings/oleObject124.bin"/><Relationship Id="rId14" Type="http://schemas.openxmlformats.org/officeDocument/2006/relationships/image" Target="../media/image133.wmf"/></Relationships>
</file>

<file path=ppt/slides/_rels/slide28.xml.rels><?xml version="1.0" encoding="UTF-8" standalone="yes"?>
<Relationships xmlns="http://schemas.openxmlformats.org/package/2006/relationships"><Relationship Id="rId8" Type="http://schemas.openxmlformats.org/officeDocument/2006/relationships/image" Target="../media/image136.wmf"/><Relationship Id="rId3" Type="http://schemas.openxmlformats.org/officeDocument/2006/relationships/oleObject" Target="../embeddings/oleObject127.bin"/><Relationship Id="rId7" Type="http://schemas.openxmlformats.org/officeDocument/2006/relationships/oleObject" Target="../embeddings/oleObject129.bin"/><Relationship Id="rId2" Type="http://schemas.openxmlformats.org/officeDocument/2006/relationships/slideLayout" Target="../slideLayouts/slideLayout12.xml"/><Relationship Id="rId1" Type="http://schemas.openxmlformats.org/officeDocument/2006/relationships/vmlDrawing" Target="../drawings/vmlDrawing20.vml"/><Relationship Id="rId6" Type="http://schemas.openxmlformats.org/officeDocument/2006/relationships/image" Target="../media/image135.wmf"/><Relationship Id="rId5" Type="http://schemas.openxmlformats.org/officeDocument/2006/relationships/oleObject" Target="../embeddings/oleObject128.bin"/><Relationship Id="rId10" Type="http://schemas.openxmlformats.org/officeDocument/2006/relationships/image" Target="../media/image137.wmf"/><Relationship Id="rId4" Type="http://schemas.openxmlformats.org/officeDocument/2006/relationships/image" Target="../media/image134.wmf"/><Relationship Id="rId9" Type="http://schemas.openxmlformats.org/officeDocument/2006/relationships/oleObject" Target="../embeddings/oleObject130.bin"/></Relationships>
</file>

<file path=ppt/slides/_rels/slide29.xml.rels><?xml version="1.0" encoding="UTF-8" standalone="yes"?>
<Relationships xmlns="http://schemas.openxmlformats.org/package/2006/relationships"><Relationship Id="rId8" Type="http://schemas.openxmlformats.org/officeDocument/2006/relationships/image" Target="../media/image140.wmf"/><Relationship Id="rId3" Type="http://schemas.openxmlformats.org/officeDocument/2006/relationships/oleObject" Target="../embeddings/oleObject131.bin"/><Relationship Id="rId7" Type="http://schemas.openxmlformats.org/officeDocument/2006/relationships/oleObject" Target="../embeddings/oleObject133.bin"/><Relationship Id="rId2" Type="http://schemas.openxmlformats.org/officeDocument/2006/relationships/slideLayout" Target="../slideLayouts/slideLayout12.xml"/><Relationship Id="rId1" Type="http://schemas.openxmlformats.org/officeDocument/2006/relationships/vmlDrawing" Target="../drawings/vmlDrawing21.vml"/><Relationship Id="rId6" Type="http://schemas.openxmlformats.org/officeDocument/2006/relationships/image" Target="../media/image139.wmf"/><Relationship Id="rId5" Type="http://schemas.openxmlformats.org/officeDocument/2006/relationships/oleObject" Target="../embeddings/oleObject132.bin"/><Relationship Id="rId10" Type="http://schemas.openxmlformats.org/officeDocument/2006/relationships/image" Target="../media/image141.wmf"/><Relationship Id="rId4" Type="http://schemas.openxmlformats.org/officeDocument/2006/relationships/image" Target="../media/image138.wmf"/><Relationship Id="rId9" Type="http://schemas.openxmlformats.org/officeDocument/2006/relationships/oleObject" Target="../embeddings/oleObject134.bin"/></Relationships>
</file>

<file path=ppt/slides/_rels/slide30.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42.png"/><Relationship Id="rId1" Type="http://schemas.openxmlformats.org/officeDocument/2006/relationships/slideLayout" Target="../slideLayouts/slideLayout1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2.xml.rels><?xml version="1.0" encoding="UTF-8" standalone="yes"?>
<Relationships xmlns="http://schemas.openxmlformats.org/package/2006/relationships"><Relationship Id="rId8" Type="http://schemas.openxmlformats.org/officeDocument/2006/relationships/image" Target="../media/image103.wmf"/><Relationship Id="rId13" Type="http://schemas.openxmlformats.org/officeDocument/2006/relationships/image" Target="../media/image146.wmf"/><Relationship Id="rId3" Type="http://schemas.openxmlformats.org/officeDocument/2006/relationships/oleObject" Target="../embeddings/oleObject135.bin"/><Relationship Id="rId7" Type="http://schemas.openxmlformats.org/officeDocument/2006/relationships/oleObject" Target="../embeddings/oleObject137.bin"/><Relationship Id="rId12" Type="http://schemas.openxmlformats.org/officeDocument/2006/relationships/oleObject" Target="../embeddings/oleObject140.bin"/><Relationship Id="rId2" Type="http://schemas.openxmlformats.org/officeDocument/2006/relationships/slideLayout" Target="../slideLayouts/slideLayout12.xml"/><Relationship Id="rId1" Type="http://schemas.openxmlformats.org/officeDocument/2006/relationships/vmlDrawing" Target="../drawings/vmlDrawing22.vml"/><Relationship Id="rId6" Type="http://schemas.openxmlformats.org/officeDocument/2006/relationships/image" Target="../media/image144.wmf"/><Relationship Id="rId11" Type="http://schemas.openxmlformats.org/officeDocument/2006/relationships/image" Target="../media/image145.wmf"/><Relationship Id="rId5" Type="http://schemas.openxmlformats.org/officeDocument/2006/relationships/oleObject" Target="../embeddings/oleObject136.bin"/><Relationship Id="rId10" Type="http://schemas.openxmlformats.org/officeDocument/2006/relationships/oleObject" Target="../embeddings/oleObject139.bin"/><Relationship Id="rId4" Type="http://schemas.openxmlformats.org/officeDocument/2006/relationships/image" Target="../media/image143.wmf"/><Relationship Id="rId9" Type="http://schemas.openxmlformats.org/officeDocument/2006/relationships/oleObject" Target="../embeddings/oleObject138.bin"/></Relationships>
</file>

<file path=ppt/slides/_rels/slide33.xml.rels><?xml version="1.0" encoding="UTF-8" standalone="yes"?>
<Relationships xmlns="http://schemas.openxmlformats.org/package/2006/relationships"><Relationship Id="rId8" Type="http://schemas.openxmlformats.org/officeDocument/2006/relationships/image" Target="../media/image103.wmf"/><Relationship Id="rId13" Type="http://schemas.openxmlformats.org/officeDocument/2006/relationships/oleObject" Target="../embeddings/oleObject146.bin"/><Relationship Id="rId18" Type="http://schemas.openxmlformats.org/officeDocument/2006/relationships/image" Target="../media/image153.wmf"/><Relationship Id="rId3" Type="http://schemas.openxmlformats.org/officeDocument/2006/relationships/oleObject" Target="../embeddings/oleObject141.bin"/><Relationship Id="rId21" Type="http://schemas.openxmlformats.org/officeDocument/2006/relationships/oleObject" Target="../embeddings/oleObject150.bin"/><Relationship Id="rId7" Type="http://schemas.openxmlformats.org/officeDocument/2006/relationships/oleObject" Target="../embeddings/oleObject143.bin"/><Relationship Id="rId12" Type="http://schemas.openxmlformats.org/officeDocument/2006/relationships/image" Target="../media/image150.wmf"/><Relationship Id="rId17" Type="http://schemas.openxmlformats.org/officeDocument/2006/relationships/oleObject" Target="../embeddings/oleObject148.bin"/><Relationship Id="rId25" Type="http://schemas.openxmlformats.org/officeDocument/2006/relationships/oleObject" Target="../embeddings/oleObject152.bin"/><Relationship Id="rId2" Type="http://schemas.openxmlformats.org/officeDocument/2006/relationships/slideLayout" Target="../slideLayouts/slideLayout12.xml"/><Relationship Id="rId16" Type="http://schemas.openxmlformats.org/officeDocument/2006/relationships/image" Target="../media/image152.wmf"/><Relationship Id="rId20" Type="http://schemas.openxmlformats.org/officeDocument/2006/relationships/image" Target="../media/image154.wmf"/><Relationship Id="rId1" Type="http://schemas.openxmlformats.org/officeDocument/2006/relationships/vmlDrawing" Target="../drawings/vmlDrawing23.vml"/><Relationship Id="rId6" Type="http://schemas.openxmlformats.org/officeDocument/2006/relationships/image" Target="../media/image148.wmf"/><Relationship Id="rId11" Type="http://schemas.openxmlformats.org/officeDocument/2006/relationships/oleObject" Target="../embeddings/oleObject145.bin"/><Relationship Id="rId24" Type="http://schemas.openxmlformats.org/officeDocument/2006/relationships/image" Target="../media/image146.wmf"/><Relationship Id="rId5" Type="http://schemas.openxmlformats.org/officeDocument/2006/relationships/oleObject" Target="../embeddings/oleObject142.bin"/><Relationship Id="rId15" Type="http://schemas.openxmlformats.org/officeDocument/2006/relationships/oleObject" Target="../embeddings/oleObject147.bin"/><Relationship Id="rId23" Type="http://schemas.openxmlformats.org/officeDocument/2006/relationships/oleObject" Target="../embeddings/oleObject151.bin"/><Relationship Id="rId10" Type="http://schemas.openxmlformats.org/officeDocument/2006/relationships/image" Target="../media/image149.wmf"/><Relationship Id="rId19" Type="http://schemas.openxmlformats.org/officeDocument/2006/relationships/oleObject" Target="../embeddings/oleObject149.bin"/><Relationship Id="rId4" Type="http://schemas.openxmlformats.org/officeDocument/2006/relationships/image" Target="../media/image147.wmf"/><Relationship Id="rId9" Type="http://schemas.openxmlformats.org/officeDocument/2006/relationships/oleObject" Target="../embeddings/oleObject144.bin"/><Relationship Id="rId14" Type="http://schemas.openxmlformats.org/officeDocument/2006/relationships/image" Target="../media/image151.wmf"/><Relationship Id="rId22" Type="http://schemas.openxmlformats.org/officeDocument/2006/relationships/image" Target="../media/image155.wmf"/></Relationships>
</file>

<file path=ppt/slides/_rels/slide34.xml.rels><?xml version="1.0" encoding="UTF-8" standalone="yes"?>
<Relationships xmlns="http://schemas.openxmlformats.org/package/2006/relationships"><Relationship Id="rId8" Type="http://schemas.openxmlformats.org/officeDocument/2006/relationships/image" Target="../media/image103.wmf"/><Relationship Id="rId13" Type="http://schemas.openxmlformats.org/officeDocument/2006/relationships/oleObject" Target="../embeddings/oleObject158.bin"/><Relationship Id="rId18" Type="http://schemas.openxmlformats.org/officeDocument/2006/relationships/image" Target="../media/image155.wmf"/><Relationship Id="rId3" Type="http://schemas.openxmlformats.org/officeDocument/2006/relationships/oleObject" Target="../embeddings/oleObject153.bin"/><Relationship Id="rId7" Type="http://schemas.openxmlformats.org/officeDocument/2006/relationships/oleObject" Target="../embeddings/oleObject155.bin"/><Relationship Id="rId12" Type="http://schemas.openxmlformats.org/officeDocument/2006/relationships/image" Target="../media/image150.wmf"/><Relationship Id="rId17" Type="http://schemas.openxmlformats.org/officeDocument/2006/relationships/oleObject" Target="../embeddings/oleObject160.bin"/><Relationship Id="rId2" Type="http://schemas.openxmlformats.org/officeDocument/2006/relationships/slideLayout" Target="../slideLayouts/slideLayout12.xml"/><Relationship Id="rId16" Type="http://schemas.openxmlformats.org/officeDocument/2006/relationships/image" Target="../media/image154.wmf"/><Relationship Id="rId1" Type="http://schemas.openxmlformats.org/officeDocument/2006/relationships/vmlDrawing" Target="../drawings/vmlDrawing24.vml"/><Relationship Id="rId6" Type="http://schemas.openxmlformats.org/officeDocument/2006/relationships/image" Target="../media/image157.wmf"/><Relationship Id="rId11" Type="http://schemas.openxmlformats.org/officeDocument/2006/relationships/oleObject" Target="../embeddings/oleObject157.bin"/><Relationship Id="rId5" Type="http://schemas.openxmlformats.org/officeDocument/2006/relationships/oleObject" Target="../embeddings/oleObject154.bin"/><Relationship Id="rId15" Type="http://schemas.openxmlformats.org/officeDocument/2006/relationships/oleObject" Target="../embeddings/oleObject159.bin"/><Relationship Id="rId10" Type="http://schemas.openxmlformats.org/officeDocument/2006/relationships/image" Target="../media/image149.wmf"/><Relationship Id="rId4" Type="http://schemas.openxmlformats.org/officeDocument/2006/relationships/image" Target="../media/image156.wmf"/><Relationship Id="rId9" Type="http://schemas.openxmlformats.org/officeDocument/2006/relationships/oleObject" Target="../embeddings/oleObject156.bin"/><Relationship Id="rId14" Type="http://schemas.openxmlformats.org/officeDocument/2006/relationships/image" Target="../media/image151.wmf"/></Relationships>
</file>

<file path=ppt/slides/_rels/slide35.xml.rels><?xml version="1.0" encoding="UTF-8" standalone="yes"?>
<Relationships xmlns="http://schemas.openxmlformats.org/package/2006/relationships"><Relationship Id="rId8" Type="http://schemas.openxmlformats.org/officeDocument/2006/relationships/image" Target="../media/image160.wmf"/><Relationship Id="rId13" Type="http://schemas.openxmlformats.org/officeDocument/2006/relationships/oleObject" Target="../embeddings/oleObject166.bin"/><Relationship Id="rId3" Type="http://schemas.openxmlformats.org/officeDocument/2006/relationships/oleObject" Target="../embeddings/oleObject161.bin"/><Relationship Id="rId7" Type="http://schemas.openxmlformats.org/officeDocument/2006/relationships/oleObject" Target="../embeddings/oleObject163.bin"/><Relationship Id="rId12" Type="http://schemas.openxmlformats.org/officeDocument/2006/relationships/image" Target="../media/image155.wmf"/><Relationship Id="rId2" Type="http://schemas.openxmlformats.org/officeDocument/2006/relationships/slideLayout" Target="../slideLayouts/slideLayout12.xml"/><Relationship Id="rId1" Type="http://schemas.openxmlformats.org/officeDocument/2006/relationships/vmlDrawing" Target="../drawings/vmlDrawing25.vml"/><Relationship Id="rId6" Type="http://schemas.openxmlformats.org/officeDocument/2006/relationships/image" Target="../media/image159.wmf"/><Relationship Id="rId11" Type="http://schemas.openxmlformats.org/officeDocument/2006/relationships/oleObject" Target="../embeddings/oleObject165.bin"/><Relationship Id="rId5" Type="http://schemas.openxmlformats.org/officeDocument/2006/relationships/oleObject" Target="../embeddings/oleObject162.bin"/><Relationship Id="rId10" Type="http://schemas.openxmlformats.org/officeDocument/2006/relationships/image" Target="../media/image103.wmf"/><Relationship Id="rId4" Type="http://schemas.openxmlformats.org/officeDocument/2006/relationships/image" Target="../media/image158.wmf"/><Relationship Id="rId9" Type="http://schemas.openxmlformats.org/officeDocument/2006/relationships/oleObject" Target="../embeddings/oleObject164.bin"/><Relationship Id="rId14" Type="http://schemas.openxmlformats.org/officeDocument/2006/relationships/image" Target="../media/image154.wmf"/></Relationships>
</file>

<file path=ppt/slides/_rels/slide36.xml.rels><?xml version="1.0" encoding="UTF-8" standalone="yes"?>
<Relationships xmlns="http://schemas.openxmlformats.org/package/2006/relationships"><Relationship Id="rId8" Type="http://schemas.openxmlformats.org/officeDocument/2006/relationships/image" Target="../media/image103.wmf"/><Relationship Id="rId3" Type="http://schemas.openxmlformats.org/officeDocument/2006/relationships/oleObject" Target="../embeddings/oleObject167.bin"/><Relationship Id="rId7" Type="http://schemas.openxmlformats.org/officeDocument/2006/relationships/oleObject" Target="../embeddings/oleObject164.bin"/><Relationship Id="rId12" Type="http://schemas.openxmlformats.org/officeDocument/2006/relationships/image" Target="../media/image154.wmf"/><Relationship Id="rId2" Type="http://schemas.openxmlformats.org/officeDocument/2006/relationships/slideLayout" Target="../slideLayouts/slideLayout12.xml"/><Relationship Id="rId1" Type="http://schemas.openxmlformats.org/officeDocument/2006/relationships/vmlDrawing" Target="../drawings/vmlDrawing26.vml"/><Relationship Id="rId6" Type="http://schemas.openxmlformats.org/officeDocument/2006/relationships/image" Target="../media/image162.wmf"/><Relationship Id="rId11" Type="http://schemas.openxmlformats.org/officeDocument/2006/relationships/oleObject" Target="../embeddings/oleObject166.bin"/><Relationship Id="rId5" Type="http://schemas.openxmlformats.org/officeDocument/2006/relationships/oleObject" Target="../embeddings/oleObject168.bin"/><Relationship Id="rId10" Type="http://schemas.openxmlformats.org/officeDocument/2006/relationships/image" Target="../media/image155.wmf"/><Relationship Id="rId4" Type="http://schemas.openxmlformats.org/officeDocument/2006/relationships/image" Target="../media/image161.wmf"/><Relationship Id="rId9" Type="http://schemas.openxmlformats.org/officeDocument/2006/relationships/oleObject" Target="../embeddings/oleObject165.bin"/></Relationships>
</file>

<file path=ppt/slides/_rels/slide37.xml.rels><?xml version="1.0" encoding="UTF-8" standalone="yes"?>
<Relationships xmlns="http://schemas.openxmlformats.org/package/2006/relationships"><Relationship Id="rId3" Type="http://schemas.openxmlformats.org/officeDocument/2006/relationships/oleObject" Target="../embeddings/oleObject169.bin"/><Relationship Id="rId2" Type="http://schemas.openxmlformats.org/officeDocument/2006/relationships/slideLayout" Target="../slideLayouts/slideLayout12.xml"/><Relationship Id="rId1" Type="http://schemas.openxmlformats.org/officeDocument/2006/relationships/vmlDrawing" Target="../drawings/vmlDrawing27.vml"/><Relationship Id="rId6" Type="http://schemas.openxmlformats.org/officeDocument/2006/relationships/image" Target="../media/image164.wmf"/><Relationship Id="rId5" Type="http://schemas.openxmlformats.org/officeDocument/2006/relationships/oleObject" Target="../embeddings/oleObject170.bin"/><Relationship Id="rId4" Type="http://schemas.openxmlformats.org/officeDocument/2006/relationships/image" Target="../media/image163.wmf"/></Relationships>
</file>

<file path=ppt/slides/_rels/slide38.xml.rels><?xml version="1.0" encoding="UTF-8" standalone="yes"?>
<Relationships xmlns="http://schemas.openxmlformats.org/package/2006/relationships"><Relationship Id="rId8" Type="http://schemas.openxmlformats.org/officeDocument/2006/relationships/image" Target="../media/image167.wmf"/><Relationship Id="rId13" Type="http://schemas.openxmlformats.org/officeDocument/2006/relationships/oleObject" Target="../embeddings/oleObject176.bin"/><Relationship Id="rId18" Type="http://schemas.openxmlformats.org/officeDocument/2006/relationships/image" Target="../media/image169.wmf"/><Relationship Id="rId3" Type="http://schemas.openxmlformats.org/officeDocument/2006/relationships/oleObject" Target="../embeddings/oleObject171.bin"/><Relationship Id="rId7" Type="http://schemas.openxmlformats.org/officeDocument/2006/relationships/oleObject" Target="../embeddings/oleObject173.bin"/><Relationship Id="rId12" Type="http://schemas.openxmlformats.org/officeDocument/2006/relationships/image" Target="../media/image9.wmf"/><Relationship Id="rId17" Type="http://schemas.openxmlformats.org/officeDocument/2006/relationships/oleObject" Target="../embeddings/oleObject178.bin"/><Relationship Id="rId2" Type="http://schemas.openxmlformats.org/officeDocument/2006/relationships/slideLayout" Target="../slideLayouts/slideLayout12.xml"/><Relationship Id="rId16" Type="http://schemas.openxmlformats.org/officeDocument/2006/relationships/image" Target="../media/image5.wmf"/><Relationship Id="rId1" Type="http://schemas.openxmlformats.org/officeDocument/2006/relationships/vmlDrawing" Target="../drawings/vmlDrawing28.vml"/><Relationship Id="rId6" Type="http://schemas.openxmlformats.org/officeDocument/2006/relationships/image" Target="../media/image166.wmf"/><Relationship Id="rId11" Type="http://schemas.openxmlformats.org/officeDocument/2006/relationships/oleObject" Target="../embeddings/oleObject175.bin"/><Relationship Id="rId5" Type="http://schemas.openxmlformats.org/officeDocument/2006/relationships/oleObject" Target="../embeddings/oleObject172.bin"/><Relationship Id="rId15" Type="http://schemas.openxmlformats.org/officeDocument/2006/relationships/oleObject" Target="../embeddings/oleObject177.bin"/><Relationship Id="rId10" Type="http://schemas.openxmlformats.org/officeDocument/2006/relationships/image" Target="../media/image168.wmf"/><Relationship Id="rId4" Type="http://schemas.openxmlformats.org/officeDocument/2006/relationships/image" Target="../media/image165.wmf"/><Relationship Id="rId9" Type="http://schemas.openxmlformats.org/officeDocument/2006/relationships/oleObject" Target="../embeddings/oleObject174.bin"/><Relationship Id="rId14" Type="http://schemas.openxmlformats.org/officeDocument/2006/relationships/image" Target="../media/image10.wmf"/></Relationships>
</file>

<file path=ppt/slides/_rels/slide39.xml.rels><?xml version="1.0" encoding="UTF-8" standalone="yes"?>
<Relationships xmlns="http://schemas.openxmlformats.org/package/2006/relationships"><Relationship Id="rId8" Type="http://schemas.openxmlformats.org/officeDocument/2006/relationships/image" Target="../media/image172.wmf"/><Relationship Id="rId13" Type="http://schemas.openxmlformats.org/officeDocument/2006/relationships/oleObject" Target="../embeddings/oleObject184.bin"/><Relationship Id="rId18" Type="http://schemas.openxmlformats.org/officeDocument/2006/relationships/oleObject" Target="../embeddings/oleObject188.bin"/><Relationship Id="rId3" Type="http://schemas.openxmlformats.org/officeDocument/2006/relationships/oleObject" Target="../embeddings/oleObject179.bin"/><Relationship Id="rId21" Type="http://schemas.openxmlformats.org/officeDocument/2006/relationships/image" Target="../media/image176.wmf"/><Relationship Id="rId7" Type="http://schemas.openxmlformats.org/officeDocument/2006/relationships/oleObject" Target="../embeddings/oleObject181.bin"/><Relationship Id="rId12" Type="http://schemas.openxmlformats.org/officeDocument/2006/relationships/image" Target="../media/image173.wmf"/><Relationship Id="rId17" Type="http://schemas.openxmlformats.org/officeDocument/2006/relationships/oleObject" Target="../embeddings/oleObject187.bin"/><Relationship Id="rId2" Type="http://schemas.openxmlformats.org/officeDocument/2006/relationships/slideLayout" Target="../slideLayouts/slideLayout12.xml"/><Relationship Id="rId16" Type="http://schemas.openxmlformats.org/officeDocument/2006/relationships/oleObject" Target="../embeddings/oleObject186.bin"/><Relationship Id="rId20" Type="http://schemas.openxmlformats.org/officeDocument/2006/relationships/oleObject" Target="../embeddings/oleObject189.bin"/><Relationship Id="rId1" Type="http://schemas.openxmlformats.org/officeDocument/2006/relationships/vmlDrawing" Target="../drawings/vmlDrawing29.vml"/><Relationship Id="rId6" Type="http://schemas.openxmlformats.org/officeDocument/2006/relationships/image" Target="../media/image171.wmf"/><Relationship Id="rId11" Type="http://schemas.openxmlformats.org/officeDocument/2006/relationships/oleObject" Target="../embeddings/oleObject183.bin"/><Relationship Id="rId5" Type="http://schemas.openxmlformats.org/officeDocument/2006/relationships/oleObject" Target="../embeddings/oleObject180.bin"/><Relationship Id="rId15" Type="http://schemas.openxmlformats.org/officeDocument/2006/relationships/oleObject" Target="../embeddings/oleObject185.bin"/><Relationship Id="rId23" Type="http://schemas.openxmlformats.org/officeDocument/2006/relationships/image" Target="../media/image177.wmf"/><Relationship Id="rId10" Type="http://schemas.openxmlformats.org/officeDocument/2006/relationships/image" Target="../media/image84.wmf"/><Relationship Id="rId19" Type="http://schemas.openxmlformats.org/officeDocument/2006/relationships/image" Target="../media/image175.wmf"/><Relationship Id="rId4" Type="http://schemas.openxmlformats.org/officeDocument/2006/relationships/image" Target="../media/image170.wmf"/><Relationship Id="rId9" Type="http://schemas.openxmlformats.org/officeDocument/2006/relationships/oleObject" Target="../embeddings/oleObject182.bin"/><Relationship Id="rId14" Type="http://schemas.openxmlformats.org/officeDocument/2006/relationships/image" Target="../media/image174.wmf"/><Relationship Id="rId22" Type="http://schemas.openxmlformats.org/officeDocument/2006/relationships/oleObject" Target="../embeddings/oleObject190.bin"/></Relationships>
</file>

<file path=ppt/slides/_rels/slide40.xml.rels><?xml version="1.0" encoding="UTF-8" standalone="yes"?>
<Relationships xmlns="http://schemas.openxmlformats.org/package/2006/relationships"><Relationship Id="rId8" Type="http://schemas.openxmlformats.org/officeDocument/2006/relationships/image" Target="../media/image180.wmf"/><Relationship Id="rId13" Type="http://schemas.openxmlformats.org/officeDocument/2006/relationships/oleObject" Target="../embeddings/oleObject196.bin"/><Relationship Id="rId3" Type="http://schemas.openxmlformats.org/officeDocument/2006/relationships/oleObject" Target="../embeddings/oleObject191.bin"/><Relationship Id="rId7" Type="http://schemas.openxmlformats.org/officeDocument/2006/relationships/oleObject" Target="../embeddings/oleObject193.bin"/><Relationship Id="rId12" Type="http://schemas.openxmlformats.org/officeDocument/2006/relationships/image" Target="../media/image182.wmf"/><Relationship Id="rId17" Type="http://schemas.openxmlformats.org/officeDocument/2006/relationships/image" Target="../media/image124.wmf"/><Relationship Id="rId2" Type="http://schemas.openxmlformats.org/officeDocument/2006/relationships/slideLayout" Target="../slideLayouts/slideLayout12.xml"/><Relationship Id="rId16" Type="http://schemas.openxmlformats.org/officeDocument/2006/relationships/oleObject" Target="../embeddings/oleObject116.bin"/><Relationship Id="rId1" Type="http://schemas.openxmlformats.org/officeDocument/2006/relationships/vmlDrawing" Target="../drawings/vmlDrawing30.vml"/><Relationship Id="rId6" Type="http://schemas.openxmlformats.org/officeDocument/2006/relationships/image" Target="../media/image179.wmf"/><Relationship Id="rId11" Type="http://schemas.openxmlformats.org/officeDocument/2006/relationships/oleObject" Target="../embeddings/oleObject195.bin"/><Relationship Id="rId5" Type="http://schemas.openxmlformats.org/officeDocument/2006/relationships/oleObject" Target="../embeddings/oleObject192.bin"/><Relationship Id="rId15" Type="http://schemas.openxmlformats.org/officeDocument/2006/relationships/oleObject" Target="../embeddings/oleObject197.bin"/><Relationship Id="rId10" Type="http://schemas.openxmlformats.org/officeDocument/2006/relationships/image" Target="../media/image181.wmf"/><Relationship Id="rId4" Type="http://schemas.openxmlformats.org/officeDocument/2006/relationships/image" Target="../media/image178.wmf"/><Relationship Id="rId9" Type="http://schemas.openxmlformats.org/officeDocument/2006/relationships/oleObject" Target="../embeddings/oleObject194.bin"/><Relationship Id="rId14" Type="http://schemas.openxmlformats.org/officeDocument/2006/relationships/image" Target="../media/image105.wmf"/></Relationships>
</file>

<file path=ppt/slides/_rels/slide41.xml.rels><?xml version="1.0" encoding="UTF-8" standalone="yes"?>
<Relationships xmlns="http://schemas.openxmlformats.org/package/2006/relationships"><Relationship Id="rId8" Type="http://schemas.openxmlformats.org/officeDocument/2006/relationships/image" Target="../media/image185.wmf"/><Relationship Id="rId13" Type="http://schemas.openxmlformats.org/officeDocument/2006/relationships/oleObject" Target="../embeddings/oleObject203.bin"/><Relationship Id="rId18" Type="http://schemas.openxmlformats.org/officeDocument/2006/relationships/image" Target="../media/image181.wmf"/><Relationship Id="rId26" Type="http://schemas.openxmlformats.org/officeDocument/2006/relationships/image" Target="../media/image190.wmf"/><Relationship Id="rId3" Type="http://schemas.openxmlformats.org/officeDocument/2006/relationships/oleObject" Target="../embeddings/oleObject198.bin"/><Relationship Id="rId21" Type="http://schemas.openxmlformats.org/officeDocument/2006/relationships/oleObject" Target="../embeddings/oleObject207.bin"/><Relationship Id="rId7" Type="http://schemas.openxmlformats.org/officeDocument/2006/relationships/oleObject" Target="../embeddings/oleObject200.bin"/><Relationship Id="rId12" Type="http://schemas.openxmlformats.org/officeDocument/2006/relationships/image" Target="../media/image187.wmf"/><Relationship Id="rId17" Type="http://schemas.openxmlformats.org/officeDocument/2006/relationships/oleObject" Target="../embeddings/oleObject205.bin"/><Relationship Id="rId25" Type="http://schemas.openxmlformats.org/officeDocument/2006/relationships/oleObject" Target="../embeddings/oleObject209.bin"/><Relationship Id="rId2" Type="http://schemas.openxmlformats.org/officeDocument/2006/relationships/slideLayout" Target="../slideLayouts/slideLayout12.xml"/><Relationship Id="rId16" Type="http://schemas.openxmlformats.org/officeDocument/2006/relationships/image" Target="../media/image189.wmf"/><Relationship Id="rId20" Type="http://schemas.openxmlformats.org/officeDocument/2006/relationships/image" Target="../media/image182.wmf"/><Relationship Id="rId1" Type="http://schemas.openxmlformats.org/officeDocument/2006/relationships/vmlDrawing" Target="../drawings/vmlDrawing31.vml"/><Relationship Id="rId6" Type="http://schemas.openxmlformats.org/officeDocument/2006/relationships/image" Target="../media/image184.wmf"/><Relationship Id="rId11" Type="http://schemas.openxmlformats.org/officeDocument/2006/relationships/oleObject" Target="../embeddings/oleObject202.bin"/><Relationship Id="rId24" Type="http://schemas.openxmlformats.org/officeDocument/2006/relationships/image" Target="../media/image180.wmf"/><Relationship Id="rId5" Type="http://schemas.openxmlformats.org/officeDocument/2006/relationships/oleObject" Target="../embeddings/oleObject199.bin"/><Relationship Id="rId15" Type="http://schemas.openxmlformats.org/officeDocument/2006/relationships/oleObject" Target="../embeddings/oleObject204.bin"/><Relationship Id="rId23" Type="http://schemas.openxmlformats.org/officeDocument/2006/relationships/oleObject" Target="../embeddings/oleObject208.bin"/><Relationship Id="rId28" Type="http://schemas.openxmlformats.org/officeDocument/2006/relationships/image" Target="../media/image191.wmf"/><Relationship Id="rId10" Type="http://schemas.openxmlformats.org/officeDocument/2006/relationships/image" Target="../media/image186.wmf"/><Relationship Id="rId19" Type="http://schemas.openxmlformats.org/officeDocument/2006/relationships/oleObject" Target="../embeddings/oleObject206.bin"/><Relationship Id="rId4" Type="http://schemas.openxmlformats.org/officeDocument/2006/relationships/image" Target="../media/image183.wmf"/><Relationship Id="rId9" Type="http://schemas.openxmlformats.org/officeDocument/2006/relationships/oleObject" Target="../embeddings/oleObject201.bin"/><Relationship Id="rId14" Type="http://schemas.openxmlformats.org/officeDocument/2006/relationships/image" Target="../media/image188.wmf"/><Relationship Id="rId22" Type="http://schemas.openxmlformats.org/officeDocument/2006/relationships/image" Target="../media/image105.wmf"/><Relationship Id="rId27" Type="http://schemas.openxmlformats.org/officeDocument/2006/relationships/oleObject" Target="../embeddings/oleObject210.bin"/></Relationships>
</file>

<file path=ppt/slides/_rels/slide42.xml.rels><?xml version="1.0" encoding="UTF-8" standalone="yes"?>
<Relationships xmlns="http://schemas.openxmlformats.org/package/2006/relationships"><Relationship Id="rId8" Type="http://schemas.openxmlformats.org/officeDocument/2006/relationships/image" Target="../media/image194.wmf"/><Relationship Id="rId13" Type="http://schemas.openxmlformats.org/officeDocument/2006/relationships/oleObject" Target="../embeddings/oleObject216.bin"/><Relationship Id="rId18" Type="http://schemas.openxmlformats.org/officeDocument/2006/relationships/image" Target="../media/image199.wmf"/><Relationship Id="rId26" Type="http://schemas.openxmlformats.org/officeDocument/2006/relationships/image" Target="../media/image203.wmf"/><Relationship Id="rId3" Type="http://schemas.openxmlformats.org/officeDocument/2006/relationships/oleObject" Target="../embeddings/oleObject211.bin"/><Relationship Id="rId21" Type="http://schemas.openxmlformats.org/officeDocument/2006/relationships/oleObject" Target="../embeddings/oleObject220.bin"/><Relationship Id="rId34" Type="http://schemas.openxmlformats.org/officeDocument/2006/relationships/image" Target="../media/image11.wmf"/><Relationship Id="rId7" Type="http://schemas.openxmlformats.org/officeDocument/2006/relationships/oleObject" Target="../embeddings/oleObject213.bin"/><Relationship Id="rId12" Type="http://schemas.openxmlformats.org/officeDocument/2006/relationships/image" Target="../media/image196.wmf"/><Relationship Id="rId17" Type="http://schemas.openxmlformats.org/officeDocument/2006/relationships/oleObject" Target="../embeddings/oleObject218.bin"/><Relationship Id="rId25" Type="http://schemas.openxmlformats.org/officeDocument/2006/relationships/oleObject" Target="../embeddings/oleObject222.bin"/><Relationship Id="rId33" Type="http://schemas.openxmlformats.org/officeDocument/2006/relationships/oleObject" Target="../embeddings/oleObject226.bin"/><Relationship Id="rId2" Type="http://schemas.openxmlformats.org/officeDocument/2006/relationships/slideLayout" Target="../slideLayouts/slideLayout12.xml"/><Relationship Id="rId16" Type="http://schemas.openxmlformats.org/officeDocument/2006/relationships/image" Target="../media/image198.wmf"/><Relationship Id="rId20" Type="http://schemas.openxmlformats.org/officeDocument/2006/relationships/image" Target="../media/image200.wmf"/><Relationship Id="rId29" Type="http://schemas.openxmlformats.org/officeDocument/2006/relationships/oleObject" Target="../embeddings/oleObject224.bin"/><Relationship Id="rId1" Type="http://schemas.openxmlformats.org/officeDocument/2006/relationships/vmlDrawing" Target="../drawings/vmlDrawing32.vml"/><Relationship Id="rId6" Type="http://schemas.openxmlformats.org/officeDocument/2006/relationships/image" Target="../media/image193.wmf"/><Relationship Id="rId11" Type="http://schemas.openxmlformats.org/officeDocument/2006/relationships/oleObject" Target="../embeddings/oleObject215.bin"/><Relationship Id="rId24" Type="http://schemas.openxmlformats.org/officeDocument/2006/relationships/image" Target="../media/image202.wmf"/><Relationship Id="rId32" Type="http://schemas.openxmlformats.org/officeDocument/2006/relationships/image" Target="../media/image206.wmf"/><Relationship Id="rId37" Type="http://schemas.openxmlformats.org/officeDocument/2006/relationships/slide" Target="slide20.xml"/><Relationship Id="rId5" Type="http://schemas.openxmlformats.org/officeDocument/2006/relationships/oleObject" Target="../embeddings/oleObject212.bin"/><Relationship Id="rId15" Type="http://schemas.openxmlformats.org/officeDocument/2006/relationships/oleObject" Target="../embeddings/oleObject217.bin"/><Relationship Id="rId23" Type="http://schemas.openxmlformats.org/officeDocument/2006/relationships/oleObject" Target="../embeddings/oleObject221.bin"/><Relationship Id="rId28" Type="http://schemas.openxmlformats.org/officeDocument/2006/relationships/image" Target="../media/image204.wmf"/><Relationship Id="rId36" Type="http://schemas.openxmlformats.org/officeDocument/2006/relationships/image" Target="../media/image207.wmf"/><Relationship Id="rId10" Type="http://schemas.openxmlformats.org/officeDocument/2006/relationships/image" Target="../media/image195.wmf"/><Relationship Id="rId19" Type="http://schemas.openxmlformats.org/officeDocument/2006/relationships/oleObject" Target="../embeddings/oleObject219.bin"/><Relationship Id="rId31" Type="http://schemas.openxmlformats.org/officeDocument/2006/relationships/oleObject" Target="../embeddings/oleObject225.bin"/><Relationship Id="rId4" Type="http://schemas.openxmlformats.org/officeDocument/2006/relationships/image" Target="../media/image192.wmf"/><Relationship Id="rId9" Type="http://schemas.openxmlformats.org/officeDocument/2006/relationships/oleObject" Target="../embeddings/oleObject214.bin"/><Relationship Id="rId14" Type="http://schemas.openxmlformats.org/officeDocument/2006/relationships/image" Target="../media/image197.wmf"/><Relationship Id="rId22" Type="http://schemas.openxmlformats.org/officeDocument/2006/relationships/image" Target="../media/image201.wmf"/><Relationship Id="rId27" Type="http://schemas.openxmlformats.org/officeDocument/2006/relationships/oleObject" Target="../embeddings/oleObject223.bin"/><Relationship Id="rId30" Type="http://schemas.openxmlformats.org/officeDocument/2006/relationships/image" Target="../media/image205.wmf"/><Relationship Id="rId35" Type="http://schemas.openxmlformats.org/officeDocument/2006/relationships/oleObject" Target="../embeddings/oleObject227.bin"/></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1" name="图片 40"/>
          <p:cNvPicPr/>
          <p:nvPr/>
        </p:nvPicPr>
        <p:blipFill>
          <a:blip r:embed="rId2" cstate="print">
            <a:extLst>
              <a:ext uri="{28A0092B-C50C-407E-A947-70E740481C1C}">
                <a14:useLocalDpi xmlns:a14="http://schemas.microsoft.com/office/drawing/2010/main" val="0"/>
              </a:ext>
            </a:extLst>
          </a:blip>
          <a:srcRect/>
          <a:stretch>
            <a:fillRect/>
          </a:stretch>
        </p:blipFill>
        <p:spPr>
          <a:xfrm>
            <a:off x="1275596" y="297769"/>
            <a:ext cx="2700000" cy="1890000"/>
          </a:xfrm>
          <a:prstGeom prst="rect">
            <a:avLst/>
          </a:prstGeom>
          <a:noFill/>
          <a:ln>
            <a:noFill/>
          </a:ln>
        </p:spPr>
      </p:pic>
      <p:pic>
        <p:nvPicPr>
          <p:cNvPr id="3" name="图片 2"/>
          <p:cNvPicPr>
            <a:picLocks noChangeAspect="1"/>
          </p:cNvPicPr>
          <p:nvPr/>
        </p:nvPicPr>
        <p:blipFill>
          <a:blip r:embed="rId3"/>
          <a:stretch>
            <a:fillRect/>
          </a:stretch>
        </p:blipFill>
        <p:spPr>
          <a:xfrm>
            <a:off x="5035411" y="299426"/>
            <a:ext cx="2700000" cy="1888343"/>
          </a:xfrm>
          <a:prstGeom prst="rect">
            <a:avLst/>
          </a:prstGeom>
        </p:spPr>
      </p:pic>
      <p:pic>
        <p:nvPicPr>
          <p:cNvPr id="4" name="图片 3"/>
          <p:cNvPicPr>
            <a:picLocks noChangeAspect="1"/>
          </p:cNvPicPr>
          <p:nvPr/>
        </p:nvPicPr>
        <p:blipFill>
          <a:blip r:embed="rId4"/>
          <a:stretch>
            <a:fillRect/>
          </a:stretch>
        </p:blipFill>
        <p:spPr>
          <a:xfrm>
            <a:off x="5035411" y="2583357"/>
            <a:ext cx="2700000" cy="2056063"/>
          </a:xfrm>
          <a:prstGeom prst="rect">
            <a:avLst/>
          </a:prstGeom>
        </p:spPr>
      </p:pic>
      <p:pic>
        <p:nvPicPr>
          <p:cNvPr id="5" name="图片 4"/>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617017" y="2583356"/>
            <a:ext cx="2555107" cy="2056063"/>
          </a:xfrm>
          <a:prstGeom prst="rect">
            <a:avLst/>
          </a:prstGeom>
        </p:spPr>
      </p:pic>
    </p:spTree>
    <p:extLst>
      <p:ext uri="{BB962C8B-B14F-4D97-AF65-F5344CB8AC3E}">
        <p14:creationId xmlns:p14="http://schemas.microsoft.com/office/powerpoint/2010/main" val="3541667421"/>
      </p:ext>
    </p:extLst>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left)">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wipe(left)">
                                      <p:cBhvr>
                                        <p:cTn id="12"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Text Box 2"/>
          <p:cNvSpPr txBox="1">
            <a:spLocks noChangeArrowheads="1"/>
          </p:cNvSpPr>
          <p:nvPr/>
        </p:nvSpPr>
        <p:spPr bwMode="auto">
          <a:xfrm>
            <a:off x="2615930" y="729988"/>
            <a:ext cx="3649266" cy="486384"/>
          </a:xfrm>
          <a:prstGeom prst="rect">
            <a:avLst/>
          </a:prstGeom>
          <a:noFill/>
          <a:ln w="9525">
            <a:noFill/>
            <a:miter lim="800000"/>
            <a:headEnd/>
            <a:tailEnd/>
          </a:ln>
          <a:effectLst/>
        </p:spPr>
        <p:txBody>
          <a:bodyPr lIns="67500" tIns="35100" rIns="67500" bIns="35100">
            <a:spAutoFit/>
          </a:bodyPr>
          <a:lstStyle/>
          <a:p>
            <a:pPr algn="ctr"/>
            <a:r>
              <a:rPr lang="zh-CN" altLang="en-US" sz="2700" dirty="0">
                <a:solidFill>
                  <a:srgbClr val="000000"/>
                </a:solidFill>
              </a:rPr>
              <a:t>第七章  稳恒磁场</a:t>
            </a:r>
          </a:p>
        </p:txBody>
      </p:sp>
      <p:sp>
        <p:nvSpPr>
          <p:cNvPr id="3084" name="Text Box 12"/>
          <p:cNvSpPr txBox="1">
            <a:spLocks noChangeArrowheads="1"/>
          </p:cNvSpPr>
          <p:nvPr/>
        </p:nvSpPr>
        <p:spPr bwMode="auto">
          <a:xfrm>
            <a:off x="3051558" y="3078742"/>
            <a:ext cx="4020574" cy="440217"/>
          </a:xfrm>
          <a:prstGeom prst="rect">
            <a:avLst/>
          </a:prstGeom>
          <a:noFill/>
          <a:ln w="9525">
            <a:noFill/>
            <a:miter lim="800000"/>
            <a:headEnd/>
            <a:tailEnd/>
          </a:ln>
          <a:effectLst/>
        </p:spPr>
        <p:txBody>
          <a:bodyPr wrap="square" lIns="67500" tIns="35100" rIns="67500" bIns="35100">
            <a:spAutoFit/>
          </a:bodyPr>
          <a:lstStyle/>
          <a:p>
            <a:pPr>
              <a:spcBef>
                <a:spcPct val="50000"/>
              </a:spcBef>
            </a:pPr>
            <a:r>
              <a:rPr lang="en-US" altLang="zh-CN" sz="2400">
                <a:solidFill>
                  <a:srgbClr val="000000"/>
                </a:solidFill>
              </a:rPr>
              <a:t>§7.3   </a:t>
            </a:r>
            <a:r>
              <a:rPr lang="zh-CN" altLang="en-US" sz="2400">
                <a:solidFill>
                  <a:srgbClr val="000000"/>
                </a:solidFill>
              </a:rPr>
              <a:t>磁场、磁感应强度</a:t>
            </a:r>
          </a:p>
        </p:txBody>
      </p:sp>
      <p:sp>
        <p:nvSpPr>
          <p:cNvPr id="3085" name="Text Box 13"/>
          <p:cNvSpPr txBox="1">
            <a:spLocks noChangeArrowheads="1"/>
          </p:cNvSpPr>
          <p:nvPr/>
        </p:nvSpPr>
        <p:spPr bwMode="auto">
          <a:xfrm>
            <a:off x="3051558" y="3722683"/>
            <a:ext cx="3864316" cy="440217"/>
          </a:xfrm>
          <a:prstGeom prst="rect">
            <a:avLst/>
          </a:prstGeom>
          <a:noFill/>
          <a:ln w="9525">
            <a:noFill/>
            <a:miter lim="800000"/>
            <a:headEnd/>
            <a:tailEnd/>
          </a:ln>
          <a:effectLst/>
        </p:spPr>
        <p:txBody>
          <a:bodyPr wrap="square" lIns="67500" tIns="35100" rIns="67500" bIns="35100">
            <a:spAutoFit/>
          </a:bodyPr>
          <a:lstStyle/>
          <a:p>
            <a:pPr>
              <a:spcBef>
                <a:spcPct val="50000"/>
              </a:spcBef>
            </a:pPr>
            <a:r>
              <a:rPr lang="en-US" altLang="zh-CN" sz="2400">
                <a:solidFill>
                  <a:srgbClr val="000000"/>
                </a:solidFill>
              </a:rPr>
              <a:t>§7.4  </a:t>
            </a:r>
            <a:r>
              <a:rPr lang="zh-CN" altLang="en-US" sz="2400">
                <a:solidFill>
                  <a:srgbClr val="000000"/>
                </a:solidFill>
              </a:rPr>
              <a:t>毕奥</a:t>
            </a:r>
            <a:r>
              <a:rPr lang="en-US" altLang="zh-CN" sz="2400">
                <a:solidFill>
                  <a:srgbClr val="000000"/>
                </a:solidFill>
              </a:rPr>
              <a:t>—</a:t>
            </a:r>
            <a:r>
              <a:rPr lang="zh-CN" altLang="en-US" sz="2400">
                <a:solidFill>
                  <a:srgbClr val="000000"/>
                </a:solidFill>
              </a:rPr>
              <a:t>萨伐尔定律</a:t>
            </a:r>
          </a:p>
        </p:txBody>
      </p:sp>
      <p:sp>
        <p:nvSpPr>
          <p:cNvPr id="3088" name="Text Box 16"/>
          <p:cNvSpPr txBox="1">
            <a:spLocks noChangeArrowheads="1"/>
          </p:cNvSpPr>
          <p:nvPr/>
        </p:nvSpPr>
        <p:spPr bwMode="auto">
          <a:xfrm>
            <a:off x="3051558" y="1779583"/>
            <a:ext cx="3864316" cy="440217"/>
          </a:xfrm>
          <a:prstGeom prst="rect">
            <a:avLst/>
          </a:prstGeom>
          <a:noFill/>
          <a:ln w="9525">
            <a:noFill/>
            <a:miter lim="800000"/>
            <a:headEnd/>
            <a:tailEnd/>
          </a:ln>
          <a:effectLst/>
        </p:spPr>
        <p:txBody>
          <a:bodyPr wrap="square" lIns="67500" tIns="35100" rIns="67500" bIns="35100">
            <a:spAutoFit/>
          </a:bodyPr>
          <a:lstStyle/>
          <a:p>
            <a:pPr>
              <a:spcBef>
                <a:spcPct val="50000"/>
              </a:spcBef>
            </a:pPr>
            <a:r>
              <a:rPr lang="en-US" altLang="zh-CN" sz="2400">
                <a:solidFill>
                  <a:srgbClr val="000000"/>
                </a:solidFill>
              </a:rPr>
              <a:t>§</a:t>
            </a:r>
            <a:r>
              <a:rPr lang="en-US" altLang="zh-CN" sz="2400" dirty="0">
                <a:solidFill>
                  <a:srgbClr val="000000"/>
                </a:solidFill>
              </a:rPr>
              <a:t>7.1   </a:t>
            </a:r>
            <a:r>
              <a:rPr lang="zh-CN" altLang="en-US" sz="2400" dirty="0">
                <a:solidFill>
                  <a:srgbClr val="000000"/>
                </a:solidFill>
              </a:rPr>
              <a:t>恒定</a:t>
            </a:r>
            <a:r>
              <a:rPr lang="zh-CN" altLang="en-US" sz="2400">
                <a:solidFill>
                  <a:srgbClr val="000000"/>
                </a:solidFill>
              </a:rPr>
              <a:t>电流</a:t>
            </a:r>
            <a:endParaRPr lang="zh-CN" altLang="en-US" sz="2400" dirty="0">
              <a:solidFill>
                <a:srgbClr val="000000"/>
              </a:solidFill>
            </a:endParaRPr>
          </a:p>
        </p:txBody>
      </p:sp>
      <p:sp>
        <p:nvSpPr>
          <p:cNvPr id="3089" name="Text Box 17"/>
          <p:cNvSpPr txBox="1">
            <a:spLocks noChangeArrowheads="1"/>
          </p:cNvSpPr>
          <p:nvPr/>
        </p:nvSpPr>
        <p:spPr bwMode="auto">
          <a:xfrm>
            <a:off x="3051558" y="2429163"/>
            <a:ext cx="3691094" cy="440217"/>
          </a:xfrm>
          <a:prstGeom prst="rect">
            <a:avLst/>
          </a:prstGeom>
          <a:noFill/>
          <a:ln w="9525">
            <a:noFill/>
            <a:miter lim="800000"/>
            <a:headEnd/>
            <a:tailEnd/>
          </a:ln>
          <a:effectLst/>
        </p:spPr>
        <p:txBody>
          <a:bodyPr wrap="square" lIns="67500" tIns="35100" rIns="67500" bIns="35100">
            <a:spAutoFit/>
          </a:bodyPr>
          <a:lstStyle/>
          <a:p>
            <a:pPr>
              <a:spcBef>
                <a:spcPct val="50000"/>
              </a:spcBef>
            </a:pPr>
            <a:r>
              <a:rPr lang="en-US" altLang="zh-CN" sz="2400">
                <a:solidFill>
                  <a:srgbClr val="000000"/>
                </a:solidFill>
              </a:rPr>
              <a:t>§</a:t>
            </a:r>
            <a:r>
              <a:rPr lang="en-US" altLang="zh-CN" sz="2400" dirty="0">
                <a:solidFill>
                  <a:srgbClr val="000000"/>
                </a:solidFill>
              </a:rPr>
              <a:t>7.2   </a:t>
            </a:r>
            <a:r>
              <a:rPr lang="zh-CN" altLang="en-US" sz="2400" dirty="0">
                <a:solidFill>
                  <a:srgbClr val="000000"/>
                </a:solidFill>
              </a:rPr>
              <a:t>电源、电</a:t>
            </a:r>
            <a:r>
              <a:rPr lang="zh-CN" altLang="en-US" sz="2400">
                <a:solidFill>
                  <a:srgbClr val="000000"/>
                </a:solidFill>
              </a:rPr>
              <a:t>动势</a:t>
            </a:r>
            <a:endParaRPr lang="zh-CN" altLang="en-US" sz="2400" dirty="0">
              <a:solidFill>
                <a:srgbClr val="000000"/>
              </a:solidFill>
            </a:endParaRPr>
          </a:p>
        </p:txBody>
      </p:sp>
    </p:spTree>
    <p:extLst>
      <p:ext uri="{BB962C8B-B14F-4D97-AF65-F5344CB8AC3E}">
        <p14:creationId xmlns:p14="http://schemas.microsoft.com/office/powerpoint/2010/main" val="2841423992"/>
      </p:ext>
    </p:extLst>
  </p:cSld>
  <p:clrMapOvr>
    <a:masterClrMapping/>
  </p:clrMapOvr>
  <p:transition>
    <p:random/>
  </p:transition>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fld id="{C8EA54EE-8AC7-426A-8D8E-5DE786B1060B}" type="slidenum">
              <a:rPr lang="en-US" altLang="zh-CN" smtClean="0"/>
              <a:pPr/>
              <a:t>3</a:t>
            </a:fld>
            <a:endParaRPr lang="en-US" altLang="zh-CN" dirty="0"/>
          </a:p>
        </p:txBody>
      </p:sp>
      <p:sp>
        <p:nvSpPr>
          <p:cNvPr id="3" name="object 4"/>
          <p:cNvSpPr txBox="1"/>
          <p:nvPr/>
        </p:nvSpPr>
        <p:spPr>
          <a:xfrm>
            <a:off x="2786381" y="2199165"/>
            <a:ext cx="942657" cy="333746"/>
          </a:xfrm>
          <a:prstGeom prst="rect">
            <a:avLst/>
          </a:prstGeom>
        </p:spPr>
        <p:txBody>
          <a:bodyPr vert="horz" wrap="square" lIns="0" tIns="10478" rIns="0" bIns="0" rtlCol="0">
            <a:spAutoFit/>
          </a:bodyPr>
          <a:lstStyle/>
          <a:p>
            <a:pPr marL="9525">
              <a:spcBef>
                <a:spcPts val="83"/>
              </a:spcBef>
            </a:pPr>
            <a:r>
              <a:rPr sz="2100" spc="-19" dirty="0">
                <a:latin typeface="宋体"/>
                <a:cs typeface="宋体"/>
              </a:rPr>
              <a:t>电荷</a:t>
            </a:r>
            <a:endParaRPr sz="2100">
              <a:latin typeface="宋体"/>
              <a:cs typeface="宋体"/>
            </a:endParaRPr>
          </a:p>
        </p:txBody>
      </p:sp>
      <p:sp>
        <p:nvSpPr>
          <p:cNvPr id="5" name="object 7"/>
          <p:cNvSpPr txBox="1"/>
          <p:nvPr/>
        </p:nvSpPr>
        <p:spPr>
          <a:xfrm>
            <a:off x="5593583" y="2201911"/>
            <a:ext cx="1485872" cy="333746"/>
          </a:xfrm>
          <a:prstGeom prst="rect">
            <a:avLst/>
          </a:prstGeom>
        </p:spPr>
        <p:txBody>
          <a:bodyPr vert="horz" wrap="square" lIns="0" tIns="10478" rIns="0" bIns="0" rtlCol="0">
            <a:spAutoFit/>
          </a:bodyPr>
          <a:lstStyle/>
          <a:p>
            <a:pPr marL="9525">
              <a:spcBef>
                <a:spcPts val="83"/>
              </a:spcBef>
            </a:pPr>
            <a:r>
              <a:rPr sz="2100" spc="-19" dirty="0">
                <a:latin typeface="宋体"/>
                <a:cs typeface="宋体"/>
              </a:rPr>
              <a:t>电场</a:t>
            </a:r>
            <a:endParaRPr sz="2100">
              <a:latin typeface="宋体"/>
              <a:cs typeface="宋体"/>
            </a:endParaRPr>
          </a:p>
        </p:txBody>
      </p:sp>
      <p:grpSp>
        <p:nvGrpSpPr>
          <p:cNvPr id="16" name="组合 15"/>
          <p:cNvGrpSpPr/>
          <p:nvPr/>
        </p:nvGrpSpPr>
        <p:grpSpPr>
          <a:xfrm>
            <a:off x="3506438" y="1860241"/>
            <a:ext cx="2036921" cy="475751"/>
            <a:chOff x="3151250" y="1600644"/>
            <a:chExt cx="2715895" cy="634334"/>
          </a:xfrm>
        </p:grpSpPr>
        <p:sp>
          <p:nvSpPr>
            <p:cNvPr id="4" name="object 6"/>
            <p:cNvSpPr/>
            <p:nvPr/>
          </p:nvSpPr>
          <p:spPr>
            <a:xfrm>
              <a:off x="3151250" y="2083848"/>
              <a:ext cx="2715895" cy="151130"/>
            </a:xfrm>
            <a:custGeom>
              <a:avLst/>
              <a:gdLst/>
              <a:ahLst/>
              <a:cxnLst/>
              <a:rect l="l" t="t" r="r" b="b"/>
              <a:pathLst>
                <a:path w="2715895" h="151130">
                  <a:moveTo>
                    <a:pt x="2564892" y="150876"/>
                  </a:moveTo>
                  <a:lnTo>
                    <a:pt x="2564892" y="0"/>
                  </a:lnTo>
                  <a:lnTo>
                    <a:pt x="2666502" y="50292"/>
                  </a:lnTo>
                  <a:lnTo>
                    <a:pt x="2589276" y="50292"/>
                  </a:lnTo>
                  <a:lnTo>
                    <a:pt x="2589276" y="100584"/>
                  </a:lnTo>
                  <a:lnTo>
                    <a:pt x="2664470" y="100584"/>
                  </a:lnTo>
                  <a:lnTo>
                    <a:pt x="2564892" y="150876"/>
                  </a:lnTo>
                  <a:close/>
                </a:path>
                <a:path w="2715895" h="151130">
                  <a:moveTo>
                    <a:pt x="2564892" y="100584"/>
                  </a:moveTo>
                  <a:lnTo>
                    <a:pt x="0" y="100584"/>
                  </a:lnTo>
                  <a:lnTo>
                    <a:pt x="0" y="50292"/>
                  </a:lnTo>
                  <a:lnTo>
                    <a:pt x="2564892" y="50292"/>
                  </a:lnTo>
                  <a:lnTo>
                    <a:pt x="2564892" y="100584"/>
                  </a:lnTo>
                  <a:close/>
                </a:path>
                <a:path w="2715895" h="151130">
                  <a:moveTo>
                    <a:pt x="2664470" y="100584"/>
                  </a:moveTo>
                  <a:lnTo>
                    <a:pt x="2589276" y="100584"/>
                  </a:lnTo>
                  <a:lnTo>
                    <a:pt x="2589276" y="50292"/>
                  </a:lnTo>
                  <a:lnTo>
                    <a:pt x="2666502" y="50292"/>
                  </a:lnTo>
                  <a:lnTo>
                    <a:pt x="2715768" y="74676"/>
                  </a:lnTo>
                  <a:lnTo>
                    <a:pt x="2664470" y="100584"/>
                  </a:lnTo>
                  <a:close/>
                </a:path>
              </a:pathLst>
            </a:custGeom>
            <a:solidFill>
              <a:srgbClr val="DF00DF"/>
            </a:solidFill>
          </p:spPr>
          <p:txBody>
            <a:bodyPr wrap="square" lIns="0" tIns="0" rIns="0" bIns="0" rtlCol="0"/>
            <a:lstStyle/>
            <a:p>
              <a:endParaRPr sz="2100"/>
            </a:p>
          </p:txBody>
        </p:sp>
        <p:sp>
          <p:nvSpPr>
            <p:cNvPr id="7" name="object 9"/>
            <p:cNvSpPr txBox="1"/>
            <p:nvPr/>
          </p:nvSpPr>
          <p:spPr>
            <a:xfrm>
              <a:off x="4192085" y="1600644"/>
              <a:ext cx="1372947" cy="444994"/>
            </a:xfrm>
            <a:prstGeom prst="rect">
              <a:avLst/>
            </a:prstGeom>
          </p:spPr>
          <p:txBody>
            <a:bodyPr vert="horz" wrap="square" lIns="0" tIns="10478" rIns="0" bIns="0" rtlCol="0">
              <a:spAutoFit/>
            </a:bodyPr>
            <a:lstStyle/>
            <a:p>
              <a:pPr marL="9525"/>
              <a:r>
                <a:rPr sz="2100" spc="-19">
                  <a:solidFill>
                    <a:srgbClr val="DF00DF"/>
                  </a:solidFill>
                  <a:latin typeface="宋体"/>
                  <a:cs typeface="宋体"/>
                </a:rPr>
                <a:t>产生</a:t>
              </a:r>
              <a:endParaRPr sz="2100">
                <a:latin typeface="宋体"/>
                <a:cs typeface="宋体"/>
              </a:endParaRPr>
            </a:p>
          </p:txBody>
        </p:sp>
      </p:grpSp>
      <p:sp>
        <p:nvSpPr>
          <p:cNvPr id="8" name="object 10"/>
          <p:cNvSpPr txBox="1"/>
          <p:nvPr/>
        </p:nvSpPr>
        <p:spPr>
          <a:xfrm>
            <a:off x="2269241" y="3750994"/>
            <a:ext cx="1684466" cy="333746"/>
          </a:xfrm>
          <a:prstGeom prst="rect">
            <a:avLst/>
          </a:prstGeom>
        </p:spPr>
        <p:txBody>
          <a:bodyPr vert="horz" wrap="square" lIns="0" tIns="10478" rIns="0" bIns="0" rtlCol="0">
            <a:spAutoFit/>
          </a:bodyPr>
          <a:lstStyle/>
          <a:p>
            <a:pPr marL="9525">
              <a:spcBef>
                <a:spcPts val="83"/>
              </a:spcBef>
            </a:pPr>
            <a:r>
              <a:rPr sz="2100" spc="180" dirty="0">
                <a:solidFill>
                  <a:srgbClr val="FF0000"/>
                </a:solidFill>
                <a:latin typeface="宋体"/>
                <a:cs typeface="宋体"/>
              </a:rPr>
              <a:t>恒定</a:t>
            </a:r>
            <a:r>
              <a:rPr sz="2100" spc="-19" dirty="0">
                <a:latin typeface="宋体"/>
                <a:cs typeface="宋体"/>
              </a:rPr>
              <a:t>电流</a:t>
            </a:r>
            <a:endParaRPr sz="2100">
              <a:latin typeface="宋体"/>
              <a:cs typeface="宋体"/>
            </a:endParaRPr>
          </a:p>
        </p:txBody>
      </p:sp>
      <p:sp>
        <p:nvSpPr>
          <p:cNvPr id="10" name="object 12"/>
          <p:cNvSpPr txBox="1"/>
          <p:nvPr/>
        </p:nvSpPr>
        <p:spPr>
          <a:xfrm>
            <a:off x="5664419" y="3750994"/>
            <a:ext cx="1593631" cy="333746"/>
          </a:xfrm>
          <a:prstGeom prst="rect">
            <a:avLst/>
          </a:prstGeom>
        </p:spPr>
        <p:txBody>
          <a:bodyPr vert="horz" wrap="square" lIns="0" tIns="10478" rIns="0" bIns="0" rtlCol="0">
            <a:spAutoFit/>
          </a:bodyPr>
          <a:lstStyle/>
          <a:p>
            <a:pPr marL="9525">
              <a:spcBef>
                <a:spcPts val="83"/>
              </a:spcBef>
            </a:pPr>
            <a:r>
              <a:rPr sz="2100" spc="242" dirty="0">
                <a:solidFill>
                  <a:srgbClr val="FF0000"/>
                </a:solidFill>
                <a:latin typeface="宋体"/>
                <a:cs typeface="宋体"/>
              </a:rPr>
              <a:t>恒定</a:t>
            </a:r>
            <a:r>
              <a:rPr sz="2100" spc="-19" dirty="0">
                <a:latin typeface="宋体"/>
                <a:cs typeface="宋体"/>
              </a:rPr>
              <a:t>磁场</a:t>
            </a:r>
            <a:endParaRPr sz="2100">
              <a:latin typeface="宋体"/>
              <a:cs typeface="宋体"/>
            </a:endParaRPr>
          </a:p>
        </p:txBody>
      </p:sp>
      <p:grpSp>
        <p:nvGrpSpPr>
          <p:cNvPr id="17" name="组合 16"/>
          <p:cNvGrpSpPr/>
          <p:nvPr/>
        </p:nvGrpSpPr>
        <p:grpSpPr>
          <a:xfrm>
            <a:off x="3506438" y="2412381"/>
            <a:ext cx="2036921" cy="425134"/>
            <a:chOff x="3151250" y="2336831"/>
            <a:chExt cx="2715895" cy="566846"/>
          </a:xfrm>
        </p:grpSpPr>
        <p:sp>
          <p:nvSpPr>
            <p:cNvPr id="6" name="object 8"/>
            <p:cNvSpPr/>
            <p:nvPr/>
          </p:nvSpPr>
          <p:spPr>
            <a:xfrm>
              <a:off x="3151250" y="2336831"/>
              <a:ext cx="2715895" cy="149860"/>
            </a:xfrm>
            <a:custGeom>
              <a:avLst/>
              <a:gdLst/>
              <a:ahLst/>
              <a:cxnLst/>
              <a:rect l="l" t="t" r="r" b="b"/>
              <a:pathLst>
                <a:path w="2715895" h="149860">
                  <a:moveTo>
                    <a:pt x="150875" y="149352"/>
                  </a:moveTo>
                  <a:lnTo>
                    <a:pt x="0" y="74676"/>
                  </a:lnTo>
                  <a:lnTo>
                    <a:pt x="150875" y="0"/>
                  </a:lnTo>
                  <a:lnTo>
                    <a:pt x="150875" y="50292"/>
                  </a:lnTo>
                  <a:lnTo>
                    <a:pt x="124967" y="50292"/>
                  </a:lnTo>
                  <a:lnTo>
                    <a:pt x="124967" y="100584"/>
                  </a:lnTo>
                  <a:lnTo>
                    <a:pt x="150875" y="100584"/>
                  </a:lnTo>
                  <a:lnTo>
                    <a:pt x="150875" y="149352"/>
                  </a:lnTo>
                  <a:close/>
                </a:path>
                <a:path w="2715895" h="149860">
                  <a:moveTo>
                    <a:pt x="150875" y="100584"/>
                  </a:moveTo>
                  <a:lnTo>
                    <a:pt x="124967" y="100584"/>
                  </a:lnTo>
                  <a:lnTo>
                    <a:pt x="124967" y="50292"/>
                  </a:lnTo>
                  <a:lnTo>
                    <a:pt x="150875" y="50292"/>
                  </a:lnTo>
                  <a:lnTo>
                    <a:pt x="150875" y="100584"/>
                  </a:lnTo>
                  <a:close/>
                </a:path>
                <a:path w="2715895" h="149860">
                  <a:moveTo>
                    <a:pt x="2715768" y="100584"/>
                  </a:moveTo>
                  <a:lnTo>
                    <a:pt x="150875" y="100584"/>
                  </a:lnTo>
                  <a:lnTo>
                    <a:pt x="150875" y="50292"/>
                  </a:lnTo>
                  <a:lnTo>
                    <a:pt x="2715768" y="50292"/>
                  </a:lnTo>
                  <a:lnTo>
                    <a:pt x="2715768" y="100584"/>
                  </a:lnTo>
                  <a:close/>
                </a:path>
              </a:pathLst>
            </a:custGeom>
            <a:solidFill>
              <a:srgbClr val="00AFEF"/>
            </a:solidFill>
          </p:spPr>
          <p:txBody>
            <a:bodyPr wrap="square" lIns="0" tIns="0" rIns="0" bIns="0" rtlCol="0"/>
            <a:lstStyle/>
            <a:p>
              <a:endParaRPr sz="2100"/>
            </a:p>
          </p:txBody>
        </p:sp>
        <p:sp>
          <p:nvSpPr>
            <p:cNvPr id="15" name="object 9"/>
            <p:cNvSpPr txBox="1"/>
            <p:nvPr/>
          </p:nvSpPr>
          <p:spPr>
            <a:xfrm>
              <a:off x="4192083" y="2458682"/>
              <a:ext cx="1372947" cy="444995"/>
            </a:xfrm>
            <a:prstGeom prst="rect">
              <a:avLst/>
            </a:prstGeom>
          </p:spPr>
          <p:txBody>
            <a:bodyPr vert="horz" wrap="square" lIns="0" tIns="10478" rIns="0" bIns="0" rtlCol="0">
              <a:spAutoFit/>
            </a:bodyPr>
            <a:lstStyle/>
            <a:p>
              <a:pPr marL="9525"/>
              <a:r>
                <a:rPr lang="zh-CN" altLang="en-US" sz="2100" spc="-19">
                  <a:solidFill>
                    <a:srgbClr val="00AFEF"/>
                  </a:solidFill>
                  <a:latin typeface="宋体"/>
                  <a:cs typeface="宋体"/>
                </a:rPr>
                <a:t>作用</a:t>
              </a:r>
              <a:endParaRPr sz="2100">
                <a:latin typeface="宋体"/>
                <a:cs typeface="宋体"/>
              </a:endParaRPr>
            </a:p>
          </p:txBody>
        </p:sp>
      </p:grpSp>
      <p:grpSp>
        <p:nvGrpSpPr>
          <p:cNvPr id="18" name="组合 17"/>
          <p:cNvGrpSpPr/>
          <p:nvPr/>
        </p:nvGrpSpPr>
        <p:grpSpPr>
          <a:xfrm>
            <a:off x="3513582" y="3434215"/>
            <a:ext cx="2036921" cy="475751"/>
            <a:chOff x="3151250" y="1600644"/>
            <a:chExt cx="2715895" cy="634334"/>
          </a:xfrm>
        </p:grpSpPr>
        <p:sp>
          <p:nvSpPr>
            <p:cNvPr id="19" name="object 6"/>
            <p:cNvSpPr/>
            <p:nvPr/>
          </p:nvSpPr>
          <p:spPr>
            <a:xfrm>
              <a:off x="3151250" y="2083848"/>
              <a:ext cx="2715895" cy="151130"/>
            </a:xfrm>
            <a:custGeom>
              <a:avLst/>
              <a:gdLst/>
              <a:ahLst/>
              <a:cxnLst/>
              <a:rect l="l" t="t" r="r" b="b"/>
              <a:pathLst>
                <a:path w="2715895" h="151130">
                  <a:moveTo>
                    <a:pt x="2564892" y="150876"/>
                  </a:moveTo>
                  <a:lnTo>
                    <a:pt x="2564892" y="0"/>
                  </a:lnTo>
                  <a:lnTo>
                    <a:pt x="2666502" y="50292"/>
                  </a:lnTo>
                  <a:lnTo>
                    <a:pt x="2589276" y="50292"/>
                  </a:lnTo>
                  <a:lnTo>
                    <a:pt x="2589276" y="100584"/>
                  </a:lnTo>
                  <a:lnTo>
                    <a:pt x="2664470" y="100584"/>
                  </a:lnTo>
                  <a:lnTo>
                    <a:pt x="2564892" y="150876"/>
                  </a:lnTo>
                  <a:close/>
                </a:path>
                <a:path w="2715895" h="151130">
                  <a:moveTo>
                    <a:pt x="2564892" y="100584"/>
                  </a:moveTo>
                  <a:lnTo>
                    <a:pt x="0" y="100584"/>
                  </a:lnTo>
                  <a:lnTo>
                    <a:pt x="0" y="50292"/>
                  </a:lnTo>
                  <a:lnTo>
                    <a:pt x="2564892" y="50292"/>
                  </a:lnTo>
                  <a:lnTo>
                    <a:pt x="2564892" y="100584"/>
                  </a:lnTo>
                  <a:close/>
                </a:path>
                <a:path w="2715895" h="151130">
                  <a:moveTo>
                    <a:pt x="2664470" y="100584"/>
                  </a:moveTo>
                  <a:lnTo>
                    <a:pt x="2589276" y="100584"/>
                  </a:lnTo>
                  <a:lnTo>
                    <a:pt x="2589276" y="50292"/>
                  </a:lnTo>
                  <a:lnTo>
                    <a:pt x="2666502" y="50292"/>
                  </a:lnTo>
                  <a:lnTo>
                    <a:pt x="2715768" y="74676"/>
                  </a:lnTo>
                  <a:lnTo>
                    <a:pt x="2664470" y="100584"/>
                  </a:lnTo>
                  <a:close/>
                </a:path>
              </a:pathLst>
            </a:custGeom>
            <a:solidFill>
              <a:srgbClr val="DF00DF"/>
            </a:solidFill>
          </p:spPr>
          <p:txBody>
            <a:bodyPr wrap="square" lIns="0" tIns="0" rIns="0" bIns="0" rtlCol="0"/>
            <a:lstStyle/>
            <a:p>
              <a:endParaRPr sz="2100"/>
            </a:p>
          </p:txBody>
        </p:sp>
        <p:sp>
          <p:nvSpPr>
            <p:cNvPr id="20" name="object 9"/>
            <p:cNvSpPr txBox="1"/>
            <p:nvPr/>
          </p:nvSpPr>
          <p:spPr>
            <a:xfrm>
              <a:off x="4192085" y="1600644"/>
              <a:ext cx="1372947" cy="444994"/>
            </a:xfrm>
            <a:prstGeom prst="rect">
              <a:avLst/>
            </a:prstGeom>
          </p:spPr>
          <p:txBody>
            <a:bodyPr vert="horz" wrap="square" lIns="0" tIns="10478" rIns="0" bIns="0" rtlCol="0">
              <a:spAutoFit/>
            </a:bodyPr>
            <a:lstStyle/>
            <a:p>
              <a:pPr marL="9525"/>
              <a:r>
                <a:rPr sz="2100" spc="-19">
                  <a:solidFill>
                    <a:srgbClr val="DF00DF"/>
                  </a:solidFill>
                  <a:latin typeface="宋体"/>
                  <a:cs typeface="宋体"/>
                </a:rPr>
                <a:t>产生</a:t>
              </a:r>
              <a:endParaRPr sz="2100">
                <a:latin typeface="宋体"/>
                <a:cs typeface="宋体"/>
              </a:endParaRPr>
            </a:p>
          </p:txBody>
        </p:sp>
      </p:grpSp>
      <p:grpSp>
        <p:nvGrpSpPr>
          <p:cNvPr id="21" name="组合 20"/>
          <p:cNvGrpSpPr/>
          <p:nvPr/>
        </p:nvGrpSpPr>
        <p:grpSpPr>
          <a:xfrm>
            <a:off x="3513582" y="3986355"/>
            <a:ext cx="2036921" cy="425134"/>
            <a:chOff x="3151250" y="2336831"/>
            <a:chExt cx="2715895" cy="566846"/>
          </a:xfrm>
        </p:grpSpPr>
        <p:sp>
          <p:nvSpPr>
            <p:cNvPr id="22" name="object 8"/>
            <p:cNvSpPr/>
            <p:nvPr/>
          </p:nvSpPr>
          <p:spPr>
            <a:xfrm>
              <a:off x="3151250" y="2336831"/>
              <a:ext cx="2715895" cy="149860"/>
            </a:xfrm>
            <a:custGeom>
              <a:avLst/>
              <a:gdLst/>
              <a:ahLst/>
              <a:cxnLst/>
              <a:rect l="l" t="t" r="r" b="b"/>
              <a:pathLst>
                <a:path w="2715895" h="149860">
                  <a:moveTo>
                    <a:pt x="150875" y="149352"/>
                  </a:moveTo>
                  <a:lnTo>
                    <a:pt x="0" y="74676"/>
                  </a:lnTo>
                  <a:lnTo>
                    <a:pt x="150875" y="0"/>
                  </a:lnTo>
                  <a:lnTo>
                    <a:pt x="150875" y="50292"/>
                  </a:lnTo>
                  <a:lnTo>
                    <a:pt x="124967" y="50292"/>
                  </a:lnTo>
                  <a:lnTo>
                    <a:pt x="124967" y="100584"/>
                  </a:lnTo>
                  <a:lnTo>
                    <a:pt x="150875" y="100584"/>
                  </a:lnTo>
                  <a:lnTo>
                    <a:pt x="150875" y="149352"/>
                  </a:lnTo>
                  <a:close/>
                </a:path>
                <a:path w="2715895" h="149860">
                  <a:moveTo>
                    <a:pt x="150875" y="100584"/>
                  </a:moveTo>
                  <a:lnTo>
                    <a:pt x="124967" y="100584"/>
                  </a:lnTo>
                  <a:lnTo>
                    <a:pt x="124967" y="50292"/>
                  </a:lnTo>
                  <a:lnTo>
                    <a:pt x="150875" y="50292"/>
                  </a:lnTo>
                  <a:lnTo>
                    <a:pt x="150875" y="100584"/>
                  </a:lnTo>
                  <a:close/>
                </a:path>
                <a:path w="2715895" h="149860">
                  <a:moveTo>
                    <a:pt x="2715768" y="100584"/>
                  </a:moveTo>
                  <a:lnTo>
                    <a:pt x="150875" y="100584"/>
                  </a:lnTo>
                  <a:lnTo>
                    <a:pt x="150875" y="50292"/>
                  </a:lnTo>
                  <a:lnTo>
                    <a:pt x="2715768" y="50292"/>
                  </a:lnTo>
                  <a:lnTo>
                    <a:pt x="2715768" y="100584"/>
                  </a:lnTo>
                  <a:close/>
                </a:path>
              </a:pathLst>
            </a:custGeom>
            <a:solidFill>
              <a:srgbClr val="00AFEF"/>
            </a:solidFill>
          </p:spPr>
          <p:txBody>
            <a:bodyPr wrap="square" lIns="0" tIns="0" rIns="0" bIns="0" rtlCol="0"/>
            <a:lstStyle/>
            <a:p>
              <a:endParaRPr sz="2100"/>
            </a:p>
          </p:txBody>
        </p:sp>
        <p:sp>
          <p:nvSpPr>
            <p:cNvPr id="23" name="object 9"/>
            <p:cNvSpPr txBox="1"/>
            <p:nvPr/>
          </p:nvSpPr>
          <p:spPr>
            <a:xfrm>
              <a:off x="4192083" y="2458682"/>
              <a:ext cx="1372947" cy="444995"/>
            </a:xfrm>
            <a:prstGeom prst="rect">
              <a:avLst/>
            </a:prstGeom>
          </p:spPr>
          <p:txBody>
            <a:bodyPr vert="horz" wrap="square" lIns="0" tIns="10478" rIns="0" bIns="0" rtlCol="0">
              <a:spAutoFit/>
            </a:bodyPr>
            <a:lstStyle/>
            <a:p>
              <a:pPr marL="9525"/>
              <a:r>
                <a:rPr lang="zh-CN" altLang="en-US" sz="2100" spc="-19">
                  <a:solidFill>
                    <a:srgbClr val="00AFEF"/>
                  </a:solidFill>
                  <a:latin typeface="宋体"/>
                  <a:cs typeface="宋体"/>
                </a:rPr>
                <a:t>作用</a:t>
              </a:r>
              <a:endParaRPr sz="2100">
                <a:latin typeface="宋体"/>
                <a:cs typeface="宋体"/>
              </a:endParaRPr>
            </a:p>
          </p:txBody>
        </p:sp>
      </p:grpSp>
      <p:sp>
        <p:nvSpPr>
          <p:cNvPr id="24" name="Text Box 16"/>
          <p:cNvSpPr txBox="1">
            <a:spLocks noChangeArrowheads="1"/>
          </p:cNvSpPr>
          <p:nvPr/>
        </p:nvSpPr>
        <p:spPr bwMode="auto">
          <a:xfrm>
            <a:off x="1858522" y="667372"/>
            <a:ext cx="5226881" cy="440217"/>
          </a:xfrm>
          <a:prstGeom prst="rect">
            <a:avLst/>
          </a:prstGeom>
          <a:noFill/>
          <a:ln w="9525">
            <a:noFill/>
            <a:miter lim="800000"/>
            <a:headEnd/>
            <a:tailEnd/>
          </a:ln>
          <a:effectLst/>
        </p:spPr>
        <p:txBody>
          <a:bodyPr wrap="square" lIns="67500" tIns="35100" rIns="67500" bIns="35100">
            <a:spAutoFit/>
          </a:bodyPr>
          <a:lstStyle/>
          <a:p>
            <a:pPr algn="ctr">
              <a:spcBef>
                <a:spcPct val="50000"/>
              </a:spcBef>
            </a:pPr>
            <a:r>
              <a:rPr lang="zh-CN" altLang="en-US" sz="2400">
                <a:solidFill>
                  <a:srgbClr val="000000"/>
                </a:solidFill>
              </a:rPr>
              <a:t>电荷与电流对比</a:t>
            </a:r>
            <a:endParaRPr lang="zh-CN" altLang="en-US" sz="2400" dirty="0">
              <a:solidFill>
                <a:srgbClr val="000000"/>
              </a:solidFill>
            </a:endParaRPr>
          </a:p>
        </p:txBody>
      </p:sp>
    </p:spTree>
    <p:extLst>
      <p:ext uri="{BB962C8B-B14F-4D97-AF65-F5344CB8AC3E}">
        <p14:creationId xmlns:p14="http://schemas.microsoft.com/office/powerpoint/2010/main" val="3538943869"/>
      </p:ext>
    </p:extLst>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left)">
                                      <p:cBhvr>
                                        <p:cTn id="7" dur="500"/>
                                        <p:tgtEl>
                                          <p:spTgt spid="3"/>
                                        </p:tgtEl>
                                      </p:cBhvr>
                                    </p:animEffect>
                                  </p:childTnLst>
                                </p:cTn>
                              </p:par>
                            </p:childTnLst>
                          </p:cTn>
                        </p:par>
                        <p:par>
                          <p:cTn id="8" fill="hold">
                            <p:stCondLst>
                              <p:cond delay="500"/>
                            </p:stCondLst>
                            <p:childTnLst>
                              <p:par>
                                <p:cTn id="9" presetID="22" presetClass="entr" presetSubtype="8" fill="hold" nodeType="afterEffect">
                                  <p:stCondLst>
                                    <p:cond delay="0"/>
                                  </p:stCondLst>
                                  <p:childTnLst>
                                    <p:set>
                                      <p:cBhvr>
                                        <p:cTn id="10" dur="1" fill="hold">
                                          <p:stCondLst>
                                            <p:cond delay="0"/>
                                          </p:stCondLst>
                                        </p:cTn>
                                        <p:tgtEl>
                                          <p:spTgt spid="16"/>
                                        </p:tgtEl>
                                        <p:attrNameLst>
                                          <p:attrName>style.visibility</p:attrName>
                                        </p:attrNameLst>
                                      </p:cBhvr>
                                      <p:to>
                                        <p:strVal val="visible"/>
                                      </p:to>
                                    </p:set>
                                    <p:animEffect transition="in" filter="wipe(left)">
                                      <p:cBhvr>
                                        <p:cTn id="11" dur="500"/>
                                        <p:tgtEl>
                                          <p:spTgt spid="16"/>
                                        </p:tgtEl>
                                      </p:cBhvr>
                                    </p:animEffect>
                                  </p:childTnLst>
                                </p:cTn>
                              </p:par>
                            </p:childTnLst>
                          </p:cTn>
                        </p:par>
                        <p:par>
                          <p:cTn id="12" fill="hold">
                            <p:stCondLst>
                              <p:cond delay="1000"/>
                            </p:stCondLst>
                            <p:childTnLst>
                              <p:par>
                                <p:cTn id="13" presetID="22" presetClass="entr" presetSubtype="8" fill="hold" grpId="0" nodeType="afterEffect">
                                  <p:stCondLst>
                                    <p:cond delay="0"/>
                                  </p:stCondLst>
                                  <p:childTnLst>
                                    <p:set>
                                      <p:cBhvr>
                                        <p:cTn id="14" dur="1" fill="hold">
                                          <p:stCondLst>
                                            <p:cond delay="0"/>
                                          </p:stCondLst>
                                        </p:cTn>
                                        <p:tgtEl>
                                          <p:spTgt spid="5"/>
                                        </p:tgtEl>
                                        <p:attrNameLst>
                                          <p:attrName>style.visibility</p:attrName>
                                        </p:attrNameLst>
                                      </p:cBhvr>
                                      <p:to>
                                        <p:strVal val="visible"/>
                                      </p:to>
                                    </p:set>
                                    <p:animEffect transition="in" filter="wipe(left)">
                                      <p:cBhvr>
                                        <p:cTn id="15" dur="500"/>
                                        <p:tgtEl>
                                          <p:spTgt spid="5"/>
                                        </p:tgtEl>
                                      </p:cBhvr>
                                    </p:animEffect>
                                  </p:childTnLst>
                                </p:cTn>
                              </p:par>
                            </p:childTnLst>
                          </p:cTn>
                        </p:par>
                      </p:childTnLst>
                    </p:cTn>
                  </p:par>
                  <p:par>
                    <p:cTn id="16" fill="hold">
                      <p:stCondLst>
                        <p:cond delay="indefinite"/>
                      </p:stCondLst>
                      <p:childTnLst>
                        <p:par>
                          <p:cTn id="17" fill="hold">
                            <p:stCondLst>
                              <p:cond delay="0"/>
                            </p:stCondLst>
                            <p:childTnLst>
                              <p:par>
                                <p:cTn id="18" presetID="22" presetClass="entr" presetSubtype="2" fill="hold" nodeType="clickEffect">
                                  <p:stCondLst>
                                    <p:cond delay="0"/>
                                  </p:stCondLst>
                                  <p:childTnLst>
                                    <p:set>
                                      <p:cBhvr>
                                        <p:cTn id="19" dur="1" fill="hold">
                                          <p:stCondLst>
                                            <p:cond delay="0"/>
                                          </p:stCondLst>
                                        </p:cTn>
                                        <p:tgtEl>
                                          <p:spTgt spid="17"/>
                                        </p:tgtEl>
                                        <p:attrNameLst>
                                          <p:attrName>style.visibility</p:attrName>
                                        </p:attrNameLst>
                                      </p:cBhvr>
                                      <p:to>
                                        <p:strVal val="visible"/>
                                      </p:to>
                                    </p:set>
                                    <p:animEffect transition="in" filter="wipe(right)">
                                      <p:cBhvr>
                                        <p:cTn id="20" dur="500"/>
                                        <p:tgtEl>
                                          <p:spTgt spid="17"/>
                                        </p:tgtEl>
                                      </p:cBhvr>
                                    </p:animEffect>
                                  </p:childTnLst>
                                </p:cTn>
                              </p:par>
                            </p:childTnLst>
                          </p:cTn>
                        </p:par>
                      </p:childTnLst>
                    </p:cTn>
                  </p:par>
                  <p:par>
                    <p:cTn id="21" fill="hold">
                      <p:stCondLst>
                        <p:cond delay="indefinite"/>
                      </p:stCondLst>
                      <p:childTnLst>
                        <p:par>
                          <p:cTn id="22" fill="hold">
                            <p:stCondLst>
                              <p:cond delay="0"/>
                            </p:stCondLst>
                            <p:childTnLst>
                              <p:par>
                                <p:cTn id="23" presetID="22" presetClass="entr" presetSubtype="8" fill="hold" grpId="0" nodeType="clickEffect">
                                  <p:stCondLst>
                                    <p:cond delay="0"/>
                                  </p:stCondLst>
                                  <p:childTnLst>
                                    <p:set>
                                      <p:cBhvr>
                                        <p:cTn id="24" dur="1" fill="hold">
                                          <p:stCondLst>
                                            <p:cond delay="0"/>
                                          </p:stCondLst>
                                        </p:cTn>
                                        <p:tgtEl>
                                          <p:spTgt spid="8"/>
                                        </p:tgtEl>
                                        <p:attrNameLst>
                                          <p:attrName>style.visibility</p:attrName>
                                        </p:attrNameLst>
                                      </p:cBhvr>
                                      <p:to>
                                        <p:strVal val="visible"/>
                                      </p:to>
                                    </p:set>
                                    <p:animEffect transition="in" filter="wipe(left)">
                                      <p:cBhvr>
                                        <p:cTn id="25" dur="500"/>
                                        <p:tgtEl>
                                          <p:spTgt spid="8"/>
                                        </p:tgtEl>
                                      </p:cBhvr>
                                    </p:animEffect>
                                  </p:childTnLst>
                                </p:cTn>
                              </p:par>
                            </p:childTnLst>
                          </p:cTn>
                        </p:par>
                        <p:par>
                          <p:cTn id="26" fill="hold">
                            <p:stCondLst>
                              <p:cond delay="500"/>
                            </p:stCondLst>
                            <p:childTnLst>
                              <p:par>
                                <p:cTn id="27" presetID="22" presetClass="entr" presetSubtype="8" fill="hold" nodeType="afterEffect">
                                  <p:stCondLst>
                                    <p:cond delay="0"/>
                                  </p:stCondLst>
                                  <p:childTnLst>
                                    <p:set>
                                      <p:cBhvr>
                                        <p:cTn id="28" dur="1" fill="hold">
                                          <p:stCondLst>
                                            <p:cond delay="0"/>
                                          </p:stCondLst>
                                        </p:cTn>
                                        <p:tgtEl>
                                          <p:spTgt spid="18"/>
                                        </p:tgtEl>
                                        <p:attrNameLst>
                                          <p:attrName>style.visibility</p:attrName>
                                        </p:attrNameLst>
                                      </p:cBhvr>
                                      <p:to>
                                        <p:strVal val="visible"/>
                                      </p:to>
                                    </p:set>
                                    <p:animEffect transition="in" filter="wipe(left)">
                                      <p:cBhvr>
                                        <p:cTn id="29" dur="500"/>
                                        <p:tgtEl>
                                          <p:spTgt spid="18"/>
                                        </p:tgtEl>
                                      </p:cBhvr>
                                    </p:animEffect>
                                  </p:childTnLst>
                                </p:cTn>
                              </p:par>
                            </p:childTnLst>
                          </p:cTn>
                        </p:par>
                        <p:par>
                          <p:cTn id="30" fill="hold">
                            <p:stCondLst>
                              <p:cond delay="1000"/>
                            </p:stCondLst>
                            <p:childTnLst>
                              <p:par>
                                <p:cTn id="31" presetID="22" presetClass="entr" presetSubtype="8" fill="hold" grpId="0" nodeType="afterEffect">
                                  <p:stCondLst>
                                    <p:cond delay="0"/>
                                  </p:stCondLst>
                                  <p:childTnLst>
                                    <p:set>
                                      <p:cBhvr>
                                        <p:cTn id="32" dur="1" fill="hold">
                                          <p:stCondLst>
                                            <p:cond delay="0"/>
                                          </p:stCondLst>
                                        </p:cTn>
                                        <p:tgtEl>
                                          <p:spTgt spid="10"/>
                                        </p:tgtEl>
                                        <p:attrNameLst>
                                          <p:attrName>style.visibility</p:attrName>
                                        </p:attrNameLst>
                                      </p:cBhvr>
                                      <p:to>
                                        <p:strVal val="visible"/>
                                      </p:to>
                                    </p:set>
                                    <p:animEffect transition="in" filter="wipe(left)">
                                      <p:cBhvr>
                                        <p:cTn id="33" dur="500"/>
                                        <p:tgtEl>
                                          <p:spTgt spid="10"/>
                                        </p:tgtEl>
                                      </p:cBhvr>
                                    </p:animEffect>
                                  </p:childTnLst>
                                </p:cTn>
                              </p:par>
                            </p:childTnLst>
                          </p:cTn>
                        </p:par>
                      </p:childTnLst>
                    </p:cTn>
                  </p:par>
                  <p:par>
                    <p:cTn id="34" fill="hold">
                      <p:stCondLst>
                        <p:cond delay="indefinite"/>
                      </p:stCondLst>
                      <p:childTnLst>
                        <p:par>
                          <p:cTn id="35" fill="hold">
                            <p:stCondLst>
                              <p:cond delay="0"/>
                            </p:stCondLst>
                            <p:childTnLst>
                              <p:par>
                                <p:cTn id="36" presetID="22" presetClass="entr" presetSubtype="2" fill="hold" nodeType="clickEffect">
                                  <p:stCondLst>
                                    <p:cond delay="0"/>
                                  </p:stCondLst>
                                  <p:childTnLst>
                                    <p:set>
                                      <p:cBhvr>
                                        <p:cTn id="37" dur="1" fill="hold">
                                          <p:stCondLst>
                                            <p:cond delay="0"/>
                                          </p:stCondLst>
                                        </p:cTn>
                                        <p:tgtEl>
                                          <p:spTgt spid="21"/>
                                        </p:tgtEl>
                                        <p:attrNameLst>
                                          <p:attrName>style.visibility</p:attrName>
                                        </p:attrNameLst>
                                      </p:cBhvr>
                                      <p:to>
                                        <p:strVal val="visible"/>
                                      </p:to>
                                    </p:set>
                                    <p:animEffect transition="in" filter="wipe(right)">
                                      <p:cBhvr>
                                        <p:cTn id="38" dur="5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5" grpId="0"/>
      <p:bldP spid="8" grpId="0"/>
      <p:bldP spid="10"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灯片编号占位符 1"/>
          <p:cNvSpPr>
            <a:spLocks noGrp="1"/>
          </p:cNvSpPr>
          <p:nvPr>
            <p:ph type="sldNum" sz="quarter" idx="10"/>
          </p:nvPr>
        </p:nvSpPr>
        <p:spPr bwMode="auto">
          <a:xfrm>
            <a:off x="8908268" y="4912044"/>
            <a:ext cx="641994" cy="178594"/>
          </a:xfrm>
          <a:noFill/>
          <a:ln>
            <a:miter lim="800000"/>
            <a:headEnd/>
            <a:tailEnd/>
          </a:ln>
        </p:spPr>
        <p:txBody>
          <a:bodyPr/>
          <a:lstStyle/>
          <a:p>
            <a:fld id="{5EAAAFF7-F6B5-4F68-9973-E9163EB0A368}" type="slidenum">
              <a:rPr lang="en-US" altLang="zh-CN"/>
              <a:pPr/>
              <a:t>4</a:t>
            </a:fld>
            <a:endParaRPr lang="en-US" altLang="zh-CN"/>
          </a:p>
        </p:txBody>
      </p:sp>
      <p:graphicFrame>
        <p:nvGraphicFramePr>
          <p:cNvPr id="9259" name="Object 43"/>
          <p:cNvGraphicFramePr>
            <a:graphicFrameLocks noChangeAspect="1"/>
          </p:cNvGraphicFramePr>
          <p:nvPr>
            <p:extLst>
              <p:ext uri="{D42A27DB-BD31-4B8C-83A1-F6EECF244321}">
                <p14:modId xmlns:p14="http://schemas.microsoft.com/office/powerpoint/2010/main" val="4114426461"/>
              </p:ext>
            </p:extLst>
          </p:nvPr>
        </p:nvGraphicFramePr>
        <p:xfrm>
          <a:off x="1727510" y="3608021"/>
          <a:ext cx="1083144" cy="364001"/>
        </p:xfrm>
        <a:graphic>
          <a:graphicData uri="http://schemas.openxmlformats.org/presentationml/2006/ole">
            <mc:AlternateContent xmlns:mc="http://schemas.openxmlformats.org/markup-compatibility/2006">
              <mc:Choice xmlns:v="urn:schemas-microsoft-com:vml" Requires="v">
                <p:oleObj spid="_x0000_s195162" name="公式" r:id="rId3" imgW="609480" imgH="203040" progId="Equation.DSMT4">
                  <p:embed/>
                </p:oleObj>
              </mc:Choice>
              <mc:Fallback>
                <p:oleObj name="公式" r:id="rId3" imgW="609480" imgH="203040" progId="Equation.DSMT4">
                  <p:embed/>
                  <p:pic>
                    <p:nvPicPr>
                      <p:cNvPr id="9259" name="Object 4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727510" y="3608021"/>
                        <a:ext cx="1083144" cy="364001"/>
                      </a:xfrm>
                      <a:prstGeom prst="rect">
                        <a:avLst/>
                      </a:prstGeom>
                      <a:noFill/>
                      <a:extLst/>
                    </p:spPr>
                  </p:pic>
                </p:oleObj>
              </mc:Fallback>
            </mc:AlternateContent>
          </a:graphicData>
        </a:graphic>
      </p:graphicFrame>
      <p:sp>
        <p:nvSpPr>
          <p:cNvPr id="9260" name="Text Box 44"/>
          <p:cNvSpPr txBox="1">
            <a:spLocks noChangeArrowheads="1"/>
          </p:cNvSpPr>
          <p:nvPr/>
        </p:nvSpPr>
        <p:spPr bwMode="auto">
          <a:xfrm>
            <a:off x="1681421" y="1489522"/>
            <a:ext cx="5942409" cy="535531"/>
          </a:xfrm>
          <a:prstGeom prst="rect">
            <a:avLst/>
          </a:prstGeom>
          <a:noFill/>
          <a:ln w="9525">
            <a:noFill/>
            <a:miter lim="800000"/>
            <a:headEnd/>
            <a:tailEnd/>
          </a:ln>
          <a:effectLst/>
        </p:spPr>
        <p:txBody>
          <a:bodyPr>
            <a:spAutoFit/>
          </a:bodyPr>
          <a:lstStyle/>
          <a:p>
            <a:pPr>
              <a:lnSpc>
                <a:spcPct val="120000"/>
              </a:lnSpc>
            </a:pPr>
            <a:r>
              <a:rPr kumimoji="0" lang="en-US" altLang="zh-CN" sz="2400" dirty="0">
                <a:solidFill>
                  <a:srgbClr val="CC0000"/>
                </a:solidFill>
              </a:rPr>
              <a:t>1. </a:t>
            </a:r>
            <a:r>
              <a:rPr kumimoji="0" lang="zh-CN" altLang="en-US" sz="2400" dirty="0">
                <a:solidFill>
                  <a:srgbClr val="CC0000"/>
                </a:solidFill>
              </a:rPr>
              <a:t>电流：</a:t>
            </a:r>
            <a:r>
              <a:rPr kumimoji="0" lang="zh-CN" altLang="en-US" sz="2400" dirty="0">
                <a:solidFill>
                  <a:srgbClr val="1C1C1C"/>
                </a:solidFill>
              </a:rPr>
              <a:t>通过截面</a:t>
            </a:r>
            <a:r>
              <a:rPr kumimoji="0" lang="en-US" altLang="zh-CN" sz="2400" b="0" i="1" dirty="0">
                <a:solidFill>
                  <a:srgbClr val="1C1C1C"/>
                </a:solidFill>
              </a:rPr>
              <a:t>S</a:t>
            </a:r>
            <a:r>
              <a:rPr kumimoji="0" lang="en-US" altLang="zh-CN" sz="2400" i="1" dirty="0">
                <a:solidFill>
                  <a:srgbClr val="1C1C1C"/>
                </a:solidFill>
              </a:rPr>
              <a:t> </a:t>
            </a:r>
            <a:r>
              <a:rPr kumimoji="0" lang="zh-CN" altLang="en-US" sz="2400" dirty="0">
                <a:solidFill>
                  <a:srgbClr val="1C1C1C"/>
                </a:solidFill>
              </a:rPr>
              <a:t>的电荷随时间的</a:t>
            </a:r>
            <a:r>
              <a:rPr kumimoji="0" lang="zh-CN" altLang="en-US" sz="2400" dirty="0">
                <a:solidFill>
                  <a:srgbClr val="CC0000"/>
                </a:solidFill>
              </a:rPr>
              <a:t>变化率</a:t>
            </a:r>
          </a:p>
        </p:txBody>
      </p:sp>
      <p:grpSp>
        <p:nvGrpSpPr>
          <p:cNvPr id="15" name="Group 71"/>
          <p:cNvGrpSpPr>
            <a:grpSpLocks/>
          </p:cNvGrpSpPr>
          <p:nvPr/>
        </p:nvGrpSpPr>
        <p:grpSpPr bwMode="auto">
          <a:xfrm>
            <a:off x="1699467" y="4142115"/>
            <a:ext cx="4281488" cy="461963"/>
            <a:chOff x="472" y="3360"/>
            <a:chExt cx="3596" cy="388"/>
          </a:xfrm>
        </p:grpSpPr>
        <p:sp>
          <p:nvSpPr>
            <p:cNvPr id="5130" name="Text Box 46"/>
            <p:cNvSpPr txBox="1">
              <a:spLocks noChangeArrowheads="1"/>
            </p:cNvSpPr>
            <p:nvPr/>
          </p:nvSpPr>
          <p:spPr bwMode="auto">
            <a:xfrm>
              <a:off x="642" y="3360"/>
              <a:ext cx="3426" cy="388"/>
            </a:xfrm>
            <a:prstGeom prst="rect">
              <a:avLst/>
            </a:prstGeom>
            <a:noFill/>
            <a:ln w="9525">
              <a:noFill/>
              <a:miter lim="800000"/>
              <a:headEnd/>
              <a:tailEnd/>
            </a:ln>
            <a:effectLst/>
          </p:spPr>
          <p:txBody>
            <a:bodyPr wrap="square">
              <a:spAutoFit/>
            </a:bodyPr>
            <a:lstStyle/>
            <a:p>
              <a:r>
                <a:rPr kumimoji="0" lang="en-US" altLang="zh-CN" sz="2400" dirty="0">
                  <a:solidFill>
                    <a:srgbClr val="1C1C1C"/>
                  </a:solidFill>
                </a:rPr>
                <a:t>:</a:t>
              </a:r>
              <a:r>
                <a:rPr kumimoji="0" lang="zh-CN" altLang="en-US" sz="2400" dirty="0">
                  <a:solidFill>
                    <a:srgbClr val="1C1C1C"/>
                  </a:solidFill>
                </a:rPr>
                <a:t>载流子</a:t>
              </a:r>
              <a:r>
                <a:rPr kumimoji="0" lang="zh-CN" altLang="en-US" sz="2400" dirty="0">
                  <a:solidFill>
                    <a:srgbClr val="CC0000"/>
                  </a:solidFill>
                </a:rPr>
                <a:t>漂移速度</a:t>
              </a:r>
              <a:r>
                <a:rPr kumimoji="0" lang="zh-CN" altLang="en-US" sz="2400" dirty="0">
                  <a:solidFill>
                    <a:srgbClr val="1C1C1C"/>
                  </a:solidFill>
                </a:rPr>
                <a:t>的大小</a:t>
              </a:r>
            </a:p>
          </p:txBody>
        </p:sp>
        <p:graphicFrame>
          <p:nvGraphicFramePr>
            <p:cNvPr id="5131" name="Object 47"/>
            <p:cNvGraphicFramePr>
              <a:graphicFrameLocks noChangeAspect="1"/>
            </p:cNvGraphicFramePr>
            <p:nvPr/>
          </p:nvGraphicFramePr>
          <p:xfrm>
            <a:off x="472" y="3425"/>
            <a:ext cx="256" cy="292"/>
          </p:xfrm>
          <a:graphic>
            <a:graphicData uri="http://schemas.openxmlformats.org/presentationml/2006/ole">
              <mc:AlternateContent xmlns:mc="http://schemas.openxmlformats.org/markup-compatibility/2006">
                <mc:Choice xmlns:v="urn:schemas-microsoft-com:vml" Requires="v">
                  <p:oleObj spid="_x0000_s195163" name="Equation" r:id="rId5" imgW="126720" imgH="139680" progId="Equation.DSMT4">
                    <p:embed/>
                  </p:oleObj>
                </mc:Choice>
                <mc:Fallback>
                  <p:oleObj name="Equation" r:id="rId5" imgW="126720" imgH="139680" progId="Equation.DSMT4">
                    <p:embed/>
                    <p:pic>
                      <p:nvPicPr>
                        <p:cNvPr id="5131" name="Object 47"/>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72" y="3425"/>
                          <a:ext cx="256" cy="29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graphicFrame>
        <p:nvGraphicFramePr>
          <p:cNvPr id="9267" name="Object 51"/>
          <p:cNvGraphicFramePr>
            <a:graphicFrameLocks noChangeAspect="1"/>
          </p:cNvGraphicFramePr>
          <p:nvPr>
            <p:extLst>
              <p:ext uri="{D42A27DB-BD31-4B8C-83A1-F6EECF244321}">
                <p14:modId xmlns:p14="http://schemas.microsoft.com/office/powerpoint/2010/main" val="1872961509"/>
              </p:ext>
            </p:extLst>
          </p:nvPr>
        </p:nvGraphicFramePr>
        <p:xfrm>
          <a:off x="1727510" y="2195148"/>
          <a:ext cx="912182" cy="703369"/>
        </p:xfrm>
        <a:graphic>
          <a:graphicData uri="http://schemas.openxmlformats.org/presentationml/2006/ole">
            <mc:AlternateContent xmlns:mc="http://schemas.openxmlformats.org/markup-compatibility/2006">
              <mc:Choice xmlns:v="urn:schemas-microsoft-com:vml" Requires="v">
                <p:oleObj spid="_x0000_s195164" name="Equation" r:id="rId7" imgW="482400" imgH="393480" progId="Equation.DSMT4">
                  <p:embed/>
                </p:oleObj>
              </mc:Choice>
              <mc:Fallback>
                <p:oleObj name="Equation" r:id="rId7" imgW="482400" imgH="393480" progId="Equation.DSMT4">
                  <p:embed/>
                  <p:pic>
                    <p:nvPicPr>
                      <p:cNvPr id="9267" name="Object 51"/>
                      <p:cNvPicPr>
                        <a:picLocks noChangeAspect="1" noChangeArrowheads="1"/>
                      </p:cNvPicPr>
                      <p:nvPr/>
                    </p:nvPicPr>
                    <p:blipFill>
                      <a:blip r:embed="rId8"/>
                      <a:srcRect/>
                      <a:stretch>
                        <a:fillRect/>
                      </a:stretch>
                    </p:blipFill>
                    <p:spPr bwMode="auto">
                      <a:xfrm>
                        <a:off x="1727510" y="2195148"/>
                        <a:ext cx="912182" cy="703369"/>
                      </a:xfrm>
                      <a:prstGeom prst="rect">
                        <a:avLst/>
                      </a:prstGeom>
                      <a:noFill/>
                      <a:extLst/>
                    </p:spPr>
                  </p:pic>
                </p:oleObj>
              </mc:Fallback>
            </mc:AlternateContent>
          </a:graphicData>
        </a:graphic>
      </p:graphicFrame>
      <p:graphicFrame>
        <p:nvGraphicFramePr>
          <p:cNvPr id="9268" name="Object 52"/>
          <p:cNvGraphicFramePr>
            <a:graphicFrameLocks noChangeAspect="1"/>
          </p:cNvGraphicFramePr>
          <p:nvPr>
            <p:extLst>
              <p:ext uri="{D42A27DB-BD31-4B8C-83A1-F6EECF244321}">
                <p14:modId xmlns:p14="http://schemas.microsoft.com/office/powerpoint/2010/main" val="2487561770"/>
              </p:ext>
            </p:extLst>
          </p:nvPr>
        </p:nvGraphicFramePr>
        <p:xfrm>
          <a:off x="1727511" y="3068612"/>
          <a:ext cx="1514454" cy="369314"/>
        </p:xfrm>
        <a:graphic>
          <a:graphicData uri="http://schemas.openxmlformats.org/presentationml/2006/ole">
            <mc:AlternateContent xmlns:mc="http://schemas.openxmlformats.org/markup-compatibility/2006">
              <mc:Choice xmlns:v="urn:schemas-microsoft-com:vml" Requires="v">
                <p:oleObj spid="_x0000_s195165" name="Equation" r:id="rId9" imgW="838080" imgH="203040" progId="Equation.DSMT4">
                  <p:embed/>
                </p:oleObj>
              </mc:Choice>
              <mc:Fallback>
                <p:oleObj name="Equation" r:id="rId9" imgW="838080" imgH="203040" progId="Equation.DSMT4">
                  <p:embed/>
                  <p:pic>
                    <p:nvPicPr>
                      <p:cNvPr id="9268" name="Object 52"/>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727511" y="3068612"/>
                        <a:ext cx="1514454" cy="369314"/>
                      </a:xfrm>
                      <a:prstGeom prst="rect">
                        <a:avLst/>
                      </a:prstGeom>
                      <a:noFill/>
                      <a:extLst/>
                    </p:spPr>
                  </p:pic>
                </p:oleObj>
              </mc:Fallback>
            </mc:AlternateContent>
          </a:graphicData>
        </a:graphic>
      </p:graphicFrame>
      <p:grpSp>
        <p:nvGrpSpPr>
          <p:cNvPr id="51" name="Group 118"/>
          <p:cNvGrpSpPr>
            <a:grpSpLocks/>
          </p:cNvGrpSpPr>
          <p:nvPr/>
        </p:nvGrpSpPr>
        <p:grpSpPr bwMode="auto">
          <a:xfrm>
            <a:off x="6396687" y="2382790"/>
            <a:ext cx="2057409" cy="1754981"/>
            <a:chOff x="4032" y="1200"/>
            <a:chExt cx="1728" cy="1474"/>
          </a:xfrm>
        </p:grpSpPr>
        <p:sp>
          <p:nvSpPr>
            <p:cNvPr id="90" name="AutoShape 11"/>
            <p:cNvSpPr>
              <a:spLocks noChangeArrowheads="1"/>
            </p:cNvSpPr>
            <p:nvPr/>
          </p:nvSpPr>
          <p:spPr bwMode="auto">
            <a:xfrm>
              <a:off x="4032" y="1580"/>
              <a:ext cx="803" cy="1094"/>
            </a:xfrm>
            <a:prstGeom prst="can">
              <a:avLst>
                <a:gd name="adj" fmla="val 34060"/>
              </a:avLst>
            </a:prstGeom>
            <a:gradFill rotWithShape="1">
              <a:gsLst>
                <a:gs pos="0">
                  <a:srgbClr val="5E7575"/>
                </a:gs>
                <a:gs pos="50000">
                  <a:srgbClr val="CCFFFF"/>
                </a:gs>
                <a:gs pos="100000">
                  <a:srgbClr val="5E7575"/>
                </a:gs>
              </a:gsLst>
              <a:lin ang="0" scaled="1"/>
            </a:gradFill>
            <a:ln w="12700">
              <a:solidFill>
                <a:schemeClr val="tx1"/>
              </a:solidFill>
              <a:round/>
              <a:headEnd/>
              <a:tailEnd/>
            </a:ln>
            <a:effectLst/>
          </p:spPr>
          <p:txBody>
            <a:bodyPr wrap="none" anchor="ctr"/>
            <a:lstStyle/>
            <a:p>
              <a:endParaRPr kumimoji="0" lang="zh-CN" altLang="en-US" sz="1350" b="0">
                <a:solidFill>
                  <a:prstClr val="black"/>
                </a:solidFill>
                <a:latin typeface="Arial" charset="0"/>
                <a:ea typeface="宋体" charset="-122"/>
              </a:endParaRPr>
            </a:p>
          </p:txBody>
        </p:sp>
        <p:sp>
          <p:nvSpPr>
            <p:cNvPr id="91" name="Line 12"/>
            <p:cNvSpPr>
              <a:spLocks noChangeShapeType="1"/>
            </p:cNvSpPr>
            <p:nvPr/>
          </p:nvSpPr>
          <p:spPr bwMode="auto">
            <a:xfrm flipH="1" flipV="1">
              <a:off x="4464" y="1200"/>
              <a:ext cx="0" cy="523"/>
            </a:xfrm>
            <a:prstGeom prst="line">
              <a:avLst/>
            </a:prstGeom>
            <a:noFill/>
            <a:ln w="38100">
              <a:solidFill>
                <a:srgbClr val="FF3300"/>
              </a:solidFill>
              <a:round/>
              <a:headEnd/>
              <a:tailEnd type="triangle" w="sm" len="lg"/>
            </a:ln>
            <a:effectLst/>
          </p:spPr>
          <p:txBody>
            <a:bodyPr wrap="none" anchor="ctr"/>
            <a:lstStyle/>
            <a:p>
              <a:pPr eaLnBrk="0" hangingPunct="0"/>
              <a:endParaRPr kumimoji="0" lang="zh-CN" altLang="en-US" sz="1350" b="0">
                <a:solidFill>
                  <a:prstClr val="black"/>
                </a:solidFill>
                <a:latin typeface="Arial" charset="0"/>
                <a:ea typeface="宋体" charset="-122"/>
              </a:endParaRPr>
            </a:p>
          </p:txBody>
        </p:sp>
        <p:sp>
          <p:nvSpPr>
            <p:cNvPr id="92" name="Text Box 13"/>
            <p:cNvSpPr txBox="1">
              <a:spLocks noChangeArrowheads="1"/>
            </p:cNvSpPr>
            <p:nvPr/>
          </p:nvSpPr>
          <p:spPr bwMode="auto">
            <a:xfrm>
              <a:off x="4519" y="1547"/>
              <a:ext cx="268" cy="349"/>
            </a:xfrm>
            <a:prstGeom prst="rect">
              <a:avLst/>
            </a:prstGeom>
            <a:noFill/>
            <a:ln w="9525">
              <a:noFill/>
              <a:miter lim="800000"/>
              <a:headEnd/>
              <a:tailEnd/>
            </a:ln>
            <a:effectLst/>
          </p:spPr>
          <p:txBody>
            <a:bodyPr wrap="none">
              <a:spAutoFit/>
            </a:bodyPr>
            <a:lstStyle/>
            <a:p>
              <a:pPr>
                <a:spcBef>
                  <a:spcPct val="50000"/>
                </a:spcBef>
              </a:pPr>
              <a:r>
                <a:rPr kumimoji="0" lang="en-US" altLang="zh-CN" sz="2100" b="0" i="1">
                  <a:solidFill>
                    <a:srgbClr val="000000"/>
                  </a:solidFill>
                  <a:ea typeface="宋体" charset="-122"/>
                </a:rPr>
                <a:t>S</a:t>
              </a:r>
            </a:p>
          </p:txBody>
        </p:sp>
        <p:graphicFrame>
          <p:nvGraphicFramePr>
            <p:cNvPr id="93" name="Object 14"/>
            <p:cNvGraphicFramePr>
              <a:graphicFrameLocks noChangeAspect="1"/>
            </p:cNvGraphicFramePr>
            <p:nvPr/>
          </p:nvGraphicFramePr>
          <p:xfrm>
            <a:off x="4521" y="1249"/>
            <a:ext cx="188" cy="235"/>
          </p:xfrm>
          <a:graphic>
            <a:graphicData uri="http://schemas.openxmlformats.org/presentationml/2006/ole">
              <mc:AlternateContent xmlns:mc="http://schemas.openxmlformats.org/markup-compatibility/2006">
                <mc:Choice xmlns:v="urn:schemas-microsoft-com:vml" Requires="v">
                  <p:oleObj spid="_x0000_s195166" name="公式" r:id="rId11" imgW="126720" imgH="152280" progId="Equation.DSMT4">
                    <p:embed/>
                  </p:oleObj>
                </mc:Choice>
                <mc:Fallback>
                  <p:oleObj name="公式" r:id="rId11" imgW="126720" imgH="152280" progId="Equation.DSMT4">
                    <p:embed/>
                    <p:pic>
                      <p:nvPicPr>
                        <p:cNvPr id="93" name="Object 14"/>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4521" y="1249"/>
                          <a:ext cx="188" cy="23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94" name="Object 15"/>
            <p:cNvGraphicFramePr>
              <a:graphicFrameLocks noChangeAspect="1"/>
            </p:cNvGraphicFramePr>
            <p:nvPr/>
          </p:nvGraphicFramePr>
          <p:xfrm>
            <a:off x="4973" y="2091"/>
            <a:ext cx="787" cy="242"/>
          </p:xfrm>
          <a:graphic>
            <a:graphicData uri="http://schemas.openxmlformats.org/presentationml/2006/ole">
              <mc:AlternateContent xmlns:mc="http://schemas.openxmlformats.org/markup-compatibility/2006">
                <mc:Choice xmlns:v="urn:schemas-microsoft-com:vml" Requires="v">
                  <p:oleObj spid="_x0000_s195167" name="Equation" r:id="rId13" imgW="533160" imgH="177480" progId="Equation.DSMT4">
                    <p:embed/>
                  </p:oleObj>
                </mc:Choice>
                <mc:Fallback>
                  <p:oleObj name="Equation" r:id="rId13" imgW="533160" imgH="177480" progId="Equation.DSMT4">
                    <p:embed/>
                    <p:pic>
                      <p:nvPicPr>
                        <p:cNvPr id="94" name="Object 15"/>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4973" y="2091"/>
                          <a:ext cx="787" cy="24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95" name="Line 16"/>
            <p:cNvSpPr>
              <a:spLocks noChangeShapeType="1"/>
            </p:cNvSpPr>
            <p:nvPr/>
          </p:nvSpPr>
          <p:spPr bwMode="auto">
            <a:xfrm>
              <a:off x="4835" y="1723"/>
              <a:ext cx="262" cy="0"/>
            </a:xfrm>
            <a:prstGeom prst="line">
              <a:avLst/>
            </a:prstGeom>
            <a:noFill/>
            <a:ln w="9525">
              <a:solidFill>
                <a:schemeClr val="tx1"/>
              </a:solidFill>
              <a:prstDash val="dash"/>
              <a:round/>
              <a:headEnd/>
              <a:tailEnd type="none" w="sm" len="lg"/>
            </a:ln>
            <a:effectLst/>
          </p:spPr>
          <p:txBody>
            <a:bodyPr wrap="none" anchor="ctr"/>
            <a:lstStyle/>
            <a:p>
              <a:pPr eaLnBrk="0" hangingPunct="0"/>
              <a:endParaRPr kumimoji="0" lang="zh-CN" altLang="en-US" sz="1350" b="0">
                <a:solidFill>
                  <a:prstClr val="black"/>
                </a:solidFill>
                <a:latin typeface="Arial" charset="0"/>
                <a:ea typeface="宋体" charset="-122"/>
              </a:endParaRPr>
            </a:p>
          </p:txBody>
        </p:sp>
        <p:sp>
          <p:nvSpPr>
            <p:cNvPr id="96" name="Line 17"/>
            <p:cNvSpPr>
              <a:spLocks noChangeShapeType="1"/>
            </p:cNvSpPr>
            <p:nvPr/>
          </p:nvSpPr>
          <p:spPr bwMode="auto">
            <a:xfrm>
              <a:off x="4835" y="2579"/>
              <a:ext cx="262" cy="0"/>
            </a:xfrm>
            <a:prstGeom prst="line">
              <a:avLst/>
            </a:prstGeom>
            <a:noFill/>
            <a:ln w="12700">
              <a:solidFill>
                <a:schemeClr val="tx1"/>
              </a:solidFill>
              <a:prstDash val="dash"/>
              <a:round/>
              <a:headEnd/>
              <a:tailEnd type="none" w="sm" len="lg"/>
            </a:ln>
            <a:effectLst/>
          </p:spPr>
          <p:txBody>
            <a:bodyPr wrap="none" anchor="ctr"/>
            <a:lstStyle/>
            <a:p>
              <a:pPr eaLnBrk="0" hangingPunct="0"/>
              <a:endParaRPr kumimoji="0" lang="zh-CN" altLang="en-US" sz="1350" b="0">
                <a:solidFill>
                  <a:prstClr val="black"/>
                </a:solidFill>
                <a:latin typeface="Arial" charset="0"/>
                <a:ea typeface="宋体" charset="-122"/>
              </a:endParaRPr>
            </a:p>
          </p:txBody>
        </p:sp>
        <p:sp>
          <p:nvSpPr>
            <p:cNvPr id="97" name="Line 18"/>
            <p:cNvSpPr>
              <a:spLocks noChangeShapeType="1"/>
            </p:cNvSpPr>
            <p:nvPr/>
          </p:nvSpPr>
          <p:spPr bwMode="auto">
            <a:xfrm flipH="1">
              <a:off x="4944" y="1723"/>
              <a:ext cx="0" cy="856"/>
            </a:xfrm>
            <a:prstGeom prst="line">
              <a:avLst/>
            </a:prstGeom>
            <a:noFill/>
            <a:ln w="19050">
              <a:solidFill>
                <a:srgbClr val="FF3399"/>
              </a:solidFill>
              <a:prstDash val="dash"/>
              <a:round/>
              <a:headEnd type="triangle" w="sm" len="lg"/>
              <a:tailEnd type="triangle" w="sm" len="lg"/>
            </a:ln>
            <a:effectLst/>
          </p:spPr>
          <p:txBody>
            <a:bodyPr wrap="none" anchor="ctr"/>
            <a:lstStyle/>
            <a:p>
              <a:pPr eaLnBrk="0" hangingPunct="0"/>
              <a:endParaRPr kumimoji="0" lang="zh-CN" altLang="en-US" sz="1350" b="0">
                <a:solidFill>
                  <a:prstClr val="black"/>
                </a:solidFill>
                <a:latin typeface="Arial" charset="0"/>
                <a:ea typeface="宋体" charset="-122"/>
              </a:endParaRPr>
            </a:p>
          </p:txBody>
        </p:sp>
        <p:grpSp>
          <p:nvGrpSpPr>
            <p:cNvPr id="98" name="Group 92"/>
            <p:cNvGrpSpPr>
              <a:grpSpLocks/>
            </p:cNvGrpSpPr>
            <p:nvPr/>
          </p:nvGrpSpPr>
          <p:grpSpPr bwMode="auto">
            <a:xfrm>
              <a:off x="4608" y="1842"/>
              <a:ext cx="144" cy="281"/>
              <a:chOff x="4608" y="3097"/>
              <a:chExt cx="144" cy="281"/>
            </a:xfrm>
          </p:grpSpPr>
          <p:sp>
            <p:nvSpPr>
              <p:cNvPr id="124" name="Oval 40"/>
              <p:cNvSpPr>
                <a:spLocks noChangeArrowheads="1"/>
              </p:cNvSpPr>
              <p:nvPr/>
            </p:nvSpPr>
            <p:spPr bwMode="auto">
              <a:xfrm>
                <a:off x="4608" y="3235"/>
                <a:ext cx="144" cy="143"/>
              </a:xfrm>
              <a:prstGeom prst="ellipse">
                <a:avLst/>
              </a:prstGeom>
              <a:solidFill>
                <a:srgbClr val="CCFFCC"/>
              </a:solidFill>
              <a:ln w="9525">
                <a:solidFill>
                  <a:srgbClr val="000000"/>
                </a:solidFill>
                <a:round/>
                <a:headEnd/>
                <a:tailEnd/>
              </a:ln>
              <a:effectLst/>
            </p:spPr>
            <p:txBody>
              <a:bodyPr wrap="none" anchor="ctr"/>
              <a:lstStyle/>
              <a:p>
                <a:endParaRPr kumimoji="0" lang="zh-CN" altLang="en-US" sz="1350" b="0">
                  <a:solidFill>
                    <a:prstClr val="black"/>
                  </a:solidFill>
                  <a:latin typeface="Arial" charset="0"/>
                  <a:ea typeface="宋体" charset="-122"/>
                </a:endParaRPr>
              </a:p>
            </p:txBody>
          </p:sp>
          <p:sp>
            <p:nvSpPr>
              <p:cNvPr id="125" name="Line 41"/>
              <p:cNvSpPr>
                <a:spLocks noChangeShapeType="1"/>
              </p:cNvSpPr>
              <p:nvPr/>
            </p:nvSpPr>
            <p:spPr bwMode="auto">
              <a:xfrm>
                <a:off x="4632" y="3307"/>
                <a:ext cx="96" cy="0"/>
              </a:xfrm>
              <a:prstGeom prst="line">
                <a:avLst/>
              </a:prstGeom>
              <a:noFill/>
              <a:ln w="19050">
                <a:solidFill>
                  <a:srgbClr val="FF0000"/>
                </a:solidFill>
                <a:round/>
                <a:headEnd/>
                <a:tailEnd type="none" w="sm" len="lg"/>
              </a:ln>
              <a:effectLst/>
            </p:spPr>
            <p:txBody>
              <a:bodyPr wrap="none" anchor="ctr"/>
              <a:lstStyle/>
              <a:p>
                <a:pPr eaLnBrk="0" hangingPunct="0"/>
                <a:endParaRPr kumimoji="0" lang="zh-CN" altLang="en-US" sz="1350" b="0">
                  <a:solidFill>
                    <a:prstClr val="black"/>
                  </a:solidFill>
                  <a:latin typeface="Arial" charset="0"/>
                  <a:ea typeface="宋体" charset="-122"/>
                </a:endParaRPr>
              </a:p>
            </p:txBody>
          </p:sp>
          <p:sp>
            <p:nvSpPr>
              <p:cNvPr id="126" name="Line 42"/>
              <p:cNvSpPr>
                <a:spLocks noChangeShapeType="1"/>
              </p:cNvSpPr>
              <p:nvPr/>
            </p:nvSpPr>
            <p:spPr bwMode="auto">
              <a:xfrm>
                <a:off x="4680" y="3097"/>
                <a:ext cx="0" cy="143"/>
              </a:xfrm>
              <a:prstGeom prst="line">
                <a:avLst/>
              </a:prstGeom>
              <a:noFill/>
              <a:ln w="19050">
                <a:solidFill>
                  <a:srgbClr val="FF0000"/>
                </a:solidFill>
                <a:round/>
                <a:headEnd type="triangle" w="sm" len="lg"/>
                <a:tailEnd type="none" w="sm" len="lg"/>
              </a:ln>
              <a:effectLst/>
            </p:spPr>
            <p:txBody>
              <a:bodyPr wrap="none" anchor="ctr"/>
              <a:lstStyle/>
              <a:p>
                <a:pPr eaLnBrk="0" hangingPunct="0"/>
                <a:endParaRPr kumimoji="0" lang="zh-CN" altLang="en-US" sz="1350" b="0">
                  <a:solidFill>
                    <a:prstClr val="black"/>
                  </a:solidFill>
                  <a:latin typeface="Arial" charset="0"/>
                  <a:ea typeface="宋体" charset="-122"/>
                </a:endParaRPr>
              </a:p>
            </p:txBody>
          </p:sp>
          <p:sp>
            <p:nvSpPr>
              <p:cNvPr id="127" name="Line 91"/>
              <p:cNvSpPr>
                <a:spLocks noChangeShapeType="1"/>
              </p:cNvSpPr>
              <p:nvPr/>
            </p:nvSpPr>
            <p:spPr bwMode="auto">
              <a:xfrm>
                <a:off x="4678" y="3262"/>
                <a:ext cx="0" cy="91"/>
              </a:xfrm>
              <a:prstGeom prst="line">
                <a:avLst/>
              </a:prstGeom>
              <a:noFill/>
              <a:ln w="19050">
                <a:solidFill>
                  <a:srgbClr val="FF0000"/>
                </a:solidFill>
                <a:round/>
                <a:headEnd/>
                <a:tailEnd/>
              </a:ln>
              <a:effectLst/>
            </p:spPr>
            <p:txBody>
              <a:bodyPr/>
              <a:lstStyle/>
              <a:p>
                <a:pPr eaLnBrk="0" hangingPunct="0"/>
                <a:endParaRPr kumimoji="0" lang="zh-CN" altLang="en-US" sz="1350" b="0">
                  <a:solidFill>
                    <a:prstClr val="black"/>
                  </a:solidFill>
                  <a:latin typeface="Arial" charset="0"/>
                  <a:ea typeface="宋体" charset="-122"/>
                </a:endParaRPr>
              </a:p>
            </p:txBody>
          </p:sp>
        </p:grpSp>
        <p:grpSp>
          <p:nvGrpSpPr>
            <p:cNvPr id="99" name="Group 93"/>
            <p:cNvGrpSpPr>
              <a:grpSpLocks/>
            </p:cNvGrpSpPr>
            <p:nvPr/>
          </p:nvGrpSpPr>
          <p:grpSpPr bwMode="auto">
            <a:xfrm>
              <a:off x="4604" y="2287"/>
              <a:ext cx="144" cy="281"/>
              <a:chOff x="4608" y="3097"/>
              <a:chExt cx="144" cy="281"/>
            </a:xfrm>
          </p:grpSpPr>
          <p:sp>
            <p:nvSpPr>
              <p:cNvPr id="120" name="Oval 94"/>
              <p:cNvSpPr>
                <a:spLocks noChangeArrowheads="1"/>
              </p:cNvSpPr>
              <p:nvPr/>
            </p:nvSpPr>
            <p:spPr bwMode="auto">
              <a:xfrm>
                <a:off x="4608" y="3235"/>
                <a:ext cx="144" cy="143"/>
              </a:xfrm>
              <a:prstGeom prst="ellipse">
                <a:avLst/>
              </a:prstGeom>
              <a:solidFill>
                <a:srgbClr val="CCFFCC"/>
              </a:solidFill>
              <a:ln w="9525">
                <a:solidFill>
                  <a:srgbClr val="000000"/>
                </a:solidFill>
                <a:round/>
                <a:headEnd/>
                <a:tailEnd/>
              </a:ln>
              <a:effectLst/>
            </p:spPr>
            <p:txBody>
              <a:bodyPr wrap="none" anchor="ctr"/>
              <a:lstStyle/>
              <a:p>
                <a:endParaRPr kumimoji="0" lang="zh-CN" altLang="en-US" sz="1350" b="0">
                  <a:solidFill>
                    <a:prstClr val="black"/>
                  </a:solidFill>
                  <a:latin typeface="Arial" charset="0"/>
                  <a:ea typeface="宋体" charset="-122"/>
                </a:endParaRPr>
              </a:p>
            </p:txBody>
          </p:sp>
          <p:sp>
            <p:nvSpPr>
              <p:cNvPr id="121" name="Line 95"/>
              <p:cNvSpPr>
                <a:spLocks noChangeShapeType="1"/>
              </p:cNvSpPr>
              <p:nvPr/>
            </p:nvSpPr>
            <p:spPr bwMode="auto">
              <a:xfrm>
                <a:off x="4632" y="3307"/>
                <a:ext cx="96" cy="0"/>
              </a:xfrm>
              <a:prstGeom prst="line">
                <a:avLst/>
              </a:prstGeom>
              <a:noFill/>
              <a:ln w="19050">
                <a:solidFill>
                  <a:srgbClr val="FF0000"/>
                </a:solidFill>
                <a:round/>
                <a:headEnd/>
                <a:tailEnd type="none" w="sm" len="lg"/>
              </a:ln>
              <a:effectLst/>
            </p:spPr>
            <p:txBody>
              <a:bodyPr wrap="none" anchor="ctr"/>
              <a:lstStyle/>
              <a:p>
                <a:pPr eaLnBrk="0" hangingPunct="0"/>
                <a:endParaRPr kumimoji="0" lang="zh-CN" altLang="en-US" sz="1350" b="0">
                  <a:solidFill>
                    <a:prstClr val="black"/>
                  </a:solidFill>
                  <a:latin typeface="Arial" charset="0"/>
                  <a:ea typeface="宋体" charset="-122"/>
                </a:endParaRPr>
              </a:p>
            </p:txBody>
          </p:sp>
          <p:sp>
            <p:nvSpPr>
              <p:cNvPr id="122" name="Line 96"/>
              <p:cNvSpPr>
                <a:spLocks noChangeShapeType="1"/>
              </p:cNvSpPr>
              <p:nvPr/>
            </p:nvSpPr>
            <p:spPr bwMode="auto">
              <a:xfrm>
                <a:off x="4680" y="3097"/>
                <a:ext cx="0" cy="143"/>
              </a:xfrm>
              <a:prstGeom prst="line">
                <a:avLst/>
              </a:prstGeom>
              <a:noFill/>
              <a:ln w="19050">
                <a:solidFill>
                  <a:srgbClr val="FF0000"/>
                </a:solidFill>
                <a:round/>
                <a:headEnd type="triangle" w="sm" len="lg"/>
                <a:tailEnd type="none" w="sm" len="lg"/>
              </a:ln>
              <a:effectLst/>
            </p:spPr>
            <p:txBody>
              <a:bodyPr wrap="none" anchor="ctr"/>
              <a:lstStyle/>
              <a:p>
                <a:pPr eaLnBrk="0" hangingPunct="0"/>
                <a:endParaRPr kumimoji="0" lang="zh-CN" altLang="en-US" sz="1350" b="0">
                  <a:solidFill>
                    <a:prstClr val="black"/>
                  </a:solidFill>
                  <a:latin typeface="Arial" charset="0"/>
                  <a:ea typeface="宋体" charset="-122"/>
                </a:endParaRPr>
              </a:p>
            </p:txBody>
          </p:sp>
          <p:sp>
            <p:nvSpPr>
              <p:cNvPr id="123" name="Line 97"/>
              <p:cNvSpPr>
                <a:spLocks noChangeShapeType="1"/>
              </p:cNvSpPr>
              <p:nvPr/>
            </p:nvSpPr>
            <p:spPr bwMode="auto">
              <a:xfrm>
                <a:off x="4678" y="3262"/>
                <a:ext cx="0" cy="91"/>
              </a:xfrm>
              <a:prstGeom prst="line">
                <a:avLst/>
              </a:prstGeom>
              <a:noFill/>
              <a:ln w="19050">
                <a:solidFill>
                  <a:srgbClr val="FF0000"/>
                </a:solidFill>
                <a:round/>
                <a:headEnd/>
                <a:tailEnd/>
              </a:ln>
              <a:effectLst/>
            </p:spPr>
            <p:txBody>
              <a:bodyPr/>
              <a:lstStyle/>
              <a:p>
                <a:pPr eaLnBrk="0" hangingPunct="0"/>
                <a:endParaRPr kumimoji="0" lang="zh-CN" altLang="en-US" sz="1350" b="0">
                  <a:solidFill>
                    <a:prstClr val="black"/>
                  </a:solidFill>
                  <a:latin typeface="Arial" charset="0"/>
                  <a:ea typeface="宋体" charset="-122"/>
                </a:endParaRPr>
              </a:p>
            </p:txBody>
          </p:sp>
        </p:grpSp>
        <p:grpSp>
          <p:nvGrpSpPr>
            <p:cNvPr id="100" name="Group 98"/>
            <p:cNvGrpSpPr>
              <a:grpSpLocks/>
            </p:cNvGrpSpPr>
            <p:nvPr/>
          </p:nvGrpSpPr>
          <p:grpSpPr bwMode="auto">
            <a:xfrm>
              <a:off x="4369" y="2333"/>
              <a:ext cx="144" cy="281"/>
              <a:chOff x="4608" y="3097"/>
              <a:chExt cx="144" cy="281"/>
            </a:xfrm>
          </p:grpSpPr>
          <p:sp>
            <p:nvSpPr>
              <p:cNvPr id="116" name="Oval 99"/>
              <p:cNvSpPr>
                <a:spLocks noChangeArrowheads="1"/>
              </p:cNvSpPr>
              <p:nvPr/>
            </p:nvSpPr>
            <p:spPr bwMode="auto">
              <a:xfrm>
                <a:off x="4608" y="3235"/>
                <a:ext cx="144" cy="143"/>
              </a:xfrm>
              <a:prstGeom prst="ellipse">
                <a:avLst/>
              </a:prstGeom>
              <a:solidFill>
                <a:srgbClr val="CCFFCC"/>
              </a:solidFill>
              <a:ln w="9525">
                <a:solidFill>
                  <a:srgbClr val="000000"/>
                </a:solidFill>
                <a:round/>
                <a:headEnd/>
                <a:tailEnd/>
              </a:ln>
              <a:effectLst/>
            </p:spPr>
            <p:txBody>
              <a:bodyPr wrap="none" anchor="ctr"/>
              <a:lstStyle/>
              <a:p>
                <a:endParaRPr kumimoji="0" lang="zh-CN" altLang="en-US" sz="1350" b="0">
                  <a:solidFill>
                    <a:prstClr val="black"/>
                  </a:solidFill>
                  <a:latin typeface="Arial" charset="0"/>
                  <a:ea typeface="宋体" charset="-122"/>
                </a:endParaRPr>
              </a:p>
            </p:txBody>
          </p:sp>
          <p:sp>
            <p:nvSpPr>
              <p:cNvPr id="117" name="Line 100"/>
              <p:cNvSpPr>
                <a:spLocks noChangeShapeType="1"/>
              </p:cNvSpPr>
              <p:nvPr/>
            </p:nvSpPr>
            <p:spPr bwMode="auto">
              <a:xfrm>
                <a:off x="4632" y="3307"/>
                <a:ext cx="96" cy="0"/>
              </a:xfrm>
              <a:prstGeom prst="line">
                <a:avLst/>
              </a:prstGeom>
              <a:noFill/>
              <a:ln w="19050">
                <a:solidFill>
                  <a:srgbClr val="FF0000"/>
                </a:solidFill>
                <a:round/>
                <a:headEnd/>
                <a:tailEnd type="none" w="sm" len="lg"/>
              </a:ln>
              <a:effectLst/>
            </p:spPr>
            <p:txBody>
              <a:bodyPr wrap="none" anchor="ctr"/>
              <a:lstStyle/>
              <a:p>
                <a:pPr eaLnBrk="0" hangingPunct="0"/>
                <a:endParaRPr kumimoji="0" lang="zh-CN" altLang="en-US" sz="1350" b="0">
                  <a:solidFill>
                    <a:prstClr val="black"/>
                  </a:solidFill>
                  <a:latin typeface="Arial" charset="0"/>
                  <a:ea typeface="宋体" charset="-122"/>
                </a:endParaRPr>
              </a:p>
            </p:txBody>
          </p:sp>
          <p:sp>
            <p:nvSpPr>
              <p:cNvPr id="118" name="Line 101"/>
              <p:cNvSpPr>
                <a:spLocks noChangeShapeType="1"/>
              </p:cNvSpPr>
              <p:nvPr/>
            </p:nvSpPr>
            <p:spPr bwMode="auto">
              <a:xfrm>
                <a:off x="4680" y="3097"/>
                <a:ext cx="0" cy="143"/>
              </a:xfrm>
              <a:prstGeom prst="line">
                <a:avLst/>
              </a:prstGeom>
              <a:noFill/>
              <a:ln w="19050">
                <a:solidFill>
                  <a:srgbClr val="FF0000"/>
                </a:solidFill>
                <a:round/>
                <a:headEnd type="triangle" w="sm" len="lg"/>
                <a:tailEnd type="none" w="sm" len="lg"/>
              </a:ln>
              <a:effectLst/>
            </p:spPr>
            <p:txBody>
              <a:bodyPr wrap="none" anchor="ctr"/>
              <a:lstStyle/>
              <a:p>
                <a:pPr eaLnBrk="0" hangingPunct="0"/>
                <a:endParaRPr kumimoji="0" lang="zh-CN" altLang="en-US" sz="1350" b="0">
                  <a:solidFill>
                    <a:prstClr val="black"/>
                  </a:solidFill>
                  <a:latin typeface="Arial" charset="0"/>
                  <a:ea typeface="宋体" charset="-122"/>
                </a:endParaRPr>
              </a:p>
            </p:txBody>
          </p:sp>
          <p:sp>
            <p:nvSpPr>
              <p:cNvPr id="119" name="Line 102"/>
              <p:cNvSpPr>
                <a:spLocks noChangeShapeType="1"/>
              </p:cNvSpPr>
              <p:nvPr/>
            </p:nvSpPr>
            <p:spPr bwMode="auto">
              <a:xfrm>
                <a:off x="4678" y="3262"/>
                <a:ext cx="0" cy="91"/>
              </a:xfrm>
              <a:prstGeom prst="line">
                <a:avLst/>
              </a:prstGeom>
              <a:noFill/>
              <a:ln w="19050">
                <a:solidFill>
                  <a:srgbClr val="FF0000"/>
                </a:solidFill>
                <a:round/>
                <a:headEnd/>
                <a:tailEnd/>
              </a:ln>
              <a:effectLst/>
            </p:spPr>
            <p:txBody>
              <a:bodyPr/>
              <a:lstStyle/>
              <a:p>
                <a:pPr eaLnBrk="0" hangingPunct="0"/>
                <a:endParaRPr kumimoji="0" lang="zh-CN" altLang="en-US" sz="1350" b="0">
                  <a:solidFill>
                    <a:prstClr val="black"/>
                  </a:solidFill>
                  <a:latin typeface="Arial" charset="0"/>
                  <a:ea typeface="宋体" charset="-122"/>
                </a:endParaRPr>
              </a:p>
            </p:txBody>
          </p:sp>
        </p:grpSp>
        <p:grpSp>
          <p:nvGrpSpPr>
            <p:cNvPr id="101" name="Group 103"/>
            <p:cNvGrpSpPr>
              <a:grpSpLocks/>
            </p:cNvGrpSpPr>
            <p:nvPr/>
          </p:nvGrpSpPr>
          <p:grpSpPr bwMode="auto">
            <a:xfrm>
              <a:off x="4369" y="1879"/>
              <a:ext cx="144" cy="281"/>
              <a:chOff x="4608" y="3097"/>
              <a:chExt cx="144" cy="281"/>
            </a:xfrm>
          </p:grpSpPr>
          <p:sp>
            <p:nvSpPr>
              <p:cNvPr id="112" name="Oval 104"/>
              <p:cNvSpPr>
                <a:spLocks noChangeArrowheads="1"/>
              </p:cNvSpPr>
              <p:nvPr/>
            </p:nvSpPr>
            <p:spPr bwMode="auto">
              <a:xfrm>
                <a:off x="4608" y="3235"/>
                <a:ext cx="144" cy="143"/>
              </a:xfrm>
              <a:prstGeom prst="ellipse">
                <a:avLst/>
              </a:prstGeom>
              <a:solidFill>
                <a:srgbClr val="CCFFCC"/>
              </a:solidFill>
              <a:ln w="9525">
                <a:solidFill>
                  <a:srgbClr val="000000"/>
                </a:solidFill>
                <a:round/>
                <a:headEnd/>
                <a:tailEnd/>
              </a:ln>
              <a:effectLst/>
            </p:spPr>
            <p:txBody>
              <a:bodyPr wrap="none" anchor="ctr"/>
              <a:lstStyle/>
              <a:p>
                <a:endParaRPr kumimoji="0" lang="zh-CN" altLang="en-US" sz="1350" b="0">
                  <a:solidFill>
                    <a:prstClr val="black"/>
                  </a:solidFill>
                  <a:latin typeface="Arial" charset="0"/>
                  <a:ea typeface="宋体" charset="-122"/>
                </a:endParaRPr>
              </a:p>
            </p:txBody>
          </p:sp>
          <p:sp>
            <p:nvSpPr>
              <p:cNvPr id="113" name="Line 105"/>
              <p:cNvSpPr>
                <a:spLocks noChangeShapeType="1"/>
              </p:cNvSpPr>
              <p:nvPr/>
            </p:nvSpPr>
            <p:spPr bwMode="auto">
              <a:xfrm>
                <a:off x="4632" y="3307"/>
                <a:ext cx="96" cy="0"/>
              </a:xfrm>
              <a:prstGeom prst="line">
                <a:avLst/>
              </a:prstGeom>
              <a:noFill/>
              <a:ln w="19050">
                <a:solidFill>
                  <a:srgbClr val="FF0000"/>
                </a:solidFill>
                <a:round/>
                <a:headEnd/>
                <a:tailEnd type="none" w="sm" len="lg"/>
              </a:ln>
              <a:effectLst/>
            </p:spPr>
            <p:txBody>
              <a:bodyPr wrap="none" anchor="ctr"/>
              <a:lstStyle/>
              <a:p>
                <a:pPr eaLnBrk="0" hangingPunct="0"/>
                <a:endParaRPr kumimoji="0" lang="zh-CN" altLang="en-US" sz="1350" b="0">
                  <a:solidFill>
                    <a:prstClr val="black"/>
                  </a:solidFill>
                  <a:latin typeface="Arial" charset="0"/>
                  <a:ea typeface="宋体" charset="-122"/>
                </a:endParaRPr>
              </a:p>
            </p:txBody>
          </p:sp>
          <p:sp>
            <p:nvSpPr>
              <p:cNvPr id="114" name="Line 106"/>
              <p:cNvSpPr>
                <a:spLocks noChangeShapeType="1"/>
              </p:cNvSpPr>
              <p:nvPr/>
            </p:nvSpPr>
            <p:spPr bwMode="auto">
              <a:xfrm>
                <a:off x="4680" y="3097"/>
                <a:ext cx="0" cy="143"/>
              </a:xfrm>
              <a:prstGeom prst="line">
                <a:avLst/>
              </a:prstGeom>
              <a:noFill/>
              <a:ln w="19050">
                <a:solidFill>
                  <a:srgbClr val="FF0000"/>
                </a:solidFill>
                <a:round/>
                <a:headEnd type="triangle" w="sm" len="lg"/>
                <a:tailEnd type="none" w="sm" len="lg"/>
              </a:ln>
              <a:effectLst/>
            </p:spPr>
            <p:txBody>
              <a:bodyPr wrap="none" anchor="ctr"/>
              <a:lstStyle/>
              <a:p>
                <a:pPr eaLnBrk="0" hangingPunct="0"/>
                <a:endParaRPr kumimoji="0" lang="zh-CN" altLang="en-US" sz="1350" b="0">
                  <a:solidFill>
                    <a:prstClr val="black"/>
                  </a:solidFill>
                  <a:latin typeface="Arial" charset="0"/>
                  <a:ea typeface="宋体" charset="-122"/>
                </a:endParaRPr>
              </a:p>
            </p:txBody>
          </p:sp>
          <p:sp>
            <p:nvSpPr>
              <p:cNvPr id="115" name="Line 107"/>
              <p:cNvSpPr>
                <a:spLocks noChangeShapeType="1"/>
              </p:cNvSpPr>
              <p:nvPr/>
            </p:nvSpPr>
            <p:spPr bwMode="auto">
              <a:xfrm>
                <a:off x="4678" y="3262"/>
                <a:ext cx="0" cy="91"/>
              </a:xfrm>
              <a:prstGeom prst="line">
                <a:avLst/>
              </a:prstGeom>
              <a:noFill/>
              <a:ln w="19050">
                <a:solidFill>
                  <a:srgbClr val="FF0000"/>
                </a:solidFill>
                <a:round/>
                <a:headEnd/>
                <a:tailEnd/>
              </a:ln>
              <a:effectLst/>
            </p:spPr>
            <p:txBody>
              <a:bodyPr/>
              <a:lstStyle/>
              <a:p>
                <a:pPr eaLnBrk="0" hangingPunct="0"/>
                <a:endParaRPr kumimoji="0" lang="zh-CN" altLang="en-US" sz="1350" b="0">
                  <a:solidFill>
                    <a:prstClr val="black"/>
                  </a:solidFill>
                  <a:latin typeface="Arial" charset="0"/>
                  <a:ea typeface="宋体" charset="-122"/>
                </a:endParaRPr>
              </a:p>
            </p:txBody>
          </p:sp>
        </p:grpSp>
        <p:grpSp>
          <p:nvGrpSpPr>
            <p:cNvPr id="102" name="Group 108"/>
            <p:cNvGrpSpPr>
              <a:grpSpLocks/>
            </p:cNvGrpSpPr>
            <p:nvPr/>
          </p:nvGrpSpPr>
          <p:grpSpPr bwMode="auto">
            <a:xfrm>
              <a:off x="4105" y="1842"/>
              <a:ext cx="144" cy="281"/>
              <a:chOff x="4608" y="3097"/>
              <a:chExt cx="144" cy="281"/>
            </a:xfrm>
          </p:grpSpPr>
          <p:sp>
            <p:nvSpPr>
              <p:cNvPr id="108" name="Oval 109"/>
              <p:cNvSpPr>
                <a:spLocks noChangeArrowheads="1"/>
              </p:cNvSpPr>
              <p:nvPr/>
            </p:nvSpPr>
            <p:spPr bwMode="auto">
              <a:xfrm>
                <a:off x="4608" y="3235"/>
                <a:ext cx="144" cy="143"/>
              </a:xfrm>
              <a:prstGeom prst="ellipse">
                <a:avLst/>
              </a:prstGeom>
              <a:solidFill>
                <a:srgbClr val="CCFFCC"/>
              </a:solidFill>
              <a:ln w="9525">
                <a:solidFill>
                  <a:srgbClr val="000000"/>
                </a:solidFill>
                <a:round/>
                <a:headEnd/>
                <a:tailEnd/>
              </a:ln>
              <a:effectLst/>
            </p:spPr>
            <p:txBody>
              <a:bodyPr wrap="none" anchor="ctr"/>
              <a:lstStyle/>
              <a:p>
                <a:endParaRPr kumimoji="0" lang="zh-CN" altLang="en-US" sz="1350" b="0">
                  <a:solidFill>
                    <a:prstClr val="black"/>
                  </a:solidFill>
                  <a:latin typeface="Arial" charset="0"/>
                  <a:ea typeface="宋体" charset="-122"/>
                </a:endParaRPr>
              </a:p>
            </p:txBody>
          </p:sp>
          <p:sp>
            <p:nvSpPr>
              <p:cNvPr id="109" name="Line 110"/>
              <p:cNvSpPr>
                <a:spLocks noChangeShapeType="1"/>
              </p:cNvSpPr>
              <p:nvPr/>
            </p:nvSpPr>
            <p:spPr bwMode="auto">
              <a:xfrm>
                <a:off x="4632" y="3307"/>
                <a:ext cx="96" cy="0"/>
              </a:xfrm>
              <a:prstGeom prst="line">
                <a:avLst/>
              </a:prstGeom>
              <a:noFill/>
              <a:ln w="19050">
                <a:solidFill>
                  <a:srgbClr val="FF0000"/>
                </a:solidFill>
                <a:round/>
                <a:headEnd/>
                <a:tailEnd type="none" w="sm" len="lg"/>
              </a:ln>
              <a:effectLst/>
            </p:spPr>
            <p:txBody>
              <a:bodyPr wrap="none" anchor="ctr"/>
              <a:lstStyle/>
              <a:p>
                <a:pPr eaLnBrk="0" hangingPunct="0"/>
                <a:endParaRPr kumimoji="0" lang="zh-CN" altLang="en-US" sz="1350" b="0">
                  <a:solidFill>
                    <a:prstClr val="black"/>
                  </a:solidFill>
                  <a:latin typeface="Arial" charset="0"/>
                  <a:ea typeface="宋体" charset="-122"/>
                </a:endParaRPr>
              </a:p>
            </p:txBody>
          </p:sp>
          <p:sp>
            <p:nvSpPr>
              <p:cNvPr id="110" name="Line 111"/>
              <p:cNvSpPr>
                <a:spLocks noChangeShapeType="1"/>
              </p:cNvSpPr>
              <p:nvPr/>
            </p:nvSpPr>
            <p:spPr bwMode="auto">
              <a:xfrm>
                <a:off x="4680" y="3097"/>
                <a:ext cx="0" cy="143"/>
              </a:xfrm>
              <a:prstGeom prst="line">
                <a:avLst/>
              </a:prstGeom>
              <a:noFill/>
              <a:ln w="19050">
                <a:solidFill>
                  <a:srgbClr val="FF0000"/>
                </a:solidFill>
                <a:round/>
                <a:headEnd type="triangle" w="sm" len="lg"/>
                <a:tailEnd type="none" w="sm" len="lg"/>
              </a:ln>
              <a:effectLst/>
            </p:spPr>
            <p:txBody>
              <a:bodyPr wrap="none" anchor="ctr"/>
              <a:lstStyle/>
              <a:p>
                <a:pPr eaLnBrk="0" hangingPunct="0"/>
                <a:endParaRPr kumimoji="0" lang="zh-CN" altLang="en-US" sz="1350" b="0">
                  <a:solidFill>
                    <a:prstClr val="black"/>
                  </a:solidFill>
                  <a:latin typeface="Arial" charset="0"/>
                  <a:ea typeface="宋体" charset="-122"/>
                </a:endParaRPr>
              </a:p>
            </p:txBody>
          </p:sp>
          <p:sp>
            <p:nvSpPr>
              <p:cNvPr id="111" name="Line 112"/>
              <p:cNvSpPr>
                <a:spLocks noChangeShapeType="1"/>
              </p:cNvSpPr>
              <p:nvPr/>
            </p:nvSpPr>
            <p:spPr bwMode="auto">
              <a:xfrm>
                <a:off x="4678" y="3262"/>
                <a:ext cx="0" cy="91"/>
              </a:xfrm>
              <a:prstGeom prst="line">
                <a:avLst/>
              </a:prstGeom>
              <a:noFill/>
              <a:ln w="19050">
                <a:solidFill>
                  <a:srgbClr val="FF0000"/>
                </a:solidFill>
                <a:round/>
                <a:headEnd/>
                <a:tailEnd/>
              </a:ln>
              <a:effectLst/>
            </p:spPr>
            <p:txBody>
              <a:bodyPr/>
              <a:lstStyle/>
              <a:p>
                <a:pPr eaLnBrk="0" hangingPunct="0"/>
                <a:endParaRPr kumimoji="0" lang="zh-CN" altLang="en-US" sz="1350" b="0">
                  <a:solidFill>
                    <a:prstClr val="black"/>
                  </a:solidFill>
                  <a:latin typeface="Arial" charset="0"/>
                  <a:ea typeface="宋体" charset="-122"/>
                </a:endParaRPr>
              </a:p>
            </p:txBody>
          </p:sp>
        </p:grpSp>
        <p:grpSp>
          <p:nvGrpSpPr>
            <p:cNvPr id="103" name="Group 113"/>
            <p:cNvGrpSpPr>
              <a:grpSpLocks/>
            </p:cNvGrpSpPr>
            <p:nvPr/>
          </p:nvGrpSpPr>
          <p:grpSpPr bwMode="auto">
            <a:xfrm>
              <a:off x="4105" y="2287"/>
              <a:ext cx="144" cy="281"/>
              <a:chOff x="4608" y="3097"/>
              <a:chExt cx="144" cy="281"/>
            </a:xfrm>
          </p:grpSpPr>
          <p:sp>
            <p:nvSpPr>
              <p:cNvPr id="104" name="Oval 114"/>
              <p:cNvSpPr>
                <a:spLocks noChangeArrowheads="1"/>
              </p:cNvSpPr>
              <p:nvPr/>
            </p:nvSpPr>
            <p:spPr bwMode="auto">
              <a:xfrm>
                <a:off x="4608" y="3235"/>
                <a:ext cx="144" cy="143"/>
              </a:xfrm>
              <a:prstGeom prst="ellipse">
                <a:avLst/>
              </a:prstGeom>
              <a:solidFill>
                <a:srgbClr val="CCFFCC"/>
              </a:solidFill>
              <a:ln w="9525">
                <a:solidFill>
                  <a:srgbClr val="000000"/>
                </a:solidFill>
                <a:round/>
                <a:headEnd/>
                <a:tailEnd/>
              </a:ln>
              <a:effectLst/>
            </p:spPr>
            <p:txBody>
              <a:bodyPr wrap="none" anchor="ctr"/>
              <a:lstStyle/>
              <a:p>
                <a:endParaRPr kumimoji="0" lang="zh-CN" altLang="en-US" sz="1350" b="0">
                  <a:solidFill>
                    <a:prstClr val="black"/>
                  </a:solidFill>
                  <a:latin typeface="Arial" charset="0"/>
                  <a:ea typeface="宋体" charset="-122"/>
                </a:endParaRPr>
              </a:p>
            </p:txBody>
          </p:sp>
          <p:sp>
            <p:nvSpPr>
              <p:cNvPr id="105" name="Line 115"/>
              <p:cNvSpPr>
                <a:spLocks noChangeShapeType="1"/>
              </p:cNvSpPr>
              <p:nvPr/>
            </p:nvSpPr>
            <p:spPr bwMode="auto">
              <a:xfrm>
                <a:off x="4632" y="3307"/>
                <a:ext cx="96" cy="0"/>
              </a:xfrm>
              <a:prstGeom prst="line">
                <a:avLst/>
              </a:prstGeom>
              <a:noFill/>
              <a:ln w="19050">
                <a:solidFill>
                  <a:srgbClr val="FF0000"/>
                </a:solidFill>
                <a:round/>
                <a:headEnd/>
                <a:tailEnd type="none" w="sm" len="lg"/>
              </a:ln>
              <a:effectLst/>
            </p:spPr>
            <p:txBody>
              <a:bodyPr wrap="none" anchor="ctr"/>
              <a:lstStyle/>
              <a:p>
                <a:pPr eaLnBrk="0" hangingPunct="0"/>
                <a:endParaRPr kumimoji="0" lang="zh-CN" altLang="en-US" sz="1350" b="0">
                  <a:solidFill>
                    <a:prstClr val="black"/>
                  </a:solidFill>
                  <a:latin typeface="Arial" charset="0"/>
                  <a:ea typeface="宋体" charset="-122"/>
                </a:endParaRPr>
              </a:p>
            </p:txBody>
          </p:sp>
          <p:sp>
            <p:nvSpPr>
              <p:cNvPr id="106" name="Line 116"/>
              <p:cNvSpPr>
                <a:spLocks noChangeShapeType="1"/>
              </p:cNvSpPr>
              <p:nvPr/>
            </p:nvSpPr>
            <p:spPr bwMode="auto">
              <a:xfrm>
                <a:off x="4680" y="3097"/>
                <a:ext cx="0" cy="143"/>
              </a:xfrm>
              <a:prstGeom prst="line">
                <a:avLst/>
              </a:prstGeom>
              <a:noFill/>
              <a:ln w="19050">
                <a:solidFill>
                  <a:srgbClr val="FF0000"/>
                </a:solidFill>
                <a:round/>
                <a:headEnd type="triangle" w="sm" len="lg"/>
                <a:tailEnd type="none" w="sm" len="lg"/>
              </a:ln>
              <a:effectLst/>
            </p:spPr>
            <p:txBody>
              <a:bodyPr wrap="none" anchor="ctr"/>
              <a:lstStyle/>
              <a:p>
                <a:pPr eaLnBrk="0" hangingPunct="0"/>
                <a:endParaRPr kumimoji="0" lang="zh-CN" altLang="en-US" sz="1350" b="0">
                  <a:solidFill>
                    <a:prstClr val="black"/>
                  </a:solidFill>
                  <a:latin typeface="Arial" charset="0"/>
                  <a:ea typeface="宋体" charset="-122"/>
                </a:endParaRPr>
              </a:p>
            </p:txBody>
          </p:sp>
          <p:sp>
            <p:nvSpPr>
              <p:cNvPr id="107" name="Line 117"/>
              <p:cNvSpPr>
                <a:spLocks noChangeShapeType="1"/>
              </p:cNvSpPr>
              <p:nvPr/>
            </p:nvSpPr>
            <p:spPr bwMode="auto">
              <a:xfrm>
                <a:off x="4678" y="3262"/>
                <a:ext cx="0" cy="91"/>
              </a:xfrm>
              <a:prstGeom prst="line">
                <a:avLst/>
              </a:prstGeom>
              <a:noFill/>
              <a:ln w="19050">
                <a:solidFill>
                  <a:srgbClr val="FF0000"/>
                </a:solidFill>
                <a:round/>
                <a:headEnd/>
                <a:tailEnd/>
              </a:ln>
              <a:effectLst/>
            </p:spPr>
            <p:txBody>
              <a:bodyPr/>
              <a:lstStyle/>
              <a:p>
                <a:pPr eaLnBrk="0" hangingPunct="0"/>
                <a:endParaRPr kumimoji="0" lang="zh-CN" altLang="en-US" sz="1350" b="0">
                  <a:solidFill>
                    <a:prstClr val="black"/>
                  </a:solidFill>
                  <a:latin typeface="Arial" charset="0"/>
                  <a:ea typeface="宋体" charset="-122"/>
                </a:endParaRPr>
              </a:p>
            </p:txBody>
          </p:sp>
        </p:grpSp>
      </p:grpSp>
      <p:sp>
        <p:nvSpPr>
          <p:cNvPr id="49" name="Text Box 2"/>
          <p:cNvSpPr txBox="1">
            <a:spLocks noChangeArrowheads="1"/>
          </p:cNvSpPr>
          <p:nvPr/>
        </p:nvSpPr>
        <p:spPr bwMode="auto">
          <a:xfrm>
            <a:off x="1362902" y="978674"/>
            <a:ext cx="335161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8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8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8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8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8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9pPr>
          </a:lstStyle>
          <a:p>
            <a:pPr eaLnBrk="1" hangingPunct="1"/>
            <a:r>
              <a:rPr kumimoji="0" lang="zh-CN" altLang="en-US" sz="2400">
                <a:solidFill>
                  <a:srgbClr val="CC0000"/>
                </a:solidFill>
                <a:latin typeface="Arial" panose="020B0604020202020204" pitchFamily="34" charset="0"/>
              </a:rPr>
              <a:t>一、电流   电流密度</a:t>
            </a:r>
          </a:p>
        </p:txBody>
      </p:sp>
      <p:sp>
        <p:nvSpPr>
          <p:cNvPr id="50" name="Text Box 16"/>
          <p:cNvSpPr txBox="1">
            <a:spLocks noChangeArrowheads="1"/>
          </p:cNvSpPr>
          <p:nvPr/>
        </p:nvSpPr>
        <p:spPr bwMode="auto">
          <a:xfrm>
            <a:off x="1832479" y="315463"/>
            <a:ext cx="5226881" cy="440217"/>
          </a:xfrm>
          <a:prstGeom prst="rect">
            <a:avLst/>
          </a:prstGeom>
          <a:noFill/>
          <a:ln w="9525">
            <a:noFill/>
            <a:miter lim="800000"/>
            <a:headEnd/>
            <a:tailEnd/>
          </a:ln>
          <a:effectLst/>
        </p:spPr>
        <p:txBody>
          <a:bodyPr wrap="square" lIns="67500" tIns="35100" rIns="67500" bIns="35100">
            <a:spAutoFit/>
          </a:bodyPr>
          <a:lstStyle/>
          <a:p>
            <a:pPr algn="ctr">
              <a:spcBef>
                <a:spcPct val="50000"/>
              </a:spcBef>
            </a:pPr>
            <a:r>
              <a:rPr lang="en-US" altLang="zh-CN" sz="2400">
                <a:solidFill>
                  <a:srgbClr val="000000"/>
                </a:solidFill>
              </a:rPr>
              <a:t>§</a:t>
            </a:r>
            <a:r>
              <a:rPr lang="en-US" altLang="zh-CN" sz="2400" dirty="0">
                <a:solidFill>
                  <a:srgbClr val="000000"/>
                </a:solidFill>
              </a:rPr>
              <a:t>7.1   </a:t>
            </a:r>
            <a:r>
              <a:rPr lang="zh-CN" altLang="en-US" sz="2400" dirty="0">
                <a:solidFill>
                  <a:srgbClr val="000000"/>
                </a:solidFill>
              </a:rPr>
              <a:t>恒定</a:t>
            </a:r>
            <a:r>
              <a:rPr lang="zh-CN" altLang="en-US" sz="2400">
                <a:solidFill>
                  <a:srgbClr val="000000"/>
                </a:solidFill>
              </a:rPr>
              <a:t>电流</a:t>
            </a:r>
            <a:endParaRPr lang="zh-CN" altLang="en-US" sz="2400" dirty="0">
              <a:solidFill>
                <a:srgbClr val="000000"/>
              </a:solidFill>
            </a:endParaRPr>
          </a:p>
        </p:txBody>
      </p:sp>
    </p:spTree>
    <p:extLst>
      <p:ext uri="{BB962C8B-B14F-4D97-AF65-F5344CB8AC3E}">
        <p14:creationId xmlns:p14="http://schemas.microsoft.com/office/powerpoint/2010/main" val="4285321856"/>
      </p:ext>
    </p:extLst>
  </p:cSld>
  <p:clrMapOvr>
    <a:masterClrMapping/>
  </p:clrMapOvr>
  <p:transition>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9267"/>
                                        </p:tgtEl>
                                        <p:attrNameLst>
                                          <p:attrName>style.visibility</p:attrName>
                                        </p:attrNameLst>
                                      </p:cBhvr>
                                      <p:to>
                                        <p:strVal val="visible"/>
                                      </p:to>
                                    </p:set>
                                    <p:animEffect transition="in" filter="blinds(horizontal)">
                                      <p:cBhvr>
                                        <p:cTn id="7" dur="500"/>
                                        <p:tgtEl>
                                          <p:spTgt spid="9267"/>
                                        </p:tgtEl>
                                      </p:cBhvr>
                                    </p:animEffect>
                                  </p:childTnLst>
                                </p:cTn>
                              </p:par>
                            </p:childTnLst>
                          </p:cTn>
                        </p:par>
                      </p:childTnLst>
                    </p:cTn>
                  </p:par>
                  <p:par>
                    <p:cTn id="8" fill="hold">
                      <p:stCondLst>
                        <p:cond delay="indefinite"/>
                      </p:stCondLst>
                      <p:childTnLst>
                        <p:par>
                          <p:cTn id="9" fill="hold" nodeType="afterGroup">
                            <p:stCondLst>
                              <p:cond delay="0"/>
                            </p:stCondLst>
                            <p:childTnLst>
                              <p:par>
                                <p:cTn id="10" presetID="3" presetClass="entr" presetSubtype="10" fill="hold" nodeType="clickEffect">
                                  <p:stCondLst>
                                    <p:cond delay="0"/>
                                  </p:stCondLst>
                                  <p:childTnLst>
                                    <p:set>
                                      <p:cBhvr>
                                        <p:cTn id="11" dur="1" fill="hold">
                                          <p:stCondLst>
                                            <p:cond delay="0"/>
                                          </p:stCondLst>
                                        </p:cTn>
                                        <p:tgtEl>
                                          <p:spTgt spid="9268"/>
                                        </p:tgtEl>
                                        <p:attrNameLst>
                                          <p:attrName>style.visibility</p:attrName>
                                        </p:attrNameLst>
                                      </p:cBhvr>
                                      <p:to>
                                        <p:strVal val="visible"/>
                                      </p:to>
                                    </p:set>
                                    <p:animEffect transition="in" filter="blinds(horizontal)">
                                      <p:cBhvr>
                                        <p:cTn id="12" dur="500"/>
                                        <p:tgtEl>
                                          <p:spTgt spid="9268"/>
                                        </p:tgtEl>
                                      </p:cBhvr>
                                    </p:animEffect>
                                  </p:childTnLst>
                                </p:cTn>
                              </p:par>
                            </p:childTnLst>
                          </p:cTn>
                        </p:par>
                      </p:childTnLst>
                    </p:cTn>
                  </p:par>
                  <p:par>
                    <p:cTn id="13" fill="hold">
                      <p:stCondLst>
                        <p:cond delay="indefinite"/>
                      </p:stCondLst>
                      <p:childTnLst>
                        <p:par>
                          <p:cTn id="14" fill="hold" nodeType="afterGroup">
                            <p:stCondLst>
                              <p:cond delay="0"/>
                            </p:stCondLst>
                            <p:childTnLst>
                              <p:par>
                                <p:cTn id="15" presetID="3" presetClass="entr" presetSubtype="10" fill="hold" nodeType="clickEffect">
                                  <p:stCondLst>
                                    <p:cond delay="0"/>
                                  </p:stCondLst>
                                  <p:childTnLst>
                                    <p:set>
                                      <p:cBhvr>
                                        <p:cTn id="16" dur="1" fill="hold">
                                          <p:stCondLst>
                                            <p:cond delay="0"/>
                                          </p:stCondLst>
                                        </p:cTn>
                                        <p:tgtEl>
                                          <p:spTgt spid="9259"/>
                                        </p:tgtEl>
                                        <p:attrNameLst>
                                          <p:attrName>style.visibility</p:attrName>
                                        </p:attrNameLst>
                                      </p:cBhvr>
                                      <p:to>
                                        <p:strVal val="visible"/>
                                      </p:to>
                                    </p:set>
                                    <p:animEffect transition="in" filter="blinds(horizontal)">
                                      <p:cBhvr>
                                        <p:cTn id="17" dur="500"/>
                                        <p:tgtEl>
                                          <p:spTgt spid="9259"/>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nodeType="clickEffect">
                                  <p:stCondLst>
                                    <p:cond delay="0"/>
                                  </p:stCondLst>
                                  <p:childTnLst>
                                    <p:set>
                                      <p:cBhvr>
                                        <p:cTn id="21" dur="1" fill="hold">
                                          <p:stCondLst>
                                            <p:cond delay="0"/>
                                          </p:stCondLst>
                                        </p:cTn>
                                        <p:tgtEl>
                                          <p:spTgt spid="15"/>
                                        </p:tgtEl>
                                        <p:attrNameLst>
                                          <p:attrName>style.visibility</p:attrName>
                                        </p:attrNameLst>
                                      </p:cBhvr>
                                      <p:to>
                                        <p:strVal val="visible"/>
                                      </p:to>
                                    </p:set>
                                    <p:animEffect transition="in" filter="blinds(horizontal)">
                                      <p:cBhvr>
                                        <p:cTn id="22"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5" name="灯片编号占位符 1"/>
          <p:cNvSpPr>
            <a:spLocks noGrp="1"/>
          </p:cNvSpPr>
          <p:nvPr>
            <p:ph type="sldNum" sz="quarter" idx="10"/>
          </p:nvPr>
        </p:nvSpPr>
        <p:spPr bwMode="auto">
          <a:xfrm>
            <a:off x="8915400" y="4893946"/>
            <a:ext cx="457200" cy="3429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100" b="1">
                <a:solidFill>
                  <a:schemeClr val="tx1"/>
                </a:solidFill>
                <a:latin typeface="Times New Roman" panose="02020603050405020304" pitchFamily="18" charset="0"/>
                <a:ea typeface="宋体" panose="02010600030101010101" pitchFamily="2" charset="-122"/>
              </a:defRPr>
            </a:lvl1pPr>
            <a:lvl2pPr marL="557213" indent="-214313" eaLnBrk="0" hangingPunct="0">
              <a:defRPr kumimoji="1" sz="2100" b="1">
                <a:solidFill>
                  <a:schemeClr val="tx1"/>
                </a:solidFill>
                <a:latin typeface="Times New Roman" panose="02020603050405020304" pitchFamily="18" charset="0"/>
                <a:ea typeface="宋体" panose="02010600030101010101" pitchFamily="2" charset="-122"/>
              </a:defRPr>
            </a:lvl2pPr>
            <a:lvl3pPr marL="857250" indent="-171450" eaLnBrk="0" hangingPunct="0">
              <a:defRPr kumimoji="1" sz="2100" b="1">
                <a:solidFill>
                  <a:schemeClr val="tx1"/>
                </a:solidFill>
                <a:latin typeface="Times New Roman" panose="02020603050405020304" pitchFamily="18" charset="0"/>
                <a:ea typeface="宋体" panose="02010600030101010101" pitchFamily="2" charset="-122"/>
              </a:defRPr>
            </a:lvl3pPr>
            <a:lvl4pPr marL="1200150" indent="-171450" eaLnBrk="0" hangingPunct="0">
              <a:defRPr kumimoji="1" sz="2100" b="1">
                <a:solidFill>
                  <a:schemeClr val="tx1"/>
                </a:solidFill>
                <a:latin typeface="Times New Roman" panose="02020603050405020304" pitchFamily="18" charset="0"/>
                <a:ea typeface="宋体" panose="02010600030101010101" pitchFamily="2" charset="-122"/>
              </a:defRPr>
            </a:lvl4pPr>
            <a:lvl5pPr marL="1543050" indent="-171450" eaLnBrk="0" hangingPunct="0">
              <a:defRPr kumimoji="1" sz="2100" b="1">
                <a:solidFill>
                  <a:schemeClr val="tx1"/>
                </a:solidFill>
                <a:latin typeface="Times New Roman" panose="02020603050405020304" pitchFamily="18" charset="0"/>
                <a:ea typeface="宋体" panose="02010600030101010101" pitchFamily="2" charset="-122"/>
              </a:defRPr>
            </a:lvl5pPr>
            <a:lvl6pPr marL="1885950" indent="-171450" eaLnBrk="0" fontAlgn="base" hangingPunct="0">
              <a:spcBef>
                <a:spcPct val="0"/>
              </a:spcBef>
              <a:spcAft>
                <a:spcPct val="0"/>
              </a:spcAft>
              <a:defRPr kumimoji="1" sz="2100" b="1">
                <a:solidFill>
                  <a:schemeClr val="tx1"/>
                </a:solidFill>
                <a:latin typeface="Times New Roman" panose="02020603050405020304" pitchFamily="18" charset="0"/>
                <a:ea typeface="宋体" panose="02010600030101010101" pitchFamily="2" charset="-122"/>
              </a:defRPr>
            </a:lvl6pPr>
            <a:lvl7pPr marL="2228850" indent="-171450" eaLnBrk="0" fontAlgn="base" hangingPunct="0">
              <a:spcBef>
                <a:spcPct val="0"/>
              </a:spcBef>
              <a:spcAft>
                <a:spcPct val="0"/>
              </a:spcAft>
              <a:defRPr kumimoji="1" sz="2100" b="1">
                <a:solidFill>
                  <a:schemeClr val="tx1"/>
                </a:solidFill>
                <a:latin typeface="Times New Roman" panose="02020603050405020304" pitchFamily="18" charset="0"/>
                <a:ea typeface="宋体" panose="02010600030101010101" pitchFamily="2" charset="-122"/>
              </a:defRPr>
            </a:lvl7pPr>
            <a:lvl8pPr marL="2571750" indent="-171450" eaLnBrk="0" fontAlgn="base" hangingPunct="0">
              <a:spcBef>
                <a:spcPct val="0"/>
              </a:spcBef>
              <a:spcAft>
                <a:spcPct val="0"/>
              </a:spcAft>
              <a:defRPr kumimoji="1" sz="2100" b="1">
                <a:solidFill>
                  <a:schemeClr val="tx1"/>
                </a:solidFill>
                <a:latin typeface="Times New Roman" panose="02020603050405020304" pitchFamily="18" charset="0"/>
                <a:ea typeface="宋体" panose="02010600030101010101" pitchFamily="2" charset="-122"/>
              </a:defRPr>
            </a:lvl8pPr>
            <a:lvl9pPr marL="2914650" indent="-171450" eaLnBrk="0" fontAlgn="base" hangingPunct="0">
              <a:spcBef>
                <a:spcPct val="0"/>
              </a:spcBef>
              <a:spcAft>
                <a:spcPct val="0"/>
              </a:spcAft>
              <a:defRPr kumimoji="1" sz="2100" b="1">
                <a:solidFill>
                  <a:schemeClr val="tx1"/>
                </a:solidFill>
                <a:latin typeface="Times New Roman" panose="02020603050405020304" pitchFamily="18" charset="0"/>
                <a:ea typeface="宋体" panose="02010600030101010101" pitchFamily="2" charset="-122"/>
              </a:defRPr>
            </a:lvl9pPr>
          </a:lstStyle>
          <a:p>
            <a:pPr eaLnBrk="1" hangingPunct="1"/>
            <a:fld id="{7BBFE5E7-5505-452F-8E66-8C964EBB8F3A}" type="slidenum">
              <a:rPr lang="en-US" altLang="zh-CN" sz="1050">
                <a:solidFill>
                  <a:srgbClr val="0000CC"/>
                </a:solidFill>
                <a:latin typeface="Calibri" panose="020F0502020204030204" pitchFamily="34" charset="0"/>
              </a:rPr>
              <a:pPr eaLnBrk="1" hangingPunct="1"/>
              <a:t>5</a:t>
            </a:fld>
            <a:endParaRPr lang="en-US" altLang="zh-CN" sz="1050">
              <a:solidFill>
                <a:srgbClr val="0000CC"/>
              </a:solidFill>
              <a:latin typeface="Calibri" panose="020F0502020204030204" pitchFamily="34" charset="0"/>
            </a:endParaRPr>
          </a:p>
        </p:txBody>
      </p:sp>
      <p:sp>
        <p:nvSpPr>
          <p:cNvPr id="10244" name="Text Box 4"/>
          <p:cNvSpPr txBox="1">
            <a:spLocks noChangeArrowheads="1"/>
          </p:cNvSpPr>
          <p:nvPr/>
        </p:nvSpPr>
        <p:spPr bwMode="auto">
          <a:xfrm>
            <a:off x="1158211" y="3281649"/>
            <a:ext cx="3955256" cy="4801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28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8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8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8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8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9pPr>
          </a:lstStyle>
          <a:p>
            <a:pPr eaLnBrk="1" hangingPunct="1">
              <a:lnSpc>
                <a:spcPct val="120000"/>
              </a:lnSpc>
              <a:spcBef>
                <a:spcPct val="50000"/>
              </a:spcBef>
            </a:pPr>
            <a:r>
              <a:rPr kumimoji="0" lang="zh-CN" altLang="en-US" sz="2100">
                <a:solidFill>
                  <a:srgbClr val="CC0000"/>
                </a:solidFill>
              </a:rPr>
              <a:t>方向</a:t>
            </a:r>
            <a:r>
              <a:rPr kumimoji="0" lang="zh-CN" altLang="en-US" sz="2100">
                <a:solidFill>
                  <a:srgbClr val="1C1C1C"/>
                </a:solidFill>
              </a:rPr>
              <a:t>：</a:t>
            </a:r>
            <a:r>
              <a:rPr kumimoji="0" lang="zh-CN" altLang="en-US" sz="2100">
                <a:solidFill>
                  <a:srgbClr val="000000"/>
                </a:solidFill>
              </a:rPr>
              <a:t>该点</a:t>
            </a:r>
            <a:r>
              <a:rPr kumimoji="0" lang="zh-CN" altLang="en-US" sz="2100">
                <a:solidFill>
                  <a:srgbClr val="C00000"/>
                </a:solidFill>
              </a:rPr>
              <a:t>正</a:t>
            </a:r>
            <a:r>
              <a:rPr kumimoji="0" lang="zh-CN" altLang="en-US" sz="2100">
                <a:solidFill>
                  <a:srgbClr val="333333"/>
                </a:solidFill>
              </a:rPr>
              <a:t>电荷</a:t>
            </a:r>
            <a:r>
              <a:rPr kumimoji="0" lang="zh-CN" altLang="en-US" sz="2100">
                <a:solidFill>
                  <a:srgbClr val="000000"/>
                </a:solidFill>
              </a:rPr>
              <a:t>运动方向</a:t>
            </a:r>
          </a:p>
        </p:txBody>
      </p:sp>
      <p:sp>
        <p:nvSpPr>
          <p:cNvPr id="10248" name="Text Box 8"/>
          <p:cNvSpPr txBox="1">
            <a:spLocks noChangeArrowheads="1"/>
          </p:cNvSpPr>
          <p:nvPr/>
        </p:nvSpPr>
        <p:spPr bwMode="auto">
          <a:xfrm>
            <a:off x="1103083" y="1304440"/>
            <a:ext cx="4327129" cy="8679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28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8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8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8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8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9pPr>
          </a:lstStyle>
          <a:p>
            <a:pPr eaLnBrk="1" hangingPunct="1">
              <a:lnSpc>
                <a:spcPct val="120000"/>
              </a:lnSpc>
            </a:pPr>
            <a:r>
              <a:rPr kumimoji="0" lang="zh-CN" altLang="en-US" sz="2100">
                <a:solidFill>
                  <a:srgbClr val="CC0000"/>
                </a:solidFill>
              </a:rPr>
              <a:t>大小</a:t>
            </a:r>
            <a:r>
              <a:rPr kumimoji="0" lang="zh-CN" altLang="en-US" sz="2100">
                <a:solidFill>
                  <a:srgbClr val="000000"/>
                </a:solidFill>
              </a:rPr>
              <a:t>：单位时间内过该点且垂直于正电荷运动方向的</a:t>
            </a:r>
            <a:r>
              <a:rPr kumimoji="0" lang="zh-CN" altLang="en-US" sz="2100">
                <a:solidFill>
                  <a:srgbClr val="0000FF"/>
                </a:solidFill>
              </a:rPr>
              <a:t>单位面积</a:t>
            </a:r>
            <a:r>
              <a:rPr kumimoji="0" lang="zh-CN" altLang="en-US" sz="2100">
                <a:solidFill>
                  <a:srgbClr val="000000"/>
                </a:solidFill>
              </a:rPr>
              <a:t>的</a:t>
            </a:r>
            <a:r>
              <a:rPr kumimoji="0" lang="zh-CN" altLang="en-US" sz="2100">
                <a:solidFill>
                  <a:srgbClr val="0000FF"/>
                </a:solidFill>
              </a:rPr>
              <a:t>电荷</a:t>
            </a:r>
          </a:p>
        </p:txBody>
      </p:sp>
      <p:grpSp>
        <p:nvGrpSpPr>
          <p:cNvPr id="2060" name="Group 104"/>
          <p:cNvGrpSpPr>
            <a:grpSpLocks/>
          </p:cNvGrpSpPr>
          <p:nvPr/>
        </p:nvGrpSpPr>
        <p:grpSpPr bwMode="auto">
          <a:xfrm>
            <a:off x="6445109" y="1455857"/>
            <a:ext cx="1622740" cy="2470547"/>
            <a:chOff x="3651" y="1007"/>
            <a:chExt cx="1581" cy="2407"/>
          </a:xfrm>
        </p:grpSpPr>
        <p:graphicFrame>
          <p:nvGraphicFramePr>
            <p:cNvPr id="2050" name="Object 77"/>
            <p:cNvGraphicFramePr>
              <a:graphicFrameLocks noChangeAspect="1"/>
            </p:cNvGraphicFramePr>
            <p:nvPr/>
          </p:nvGraphicFramePr>
          <p:xfrm>
            <a:off x="4286" y="2840"/>
            <a:ext cx="149" cy="185"/>
          </p:xfrm>
          <a:graphic>
            <a:graphicData uri="http://schemas.openxmlformats.org/presentationml/2006/ole">
              <mc:AlternateContent xmlns:mc="http://schemas.openxmlformats.org/markup-compatibility/2006">
                <mc:Choice xmlns:v="urn:schemas-microsoft-com:vml" Requires="v">
                  <p:oleObj spid="_x0000_s197201" name="Equation" r:id="rId3" imgW="139700" imgH="139700" progId="Equation.3">
                    <p:embed/>
                  </p:oleObj>
                </mc:Choice>
                <mc:Fallback>
                  <p:oleObj name="Equation" r:id="rId3" imgW="139700" imgH="139700" progId="Equation.3">
                    <p:embed/>
                    <p:pic>
                      <p:nvPicPr>
                        <p:cNvPr id="2050" name="Object 7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286" y="2840"/>
                          <a:ext cx="149" cy="18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061" name="Oval 80"/>
            <p:cNvSpPr>
              <a:spLocks noChangeArrowheads="1"/>
            </p:cNvSpPr>
            <p:nvPr/>
          </p:nvSpPr>
          <p:spPr bwMode="auto">
            <a:xfrm>
              <a:off x="3651" y="2704"/>
              <a:ext cx="150" cy="447"/>
            </a:xfrm>
            <a:prstGeom prst="ellipse">
              <a:avLst/>
            </a:prstGeom>
            <a:noFill/>
            <a:ln w="22225">
              <a:solidFill>
                <a:srgbClr val="0000FF"/>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kumimoji="1" sz="28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8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8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8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8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9pPr>
            </a:lstStyle>
            <a:p>
              <a:pPr eaLnBrk="1" hangingPunct="1"/>
              <a:endParaRPr kumimoji="0" lang="zh-CN" altLang="en-US" sz="1350" b="0">
                <a:solidFill>
                  <a:srgbClr val="000000"/>
                </a:solidFill>
                <a:latin typeface="Arial" panose="020B0604020202020204" pitchFamily="34" charset="0"/>
              </a:endParaRPr>
            </a:p>
          </p:txBody>
        </p:sp>
        <p:sp>
          <p:nvSpPr>
            <p:cNvPr id="2062" name="Freeform 82"/>
            <p:cNvSpPr>
              <a:spLocks/>
            </p:cNvSpPr>
            <p:nvPr/>
          </p:nvSpPr>
          <p:spPr bwMode="auto">
            <a:xfrm>
              <a:off x="3737" y="2478"/>
              <a:ext cx="1255" cy="215"/>
            </a:xfrm>
            <a:custGeom>
              <a:avLst/>
              <a:gdLst>
                <a:gd name="T0" fmla="*/ 0 w 1509"/>
                <a:gd name="T1" fmla="*/ 260 h 207"/>
                <a:gd name="T2" fmla="*/ 80 w 1509"/>
                <a:gd name="T3" fmla="*/ 157 h 207"/>
                <a:gd name="T4" fmla="*/ 175 w 1509"/>
                <a:gd name="T5" fmla="*/ 75 h 207"/>
                <a:gd name="T6" fmla="*/ 261 w 1509"/>
                <a:gd name="T7" fmla="*/ 28 h 207"/>
                <a:gd name="T8" fmla="*/ 384 w 1509"/>
                <a:gd name="T9" fmla="*/ 1 h 207"/>
                <a:gd name="T10" fmla="*/ 499 w 1509"/>
                <a:gd name="T11" fmla="*/ 21 h 207"/>
                <a:gd name="T12" fmla="*/ 0 60000 65536"/>
                <a:gd name="T13" fmla="*/ 0 60000 65536"/>
                <a:gd name="T14" fmla="*/ 0 60000 65536"/>
                <a:gd name="T15" fmla="*/ 0 60000 65536"/>
                <a:gd name="T16" fmla="*/ 0 60000 65536"/>
                <a:gd name="T17" fmla="*/ 0 60000 65536"/>
                <a:gd name="T18" fmla="*/ 0 w 1509"/>
                <a:gd name="T19" fmla="*/ 0 h 207"/>
                <a:gd name="T20" fmla="*/ 1509 w 1509"/>
                <a:gd name="T21" fmla="*/ 207 h 207"/>
              </a:gdLst>
              <a:ahLst/>
              <a:cxnLst>
                <a:cxn ang="T12">
                  <a:pos x="T0" y="T1"/>
                </a:cxn>
                <a:cxn ang="T13">
                  <a:pos x="T2" y="T3"/>
                </a:cxn>
                <a:cxn ang="T14">
                  <a:pos x="T4" y="T5"/>
                </a:cxn>
                <a:cxn ang="T15">
                  <a:pos x="T6" y="T7"/>
                </a:cxn>
                <a:cxn ang="T16">
                  <a:pos x="T8" y="T9"/>
                </a:cxn>
                <a:cxn ang="T17">
                  <a:pos x="T10" y="T11"/>
                </a:cxn>
              </a:cxnLst>
              <a:rect l="T18" t="T19" r="T20" b="T21"/>
              <a:pathLst>
                <a:path w="1509" h="207">
                  <a:moveTo>
                    <a:pt x="0" y="207"/>
                  </a:moveTo>
                  <a:cubicBezTo>
                    <a:pt x="40" y="193"/>
                    <a:pt x="152" y="149"/>
                    <a:pt x="240" y="125"/>
                  </a:cubicBezTo>
                  <a:cubicBezTo>
                    <a:pt x="328" y="101"/>
                    <a:pt x="439" y="77"/>
                    <a:pt x="530" y="60"/>
                  </a:cubicBezTo>
                  <a:cubicBezTo>
                    <a:pt x="621" y="43"/>
                    <a:pt x="684" y="32"/>
                    <a:pt x="789" y="22"/>
                  </a:cubicBezTo>
                  <a:cubicBezTo>
                    <a:pt x="894" y="12"/>
                    <a:pt x="1039" y="2"/>
                    <a:pt x="1159" y="1"/>
                  </a:cubicBezTo>
                  <a:cubicBezTo>
                    <a:pt x="1279" y="0"/>
                    <a:pt x="1436" y="12"/>
                    <a:pt x="1509" y="15"/>
                  </a:cubicBezTo>
                </a:path>
              </a:pathLst>
            </a:custGeom>
            <a:noFill/>
            <a:ln w="22225" cmpd="sng">
              <a:solidFill>
                <a:srgbClr val="0000FF"/>
              </a:solidFill>
              <a:round/>
              <a:headEnd/>
              <a:tailEnd type="none" w="sm" len="lg"/>
            </a:ln>
            <a:extLst>
              <a:ext uri="{909E8E84-426E-40DD-AFC4-6F175D3DCCD1}">
                <a14:hiddenFill xmlns:a14="http://schemas.microsoft.com/office/drawing/2010/main">
                  <a:solidFill>
                    <a:srgbClr val="FFFFFF"/>
                  </a:solidFill>
                </a14:hiddenFill>
              </a:ext>
            </a:extLst>
          </p:spPr>
          <p:txBody>
            <a:bodyPr wrap="none" anchor="ctr"/>
            <a:lstStyle/>
            <a:p>
              <a:endParaRPr lang="zh-CN" altLang="en-US" sz="2100"/>
            </a:p>
          </p:txBody>
        </p:sp>
        <p:sp>
          <p:nvSpPr>
            <p:cNvPr id="2063" name="Freeform 83"/>
            <p:cNvSpPr>
              <a:spLocks/>
            </p:cNvSpPr>
            <p:nvPr/>
          </p:nvSpPr>
          <p:spPr bwMode="auto">
            <a:xfrm>
              <a:off x="3696" y="3158"/>
              <a:ext cx="1256" cy="256"/>
            </a:xfrm>
            <a:custGeom>
              <a:avLst/>
              <a:gdLst>
                <a:gd name="T0" fmla="*/ 0 w 1509"/>
                <a:gd name="T1" fmla="*/ 0 h 247"/>
                <a:gd name="T2" fmla="*/ 173 w 1509"/>
                <a:gd name="T3" fmla="*/ 119 h 247"/>
                <a:gd name="T4" fmla="*/ 502 w 1509"/>
                <a:gd name="T5" fmla="*/ 306 h 247"/>
                <a:gd name="T6" fmla="*/ 0 60000 65536"/>
                <a:gd name="T7" fmla="*/ 0 60000 65536"/>
                <a:gd name="T8" fmla="*/ 0 60000 65536"/>
                <a:gd name="T9" fmla="*/ 0 w 1509"/>
                <a:gd name="T10" fmla="*/ 0 h 247"/>
                <a:gd name="T11" fmla="*/ 1509 w 1509"/>
                <a:gd name="T12" fmla="*/ 247 h 247"/>
              </a:gdLst>
              <a:ahLst/>
              <a:cxnLst>
                <a:cxn ang="T6">
                  <a:pos x="T0" y="T1"/>
                </a:cxn>
                <a:cxn ang="T7">
                  <a:pos x="T2" y="T3"/>
                </a:cxn>
                <a:cxn ang="T8">
                  <a:pos x="T4" y="T5"/>
                </a:cxn>
              </a:cxnLst>
              <a:rect l="T9" t="T10" r="T11" b="T12"/>
              <a:pathLst>
                <a:path w="1509" h="247">
                  <a:moveTo>
                    <a:pt x="0" y="0"/>
                  </a:moveTo>
                  <a:cubicBezTo>
                    <a:pt x="87" y="16"/>
                    <a:pt x="270" y="55"/>
                    <a:pt x="521" y="96"/>
                  </a:cubicBezTo>
                  <a:cubicBezTo>
                    <a:pt x="772" y="137"/>
                    <a:pt x="1303" y="216"/>
                    <a:pt x="1509" y="247"/>
                  </a:cubicBezTo>
                </a:path>
              </a:pathLst>
            </a:custGeom>
            <a:noFill/>
            <a:ln w="22225" cmpd="sng">
              <a:solidFill>
                <a:srgbClr val="0000FF"/>
              </a:solidFill>
              <a:round/>
              <a:headEnd/>
              <a:tailEnd type="none" w="sm" len="lg"/>
            </a:ln>
            <a:extLst>
              <a:ext uri="{909E8E84-426E-40DD-AFC4-6F175D3DCCD1}">
                <a14:hiddenFill xmlns:a14="http://schemas.microsoft.com/office/drawing/2010/main">
                  <a:solidFill>
                    <a:srgbClr val="FFFFFF"/>
                  </a:solidFill>
                </a14:hiddenFill>
              </a:ext>
            </a:extLst>
          </p:spPr>
          <p:txBody>
            <a:bodyPr wrap="none" anchor="ctr"/>
            <a:lstStyle/>
            <a:p>
              <a:endParaRPr lang="zh-CN" altLang="en-US" sz="2100"/>
            </a:p>
          </p:txBody>
        </p:sp>
        <p:grpSp>
          <p:nvGrpSpPr>
            <p:cNvPr id="2064" name="Group 103"/>
            <p:cNvGrpSpPr>
              <a:grpSpLocks/>
            </p:cNvGrpSpPr>
            <p:nvPr/>
          </p:nvGrpSpPr>
          <p:grpSpPr bwMode="auto">
            <a:xfrm>
              <a:off x="3688" y="1007"/>
              <a:ext cx="1544" cy="2395"/>
              <a:chOff x="3717" y="1020"/>
              <a:chExt cx="1544" cy="2395"/>
            </a:xfrm>
          </p:grpSpPr>
          <p:sp>
            <p:nvSpPr>
              <p:cNvPr id="2065" name="Oval 69"/>
              <p:cNvSpPr>
                <a:spLocks noChangeArrowheads="1"/>
              </p:cNvSpPr>
              <p:nvPr/>
            </p:nvSpPr>
            <p:spPr bwMode="auto">
              <a:xfrm rot="715387">
                <a:off x="4043" y="2789"/>
                <a:ext cx="123" cy="370"/>
              </a:xfrm>
              <a:prstGeom prst="ellipse">
                <a:avLst/>
              </a:prstGeom>
              <a:solidFill>
                <a:srgbClr val="FFCCFF"/>
              </a:solidFill>
              <a:ln w="9525">
                <a:solidFill>
                  <a:srgbClr val="CC00CC"/>
                </a:solidFill>
                <a:round/>
                <a:headEnd/>
                <a:tailEnd/>
              </a:ln>
            </p:spPr>
            <p:txBody>
              <a:bodyPr wrap="none" anchor="ctr"/>
              <a:lstStyle>
                <a:lvl1pPr eaLnBrk="0" hangingPunct="0">
                  <a:defRPr kumimoji="1" sz="28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8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8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8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8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9pPr>
              </a:lstStyle>
              <a:p>
                <a:pPr eaLnBrk="1" hangingPunct="1"/>
                <a:endParaRPr kumimoji="0" lang="zh-CN" altLang="en-US" sz="1350" b="0">
                  <a:solidFill>
                    <a:srgbClr val="000000"/>
                  </a:solidFill>
                  <a:latin typeface="Arial" panose="020B0604020202020204" pitchFamily="34" charset="0"/>
                </a:endParaRPr>
              </a:p>
            </p:txBody>
          </p:sp>
          <p:sp>
            <p:nvSpPr>
              <p:cNvPr id="2066" name="Oval 70"/>
              <p:cNvSpPr>
                <a:spLocks noChangeArrowheads="1"/>
              </p:cNvSpPr>
              <p:nvPr/>
            </p:nvSpPr>
            <p:spPr bwMode="auto">
              <a:xfrm rot="-877252">
                <a:off x="4132" y="2789"/>
                <a:ext cx="123" cy="403"/>
              </a:xfrm>
              <a:prstGeom prst="ellipse">
                <a:avLst/>
              </a:prstGeom>
              <a:solidFill>
                <a:srgbClr val="FF66FF"/>
              </a:solidFill>
              <a:ln w="9525">
                <a:solidFill>
                  <a:srgbClr val="CC00CC"/>
                </a:solidFill>
                <a:round/>
                <a:headEnd/>
                <a:tailEnd/>
              </a:ln>
            </p:spPr>
            <p:txBody>
              <a:bodyPr wrap="none" anchor="ctr"/>
              <a:lstStyle>
                <a:lvl1pPr eaLnBrk="0" hangingPunct="0">
                  <a:defRPr kumimoji="1" sz="28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8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8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8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8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9pPr>
              </a:lstStyle>
              <a:p>
                <a:pPr eaLnBrk="1" hangingPunct="1"/>
                <a:endParaRPr kumimoji="0" lang="zh-CN" altLang="en-US" sz="1350" b="0">
                  <a:solidFill>
                    <a:srgbClr val="000000"/>
                  </a:solidFill>
                  <a:latin typeface="Arial" panose="020B0604020202020204" pitchFamily="34" charset="0"/>
                </a:endParaRPr>
              </a:p>
            </p:txBody>
          </p:sp>
          <p:sp>
            <p:nvSpPr>
              <p:cNvPr id="2067" name="Line 72"/>
              <p:cNvSpPr>
                <a:spLocks noChangeShapeType="1"/>
              </p:cNvSpPr>
              <p:nvPr/>
            </p:nvSpPr>
            <p:spPr bwMode="auto">
              <a:xfrm flipV="1">
                <a:off x="4226" y="2653"/>
                <a:ext cx="330" cy="337"/>
              </a:xfrm>
              <a:prstGeom prst="line">
                <a:avLst/>
              </a:prstGeom>
              <a:noFill/>
              <a:ln w="28575">
                <a:solidFill>
                  <a:srgbClr val="0000FF"/>
                </a:solidFill>
                <a:round/>
                <a:headEnd/>
                <a:tailEnd type="triangle" w="sm" len="lg"/>
              </a:ln>
              <a:extLst>
                <a:ext uri="{909E8E84-426E-40DD-AFC4-6F175D3DCCD1}">
                  <a14:hiddenFill xmlns:a14="http://schemas.microsoft.com/office/drawing/2010/main">
                    <a:noFill/>
                  </a14:hiddenFill>
                </a:ext>
              </a:extLst>
            </p:spPr>
            <p:txBody>
              <a:bodyPr wrap="none" anchor="ctr"/>
              <a:lstStyle/>
              <a:p>
                <a:endParaRPr lang="zh-CN" altLang="en-US" sz="2100"/>
              </a:p>
            </p:txBody>
          </p:sp>
          <p:graphicFrame>
            <p:nvGraphicFramePr>
              <p:cNvPr id="2051" name="Object 73"/>
              <p:cNvGraphicFramePr>
                <a:graphicFrameLocks noChangeAspect="1"/>
              </p:cNvGraphicFramePr>
              <p:nvPr/>
            </p:nvGraphicFramePr>
            <p:xfrm>
              <a:off x="4574" y="2530"/>
              <a:ext cx="288" cy="282"/>
            </p:xfrm>
            <a:graphic>
              <a:graphicData uri="http://schemas.openxmlformats.org/presentationml/2006/ole">
                <mc:AlternateContent xmlns:mc="http://schemas.openxmlformats.org/markup-compatibility/2006">
                  <mc:Choice xmlns:v="urn:schemas-microsoft-com:vml" Requires="v">
                    <p:oleObj spid="_x0000_s197202" name="Equation" r:id="rId5" imgW="215713" imgH="203024" progId="Equation.3">
                      <p:embed/>
                    </p:oleObj>
                  </mc:Choice>
                  <mc:Fallback>
                    <p:oleObj name="Equation" r:id="rId5" imgW="215713" imgH="203024" progId="Equation.3">
                      <p:embed/>
                      <p:pic>
                        <p:nvPicPr>
                          <p:cNvPr id="2051" name="Object 7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574" y="2530"/>
                            <a:ext cx="288" cy="28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068" name="Line 75"/>
              <p:cNvSpPr>
                <a:spLocks noChangeShapeType="1"/>
              </p:cNvSpPr>
              <p:nvPr/>
            </p:nvSpPr>
            <p:spPr bwMode="auto">
              <a:xfrm>
                <a:off x="4226" y="2983"/>
                <a:ext cx="404" cy="112"/>
              </a:xfrm>
              <a:prstGeom prst="line">
                <a:avLst/>
              </a:prstGeom>
              <a:noFill/>
              <a:ln w="38100">
                <a:solidFill>
                  <a:srgbClr val="FF0000"/>
                </a:solidFill>
                <a:round/>
                <a:headEnd/>
                <a:tailEnd type="triangle" w="sm" len="lg"/>
              </a:ln>
              <a:extLst>
                <a:ext uri="{909E8E84-426E-40DD-AFC4-6F175D3DCCD1}">
                  <a14:hiddenFill xmlns:a14="http://schemas.microsoft.com/office/drawing/2010/main">
                    <a:noFill/>
                  </a14:hiddenFill>
                </a:ext>
              </a:extLst>
            </p:spPr>
            <p:txBody>
              <a:bodyPr wrap="none" anchor="ctr"/>
              <a:lstStyle/>
              <a:p>
                <a:endParaRPr lang="zh-CN" altLang="en-US" sz="2100"/>
              </a:p>
            </p:txBody>
          </p:sp>
          <p:graphicFrame>
            <p:nvGraphicFramePr>
              <p:cNvPr id="2052" name="Object 76"/>
              <p:cNvGraphicFramePr>
                <a:graphicFrameLocks noChangeAspect="1"/>
              </p:cNvGraphicFramePr>
              <p:nvPr/>
            </p:nvGraphicFramePr>
            <p:xfrm>
              <a:off x="4589" y="3018"/>
              <a:ext cx="279" cy="328"/>
            </p:xfrm>
            <a:graphic>
              <a:graphicData uri="http://schemas.openxmlformats.org/presentationml/2006/ole">
                <mc:AlternateContent xmlns:mc="http://schemas.openxmlformats.org/markup-compatibility/2006">
                  <mc:Choice xmlns:v="urn:schemas-microsoft-com:vml" Requires="v">
                    <p:oleObj spid="_x0000_s197203" name="公式" r:id="rId7" imgW="139579" imgH="215713" progId="Equation.3">
                      <p:embed/>
                    </p:oleObj>
                  </mc:Choice>
                  <mc:Fallback>
                    <p:oleObj name="公式" r:id="rId7" imgW="139579" imgH="215713" progId="Equation.3">
                      <p:embed/>
                      <p:pic>
                        <p:nvPicPr>
                          <p:cNvPr id="2052" name="Object 76"/>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589" y="3018"/>
                            <a:ext cx="279" cy="32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070" name="Oval 81"/>
              <p:cNvSpPr>
                <a:spLocks noChangeArrowheads="1"/>
              </p:cNvSpPr>
              <p:nvPr/>
            </p:nvSpPr>
            <p:spPr bwMode="auto">
              <a:xfrm>
                <a:off x="4876" y="2523"/>
                <a:ext cx="223" cy="892"/>
              </a:xfrm>
              <a:prstGeom prst="ellipse">
                <a:avLst/>
              </a:prstGeom>
              <a:noFill/>
              <a:ln w="22225">
                <a:solidFill>
                  <a:srgbClr val="0000FF"/>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kumimoji="1" sz="28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8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8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8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8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9pPr>
              </a:lstStyle>
              <a:p>
                <a:pPr eaLnBrk="1" hangingPunct="1"/>
                <a:endParaRPr kumimoji="0" lang="zh-CN" altLang="en-US" sz="1350" b="0">
                  <a:solidFill>
                    <a:srgbClr val="000000"/>
                  </a:solidFill>
                  <a:latin typeface="Arial" panose="020B0604020202020204" pitchFamily="34" charset="0"/>
                </a:endParaRPr>
              </a:p>
            </p:txBody>
          </p:sp>
          <p:sp>
            <p:nvSpPr>
              <p:cNvPr id="2071" name="Line 84"/>
              <p:cNvSpPr>
                <a:spLocks noChangeShapeType="1"/>
              </p:cNvSpPr>
              <p:nvPr/>
            </p:nvSpPr>
            <p:spPr bwMode="auto">
              <a:xfrm>
                <a:off x="4937" y="2983"/>
                <a:ext cx="318" cy="0"/>
              </a:xfrm>
              <a:prstGeom prst="line">
                <a:avLst/>
              </a:prstGeom>
              <a:noFill/>
              <a:ln w="38100">
                <a:solidFill>
                  <a:srgbClr val="FF0000"/>
                </a:solidFill>
                <a:round/>
                <a:headEnd/>
                <a:tailEnd type="triangle" w="sm" len="lg"/>
              </a:ln>
              <a:extLst>
                <a:ext uri="{909E8E84-426E-40DD-AFC4-6F175D3DCCD1}">
                  <a14:hiddenFill xmlns:a14="http://schemas.microsoft.com/office/drawing/2010/main">
                    <a:noFill/>
                  </a14:hiddenFill>
                </a:ext>
              </a:extLst>
            </p:spPr>
            <p:txBody>
              <a:bodyPr wrap="none" anchor="ctr"/>
              <a:lstStyle/>
              <a:p>
                <a:endParaRPr lang="zh-CN" altLang="en-US" sz="2100"/>
              </a:p>
            </p:txBody>
          </p:sp>
          <p:graphicFrame>
            <p:nvGraphicFramePr>
              <p:cNvPr id="2053" name="Object 85"/>
              <p:cNvGraphicFramePr>
                <a:graphicFrameLocks noChangeAspect="1"/>
              </p:cNvGraphicFramePr>
              <p:nvPr/>
            </p:nvGraphicFramePr>
            <p:xfrm>
              <a:off x="5148" y="2711"/>
              <a:ext cx="113" cy="212"/>
            </p:xfrm>
            <a:graphic>
              <a:graphicData uri="http://schemas.openxmlformats.org/presentationml/2006/ole">
                <mc:AlternateContent xmlns:mc="http://schemas.openxmlformats.org/markup-compatibility/2006">
                  <mc:Choice xmlns:v="urn:schemas-microsoft-com:vml" Requires="v">
                    <p:oleObj spid="_x0000_s197204" name="Equation" r:id="rId9" imgW="165028" imgH="228501" progId="Equation.3">
                      <p:embed/>
                    </p:oleObj>
                  </mc:Choice>
                  <mc:Fallback>
                    <p:oleObj name="Equation" r:id="rId9" imgW="165028" imgH="228501" progId="Equation.3">
                      <p:embed/>
                      <p:pic>
                        <p:nvPicPr>
                          <p:cNvPr id="2053" name="Object 85"/>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5148" y="2711"/>
                            <a:ext cx="113" cy="2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2072" name="Group 90"/>
              <p:cNvGrpSpPr>
                <a:grpSpLocks/>
              </p:cNvGrpSpPr>
              <p:nvPr/>
            </p:nvGrpSpPr>
            <p:grpSpPr bwMode="auto">
              <a:xfrm>
                <a:off x="3717" y="1020"/>
                <a:ext cx="1440" cy="1152"/>
                <a:chOff x="3695" y="2016"/>
                <a:chExt cx="1440" cy="1152"/>
              </a:xfrm>
            </p:grpSpPr>
            <p:sp>
              <p:nvSpPr>
                <p:cNvPr id="2073" name="Line 91"/>
                <p:cNvSpPr>
                  <a:spLocks noChangeShapeType="1"/>
                </p:cNvSpPr>
                <p:nvPr/>
              </p:nvSpPr>
              <p:spPr bwMode="auto">
                <a:xfrm flipH="1">
                  <a:off x="3695" y="2618"/>
                  <a:ext cx="1440" cy="0"/>
                </a:xfrm>
                <a:prstGeom prst="line">
                  <a:avLst/>
                </a:prstGeom>
                <a:noFill/>
                <a:ln w="25400">
                  <a:solidFill>
                    <a:srgbClr val="3333CC"/>
                  </a:solidFill>
                  <a:round/>
                  <a:headEnd/>
                  <a:tailEnd type="none" w="sm" len="lg"/>
                </a:ln>
                <a:extLst>
                  <a:ext uri="{909E8E84-426E-40DD-AFC4-6F175D3DCCD1}">
                    <a14:hiddenFill xmlns:a14="http://schemas.microsoft.com/office/drawing/2010/main">
                      <a:noFill/>
                    </a14:hiddenFill>
                  </a:ext>
                </a:extLst>
              </p:spPr>
              <p:txBody>
                <a:bodyPr wrap="none" anchor="ctr"/>
                <a:lstStyle/>
                <a:p>
                  <a:endParaRPr lang="zh-CN" altLang="en-US" sz="2100"/>
                </a:p>
              </p:txBody>
            </p:sp>
            <p:sp>
              <p:nvSpPr>
                <p:cNvPr id="2074" name="AutoShape 92"/>
                <p:cNvSpPr>
                  <a:spLocks noChangeArrowheads="1"/>
                </p:cNvSpPr>
                <p:nvPr/>
              </p:nvSpPr>
              <p:spPr bwMode="auto">
                <a:xfrm rot="10800000">
                  <a:off x="4032" y="2256"/>
                  <a:ext cx="768" cy="720"/>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0 w 21600"/>
                    <a:gd name="T13" fmla="*/ 0 h 21600"/>
                    <a:gd name="T14" fmla="*/ 21600 w 21600"/>
                    <a:gd name="T15" fmla="*/ 7710 h 21600"/>
                  </a:gdLst>
                  <a:ahLst/>
                  <a:cxnLst>
                    <a:cxn ang="T8">
                      <a:pos x="T0" y="T1"/>
                    </a:cxn>
                    <a:cxn ang="T9">
                      <a:pos x="T2" y="T3"/>
                    </a:cxn>
                    <a:cxn ang="T10">
                      <a:pos x="T4" y="T5"/>
                    </a:cxn>
                    <a:cxn ang="T11">
                      <a:pos x="T6" y="T7"/>
                    </a:cxn>
                  </a:cxnLst>
                  <a:rect l="T12" t="T13" r="T14" b="T15"/>
                  <a:pathLst>
                    <a:path w="21600" h="21600">
                      <a:moveTo>
                        <a:pt x="10238" y="10800"/>
                      </a:moveTo>
                      <a:cubicBezTo>
                        <a:pt x="10238" y="10489"/>
                        <a:pt x="10489" y="10238"/>
                        <a:pt x="10800" y="10238"/>
                      </a:cubicBezTo>
                      <a:cubicBezTo>
                        <a:pt x="11110" y="10237"/>
                        <a:pt x="11361" y="10489"/>
                        <a:pt x="11362" y="10799"/>
                      </a:cubicBezTo>
                      <a:lnTo>
                        <a:pt x="21600" y="10800"/>
                      </a:lnTo>
                      <a:cubicBezTo>
                        <a:pt x="21600" y="4835"/>
                        <a:pt x="16764" y="0"/>
                        <a:pt x="10800" y="0"/>
                      </a:cubicBezTo>
                      <a:cubicBezTo>
                        <a:pt x="4835" y="0"/>
                        <a:pt x="0" y="4835"/>
                        <a:pt x="0" y="10800"/>
                      </a:cubicBezTo>
                      <a:lnTo>
                        <a:pt x="10238" y="10800"/>
                      </a:lnTo>
                      <a:close/>
                    </a:path>
                  </a:pathLst>
                </a:custGeom>
                <a:solidFill>
                  <a:srgbClr val="CCCCFF">
                    <a:alpha val="50195"/>
                  </a:srgbClr>
                </a:solidFill>
                <a:ln w="25400">
                  <a:solidFill>
                    <a:srgbClr val="0000FF"/>
                  </a:solidFill>
                  <a:miter lim="800000"/>
                  <a:headEnd/>
                  <a:tailEnd/>
                </a:ln>
              </p:spPr>
              <p:txBody>
                <a:bodyPr wrap="none" anchor="ctr"/>
                <a:lstStyle/>
                <a:p>
                  <a:endParaRPr lang="zh-CN" altLang="en-US" sz="2100"/>
                </a:p>
              </p:txBody>
            </p:sp>
            <p:sp>
              <p:nvSpPr>
                <p:cNvPr id="2075" name="Rectangle 93"/>
                <p:cNvSpPr>
                  <a:spLocks noChangeArrowheads="1"/>
                </p:cNvSpPr>
                <p:nvPr/>
              </p:nvSpPr>
              <p:spPr bwMode="auto">
                <a:xfrm>
                  <a:off x="4320" y="2256"/>
                  <a:ext cx="192" cy="384"/>
                </a:xfrm>
                <a:prstGeom prst="rect">
                  <a:avLst/>
                </a:prstGeom>
                <a:solidFill>
                  <a:srgbClr val="CCCCFF">
                    <a:alpha val="50195"/>
                  </a:srgbClr>
                </a:solidFill>
                <a:ln>
                  <a:noFill/>
                </a:ln>
                <a:extLst>
                  <a:ext uri="{91240B29-F687-4F45-9708-019B960494DF}">
                    <a14:hiddenLine xmlns:a14="http://schemas.microsoft.com/office/drawing/2010/main" w="25400">
                      <a:solidFill>
                        <a:srgbClr val="000000"/>
                      </a:solidFill>
                      <a:miter lim="800000"/>
                      <a:headEnd/>
                      <a:tailEnd/>
                    </a14:hiddenLine>
                  </a:ext>
                </a:extLst>
              </p:spPr>
              <p:txBody>
                <a:bodyPr wrap="none" anchor="ctr"/>
                <a:lstStyle>
                  <a:lvl1pPr eaLnBrk="0" hangingPunct="0">
                    <a:defRPr kumimoji="1" sz="28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8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8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8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8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9pPr>
                </a:lstStyle>
                <a:p>
                  <a:pPr eaLnBrk="1" hangingPunct="1"/>
                  <a:endParaRPr kumimoji="0" lang="zh-CN" altLang="en-US" sz="1350" b="0">
                    <a:solidFill>
                      <a:srgbClr val="000000"/>
                    </a:solidFill>
                    <a:latin typeface="Arial" panose="020B0604020202020204" pitchFamily="34" charset="0"/>
                  </a:endParaRPr>
                </a:p>
              </p:txBody>
            </p:sp>
            <p:sp>
              <p:nvSpPr>
                <p:cNvPr id="2076" name="Line 94"/>
                <p:cNvSpPr>
                  <a:spLocks noChangeShapeType="1"/>
                </p:cNvSpPr>
                <p:nvPr/>
              </p:nvSpPr>
              <p:spPr bwMode="auto">
                <a:xfrm flipV="1">
                  <a:off x="4320" y="2256"/>
                  <a:ext cx="0" cy="384"/>
                </a:xfrm>
                <a:prstGeom prst="line">
                  <a:avLst/>
                </a:prstGeom>
                <a:noFill/>
                <a:ln w="25400">
                  <a:solidFill>
                    <a:srgbClr val="0000FF"/>
                  </a:solidFill>
                  <a:round/>
                  <a:headEnd/>
                  <a:tailEnd type="none" w="sm" len="lg"/>
                </a:ln>
                <a:extLst>
                  <a:ext uri="{909E8E84-426E-40DD-AFC4-6F175D3DCCD1}">
                    <a14:hiddenFill xmlns:a14="http://schemas.microsoft.com/office/drawing/2010/main">
                      <a:noFill/>
                    </a14:hiddenFill>
                  </a:ext>
                </a:extLst>
              </p:spPr>
              <p:txBody>
                <a:bodyPr wrap="none" anchor="ctr"/>
                <a:lstStyle/>
                <a:p>
                  <a:endParaRPr lang="zh-CN" altLang="en-US" sz="2100"/>
                </a:p>
              </p:txBody>
            </p:sp>
            <p:sp>
              <p:nvSpPr>
                <p:cNvPr id="2077" name="Line 95"/>
                <p:cNvSpPr>
                  <a:spLocks noChangeShapeType="1"/>
                </p:cNvSpPr>
                <p:nvPr/>
              </p:nvSpPr>
              <p:spPr bwMode="auto">
                <a:xfrm flipV="1">
                  <a:off x="4512" y="2256"/>
                  <a:ext cx="0" cy="384"/>
                </a:xfrm>
                <a:prstGeom prst="line">
                  <a:avLst/>
                </a:prstGeom>
                <a:noFill/>
                <a:ln w="25400">
                  <a:solidFill>
                    <a:srgbClr val="0000FF"/>
                  </a:solidFill>
                  <a:round/>
                  <a:headEnd/>
                  <a:tailEnd type="none" w="sm" len="lg"/>
                </a:ln>
                <a:extLst>
                  <a:ext uri="{909E8E84-426E-40DD-AFC4-6F175D3DCCD1}">
                    <a14:hiddenFill xmlns:a14="http://schemas.microsoft.com/office/drawing/2010/main">
                      <a:noFill/>
                    </a14:hiddenFill>
                  </a:ext>
                </a:extLst>
              </p:spPr>
              <p:txBody>
                <a:bodyPr wrap="none" anchor="ctr"/>
                <a:lstStyle/>
                <a:p>
                  <a:endParaRPr lang="zh-CN" altLang="en-US" sz="2100"/>
                </a:p>
              </p:txBody>
            </p:sp>
            <p:sp>
              <p:nvSpPr>
                <p:cNvPr id="2078" name="Line 96"/>
                <p:cNvSpPr>
                  <a:spLocks noChangeShapeType="1"/>
                </p:cNvSpPr>
                <p:nvPr/>
              </p:nvSpPr>
              <p:spPr bwMode="auto">
                <a:xfrm flipH="1" flipV="1">
                  <a:off x="4320" y="2256"/>
                  <a:ext cx="192" cy="0"/>
                </a:xfrm>
                <a:prstGeom prst="line">
                  <a:avLst/>
                </a:prstGeom>
                <a:noFill/>
                <a:ln w="25400">
                  <a:solidFill>
                    <a:srgbClr val="0000FF"/>
                  </a:solidFill>
                  <a:round/>
                  <a:headEnd/>
                  <a:tailEnd type="none" w="sm" len="lg"/>
                </a:ln>
                <a:extLst>
                  <a:ext uri="{909E8E84-426E-40DD-AFC4-6F175D3DCCD1}">
                    <a14:hiddenFill xmlns:a14="http://schemas.microsoft.com/office/drawing/2010/main">
                      <a:noFill/>
                    </a14:hiddenFill>
                  </a:ext>
                </a:extLst>
              </p:spPr>
              <p:txBody>
                <a:bodyPr wrap="none" anchor="ctr"/>
                <a:lstStyle/>
                <a:p>
                  <a:endParaRPr lang="zh-CN" altLang="en-US" sz="2100"/>
                </a:p>
              </p:txBody>
            </p:sp>
            <p:sp>
              <p:nvSpPr>
                <p:cNvPr id="2079" name="Line 97"/>
                <p:cNvSpPr>
                  <a:spLocks noChangeShapeType="1"/>
                </p:cNvSpPr>
                <p:nvPr/>
              </p:nvSpPr>
              <p:spPr bwMode="auto">
                <a:xfrm>
                  <a:off x="4416" y="2016"/>
                  <a:ext cx="0" cy="576"/>
                </a:xfrm>
                <a:prstGeom prst="line">
                  <a:avLst/>
                </a:prstGeom>
                <a:noFill/>
                <a:ln w="38100">
                  <a:solidFill>
                    <a:srgbClr val="FF0000"/>
                  </a:solidFill>
                  <a:prstDash val="dash"/>
                  <a:round/>
                  <a:headEnd/>
                  <a:tailEnd type="triangle" w="sm" len="lg"/>
                </a:ln>
                <a:extLst>
                  <a:ext uri="{909E8E84-426E-40DD-AFC4-6F175D3DCCD1}">
                    <a14:hiddenFill xmlns:a14="http://schemas.microsoft.com/office/drawing/2010/main">
                      <a:noFill/>
                    </a14:hiddenFill>
                  </a:ext>
                </a:extLst>
              </p:spPr>
              <p:txBody>
                <a:bodyPr wrap="none" anchor="ctr"/>
                <a:lstStyle/>
                <a:p>
                  <a:endParaRPr lang="zh-CN" altLang="en-US" sz="2100"/>
                </a:p>
              </p:txBody>
            </p:sp>
            <p:sp>
              <p:nvSpPr>
                <p:cNvPr id="2080" name="Line 98"/>
                <p:cNvSpPr>
                  <a:spLocks noChangeShapeType="1"/>
                </p:cNvSpPr>
                <p:nvPr/>
              </p:nvSpPr>
              <p:spPr bwMode="auto">
                <a:xfrm>
                  <a:off x="4416" y="2592"/>
                  <a:ext cx="0" cy="576"/>
                </a:xfrm>
                <a:prstGeom prst="line">
                  <a:avLst/>
                </a:prstGeom>
                <a:noFill/>
                <a:ln w="28575">
                  <a:solidFill>
                    <a:srgbClr val="FF0000"/>
                  </a:solidFill>
                  <a:prstDash val="dash"/>
                  <a:round/>
                  <a:headEnd/>
                  <a:tailEnd type="triangle" w="sm" len="lg"/>
                </a:ln>
                <a:extLst>
                  <a:ext uri="{909E8E84-426E-40DD-AFC4-6F175D3DCCD1}">
                    <a14:hiddenFill xmlns:a14="http://schemas.microsoft.com/office/drawing/2010/main">
                      <a:noFill/>
                    </a14:hiddenFill>
                  </a:ext>
                </a:extLst>
              </p:spPr>
              <p:txBody>
                <a:bodyPr wrap="none" anchor="ctr"/>
                <a:lstStyle/>
                <a:p>
                  <a:endParaRPr lang="zh-CN" altLang="en-US" sz="2100"/>
                </a:p>
              </p:txBody>
            </p:sp>
            <p:sp>
              <p:nvSpPr>
                <p:cNvPr id="2081" name="Line 99"/>
                <p:cNvSpPr>
                  <a:spLocks noChangeShapeType="1"/>
                </p:cNvSpPr>
                <p:nvPr/>
              </p:nvSpPr>
              <p:spPr bwMode="auto">
                <a:xfrm flipH="1">
                  <a:off x="4128" y="2640"/>
                  <a:ext cx="240" cy="480"/>
                </a:xfrm>
                <a:prstGeom prst="line">
                  <a:avLst/>
                </a:prstGeom>
                <a:noFill/>
                <a:ln w="28575">
                  <a:solidFill>
                    <a:srgbClr val="FF0000"/>
                  </a:solidFill>
                  <a:prstDash val="dash"/>
                  <a:round/>
                  <a:headEnd/>
                  <a:tailEnd type="triangle" w="sm" len="lg"/>
                </a:ln>
                <a:extLst>
                  <a:ext uri="{909E8E84-426E-40DD-AFC4-6F175D3DCCD1}">
                    <a14:hiddenFill xmlns:a14="http://schemas.microsoft.com/office/drawing/2010/main">
                      <a:noFill/>
                    </a14:hiddenFill>
                  </a:ext>
                </a:extLst>
              </p:spPr>
              <p:txBody>
                <a:bodyPr wrap="none" anchor="ctr"/>
                <a:lstStyle/>
                <a:p>
                  <a:endParaRPr lang="zh-CN" altLang="en-US" sz="2100"/>
                </a:p>
              </p:txBody>
            </p:sp>
            <p:sp>
              <p:nvSpPr>
                <p:cNvPr id="2082" name="Line 100"/>
                <p:cNvSpPr>
                  <a:spLocks noChangeShapeType="1"/>
                </p:cNvSpPr>
                <p:nvPr/>
              </p:nvSpPr>
              <p:spPr bwMode="auto">
                <a:xfrm flipH="1">
                  <a:off x="3888" y="2592"/>
                  <a:ext cx="480" cy="336"/>
                </a:xfrm>
                <a:prstGeom prst="line">
                  <a:avLst/>
                </a:prstGeom>
                <a:noFill/>
                <a:ln w="28575">
                  <a:solidFill>
                    <a:srgbClr val="FF0000"/>
                  </a:solidFill>
                  <a:prstDash val="dash"/>
                  <a:round/>
                  <a:headEnd/>
                  <a:tailEnd type="triangle" w="sm" len="lg"/>
                </a:ln>
                <a:extLst>
                  <a:ext uri="{909E8E84-426E-40DD-AFC4-6F175D3DCCD1}">
                    <a14:hiddenFill xmlns:a14="http://schemas.microsoft.com/office/drawing/2010/main">
                      <a:noFill/>
                    </a14:hiddenFill>
                  </a:ext>
                </a:extLst>
              </p:spPr>
              <p:txBody>
                <a:bodyPr wrap="none" anchor="ctr"/>
                <a:lstStyle/>
                <a:p>
                  <a:endParaRPr lang="zh-CN" altLang="en-US" sz="2100"/>
                </a:p>
              </p:txBody>
            </p:sp>
            <p:sp>
              <p:nvSpPr>
                <p:cNvPr id="2083" name="Line 101"/>
                <p:cNvSpPr>
                  <a:spLocks noChangeShapeType="1"/>
                </p:cNvSpPr>
                <p:nvPr/>
              </p:nvSpPr>
              <p:spPr bwMode="auto">
                <a:xfrm>
                  <a:off x="4464" y="2592"/>
                  <a:ext cx="240" cy="528"/>
                </a:xfrm>
                <a:prstGeom prst="line">
                  <a:avLst/>
                </a:prstGeom>
                <a:noFill/>
                <a:ln w="28575">
                  <a:solidFill>
                    <a:srgbClr val="FF0000"/>
                  </a:solidFill>
                  <a:prstDash val="dash"/>
                  <a:round/>
                  <a:headEnd/>
                  <a:tailEnd type="triangle" w="sm" len="lg"/>
                </a:ln>
                <a:extLst>
                  <a:ext uri="{909E8E84-426E-40DD-AFC4-6F175D3DCCD1}">
                    <a14:hiddenFill xmlns:a14="http://schemas.microsoft.com/office/drawing/2010/main">
                      <a:noFill/>
                    </a14:hiddenFill>
                  </a:ext>
                </a:extLst>
              </p:spPr>
              <p:txBody>
                <a:bodyPr wrap="none" anchor="ctr"/>
                <a:lstStyle/>
                <a:p>
                  <a:endParaRPr lang="zh-CN" altLang="en-US" sz="2100"/>
                </a:p>
              </p:txBody>
            </p:sp>
            <p:sp>
              <p:nvSpPr>
                <p:cNvPr id="2084" name="Line 102"/>
                <p:cNvSpPr>
                  <a:spLocks noChangeShapeType="1"/>
                </p:cNvSpPr>
                <p:nvPr/>
              </p:nvSpPr>
              <p:spPr bwMode="auto">
                <a:xfrm>
                  <a:off x="4464" y="2592"/>
                  <a:ext cx="480" cy="336"/>
                </a:xfrm>
                <a:prstGeom prst="line">
                  <a:avLst/>
                </a:prstGeom>
                <a:noFill/>
                <a:ln w="28575">
                  <a:solidFill>
                    <a:srgbClr val="FF0000"/>
                  </a:solidFill>
                  <a:prstDash val="dash"/>
                  <a:round/>
                  <a:headEnd/>
                  <a:tailEnd type="triangle" w="sm" len="lg"/>
                </a:ln>
                <a:extLst>
                  <a:ext uri="{909E8E84-426E-40DD-AFC4-6F175D3DCCD1}">
                    <a14:hiddenFill xmlns:a14="http://schemas.microsoft.com/office/drawing/2010/main">
                      <a:noFill/>
                    </a14:hiddenFill>
                  </a:ext>
                </a:extLst>
              </p:spPr>
              <p:txBody>
                <a:bodyPr wrap="none" anchor="ctr"/>
                <a:lstStyle/>
                <a:p>
                  <a:endParaRPr lang="zh-CN" altLang="en-US" sz="2100"/>
                </a:p>
              </p:txBody>
            </p:sp>
          </p:grpSp>
        </p:grpSp>
      </p:grpSp>
      <p:grpSp>
        <p:nvGrpSpPr>
          <p:cNvPr id="3" name="组合 2"/>
          <p:cNvGrpSpPr/>
          <p:nvPr/>
        </p:nvGrpSpPr>
        <p:grpSpPr>
          <a:xfrm>
            <a:off x="419518" y="350070"/>
            <a:ext cx="6030515" cy="499133"/>
            <a:chOff x="261938" y="352489"/>
            <a:chExt cx="8040687" cy="665511"/>
          </a:xfrm>
        </p:grpSpPr>
        <p:sp>
          <p:nvSpPr>
            <p:cNvPr id="2056" name="Rectangle 2"/>
            <p:cNvSpPr>
              <a:spLocks noChangeArrowheads="1"/>
            </p:cNvSpPr>
            <p:nvPr/>
          </p:nvSpPr>
          <p:spPr bwMode="auto">
            <a:xfrm>
              <a:off x="261938" y="377825"/>
              <a:ext cx="8040687" cy="640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8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8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8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8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8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9pPr>
            </a:lstStyle>
            <a:p>
              <a:pPr eaLnBrk="1" hangingPunct="1">
                <a:lnSpc>
                  <a:spcPct val="120000"/>
                </a:lnSpc>
              </a:pPr>
              <a:r>
                <a:rPr kumimoji="0" lang="zh-CN" altLang="en-US" sz="2100">
                  <a:solidFill>
                    <a:srgbClr val="CC0000"/>
                  </a:solidFill>
                </a:rPr>
                <a:t>      </a:t>
              </a:r>
              <a:r>
                <a:rPr kumimoji="0" lang="en-US" altLang="zh-CN" sz="2100">
                  <a:solidFill>
                    <a:srgbClr val="CC0000"/>
                  </a:solidFill>
                </a:rPr>
                <a:t>2. </a:t>
              </a:r>
              <a:r>
                <a:rPr kumimoji="0" lang="zh-CN" altLang="en-US" sz="2100">
                  <a:solidFill>
                    <a:srgbClr val="CC0000"/>
                  </a:solidFill>
                </a:rPr>
                <a:t>电流密度矢量</a:t>
              </a:r>
              <a:endParaRPr kumimoji="0" lang="en-US" altLang="zh-CN" sz="2100">
                <a:solidFill>
                  <a:srgbClr val="000000"/>
                </a:solidFill>
              </a:endParaRPr>
            </a:p>
          </p:txBody>
        </p:sp>
        <p:graphicFrame>
          <p:nvGraphicFramePr>
            <p:cNvPr id="40" name="Object 5"/>
            <p:cNvGraphicFramePr>
              <a:graphicFrameLocks noChangeAspect="1"/>
            </p:cNvGraphicFramePr>
            <p:nvPr>
              <p:extLst>
                <p:ext uri="{D42A27DB-BD31-4B8C-83A1-F6EECF244321}">
                  <p14:modId xmlns:p14="http://schemas.microsoft.com/office/powerpoint/2010/main" val="4161409107"/>
                </p:ext>
              </p:extLst>
            </p:nvPr>
          </p:nvGraphicFramePr>
          <p:xfrm>
            <a:off x="3443247" y="352489"/>
            <a:ext cx="511175" cy="652463"/>
          </p:xfrm>
          <a:graphic>
            <a:graphicData uri="http://schemas.openxmlformats.org/presentationml/2006/ole">
              <mc:AlternateContent xmlns:mc="http://schemas.openxmlformats.org/markup-compatibility/2006">
                <mc:Choice xmlns:v="urn:schemas-microsoft-com:vml" Requires="v">
                  <p:oleObj spid="_x0000_s197205" name="Equation" r:id="rId11" imgW="139680" imgH="228600" progId="Equation.DSMT4">
                    <p:embed/>
                  </p:oleObj>
                </mc:Choice>
                <mc:Fallback>
                  <p:oleObj name="Equation" r:id="rId11" imgW="139680" imgH="228600" progId="Equation.DSMT4">
                    <p:embed/>
                    <p:pic>
                      <p:nvPicPr>
                        <p:cNvPr id="2054" name="Object 5"/>
                        <p:cNvPicPr>
                          <a:picLocks noChangeAspect="1" noChangeArrowheads="1"/>
                        </p:cNvPicPr>
                        <p:nvPr/>
                      </p:nvPicPr>
                      <p:blipFill>
                        <a:blip r:embed="rId12"/>
                        <a:srcRect/>
                        <a:stretch>
                          <a:fillRect/>
                        </a:stretch>
                      </p:blipFill>
                      <p:spPr bwMode="auto">
                        <a:xfrm>
                          <a:off x="3443247" y="352489"/>
                          <a:ext cx="511175" cy="6524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aphicFrame>
        <p:nvGraphicFramePr>
          <p:cNvPr id="45" name="Object 5"/>
          <p:cNvGraphicFramePr>
            <a:graphicFrameLocks noChangeAspect="1"/>
          </p:cNvGraphicFramePr>
          <p:nvPr>
            <p:extLst>
              <p:ext uri="{D42A27DB-BD31-4B8C-83A1-F6EECF244321}">
                <p14:modId xmlns:p14="http://schemas.microsoft.com/office/powerpoint/2010/main" val="3332332310"/>
              </p:ext>
            </p:extLst>
          </p:nvPr>
        </p:nvGraphicFramePr>
        <p:xfrm>
          <a:off x="2590166" y="2246999"/>
          <a:ext cx="2493324" cy="761216"/>
        </p:xfrm>
        <a:graphic>
          <a:graphicData uri="http://schemas.openxmlformats.org/presentationml/2006/ole">
            <mc:AlternateContent xmlns:mc="http://schemas.openxmlformats.org/markup-compatibility/2006">
              <mc:Choice xmlns:v="urn:schemas-microsoft-com:vml" Requires="v">
                <p:oleObj spid="_x0000_s197206" name="Equation" r:id="rId13" imgW="1104840" imgH="431640" progId="Equation.DSMT4">
                  <p:embed/>
                </p:oleObj>
              </mc:Choice>
              <mc:Fallback>
                <p:oleObj name="Equation" r:id="rId13" imgW="1104840" imgH="431640" progId="Equation.DSMT4">
                  <p:embed/>
                  <p:pic>
                    <p:nvPicPr>
                      <p:cNvPr id="40" name="Object 5"/>
                      <p:cNvPicPr>
                        <a:picLocks noChangeAspect="1" noChangeArrowheads="1"/>
                      </p:cNvPicPr>
                      <p:nvPr/>
                    </p:nvPicPr>
                    <p:blipFill>
                      <a:blip r:embed="rId14"/>
                      <a:srcRect/>
                      <a:stretch>
                        <a:fillRect/>
                      </a:stretch>
                    </p:blipFill>
                    <p:spPr bwMode="auto">
                      <a:xfrm>
                        <a:off x="2590166" y="2246999"/>
                        <a:ext cx="2493324" cy="761216"/>
                      </a:xfrm>
                      <a:prstGeom prst="rect">
                        <a:avLst/>
                      </a:prstGeom>
                      <a:noFill/>
                      <a:ln>
                        <a:noFill/>
                      </a:ln>
                      <a:effectLst/>
                    </p:spPr>
                  </p:pic>
                </p:oleObj>
              </mc:Fallback>
            </mc:AlternateContent>
          </a:graphicData>
        </a:graphic>
      </p:graphicFrame>
      <p:sp>
        <p:nvSpPr>
          <p:cNvPr id="46" name="Text Box 4"/>
          <p:cNvSpPr txBox="1">
            <a:spLocks noChangeArrowheads="1"/>
          </p:cNvSpPr>
          <p:nvPr/>
        </p:nvSpPr>
        <p:spPr bwMode="auto">
          <a:xfrm>
            <a:off x="1200626" y="4091028"/>
            <a:ext cx="5627222" cy="4801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28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8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8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8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8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9pPr>
          </a:lstStyle>
          <a:p>
            <a:pPr eaLnBrk="1" hangingPunct="1">
              <a:lnSpc>
                <a:spcPct val="120000"/>
              </a:lnSpc>
              <a:spcBef>
                <a:spcPct val="50000"/>
              </a:spcBef>
            </a:pPr>
            <a:r>
              <a:rPr kumimoji="0" lang="zh-CN" altLang="en-US" sz="2100">
                <a:solidFill>
                  <a:srgbClr val="CC0000"/>
                </a:solidFill>
              </a:rPr>
              <a:t>恒定电流</a:t>
            </a:r>
            <a:r>
              <a:rPr kumimoji="0" lang="zh-CN" altLang="en-US" sz="2100">
                <a:solidFill>
                  <a:srgbClr val="1C1C1C"/>
                </a:solidFill>
              </a:rPr>
              <a:t>：各点电流密度不随时间变化</a:t>
            </a:r>
            <a:endParaRPr kumimoji="0" lang="zh-CN" altLang="en-US" sz="2100">
              <a:solidFill>
                <a:srgbClr val="000000"/>
              </a:solidFill>
            </a:endParaRPr>
          </a:p>
        </p:txBody>
      </p:sp>
      <p:sp>
        <p:nvSpPr>
          <p:cNvPr id="47" name="Rectangle 2"/>
          <p:cNvSpPr>
            <a:spLocks noChangeArrowheads="1"/>
          </p:cNvSpPr>
          <p:nvPr/>
        </p:nvSpPr>
        <p:spPr bwMode="auto">
          <a:xfrm>
            <a:off x="3513633" y="359571"/>
            <a:ext cx="5250656" cy="4801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28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8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8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8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8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9pPr>
          </a:lstStyle>
          <a:p>
            <a:pPr eaLnBrk="1" hangingPunct="1">
              <a:lnSpc>
                <a:spcPct val="120000"/>
              </a:lnSpc>
            </a:pPr>
            <a:r>
              <a:rPr kumimoji="0" lang="en-US" altLang="zh-CN" sz="2100"/>
              <a:t>——</a:t>
            </a:r>
            <a:r>
              <a:rPr kumimoji="0" lang="zh-CN" altLang="en-US" sz="2100">
                <a:solidFill>
                  <a:srgbClr val="000000"/>
                </a:solidFill>
              </a:rPr>
              <a:t>细致描述导体内各点电流</a:t>
            </a:r>
            <a:r>
              <a:rPr kumimoji="0" lang="zh-CN" altLang="en-US" sz="2100">
                <a:solidFill>
                  <a:srgbClr val="0000FF"/>
                </a:solidFill>
              </a:rPr>
              <a:t>分布的情况</a:t>
            </a:r>
            <a:r>
              <a:rPr kumimoji="0" lang="en-US" altLang="zh-CN" sz="2100">
                <a:solidFill>
                  <a:srgbClr val="000000"/>
                </a:solidFill>
              </a:rPr>
              <a:t>.</a:t>
            </a:r>
          </a:p>
        </p:txBody>
      </p:sp>
    </p:spTree>
    <p:extLst>
      <p:ext uri="{BB962C8B-B14F-4D97-AF65-F5344CB8AC3E}">
        <p14:creationId xmlns:p14="http://schemas.microsoft.com/office/powerpoint/2010/main" val="1241230688"/>
      </p:ext>
    </p:extLst>
  </p:cSld>
  <p:clrMapOvr>
    <a:masterClrMapping/>
  </p:clrMapOvr>
  <p:transition>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47"/>
                                        </p:tgtEl>
                                        <p:attrNameLst>
                                          <p:attrName>style.visibility</p:attrName>
                                        </p:attrNameLst>
                                      </p:cBhvr>
                                      <p:to>
                                        <p:strVal val="visible"/>
                                      </p:to>
                                    </p:set>
                                    <p:animEffect transition="in" filter="wipe(left)">
                                      <p:cBhvr>
                                        <p:cTn id="7" dur="500"/>
                                        <p:tgtEl>
                                          <p:spTgt spid="47"/>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10248"/>
                                        </p:tgtEl>
                                        <p:attrNameLst>
                                          <p:attrName>style.visibility</p:attrName>
                                        </p:attrNameLst>
                                      </p:cBhvr>
                                      <p:to>
                                        <p:strVal val="visible"/>
                                      </p:to>
                                    </p:set>
                                    <p:animEffect transition="in" filter="blinds(horizontal)">
                                      <p:cBhvr>
                                        <p:cTn id="12" dur="500"/>
                                        <p:tgtEl>
                                          <p:spTgt spid="10248"/>
                                        </p:tgtEl>
                                      </p:cBhvr>
                                    </p:animEffect>
                                  </p:childTnLst>
                                </p:cTn>
                              </p:par>
                            </p:childTnLst>
                          </p:cTn>
                        </p:par>
                        <p:par>
                          <p:cTn id="13" fill="hold">
                            <p:stCondLst>
                              <p:cond delay="500"/>
                            </p:stCondLst>
                            <p:childTnLst>
                              <p:par>
                                <p:cTn id="14" presetID="22" presetClass="entr" presetSubtype="8" fill="hold" nodeType="afterEffect">
                                  <p:stCondLst>
                                    <p:cond delay="0"/>
                                  </p:stCondLst>
                                  <p:childTnLst>
                                    <p:set>
                                      <p:cBhvr>
                                        <p:cTn id="15" dur="1" fill="hold">
                                          <p:stCondLst>
                                            <p:cond delay="0"/>
                                          </p:stCondLst>
                                        </p:cTn>
                                        <p:tgtEl>
                                          <p:spTgt spid="45"/>
                                        </p:tgtEl>
                                        <p:attrNameLst>
                                          <p:attrName>style.visibility</p:attrName>
                                        </p:attrNameLst>
                                      </p:cBhvr>
                                      <p:to>
                                        <p:strVal val="visible"/>
                                      </p:to>
                                    </p:set>
                                    <p:animEffect transition="in" filter="wipe(left)">
                                      <p:cBhvr>
                                        <p:cTn id="16" dur="500"/>
                                        <p:tgtEl>
                                          <p:spTgt spid="45"/>
                                        </p:tgtEl>
                                      </p:cBhvr>
                                    </p:animEffect>
                                  </p:childTnLst>
                                </p:cTn>
                              </p:par>
                            </p:childTnLst>
                          </p:cTn>
                        </p:par>
                      </p:childTnLst>
                    </p:cTn>
                  </p:par>
                  <p:par>
                    <p:cTn id="17" fill="hold">
                      <p:stCondLst>
                        <p:cond delay="indefinite"/>
                      </p:stCondLst>
                      <p:childTnLst>
                        <p:par>
                          <p:cTn id="18" fill="hold">
                            <p:stCondLst>
                              <p:cond delay="0"/>
                            </p:stCondLst>
                            <p:childTnLst>
                              <p:par>
                                <p:cTn id="19" presetID="3" presetClass="entr" presetSubtype="10" fill="hold" grpId="0" nodeType="clickEffect">
                                  <p:stCondLst>
                                    <p:cond delay="0"/>
                                  </p:stCondLst>
                                  <p:childTnLst>
                                    <p:set>
                                      <p:cBhvr>
                                        <p:cTn id="20" dur="1" fill="hold">
                                          <p:stCondLst>
                                            <p:cond delay="0"/>
                                          </p:stCondLst>
                                        </p:cTn>
                                        <p:tgtEl>
                                          <p:spTgt spid="10244"/>
                                        </p:tgtEl>
                                        <p:attrNameLst>
                                          <p:attrName>style.visibility</p:attrName>
                                        </p:attrNameLst>
                                      </p:cBhvr>
                                      <p:to>
                                        <p:strVal val="visible"/>
                                      </p:to>
                                    </p:set>
                                    <p:animEffect transition="in" filter="blinds(horizontal)">
                                      <p:cBhvr>
                                        <p:cTn id="21" dur="500"/>
                                        <p:tgtEl>
                                          <p:spTgt spid="10244"/>
                                        </p:tgtEl>
                                      </p:cBhvr>
                                    </p:animEffect>
                                  </p:childTnLst>
                                </p:cTn>
                              </p:par>
                            </p:childTnLst>
                          </p:cTn>
                        </p:par>
                      </p:childTnLst>
                    </p:cTn>
                  </p:par>
                  <p:par>
                    <p:cTn id="22" fill="hold">
                      <p:stCondLst>
                        <p:cond delay="indefinite"/>
                      </p:stCondLst>
                      <p:childTnLst>
                        <p:par>
                          <p:cTn id="23" fill="hold">
                            <p:stCondLst>
                              <p:cond delay="0"/>
                            </p:stCondLst>
                            <p:childTnLst>
                              <p:par>
                                <p:cTn id="24" presetID="3" presetClass="entr" presetSubtype="10" fill="hold" grpId="0" nodeType="clickEffect">
                                  <p:stCondLst>
                                    <p:cond delay="0"/>
                                  </p:stCondLst>
                                  <p:childTnLst>
                                    <p:set>
                                      <p:cBhvr>
                                        <p:cTn id="25" dur="1" fill="hold">
                                          <p:stCondLst>
                                            <p:cond delay="0"/>
                                          </p:stCondLst>
                                        </p:cTn>
                                        <p:tgtEl>
                                          <p:spTgt spid="46"/>
                                        </p:tgtEl>
                                        <p:attrNameLst>
                                          <p:attrName>style.visibility</p:attrName>
                                        </p:attrNameLst>
                                      </p:cBhvr>
                                      <p:to>
                                        <p:strVal val="visible"/>
                                      </p:to>
                                    </p:set>
                                    <p:animEffect transition="in" filter="blinds(horizontal)">
                                      <p:cBhvr>
                                        <p:cTn id="26" dur="500"/>
                                        <p:tgtEl>
                                          <p:spTgt spid="4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244" grpId="0"/>
      <p:bldP spid="10248" grpId="0" autoUpdateAnimBg="0"/>
      <p:bldP spid="46" grpId="0"/>
      <p:bldP spid="47"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fld id="{C8EA54EE-8AC7-426A-8D8E-5DE786B1060B}" type="slidenum">
              <a:rPr lang="en-US" altLang="zh-CN" smtClean="0"/>
              <a:pPr/>
              <a:t>6</a:t>
            </a:fld>
            <a:endParaRPr lang="en-US" altLang="zh-CN" dirty="0"/>
          </a:p>
        </p:txBody>
      </p:sp>
      <p:sp>
        <p:nvSpPr>
          <p:cNvPr id="4" name="Text Box 17"/>
          <p:cNvSpPr txBox="1">
            <a:spLocks noChangeArrowheads="1"/>
          </p:cNvSpPr>
          <p:nvPr/>
        </p:nvSpPr>
        <p:spPr bwMode="auto">
          <a:xfrm>
            <a:off x="2026836" y="314254"/>
            <a:ext cx="4998284" cy="440217"/>
          </a:xfrm>
          <a:prstGeom prst="rect">
            <a:avLst/>
          </a:prstGeom>
          <a:noFill/>
          <a:ln w="9525">
            <a:noFill/>
            <a:miter lim="800000"/>
            <a:headEnd/>
            <a:tailEnd/>
          </a:ln>
          <a:effectLst/>
        </p:spPr>
        <p:txBody>
          <a:bodyPr wrap="square" lIns="67500" tIns="35100" rIns="67500" bIns="35100">
            <a:spAutoFit/>
          </a:bodyPr>
          <a:lstStyle/>
          <a:p>
            <a:pPr algn="ctr">
              <a:spcBef>
                <a:spcPct val="50000"/>
              </a:spcBef>
            </a:pPr>
            <a:r>
              <a:rPr lang="en-US" altLang="zh-CN" sz="2400">
                <a:solidFill>
                  <a:srgbClr val="000000"/>
                </a:solidFill>
              </a:rPr>
              <a:t>  §</a:t>
            </a:r>
            <a:r>
              <a:rPr lang="en-US" altLang="zh-CN" sz="2400" dirty="0">
                <a:solidFill>
                  <a:srgbClr val="000000"/>
                </a:solidFill>
              </a:rPr>
              <a:t>7.2   </a:t>
            </a:r>
            <a:r>
              <a:rPr lang="zh-CN" altLang="en-US" sz="2400" dirty="0">
                <a:solidFill>
                  <a:srgbClr val="000000"/>
                </a:solidFill>
              </a:rPr>
              <a:t>电源、电</a:t>
            </a:r>
            <a:r>
              <a:rPr lang="zh-CN" altLang="en-US" sz="2400">
                <a:solidFill>
                  <a:srgbClr val="000000"/>
                </a:solidFill>
              </a:rPr>
              <a:t>动势</a:t>
            </a:r>
            <a:endParaRPr lang="zh-CN" altLang="en-US" sz="2400" dirty="0">
              <a:solidFill>
                <a:srgbClr val="000000"/>
              </a:solidFill>
            </a:endParaRPr>
          </a:p>
        </p:txBody>
      </p:sp>
      <p:grpSp>
        <p:nvGrpSpPr>
          <p:cNvPr id="5" name="Group 50"/>
          <p:cNvGrpSpPr>
            <a:grpSpLocks/>
          </p:cNvGrpSpPr>
          <p:nvPr/>
        </p:nvGrpSpPr>
        <p:grpSpPr bwMode="auto">
          <a:xfrm>
            <a:off x="6010160" y="1027827"/>
            <a:ext cx="2217147" cy="2017824"/>
            <a:chOff x="3168" y="2099"/>
            <a:chExt cx="1802" cy="1640"/>
          </a:xfrm>
        </p:grpSpPr>
        <p:sp>
          <p:nvSpPr>
            <p:cNvPr id="13" name="Line 19"/>
            <p:cNvSpPr>
              <a:spLocks noChangeShapeType="1"/>
            </p:cNvSpPr>
            <p:nvPr/>
          </p:nvSpPr>
          <p:spPr bwMode="auto">
            <a:xfrm>
              <a:off x="3168" y="3309"/>
              <a:ext cx="589" cy="0"/>
            </a:xfrm>
            <a:prstGeom prst="line">
              <a:avLst/>
            </a:prstGeom>
            <a:noFill/>
            <a:ln w="19050">
              <a:solidFill>
                <a:srgbClr val="CC00CC"/>
              </a:solidFill>
              <a:round/>
              <a:headEnd/>
              <a:tailEnd type="none" w="sm" len="lg"/>
            </a:ln>
            <a:effectLst/>
          </p:spPr>
          <p:txBody>
            <a:bodyPr wrap="none" anchor="ctr"/>
            <a:lstStyle/>
            <a:p>
              <a:pPr defTabSz="685800">
                <a:defRPr/>
              </a:pPr>
              <a:endParaRPr lang="zh-CN" altLang="en-US" sz="2100">
                <a:solidFill>
                  <a:srgbClr val="000000"/>
                </a:solidFill>
              </a:endParaRPr>
            </a:p>
          </p:txBody>
        </p:sp>
        <p:sp>
          <p:nvSpPr>
            <p:cNvPr id="7" name="Rectangle 13"/>
            <p:cNvSpPr>
              <a:spLocks noChangeArrowheads="1"/>
            </p:cNvSpPr>
            <p:nvPr/>
          </p:nvSpPr>
          <p:spPr bwMode="auto">
            <a:xfrm>
              <a:off x="3757" y="2309"/>
              <a:ext cx="648" cy="118"/>
            </a:xfrm>
            <a:prstGeom prst="rect">
              <a:avLst/>
            </a:prstGeom>
            <a:gradFill rotWithShape="0">
              <a:gsLst>
                <a:gs pos="0">
                  <a:schemeClr val="accent1">
                    <a:gamma/>
                    <a:shade val="46275"/>
                    <a:invGamma/>
                  </a:schemeClr>
                </a:gs>
                <a:gs pos="50000">
                  <a:schemeClr val="accent1"/>
                </a:gs>
                <a:gs pos="100000">
                  <a:schemeClr val="accent1">
                    <a:gamma/>
                    <a:shade val="46275"/>
                    <a:invGamma/>
                  </a:schemeClr>
                </a:gs>
              </a:gsLst>
              <a:lin ang="5400000" scaled="1"/>
            </a:gradFill>
            <a:ln w="9525">
              <a:solidFill>
                <a:schemeClr val="tx1"/>
              </a:solidFill>
              <a:miter lim="800000"/>
              <a:headEnd/>
              <a:tailEnd/>
            </a:ln>
            <a:effectLst/>
          </p:spPr>
          <p:txBody>
            <a:bodyPr wrap="none" anchor="ctr"/>
            <a:lstStyle/>
            <a:p>
              <a:pPr defTabSz="685800">
                <a:defRPr/>
              </a:pPr>
              <a:endParaRPr lang="zh-CN" altLang="en-US" sz="2100">
                <a:solidFill>
                  <a:srgbClr val="000000"/>
                </a:solidFill>
              </a:endParaRPr>
            </a:p>
          </p:txBody>
        </p:sp>
        <p:sp>
          <p:nvSpPr>
            <p:cNvPr id="8" name="Rectangle 14"/>
            <p:cNvSpPr>
              <a:spLocks noChangeArrowheads="1"/>
            </p:cNvSpPr>
            <p:nvPr/>
          </p:nvSpPr>
          <p:spPr bwMode="auto">
            <a:xfrm flipH="1">
              <a:off x="3677" y="2861"/>
              <a:ext cx="132" cy="878"/>
            </a:xfrm>
            <a:prstGeom prst="rect">
              <a:avLst/>
            </a:prstGeom>
            <a:gradFill flip="none" rotWithShape="1">
              <a:gsLst>
                <a:gs pos="0">
                  <a:schemeClr val="accent4">
                    <a:lumMod val="5000"/>
                    <a:lumOff val="95000"/>
                    <a:alpha val="76000"/>
                  </a:schemeClr>
                </a:gs>
                <a:gs pos="52000">
                  <a:srgbClr val="EAEAEA"/>
                </a:gs>
                <a:gs pos="100000">
                  <a:srgbClr val="DCDCDC"/>
                </a:gs>
              </a:gsLst>
              <a:lin ang="0" scaled="0"/>
              <a:tileRect/>
            </a:gradFill>
            <a:ln w="9525">
              <a:solidFill>
                <a:schemeClr val="tx1"/>
              </a:solidFill>
              <a:miter lim="800000"/>
              <a:headEnd/>
              <a:tailEnd/>
            </a:ln>
            <a:effectLst/>
          </p:spPr>
          <p:txBody>
            <a:bodyPr wrap="none" anchor="ctr"/>
            <a:lstStyle/>
            <a:p>
              <a:pPr defTabSz="685800">
                <a:defRPr/>
              </a:pPr>
              <a:endParaRPr lang="zh-CN" altLang="en-US" sz="2100">
                <a:solidFill>
                  <a:srgbClr val="000000"/>
                </a:solidFill>
              </a:endParaRPr>
            </a:p>
          </p:txBody>
        </p:sp>
        <p:sp>
          <p:nvSpPr>
            <p:cNvPr id="10" name="Line 16"/>
            <p:cNvSpPr>
              <a:spLocks noChangeShapeType="1"/>
            </p:cNvSpPr>
            <p:nvPr/>
          </p:nvSpPr>
          <p:spPr bwMode="auto">
            <a:xfrm>
              <a:off x="4405" y="2368"/>
              <a:ext cx="565" cy="0"/>
            </a:xfrm>
            <a:prstGeom prst="line">
              <a:avLst/>
            </a:prstGeom>
            <a:noFill/>
            <a:ln w="19050">
              <a:solidFill>
                <a:srgbClr val="CC00CC"/>
              </a:solidFill>
              <a:round/>
              <a:headEnd/>
              <a:tailEnd type="none" w="sm" len="lg"/>
            </a:ln>
            <a:effectLst/>
          </p:spPr>
          <p:txBody>
            <a:bodyPr wrap="none" anchor="ctr"/>
            <a:lstStyle/>
            <a:p>
              <a:pPr defTabSz="685800">
                <a:defRPr/>
              </a:pPr>
              <a:endParaRPr lang="zh-CN" altLang="en-US" sz="2100">
                <a:solidFill>
                  <a:srgbClr val="000000"/>
                </a:solidFill>
              </a:endParaRPr>
            </a:p>
          </p:txBody>
        </p:sp>
        <p:sp>
          <p:nvSpPr>
            <p:cNvPr id="11" name="Line 17"/>
            <p:cNvSpPr>
              <a:spLocks noChangeShapeType="1"/>
            </p:cNvSpPr>
            <p:nvPr/>
          </p:nvSpPr>
          <p:spPr bwMode="auto">
            <a:xfrm flipH="1">
              <a:off x="3168" y="2368"/>
              <a:ext cx="589" cy="0"/>
            </a:xfrm>
            <a:prstGeom prst="line">
              <a:avLst/>
            </a:prstGeom>
            <a:noFill/>
            <a:ln w="19050">
              <a:solidFill>
                <a:srgbClr val="CC00CC"/>
              </a:solidFill>
              <a:round/>
              <a:headEnd/>
              <a:tailEnd type="none" w="sm" len="lg"/>
            </a:ln>
            <a:effectLst/>
          </p:spPr>
          <p:txBody>
            <a:bodyPr wrap="none" anchor="ctr"/>
            <a:lstStyle/>
            <a:p>
              <a:pPr defTabSz="685800">
                <a:defRPr/>
              </a:pPr>
              <a:endParaRPr lang="zh-CN" altLang="en-US" sz="2100">
                <a:solidFill>
                  <a:srgbClr val="000000"/>
                </a:solidFill>
              </a:endParaRPr>
            </a:p>
          </p:txBody>
        </p:sp>
        <p:sp>
          <p:nvSpPr>
            <p:cNvPr id="12" name="Line 18"/>
            <p:cNvSpPr>
              <a:spLocks noChangeShapeType="1"/>
            </p:cNvSpPr>
            <p:nvPr/>
          </p:nvSpPr>
          <p:spPr bwMode="auto">
            <a:xfrm>
              <a:off x="3168" y="2368"/>
              <a:ext cx="0" cy="941"/>
            </a:xfrm>
            <a:prstGeom prst="line">
              <a:avLst/>
            </a:prstGeom>
            <a:noFill/>
            <a:ln w="19050">
              <a:solidFill>
                <a:srgbClr val="CC00CC"/>
              </a:solidFill>
              <a:round/>
              <a:headEnd/>
              <a:tailEnd type="none" w="sm" len="lg"/>
            </a:ln>
            <a:effectLst/>
          </p:spPr>
          <p:txBody>
            <a:bodyPr wrap="none" anchor="ctr"/>
            <a:lstStyle/>
            <a:p>
              <a:pPr defTabSz="685800">
                <a:defRPr/>
              </a:pPr>
              <a:endParaRPr lang="zh-CN" altLang="en-US" sz="2100">
                <a:solidFill>
                  <a:srgbClr val="000000"/>
                </a:solidFill>
              </a:endParaRPr>
            </a:p>
          </p:txBody>
        </p:sp>
        <p:sp>
          <p:nvSpPr>
            <p:cNvPr id="14" name="Line 20"/>
            <p:cNvSpPr>
              <a:spLocks noChangeShapeType="1"/>
            </p:cNvSpPr>
            <p:nvPr/>
          </p:nvSpPr>
          <p:spPr bwMode="auto">
            <a:xfrm>
              <a:off x="4970" y="2368"/>
              <a:ext cx="0" cy="941"/>
            </a:xfrm>
            <a:prstGeom prst="line">
              <a:avLst/>
            </a:prstGeom>
            <a:noFill/>
            <a:ln w="19050">
              <a:solidFill>
                <a:srgbClr val="CC00CC"/>
              </a:solidFill>
              <a:round/>
              <a:headEnd/>
              <a:tailEnd type="none" w="sm" len="lg"/>
            </a:ln>
            <a:effectLst/>
          </p:spPr>
          <p:txBody>
            <a:bodyPr wrap="none" anchor="ctr"/>
            <a:lstStyle/>
            <a:p>
              <a:pPr defTabSz="685800">
                <a:defRPr/>
              </a:pPr>
              <a:endParaRPr lang="zh-CN" altLang="en-US" sz="2100">
                <a:solidFill>
                  <a:srgbClr val="000000"/>
                </a:solidFill>
              </a:endParaRPr>
            </a:p>
          </p:txBody>
        </p:sp>
        <p:sp>
          <p:nvSpPr>
            <p:cNvPr id="15" name="Line 22"/>
            <p:cNvSpPr>
              <a:spLocks noChangeShapeType="1"/>
            </p:cNvSpPr>
            <p:nvPr/>
          </p:nvSpPr>
          <p:spPr bwMode="auto">
            <a:xfrm flipV="1">
              <a:off x="3168" y="2720"/>
              <a:ext cx="0" cy="177"/>
            </a:xfrm>
            <a:prstGeom prst="line">
              <a:avLst/>
            </a:prstGeom>
            <a:noFill/>
            <a:ln w="9525">
              <a:solidFill>
                <a:srgbClr val="FF0000"/>
              </a:solidFill>
              <a:round/>
              <a:headEnd/>
              <a:tailEnd type="stealth" w="lg" len="lg"/>
            </a:ln>
            <a:effectLst/>
          </p:spPr>
          <p:txBody>
            <a:bodyPr wrap="none" anchor="ctr"/>
            <a:lstStyle/>
            <a:p>
              <a:pPr defTabSz="685800">
                <a:defRPr/>
              </a:pPr>
              <a:endParaRPr lang="zh-CN" altLang="en-US" sz="2100">
                <a:solidFill>
                  <a:srgbClr val="000000"/>
                </a:solidFill>
              </a:endParaRPr>
            </a:p>
          </p:txBody>
        </p:sp>
        <p:graphicFrame>
          <p:nvGraphicFramePr>
            <p:cNvPr id="18" name="Object 25"/>
            <p:cNvGraphicFramePr>
              <a:graphicFrameLocks noChangeAspect="1"/>
            </p:cNvGraphicFramePr>
            <p:nvPr>
              <p:extLst>
                <p:ext uri="{D42A27DB-BD31-4B8C-83A1-F6EECF244321}">
                  <p14:modId xmlns:p14="http://schemas.microsoft.com/office/powerpoint/2010/main" val="1187581072"/>
                </p:ext>
              </p:extLst>
            </p:nvPr>
          </p:nvGraphicFramePr>
          <p:xfrm>
            <a:off x="3984" y="2099"/>
            <a:ext cx="210" cy="184"/>
          </p:xfrm>
          <a:graphic>
            <a:graphicData uri="http://schemas.openxmlformats.org/presentationml/2006/ole">
              <mc:AlternateContent xmlns:mc="http://schemas.openxmlformats.org/markup-compatibility/2006">
                <mc:Choice xmlns:v="urn:schemas-microsoft-com:vml" Requires="v">
                  <p:oleObj spid="_x0000_s199200" name="Equation" r:id="rId3" imgW="215640" imgH="228600" progId="Equation.3">
                    <p:embed/>
                  </p:oleObj>
                </mc:Choice>
                <mc:Fallback>
                  <p:oleObj name="Equation" r:id="rId3" imgW="215640" imgH="228600" progId="Equation.3">
                    <p:embed/>
                    <p:pic>
                      <p:nvPicPr>
                        <p:cNvPr id="45081" name="Object 2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984" y="2099"/>
                          <a:ext cx="210" cy="184"/>
                        </a:xfrm>
                        <a:prstGeom prst="rect">
                          <a:avLst/>
                        </a:prstGeom>
                        <a:noFill/>
                        <a:extLst/>
                      </p:spPr>
                    </p:pic>
                  </p:oleObj>
                </mc:Fallback>
              </mc:AlternateContent>
            </a:graphicData>
          </a:graphic>
        </p:graphicFrame>
        <p:graphicFrame>
          <p:nvGraphicFramePr>
            <p:cNvPr id="19" name="Object 26"/>
            <p:cNvGraphicFramePr>
              <a:graphicFrameLocks noChangeAspect="1"/>
            </p:cNvGraphicFramePr>
            <p:nvPr>
              <p:extLst>
                <p:ext uri="{D42A27DB-BD31-4B8C-83A1-F6EECF244321}">
                  <p14:modId xmlns:p14="http://schemas.microsoft.com/office/powerpoint/2010/main" val="105155228"/>
                </p:ext>
              </p:extLst>
            </p:nvPr>
          </p:nvGraphicFramePr>
          <p:xfrm>
            <a:off x="3266" y="2688"/>
            <a:ext cx="133" cy="185"/>
          </p:xfrm>
          <a:graphic>
            <a:graphicData uri="http://schemas.openxmlformats.org/presentationml/2006/ole">
              <mc:AlternateContent xmlns:mc="http://schemas.openxmlformats.org/markup-compatibility/2006">
                <mc:Choice xmlns:v="urn:schemas-microsoft-com:vml" Requires="v">
                  <p:oleObj spid="_x0000_s199201" name="Equation" r:id="rId5" imgW="164880" imgH="228600" progId="Equation.3">
                    <p:embed/>
                  </p:oleObj>
                </mc:Choice>
                <mc:Fallback>
                  <p:oleObj name="Equation" r:id="rId5" imgW="164880" imgH="228600" progId="Equation.3">
                    <p:embed/>
                    <p:pic>
                      <p:nvPicPr>
                        <p:cNvPr id="45082" name="Object 26"/>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266" y="2688"/>
                          <a:ext cx="133" cy="185"/>
                        </a:xfrm>
                        <a:prstGeom prst="rect">
                          <a:avLst/>
                        </a:prstGeom>
                        <a:noFill/>
                        <a:extLst/>
                      </p:spPr>
                    </p:pic>
                  </p:oleObj>
                </mc:Fallback>
              </mc:AlternateContent>
            </a:graphicData>
          </a:graphic>
        </p:graphicFrame>
        <p:sp>
          <p:nvSpPr>
            <p:cNvPr id="20" name="Line 21"/>
            <p:cNvSpPr>
              <a:spLocks noChangeShapeType="1"/>
            </p:cNvSpPr>
            <p:nvPr/>
          </p:nvSpPr>
          <p:spPr bwMode="auto">
            <a:xfrm>
              <a:off x="4522" y="3304"/>
              <a:ext cx="448" cy="0"/>
            </a:xfrm>
            <a:prstGeom prst="line">
              <a:avLst/>
            </a:prstGeom>
            <a:noFill/>
            <a:ln w="19050">
              <a:solidFill>
                <a:srgbClr val="CC00CC"/>
              </a:solidFill>
              <a:round/>
              <a:headEnd/>
              <a:tailEnd type="none" w="sm" len="lg"/>
            </a:ln>
            <a:effectLst/>
          </p:spPr>
          <p:txBody>
            <a:bodyPr wrap="none" anchor="ctr"/>
            <a:lstStyle/>
            <a:p>
              <a:pPr defTabSz="685800">
                <a:defRPr/>
              </a:pPr>
              <a:endParaRPr lang="zh-CN" altLang="en-US" sz="2100">
                <a:solidFill>
                  <a:srgbClr val="000000"/>
                </a:solidFill>
              </a:endParaRPr>
            </a:p>
          </p:txBody>
        </p:sp>
        <p:sp>
          <p:nvSpPr>
            <p:cNvPr id="9" name="Rectangle 15"/>
            <p:cNvSpPr>
              <a:spLocks noChangeArrowheads="1"/>
            </p:cNvSpPr>
            <p:nvPr/>
          </p:nvSpPr>
          <p:spPr bwMode="auto">
            <a:xfrm>
              <a:off x="4383" y="2861"/>
              <a:ext cx="132" cy="878"/>
            </a:xfrm>
            <a:prstGeom prst="rect">
              <a:avLst/>
            </a:prstGeom>
            <a:gradFill flip="none" rotWithShape="1">
              <a:gsLst>
                <a:gs pos="0">
                  <a:schemeClr val="accent4">
                    <a:lumMod val="5000"/>
                    <a:lumOff val="95000"/>
                    <a:alpha val="76000"/>
                  </a:schemeClr>
                </a:gs>
                <a:gs pos="52000">
                  <a:srgbClr val="EAEAEA"/>
                </a:gs>
                <a:gs pos="100000">
                  <a:srgbClr val="DCDCDC"/>
                </a:gs>
              </a:gsLst>
              <a:lin ang="0" scaled="0"/>
              <a:tileRect/>
            </a:gradFill>
            <a:ln w="9525">
              <a:solidFill>
                <a:schemeClr val="tx1"/>
              </a:solidFill>
              <a:miter lim="800000"/>
              <a:headEnd/>
              <a:tailEnd/>
            </a:ln>
            <a:effectLst/>
          </p:spPr>
          <p:txBody>
            <a:bodyPr wrap="none" anchor="ctr"/>
            <a:lstStyle/>
            <a:p>
              <a:pPr defTabSz="685800">
                <a:defRPr/>
              </a:pPr>
              <a:endParaRPr lang="zh-CN" altLang="en-US" sz="2100">
                <a:solidFill>
                  <a:srgbClr val="000000"/>
                </a:solidFill>
              </a:endParaRPr>
            </a:p>
          </p:txBody>
        </p:sp>
      </p:grpSp>
      <p:grpSp>
        <p:nvGrpSpPr>
          <p:cNvPr id="35" name="组合 34"/>
          <p:cNvGrpSpPr/>
          <p:nvPr/>
        </p:nvGrpSpPr>
        <p:grpSpPr>
          <a:xfrm>
            <a:off x="6647849" y="2005473"/>
            <a:ext cx="137826" cy="137826"/>
            <a:chOff x="3509077" y="4810632"/>
            <a:chExt cx="262128" cy="262128"/>
          </a:xfrm>
        </p:grpSpPr>
        <p:cxnSp>
          <p:nvCxnSpPr>
            <p:cNvPr id="33" name="直接连接符 32"/>
            <p:cNvCxnSpPr/>
            <p:nvPr/>
          </p:nvCxnSpPr>
          <p:spPr bwMode="auto">
            <a:xfrm>
              <a:off x="3509077" y="4941696"/>
              <a:ext cx="262128" cy="0"/>
            </a:xfrm>
            <a:prstGeom prst="line">
              <a:avLst/>
            </a:prstGeom>
            <a:solidFill>
              <a:schemeClr val="accent1"/>
            </a:solidFill>
            <a:ln w="31750" cap="flat" cmpd="sng" algn="ctr">
              <a:solidFill>
                <a:srgbClr val="FF0000"/>
              </a:solidFill>
              <a:prstDash val="solid"/>
              <a:round/>
              <a:headEnd type="none" w="med" len="med"/>
              <a:tailEnd type="none" w="med" len="med"/>
            </a:ln>
            <a:effectLst/>
          </p:spPr>
        </p:cxnSp>
        <p:cxnSp>
          <p:nvCxnSpPr>
            <p:cNvPr id="34" name="直接连接符 33"/>
            <p:cNvCxnSpPr/>
            <p:nvPr/>
          </p:nvCxnSpPr>
          <p:spPr bwMode="auto">
            <a:xfrm rot="16200000">
              <a:off x="3509077" y="4941696"/>
              <a:ext cx="262128" cy="0"/>
            </a:xfrm>
            <a:prstGeom prst="line">
              <a:avLst/>
            </a:prstGeom>
            <a:solidFill>
              <a:schemeClr val="accent1"/>
            </a:solidFill>
            <a:ln w="31750" cap="flat" cmpd="sng" algn="ctr">
              <a:solidFill>
                <a:srgbClr val="FF0000"/>
              </a:solidFill>
              <a:prstDash val="solid"/>
              <a:round/>
              <a:headEnd type="none" w="med" len="med"/>
              <a:tailEnd type="none" w="med" len="med"/>
            </a:ln>
            <a:effectLst/>
          </p:spPr>
        </p:cxnSp>
      </p:grpSp>
      <p:grpSp>
        <p:nvGrpSpPr>
          <p:cNvPr id="45" name="组合 44"/>
          <p:cNvGrpSpPr/>
          <p:nvPr/>
        </p:nvGrpSpPr>
        <p:grpSpPr>
          <a:xfrm>
            <a:off x="6647849" y="2884616"/>
            <a:ext cx="137826" cy="137826"/>
            <a:chOff x="3509077" y="4810632"/>
            <a:chExt cx="262128" cy="262128"/>
          </a:xfrm>
        </p:grpSpPr>
        <p:cxnSp>
          <p:nvCxnSpPr>
            <p:cNvPr id="46" name="直接连接符 45"/>
            <p:cNvCxnSpPr/>
            <p:nvPr/>
          </p:nvCxnSpPr>
          <p:spPr bwMode="auto">
            <a:xfrm>
              <a:off x="3509077" y="4941696"/>
              <a:ext cx="262128" cy="0"/>
            </a:xfrm>
            <a:prstGeom prst="line">
              <a:avLst/>
            </a:prstGeom>
            <a:solidFill>
              <a:schemeClr val="accent1"/>
            </a:solidFill>
            <a:ln w="31750" cap="flat" cmpd="sng" algn="ctr">
              <a:solidFill>
                <a:srgbClr val="FF0000"/>
              </a:solidFill>
              <a:prstDash val="solid"/>
              <a:round/>
              <a:headEnd type="none" w="med" len="med"/>
              <a:tailEnd type="none" w="med" len="med"/>
            </a:ln>
            <a:effectLst/>
          </p:spPr>
        </p:cxnSp>
        <p:cxnSp>
          <p:nvCxnSpPr>
            <p:cNvPr id="47" name="直接连接符 46"/>
            <p:cNvCxnSpPr/>
            <p:nvPr/>
          </p:nvCxnSpPr>
          <p:spPr bwMode="auto">
            <a:xfrm rot="16200000">
              <a:off x="3509077" y="4941696"/>
              <a:ext cx="262128" cy="0"/>
            </a:xfrm>
            <a:prstGeom prst="line">
              <a:avLst/>
            </a:prstGeom>
            <a:solidFill>
              <a:schemeClr val="accent1"/>
            </a:solidFill>
            <a:ln w="31750" cap="flat" cmpd="sng" algn="ctr">
              <a:solidFill>
                <a:srgbClr val="FF0000"/>
              </a:solidFill>
              <a:prstDash val="solid"/>
              <a:round/>
              <a:headEnd type="none" w="med" len="med"/>
              <a:tailEnd type="none" w="med" len="med"/>
            </a:ln>
            <a:effectLst/>
          </p:spPr>
        </p:cxnSp>
      </p:grpSp>
      <p:cxnSp>
        <p:nvCxnSpPr>
          <p:cNvPr id="37" name="直接连接符 36"/>
          <p:cNvCxnSpPr/>
          <p:nvPr/>
        </p:nvCxnSpPr>
        <p:spPr bwMode="auto">
          <a:xfrm>
            <a:off x="7519176" y="2075737"/>
            <a:ext cx="135000" cy="0"/>
          </a:xfrm>
          <a:prstGeom prst="line">
            <a:avLst/>
          </a:prstGeom>
          <a:solidFill>
            <a:schemeClr val="accent1"/>
          </a:solidFill>
          <a:ln w="31750" cap="flat" cmpd="sng" algn="ctr">
            <a:solidFill>
              <a:schemeClr val="bg2"/>
            </a:solidFill>
            <a:prstDash val="solid"/>
            <a:round/>
            <a:headEnd type="none" w="med" len="med"/>
            <a:tailEnd type="none" w="med" len="med"/>
          </a:ln>
          <a:effectLst/>
        </p:spPr>
      </p:cxnSp>
      <p:grpSp>
        <p:nvGrpSpPr>
          <p:cNvPr id="74" name="组合 73"/>
          <p:cNvGrpSpPr/>
          <p:nvPr/>
        </p:nvGrpSpPr>
        <p:grpSpPr>
          <a:xfrm>
            <a:off x="6647848" y="2225258"/>
            <a:ext cx="1006328" cy="137826"/>
            <a:chOff x="6505761" y="4781460"/>
            <a:chExt cx="1341770" cy="183768"/>
          </a:xfrm>
        </p:grpSpPr>
        <p:grpSp>
          <p:nvGrpSpPr>
            <p:cNvPr id="39" name="组合 38"/>
            <p:cNvGrpSpPr/>
            <p:nvPr/>
          </p:nvGrpSpPr>
          <p:grpSpPr>
            <a:xfrm>
              <a:off x="6505761" y="4781460"/>
              <a:ext cx="183768" cy="183768"/>
              <a:chOff x="3509077" y="4810632"/>
              <a:chExt cx="262128" cy="262128"/>
            </a:xfrm>
          </p:grpSpPr>
          <p:cxnSp>
            <p:nvCxnSpPr>
              <p:cNvPr id="40" name="直接连接符 39"/>
              <p:cNvCxnSpPr/>
              <p:nvPr/>
            </p:nvCxnSpPr>
            <p:spPr bwMode="auto">
              <a:xfrm>
                <a:off x="3509077" y="4941696"/>
                <a:ext cx="262128" cy="0"/>
              </a:xfrm>
              <a:prstGeom prst="line">
                <a:avLst/>
              </a:prstGeom>
              <a:solidFill>
                <a:schemeClr val="accent1"/>
              </a:solidFill>
              <a:ln w="31750" cap="flat" cmpd="sng" algn="ctr">
                <a:solidFill>
                  <a:srgbClr val="FF0000"/>
                </a:solidFill>
                <a:prstDash val="solid"/>
                <a:round/>
                <a:headEnd type="none" w="med" len="med"/>
                <a:tailEnd type="none" w="med" len="med"/>
              </a:ln>
              <a:effectLst/>
            </p:spPr>
          </p:cxnSp>
          <p:cxnSp>
            <p:nvCxnSpPr>
              <p:cNvPr id="41" name="直接连接符 40"/>
              <p:cNvCxnSpPr/>
              <p:nvPr/>
            </p:nvCxnSpPr>
            <p:spPr bwMode="auto">
              <a:xfrm rot="16200000">
                <a:off x="3509077" y="4941696"/>
                <a:ext cx="262128" cy="0"/>
              </a:xfrm>
              <a:prstGeom prst="line">
                <a:avLst/>
              </a:prstGeom>
              <a:solidFill>
                <a:schemeClr val="accent1"/>
              </a:solidFill>
              <a:ln w="31750" cap="flat" cmpd="sng" algn="ctr">
                <a:solidFill>
                  <a:srgbClr val="FF0000"/>
                </a:solidFill>
                <a:prstDash val="solid"/>
                <a:round/>
                <a:headEnd type="none" w="med" len="med"/>
                <a:tailEnd type="none" w="med" len="med"/>
              </a:ln>
              <a:effectLst/>
            </p:spPr>
          </p:cxnSp>
        </p:grpSp>
        <p:cxnSp>
          <p:nvCxnSpPr>
            <p:cNvPr id="48" name="直接连接符 47"/>
            <p:cNvCxnSpPr/>
            <p:nvPr/>
          </p:nvCxnSpPr>
          <p:spPr bwMode="auto">
            <a:xfrm>
              <a:off x="7667531" y="4875145"/>
              <a:ext cx="180000" cy="0"/>
            </a:xfrm>
            <a:prstGeom prst="line">
              <a:avLst/>
            </a:prstGeom>
            <a:solidFill>
              <a:schemeClr val="accent1"/>
            </a:solidFill>
            <a:ln w="31750" cap="flat" cmpd="sng" algn="ctr">
              <a:solidFill>
                <a:schemeClr val="bg2"/>
              </a:solidFill>
              <a:prstDash val="solid"/>
              <a:round/>
              <a:headEnd type="none" w="med" len="med"/>
              <a:tailEnd type="none" w="med" len="med"/>
            </a:ln>
            <a:effectLst/>
          </p:spPr>
        </p:cxnSp>
      </p:grpSp>
      <p:grpSp>
        <p:nvGrpSpPr>
          <p:cNvPr id="75" name="组合 74"/>
          <p:cNvGrpSpPr/>
          <p:nvPr/>
        </p:nvGrpSpPr>
        <p:grpSpPr>
          <a:xfrm>
            <a:off x="6647848" y="2664830"/>
            <a:ext cx="1006328" cy="137826"/>
            <a:chOff x="6505761" y="5367556"/>
            <a:chExt cx="1341770" cy="183768"/>
          </a:xfrm>
        </p:grpSpPr>
        <p:grpSp>
          <p:nvGrpSpPr>
            <p:cNvPr id="42" name="组合 41"/>
            <p:cNvGrpSpPr/>
            <p:nvPr/>
          </p:nvGrpSpPr>
          <p:grpSpPr>
            <a:xfrm>
              <a:off x="6505761" y="5367556"/>
              <a:ext cx="183768" cy="183768"/>
              <a:chOff x="3509077" y="4810632"/>
              <a:chExt cx="262128" cy="262128"/>
            </a:xfrm>
          </p:grpSpPr>
          <p:cxnSp>
            <p:nvCxnSpPr>
              <p:cNvPr id="43" name="直接连接符 42"/>
              <p:cNvCxnSpPr/>
              <p:nvPr/>
            </p:nvCxnSpPr>
            <p:spPr bwMode="auto">
              <a:xfrm>
                <a:off x="3509077" y="4941696"/>
                <a:ext cx="262128" cy="0"/>
              </a:xfrm>
              <a:prstGeom prst="line">
                <a:avLst/>
              </a:prstGeom>
              <a:solidFill>
                <a:schemeClr val="accent1"/>
              </a:solidFill>
              <a:ln w="31750" cap="flat" cmpd="sng" algn="ctr">
                <a:solidFill>
                  <a:srgbClr val="FF0000"/>
                </a:solidFill>
                <a:prstDash val="solid"/>
                <a:round/>
                <a:headEnd type="none" w="med" len="med"/>
                <a:tailEnd type="none" w="med" len="med"/>
              </a:ln>
              <a:effectLst/>
            </p:spPr>
          </p:cxnSp>
          <p:cxnSp>
            <p:nvCxnSpPr>
              <p:cNvPr id="44" name="直接连接符 43"/>
              <p:cNvCxnSpPr/>
              <p:nvPr/>
            </p:nvCxnSpPr>
            <p:spPr bwMode="auto">
              <a:xfrm rot="16200000">
                <a:off x="3509077" y="4941696"/>
                <a:ext cx="262128" cy="0"/>
              </a:xfrm>
              <a:prstGeom prst="line">
                <a:avLst/>
              </a:prstGeom>
              <a:solidFill>
                <a:schemeClr val="accent1"/>
              </a:solidFill>
              <a:ln w="31750" cap="flat" cmpd="sng" algn="ctr">
                <a:solidFill>
                  <a:srgbClr val="FF0000"/>
                </a:solidFill>
                <a:prstDash val="solid"/>
                <a:round/>
                <a:headEnd type="none" w="med" len="med"/>
                <a:tailEnd type="none" w="med" len="med"/>
              </a:ln>
              <a:effectLst/>
            </p:spPr>
          </p:cxnSp>
        </p:grpSp>
        <p:cxnSp>
          <p:nvCxnSpPr>
            <p:cNvPr id="49" name="直接连接符 48"/>
            <p:cNvCxnSpPr/>
            <p:nvPr/>
          </p:nvCxnSpPr>
          <p:spPr bwMode="auto">
            <a:xfrm>
              <a:off x="7667531" y="5461240"/>
              <a:ext cx="180000" cy="0"/>
            </a:xfrm>
            <a:prstGeom prst="line">
              <a:avLst/>
            </a:prstGeom>
            <a:solidFill>
              <a:schemeClr val="accent1"/>
            </a:solidFill>
            <a:ln w="31750" cap="flat" cmpd="sng" algn="ctr">
              <a:solidFill>
                <a:schemeClr val="bg2"/>
              </a:solidFill>
              <a:prstDash val="solid"/>
              <a:round/>
              <a:headEnd type="none" w="med" len="med"/>
              <a:tailEnd type="none" w="med" len="med"/>
            </a:ln>
            <a:effectLst/>
          </p:spPr>
        </p:cxnSp>
      </p:grpSp>
      <p:cxnSp>
        <p:nvCxnSpPr>
          <p:cNvPr id="50" name="直接连接符 49"/>
          <p:cNvCxnSpPr/>
          <p:nvPr/>
        </p:nvCxnSpPr>
        <p:spPr bwMode="auto">
          <a:xfrm>
            <a:off x="7519176" y="2954879"/>
            <a:ext cx="135000" cy="0"/>
          </a:xfrm>
          <a:prstGeom prst="line">
            <a:avLst/>
          </a:prstGeom>
          <a:solidFill>
            <a:schemeClr val="accent1"/>
          </a:solidFill>
          <a:ln w="31750" cap="flat" cmpd="sng" algn="ctr">
            <a:solidFill>
              <a:schemeClr val="bg2"/>
            </a:solidFill>
            <a:prstDash val="solid"/>
            <a:round/>
            <a:headEnd type="none" w="med" len="med"/>
            <a:tailEnd type="none" w="med" len="med"/>
          </a:ln>
          <a:effectLst/>
        </p:spPr>
      </p:cxnSp>
      <p:grpSp>
        <p:nvGrpSpPr>
          <p:cNvPr id="53" name="组合 52"/>
          <p:cNvGrpSpPr/>
          <p:nvPr/>
        </p:nvGrpSpPr>
        <p:grpSpPr>
          <a:xfrm>
            <a:off x="6898403" y="1721762"/>
            <a:ext cx="508148" cy="376496"/>
            <a:chOff x="7274095" y="4242211"/>
            <a:chExt cx="677530" cy="501995"/>
          </a:xfrm>
        </p:grpSpPr>
        <p:sp>
          <p:nvSpPr>
            <p:cNvPr id="51" name="Line 11"/>
            <p:cNvSpPr>
              <a:spLocks noChangeShapeType="1"/>
            </p:cNvSpPr>
            <p:nvPr/>
          </p:nvSpPr>
          <p:spPr bwMode="auto">
            <a:xfrm>
              <a:off x="7274095" y="4718102"/>
              <a:ext cx="677530" cy="0"/>
            </a:xfrm>
            <a:prstGeom prst="line">
              <a:avLst/>
            </a:prstGeom>
            <a:noFill/>
            <a:ln w="19050">
              <a:solidFill>
                <a:srgbClr val="FF3300"/>
              </a:solidFill>
              <a:round/>
              <a:headEnd/>
              <a:tailEnd type="stealth" w="med" len="lg"/>
            </a:ln>
            <a:effectLst/>
          </p:spPr>
          <p:txBody>
            <a:bodyPr wrap="none" anchor="ctr"/>
            <a:lstStyle/>
            <a:p>
              <a:pPr defTabSz="685800">
                <a:defRPr/>
              </a:pPr>
              <a:endParaRPr lang="zh-CN" altLang="en-US" sz="2100">
                <a:solidFill>
                  <a:srgbClr val="000000"/>
                </a:solidFill>
              </a:endParaRPr>
            </a:p>
          </p:txBody>
        </p:sp>
        <p:graphicFrame>
          <p:nvGraphicFramePr>
            <p:cNvPr id="52" name="Object 12"/>
            <p:cNvGraphicFramePr>
              <a:graphicFrameLocks noChangeAspect="1"/>
            </p:cNvGraphicFramePr>
            <p:nvPr>
              <p:extLst>
                <p:ext uri="{D42A27DB-BD31-4B8C-83A1-F6EECF244321}">
                  <p14:modId xmlns:p14="http://schemas.microsoft.com/office/powerpoint/2010/main" val="627882818"/>
                </p:ext>
              </p:extLst>
            </p:nvPr>
          </p:nvGraphicFramePr>
          <p:xfrm>
            <a:off x="7403148" y="4242211"/>
            <a:ext cx="399259" cy="501995"/>
          </p:xfrm>
          <a:graphic>
            <a:graphicData uri="http://schemas.openxmlformats.org/presentationml/2006/ole">
              <mc:AlternateContent xmlns:mc="http://schemas.openxmlformats.org/markup-compatibility/2006">
                <mc:Choice xmlns:v="urn:schemas-microsoft-com:vml" Requires="v">
                  <p:oleObj spid="_x0000_s199202" name="Equation" r:id="rId7" imgW="190440" imgH="241200" progId="Equation.DSMT4">
                    <p:embed/>
                  </p:oleObj>
                </mc:Choice>
                <mc:Fallback>
                  <p:oleObj name="Equation" r:id="rId7" imgW="190440" imgH="241200" progId="Equation.DSMT4">
                    <p:embed/>
                    <p:pic>
                      <p:nvPicPr>
                        <p:cNvPr id="29" name="Object 12"/>
                        <p:cNvPicPr>
                          <a:picLocks noChangeAspect="1" noChangeArrowheads="1"/>
                        </p:cNvPicPr>
                        <p:nvPr/>
                      </p:nvPicPr>
                      <p:blipFill>
                        <a:blip r:embed="rId8"/>
                        <a:srcRect/>
                        <a:stretch>
                          <a:fillRect/>
                        </a:stretch>
                      </p:blipFill>
                      <p:spPr bwMode="auto">
                        <a:xfrm>
                          <a:off x="7403148" y="4242211"/>
                          <a:ext cx="399259" cy="50199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grpSp>
        <p:nvGrpSpPr>
          <p:cNvPr id="56" name="组合 55"/>
          <p:cNvGrpSpPr/>
          <p:nvPr/>
        </p:nvGrpSpPr>
        <p:grpSpPr>
          <a:xfrm>
            <a:off x="6878103" y="2926304"/>
            <a:ext cx="548750" cy="436785"/>
            <a:chOff x="7244566" y="5848268"/>
            <a:chExt cx="731667" cy="582380"/>
          </a:xfrm>
        </p:grpSpPr>
        <p:sp>
          <p:nvSpPr>
            <p:cNvPr id="54" name="Line 32"/>
            <p:cNvSpPr>
              <a:spLocks noChangeShapeType="1"/>
            </p:cNvSpPr>
            <p:nvPr/>
          </p:nvSpPr>
          <p:spPr bwMode="auto">
            <a:xfrm flipH="1">
              <a:off x="7244566" y="5848268"/>
              <a:ext cx="731667" cy="0"/>
            </a:xfrm>
            <a:prstGeom prst="line">
              <a:avLst/>
            </a:prstGeom>
            <a:noFill/>
            <a:ln w="19050">
              <a:solidFill>
                <a:schemeClr val="tx1"/>
              </a:solidFill>
              <a:round/>
              <a:headEnd/>
              <a:tailEnd type="stealth" w="med" len="lg"/>
            </a:ln>
            <a:effectLst/>
          </p:spPr>
          <p:txBody>
            <a:bodyPr wrap="none" anchor="ctr"/>
            <a:lstStyle/>
            <a:p>
              <a:pPr defTabSz="685800">
                <a:defRPr/>
              </a:pPr>
              <a:endParaRPr lang="zh-CN" altLang="en-US" sz="2100">
                <a:solidFill>
                  <a:srgbClr val="000000"/>
                </a:solidFill>
              </a:endParaRPr>
            </a:p>
          </p:txBody>
        </p:sp>
        <p:graphicFrame>
          <p:nvGraphicFramePr>
            <p:cNvPr id="55" name="Object 33"/>
            <p:cNvGraphicFramePr>
              <a:graphicFrameLocks noChangeAspect="1"/>
            </p:cNvGraphicFramePr>
            <p:nvPr>
              <p:extLst>
                <p:ext uri="{D42A27DB-BD31-4B8C-83A1-F6EECF244321}">
                  <p14:modId xmlns:p14="http://schemas.microsoft.com/office/powerpoint/2010/main" val="2122622718"/>
                </p:ext>
              </p:extLst>
            </p:nvPr>
          </p:nvGraphicFramePr>
          <p:xfrm>
            <a:off x="7367518" y="5880622"/>
            <a:ext cx="556309" cy="550026"/>
          </p:xfrm>
          <a:graphic>
            <a:graphicData uri="http://schemas.openxmlformats.org/presentationml/2006/ole">
              <mc:AlternateContent xmlns:mc="http://schemas.openxmlformats.org/markup-compatibility/2006">
                <mc:Choice xmlns:v="urn:schemas-microsoft-com:vml" Requires="v">
                  <p:oleObj spid="_x0000_s199203" name="Equation" r:id="rId9" imgW="203040" imgH="228600" progId="Equation.DSMT4">
                    <p:embed/>
                  </p:oleObj>
                </mc:Choice>
                <mc:Fallback>
                  <p:oleObj name="Equation" r:id="rId9" imgW="203040" imgH="228600" progId="Equation.DSMT4">
                    <p:embed/>
                    <p:pic>
                      <p:nvPicPr>
                        <p:cNvPr id="24" name="Object 33"/>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7367518" y="5880622"/>
                          <a:ext cx="556309" cy="550026"/>
                        </a:xfrm>
                        <a:prstGeom prst="rect">
                          <a:avLst/>
                        </a:prstGeom>
                        <a:noFill/>
                        <a:extLst/>
                      </p:spPr>
                    </p:pic>
                  </p:oleObj>
                </mc:Fallback>
              </mc:AlternateContent>
            </a:graphicData>
          </a:graphic>
        </p:graphicFrame>
      </p:grpSp>
      <p:grpSp>
        <p:nvGrpSpPr>
          <p:cNvPr id="64" name="组合 63"/>
          <p:cNvGrpSpPr/>
          <p:nvPr/>
        </p:nvGrpSpPr>
        <p:grpSpPr>
          <a:xfrm>
            <a:off x="6647849" y="2445044"/>
            <a:ext cx="137826" cy="137826"/>
            <a:chOff x="3509077" y="4810632"/>
            <a:chExt cx="262128" cy="262128"/>
          </a:xfrm>
        </p:grpSpPr>
        <p:cxnSp>
          <p:nvCxnSpPr>
            <p:cNvPr id="65" name="直接连接符 64"/>
            <p:cNvCxnSpPr/>
            <p:nvPr/>
          </p:nvCxnSpPr>
          <p:spPr bwMode="auto">
            <a:xfrm>
              <a:off x="3509077" y="4941696"/>
              <a:ext cx="262128" cy="0"/>
            </a:xfrm>
            <a:prstGeom prst="line">
              <a:avLst/>
            </a:prstGeom>
            <a:solidFill>
              <a:schemeClr val="accent1"/>
            </a:solidFill>
            <a:ln w="31750" cap="flat" cmpd="sng" algn="ctr">
              <a:solidFill>
                <a:srgbClr val="FF0000"/>
              </a:solidFill>
              <a:prstDash val="solid"/>
              <a:round/>
              <a:headEnd type="none" w="med" len="med"/>
              <a:tailEnd type="none" w="med" len="med"/>
            </a:ln>
            <a:effectLst/>
          </p:spPr>
        </p:cxnSp>
        <p:cxnSp>
          <p:nvCxnSpPr>
            <p:cNvPr id="66" name="直接连接符 65"/>
            <p:cNvCxnSpPr/>
            <p:nvPr/>
          </p:nvCxnSpPr>
          <p:spPr bwMode="auto">
            <a:xfrm rot="16200000">
              <a:off x="3509077" y="4941696"/>
              <a:ext cx="262128" cy="0"/>
            </a:xfrm>
            <a:prstGeom prst="line">
              <a:avLst/>
            </a:prstGeom>
            <a:solidFill>
              <a:schemeClr val="accent1"/>
            </a:solidFill>
            <a:ln w="31750" cap="flat" cmpd="sng" algn="ctr">
              <a:solidFill>
                <a:srgbClr val="FF0000"/>
              </a:solidFill>
              <a:prstDash val="solid"/>
              <a:round/>
              <a:headEnd type="none" w="med" len="med"/>
              <a:tailEnd type="none" w="med" len="med"/>
            </a:ln>
            <a:effectLst/>
          </p:spPr>
        </p:cxnSp>
      </p:grpSp>
      <p:cxnSp>
        <p:nvCxnSpPr>
          <p:cNvPr id="73" name="直接连接符 72"/>
          <p:cNvCxnSpPr/>
          <p:nvPr/>
        </p:nvCxnSpPr>
        <p:spPr bwMode="auto">
          <a:xfrm>
            <a:off x="7519176" y="2515307"/>
            <a:ext cx="135000" cy="0"/>
          </a:xfrm>
          <a:prstGeom prst="line">
            <a:avLst/>
          </a:prstGeom>
          <a:solidFill>
            <a:schemeClr val="accent1"/>
          </a:solidFill>
          <a:ln w="31750" cap="flat" cmpd="sng" algn="ctr">
            <a:solidFill>
              <a:schemeClr val="bg2"/>
            </a:solidFill>
            <a:prstDash val="solid"/>
            <a:round/>
            <a:headEnd type="none" w="med" len="med"/>
            <a:tailEnd type="none" w="med" len="med"/>
          </a:ln>
          <a:effectLst/>
        </p:spPr>
      </p:cxnSp>
      <p:grpSp>
        <p:nvGrpSpPr>
          <p:cNvPr id="76" name="组合 75"/>
          <p:cNvGrpSpPr/>
          <p:nvPr/>
        </p:nvGrpSpPr>
        <p:grpSpPr>
          <a:xfrm>
            <a:off x="7334438" y="2447674"/>
            <a:ext cx="137826" cy="137826"/>
            <a:chOff x="3509077" y="4810632"/>
            <a:chExt cx="262128" cy="262128"/>
          </a:xfrm>
        </p:grpSpPr>
        <p:cxnSp>
          <p:nvCxnSpPr>
            <p:cNvPr id="77" name="直接连接符 76"/>
            <p:cNvCxnSpPr/>
            <p:nvPr/>
          </p:nvCxnSpPr>
          <p:spPr bwMode="auto">
            <a:xfrm>
              <a:off x="3509077" y="4941696"/>
              <a:ext cx="262128" cy="0"/>
            </a:xfrm>
            <a:prstGeom prst="line">
              <a:avLst/>
            </a:prstGeom>
            <a:solidFill>
              <a:schemeClr val="accent1"/>
            </a:solidFill>
            <a:ln w="31750" cap="flat" cmpd="sng" algn="ctr">
              <a:solidFill>
                <a:srgbClr val="FF0000"/>
              </a:solidFill>
              <a:prstDash val="solid"/>
              <a:round/>
              <a:headEnd type="none" w="med" len="med"/>
              <a:tailEnd type="none" w="med" len="med"/>
            </a:ln>
            <a:effectLst/>
          </p:spPr>
        </p:cxnSp>
        <p:cxnSp>
          <p:nvCxnSpPr>
            <p:cNvPr id="78" name="直接连接符 77"/>
            <p:cNvCxnSpPr/>
            <p:nvPr/>
          </p:nvCxnSpPr>
          <p:spPr bwMode="auto">
            <a:xfrm rot="16200000">
              <a:off x="3509077" y="4941696"/>
              <a:ext cx="262128" cy="0"/>
            </a:xfrm>
            <a:prstGeom prst="line">
              <a:avLst/>
            </a:prstGeom>
            <a:solidFill>
              <a:schemeClr val="accent1"/>
            </a:solidFill>
            <a:ln w="31750" cap="flat" cmpd="sng" algn="ctr">
              <a:solidFill>
                <a:srgbClr val="FF0000"/>
              </a:solidFill>
              <a:prstDash val="solid"/>
              <a:round/>
              <a:headEnd type="none" w="med" len="med"/>
              <a:tailEnd type="none" w="med" len="med"/>
            </a:ln>
            <a:effectLst/>
          </p:spPr>
        </p:cxnSp>
      </p:grpSp>
      <p:pic>
        <p:nvPicPr>
          <p:cNvPr id="83" name="object 10"/>
          <p:cNvPicPr/>
          <p:nvPr/>
        </p:nvPicPr>
        <p:blipFill>
          <a:blip r:embed="rId11" cstate="print"/>
          <a:stretch>
            <a:fillRect/>
          </a:stretch>
        </p:blipFill>
        <p:spPr>
          <a:xfrm>
            <a:off x="3273094" y="1276073"/>
            <a:ext cx="1515617" cy="1281302"/>
          </a:xfrm>
          <a:prstGeom prst="rect">
            <a:avLst/>
          </a:prstGeom>
        </p:spPr>
      </p:pic>
      <p:pic>
        <p:nvPicPr>
          <p:cNvPr id="85" name="图片 84"/>
          <p:cNvPicPr>
            <a:picLocks noChangeAspect="1"/>
          </p:cNvPicPr>
          <p:nvPr/>
        </p:nvPicPr>
        <p:blipFill>
          <a:blip r:embed="rId12"/>
          <a:stretch>
            <a:fillRect/>
          </a:stretch>
        </p:blipFill>
        <p:spPr>
          <a:xfrm>
            <a:off x="1439139" y="1290417"/>
            <a:ext cx="1010932" cy="1326169"/>
          </a:xfrm>
          <a:prstGeom prst="rect">
            <a:avLst/>
          </a:prstGeom>
        </p:spPr>
      </p:pic>
      <p:pic>
        <p:nvPicPr>
          <p:cNvPr id="86" name="图片 85"/>
          <p:cNvPicPr>
            <a:picLocks noChangeAspect="1"/>
          </p:cNvPicPr>
          <p:nvPr/>
        </p:nvPicPr>
        <p:blipFill>
          <a:blip r:embed="rId13"/>
          <a:stretch>
            <a:fillRect/>
          </a:stretch>
        </p:blipFill>
        <p:spPr>
          <a:xfrm>
            <a:off x="1360995" y="3430311"/>
            <a:ext cx="1493216" cy="1191557"/>
          </a:xfrm>
          <a:prstGeom prst="rect">
            <a:avLst/>
          </a:prstGeom>
        </p:spPr>
      </p:pic>
      <p:pic>
        <p:nvPicPr>
          <p:cNvPr id="88" name="图片 87"/>
          <p:cNvPicPr>
            <a:picLocks noChangeAspect="1"/>
          </p:cNvPicPr>
          <p:nvPr/>
        </p:nvPicPr>
        <p:blipFill>
          <a:blip r:embed="rId14">
            <a:extLst>
              <a:ext uri="{28A0092B-C50C-407E-A947-70E740481C1C}">
                <a14:useLocalDpi xmlns:a14="http://schemas.microsoft.com/office/drawing/2010/main" val="0"/>
              </a:ext>
            </a:extLst>
          </a:blip>
          <a:stretch>
            <a:fillRect/>
          </a:stretch>
        </p:blipFill>
        <p:spPr>
          <a:xfrm>
            <a:off x="3531410" y="3100330"/>
            <a:ext cx="1257300" cy="1421606"/>
          </a:xfrm>
          <a:prstGeom prst="rect">
            <a:avLst/>
          </a:prstGeom>
        </p:spPr>
      </p:pic>
      <p:graphicFrame>
        <p:nvGraphicFramePr>
          <p:cNvPr id="89" name="Object 53"/>
          <p:cNvGraphicFramePr>
            <a:graphicFrameLocks noChangeAspect="1"/>
          </p:cNvGraphicFramePr>
          <p:nvPr>
            <p:extLst>
              <p:ext uri="{D42A27DB-BD31-4B8C-83A1-F6EECF244321}">
                <p14:modId xmlns:p14="http://schemas.microsoft.com/office/powerpoint/2010/main" val="3256521989"/>
              </p:ext>
            </p:extLst>
          </p:nvPr>
        </p:nvGraphicFramePr>
        <p:xfrm>
          <a:off x="6174529" y="3773462"/>
          <a:ext cx="1721644" cy="691753"/>
        </p:xfrm>
        <a:graphic>
          <a:graphicData uri="http://schemas.openxmlformats.org/presentationml/2006/ole">
            <mc:AlternateContent xmlns:mc="http://schemas.openxmlformats.org/markup-compatibility/2006">
              <mc:Choice xmlns:v="urn:schemas-microsoft-com:vml" Requires="v">
                <p:oleObj spid="_x0000_s199204" name="Equation" r:id="rId15" imgW="850680" imgH="330120" progId="Equation.DSMT4">
                  <p:embed/>
                </p:oleObj>
              </mc:Choice>
              <mc:Fallback>
                <p:oleObj name="Equation" r:id="rId15" imgW="850680" imgH="330120" progId="Equation.DSMT4">
                  <p:embed/>
                  <p:pic>
                    <p:nvPicPr>
                      <p:cNvPr id="45109" name="Object 53"/>
                      <p:cNvPicPr>
                        <a:picLocks noChangeAspect="1" noChangeArrowheads="1"/>
                      </p:cNvPicPr>
                      <p:nvPr/>
                    </p:nvPicPr>
                    <p:blipFill>
                      <a:blip r:embed="rId16"/>
                      <a:srcRect/>
                      <a:stretch>
                        <a:fillRect/>
                      </a:stretch>
                    </p:blipFill>
                    <p:spPr bwMode="auto">
                      <a:xfrm>
                        <a:off x="6174529" y="3773462"/>
                        <a:ext cx="1721644" cy="69175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8000"/>
                            </a:solidFill>
                            <a:miter lim="800000"/>
                            <a:headEnd/>
                            <a:tailEnd/>
                          </a14:hiddenLine>
                        </a:ext>
                      </a:extLst>
                    </p:spPr>
                  </p:pic>
                </p:oleObj>
              </mc:Fallback>
            </mc:AlternateContent>
          </a:graphicData>
        </a:graphic>
      </p:graphicFrame>
      <p:grpSp>
        <p:nvGrpSpPr>
          <p:cNvPr id="3" name="组合 2"/>
          <p:cNvGrpSpPr/>
          <p:nvPr/>
        </p:nvGrpSpPr>
        <p:grpSpPr>
          <a:xfrm>
            <a:off x="6647930" y="2446126"/>
            <a:ext cx="137826" cy="137826"/>
            <a:chOff x="6800248" y="2377658"/>
            <a:chExt cx="137826" cy="137826"/>
          </a:xfrm>
        </p:grpSpPr>
        <p:cxnSp>
          <p:nvCxnSpPr>
            <p:cNvPr id="57" name="直接连接符 56"/>
            <p:cNvCxnSpPr/>
            <p:nvPr/>
          </p:nvCxnSpPr>
          <p:spPr bwMode="auto">
            <a:xfrm>
              <a:off x="6800248" y="2446571"/>
              <a:ext cx="137826" cy="0"/>
            </a:xfrm>
            <a:prstGeom prst="line">
              <a:avLst/>
            </a:prstGeom>
            <a:solidFill>
              <a:schemeClr val="accent1"/>
            </a:solidFill>
            <a:ln w="31750" cap="flat" cmpd="sng" algn="ctr">
              <a:solidFill>
                <a:srgbClr val="FF0000"/>
              </a:solidFill>
              <a:prstDash val="solid"/>
              <a:round/>
              <a:headEnd type="none" w="med" len="med"/>
              <a:tailEnd type="none" w="med" len="med"/>
            </a:ln>
            <a:effectLst/>
          </p:spPr>
        </p:cxnSp>
        <p:cxnSp>
          <p:nvCxnSpPr>
            <p:cNvPr id="58" name="直接连接符 57"/>
            <p:cNvCxnSpPr/>
            <p:nvPr/>
          </p:nvCxnSpPr>
          <p:spPr bwMode="auto">
            <a:xfrm rot="16200000">
              <a:off x="6800248" y="2446571"/>
              <a:ext cx="137826" cy="0"/>
            </a:xfrm>
            <a:prstGeom prst="line">
              <a:avLst/>
            </a:prstGeom>
            <a:solidFill>
              <a:schemeClr val="accent1"/>
            </a:solidFill>
            <a:ln w="31750" cap="flat" cmpd="sng" algn="ctr">
              <a:solidFill>
                <a:srgbClr val="FF0000"/>
              </a:solidFill>
              <a:prstDash val="solid"/>
              <a:round/>
              <a:headEnd type="none" w="med" len="med"/>
              <a:tailEnd type="none" w="med" len="med"/>
            </a:ln>
            <a:effectLst/>
          </p:spPr>
        </p:cxnSp>
      </p:grpSp>
    </p:spTree>
    <p:extLst>
      <p:ext uri="{BB962C8B-B14F-4D97-AF65-F5344CB8AC3E}">
        <p14:creationId xmlns:p14="http://schemas.microsoft.com/office/powerpoint/2010/main" val="2095671140"/>
      </p:ext>
    </p:extLst>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0" presetClass="path" presetSubtype="0" repeatCount="indefinite" fill="hold" nodeType="clickEffect">
                                  <p:stCondLst>
                                    <p:cond delay="0"/>
                                  </p:stCondLst>
                                  <p:childTnLst>
                                    <p:animMotion origin="layout" path="M 5.55556E-7 -2.46914E-7 L -0.07778 -2.46914E-7 L -0.07778 -0.22623 L 0.16476 -0.22562 L 0.16389 -0.00185 L 0.09583 -0.00123 " pathEditMode="relative" rAng="0" ptsTypes="AAAAAA">
                                      <p:cBhvr>
                                        <p:cTn id="6" dur="5000" fill="hold"/>
                                        <p:tgtEl>
                                          <p:spTgt spid="64"/>
                                        </p:tgtEl>
                                        <p:attrNameLst>
                                          <p:attrName>ppt_x</p:attrName>
                                          <p:attrName>ppt_y</p:attrName>
                                        </p:attrNameLst>
                                      </p:cBhvr>
                                      <p:rCtr x="4340" y="-11327"/>
                                    </p:animMotion>
                                  </p:childTnLst>
                                </p:cTn>
                              </p:par>
                            </p:childTnLst>
                          </p:cTn>
                        </p:par>
                      </p:childTnLst>
                    </p:cTn>
                  </p:par>
                  <p:par>
                    <p:cTn id="7" fill="hold">
                      <p:stCondLst>
                        <p:cond delay="indefinite"/>
                      </p:stCondLst>
                      <p:childTnLst>
                        <p:par>
                          <p:cTn id="8" fill="hold">
                            <p:stCondLst>
                              <p:cond delay="0"/>
                            </p:stCondLst>
                            <p:childTnLst>
                              <p:par>
                                <p:cTn id="9" presetID="10" presetClass="entr" presetSubtype="0" repeatCount="5000" fill="hold" nodeType="clickEffect">
                                  <p:stCondLst>
                                    <p:cond delay="0"/>
                                  </p:stCondLst>
                                  <p:childTnLst>
                                    <p:set>
                                      <p:cBhvr>
                                        <p:cTn id="10" dur="1" fill="hold">
                                          <p:stCondLst>
                                            <p:cond delay="0"/>
                                          </p:stCondLst>
                                        </p:cTn>
                                        <p:tgtEl>
                                          <p:spTgt spid="76"/>
                                        </p:tgtEl>
                                        <p:attrNameLst>
                                          <p:attrName>style.visibility</p:attrName>
                                        </p:attrNameLst>
                                      </p:cBhvr>
                                      <p:to>
                                        <p:strVal val="visible"/>
                                      </p:to>
                                    </p:set>
                                    <p:animEffect transition="in" filter="fade">
                                      <p:cBhvr>
                                        <p:cTn id="11" dur="10"/>
                                        <p:tgtEl>
                                          <p:spTgt spid="76"/>
                                        </p:tgtEl>
                                      </p:cBhvr>
                                    </p:animEffect>
                                  </p:childTnLst>
                                </p:cTn>
                              </p:par>
                              <p:par>
                                <p:cTn id="12" presetID="42" presetClass="path" presetSubtype="0" repeatCount="indefinite" fill="hold" nodeType="withEffect">
                                  <p:stCondLst>
                                    <p:cond delay="0"/>
                                  </p:stCondLst>
                                  <p:childTnLst>
                                    <p:animMotion origin="layout" path="M 1.38889E-6 2.46914E-6 L -0.075 -0.00062 " pathEditMode="relative" rAng="0" ptsTypes="AA">
                                      <p:cBhvr>
                                        <p:cTn id="13" dur="5000" fill="hold"/>
                                        <p:tgtEl>
                                          <p:spTgt spid="76"/>
                                        </p:tgtEl>
                                        <p:attrNameLst>
                                          <p:attrName>ppt_x</p:attrName>
                                          <p:attrName>ppt_y</p:attrName>
                                        </p:attrNameLst>
                                      </p:cBhvr>
                                      <p:rCtr x="-3750" y="-31"/>
                                    </p:animMotion>
                                  </p:childTnLst>
                                </p:cTn>
                              </p:par>
                            </p:childTnLst>
                          </p:cTn>
                        </p:par>
                      </p:childTnLst>
                    </p:cTn>
                  </p:par>
                  <p:par>
                    <p:cTn id="14" fill="hold">
                      <p:stCondLst>
                        <p:cond delay="indefinite"/>
                      </p:stCondLst>
                      <p:childTnLst>
                        <p:par>
                          <p:cTn id="15" fill="hold">
                            <p:stCondLst>
                              <p:cond delay="0"/>
                            </p:stCondLst>
                            <p:childTnLst>
                              <p:par>
                                <p:cTn id="16" presetID="22" presetClass="entr" presetSubtype="8" fill="hold" nodeType="clickEffect">
                                  <p:stCondLst>
                                    <p:cond delay="0"/>
                                  </p:stCondLst>
                                  <p:childTnLst>
                                    <p:set>
                                      <p:cBhvr>
                                        <p:cTn id="17" dur="1" fill="hold">
                                          <p:stCondLst>
                                            <p:cond delay="0"/>
                                          </p:stCondLst>
                                        </p:cTn>
                                        <p:tgtEl>
                                          <p:spTgt spid="53"/>
                                        </p:tgtEl>
                                        <p:attrNameLst>
                                          <p:attrName>style.visibility</p:attrName>
                                        </p:attrNameLst>
                                      </p:cBhvr>
                                      <p:to>
                                        <p:strVal val="visible"/>
                                      </p:to>
                                    </p:set>
                                    <p:animEffect transition="in" filter="wipe(left)">
                                      <p:cBhvr>
                                        <p:cTn id="18" dur="500"/>
                                        <p:tgtEl>
                                          <p:spTgt spid="53"/>
                                        </p:tgtEl>
                                      </p:cBhvr>
                                    </p:animEffect>
                                  </p:childTnLst>
                                </p:cTn>
                              </p:par>
                            </p:childTnLst>
                          </p:cTn>
                        </p:par>
                      </p:childTnLst>
                    </p:cTn>
                  </p:par>
                  <p:par>
                    <p:cTn id="19" fill="hold">
                      <p:stCondLst>
                        <p:cond delay="indefinite"/>
                      </p:stCondLst>
                      <p:childTnLst>
                        <p:par>
                          <p:cTn id="20" fill="hold">
                            <p:stCondLst>
                              <p:cond delay="0"/>
                            </p:stCondLst>
                            <p:childTnLst>
                              <p:par>
                                <p:cTn id="21" presetID="22" presetClass="entr" presetSubtype="2" fill="hold" nodeType="clickEffect">
                                  <p:stCondLst>
                                    <p:cond delay="0"/>
                                  </p:stCondLst>
                                  <p:childTnLst>
                                    <p:set>
                                      <p:cBhvr>
                                        <p:cTn id="22" dur="1" fill="hold">
                                          <p:stCondLst>
                                            <p:cond delay="0"/>
                                          </p:stCondLst>
                                        </p:cTn>
                                        <p:tgtEl>
                                          <p:spTgt spid="56"/>
                                        </p:tgtEl>
                                        <p:attrNameLst>
                                          <p:attrName>style.visibility</p:attrName>
                                        </p:attrNameLst>
                                      </p:cBhvr>
                                      <p:to>
                                        <p:strVal val="visible"/>
                                      </p:to>
                                    </p:set>
                                    <p:animEffect transition="in" filter="wipe(right)">
                                      <p:cBhvr>
                                        <p:cTn id="23" dur="500"/>
                                        <p:tgtEl>
                                          <p:spTgt spid="56"/>
                                        </p:tgtEl>
                                      </p:cBhvr>
                                    </p:animEffect>
                                  </p:childTnLst>
                                </p:cTn>
                              </p:par>
                            </p:childTnLst>
                          </p:cTn>
                        </p:par>
                      </p:childTnLst>
                    </p:cTn>
                  </p:par>
                  <p:par>
                    <p:cTn id="24" fill="hold">
                      <p:stCondLst>
                        <p:cond delay="indefinite"/>
                      </p:stCondLst>
                      <p:childTnLst>
                        <p:par>
                          <p:cTn id="25" fill="hold">
                            <p:stCondLst>
                              <p:cond delay="0"/>
                            </p:stCondLst>
                            <p:childTnLst>
                              <p:par>
                                <p:cTn id="26" presetID="22" presetClass="entr" presetSubtype="2" fill="hold" nodeType="clickEffect">
                                  <p:stCondLst>
                                    <p:cond delay="0"/>
                                  </p:stCondLst>
                                  <p:childTnLst>
                                    <p:set>
                                      <p:cBhvr>
                                        <p:cTn id="27" dur="1" fill="hold">
                                          <p:stCondLst>
                                            <p:cond delay="0"/>
                                          </p:stCondLst>
                                        </p:cTn>
                                        <p:tgtEl>
                                          <p:spTgt spid="83"/>
                                        </p:tgtEl>
                                        <p:attrNameLst>
                                          <p:attrName>style.visibility</p:attrName>
                                        </p:attrNameLst>
                                      </p:cBhvr>
                                      <p:to>
                                        <p:strVal val="visible"/>
                                      </p:to>
                                    </p:set>
                                    <p:animEffect transition="in" filter="wipe(right)">
                                      <p:cBhvr>
                                        <p:cTn id="28" dur="500"/>
                                        <p:tgtEl>
                                          <p:spTgt spid="83"/>
                                        </p:tgtEl>
                                      </p:cBhvr>
                                    </p:animEffect>
                                  </p:childTnLst>
                                </p:cTn>
                              </p:par>
                            </p:childTnLst>
                          </p:cTn>
                        </p:par>
                      </p:childTnLst>
                    </p:cTn>
                  </p:par>
                  <p:par>
                    <p:cTn id="29" fill="hold">
                      <p:stCondLst>
                        <p:cond delay="indefinite"/>
                      </p:stCondLst>
                      <p:childTnLst>
                        <p:par>
                          <p:cTn id="30" fill="hold">
                            <p:stCondLst>
                              <p:cond delay="0"/>
                            </p:stCondLst>
                            <p:childTnLst>
                              <p:par>
                                <p:cTn id="31" presetID="22" presetClass="entr" presetSubtype="2" fill="hold" nodeType="clickEffect">
                                  <p:stCondLst>
                                    <p:cond delay="0"/>
                                  </p:stCondLst>
                                  <p:childTnLst>
                                    <p:set>
                                      <p:cBhvr>
                                        <p:cTn id="32" dur="1" fill="hold">
                                          <p:stCondLst>
                                            <p:cond delay="0"/>
                                          </p:stCondLst>
                                        </p:cTn>
                                        <p:tgtEl>
                                          <p:spTgt spid="85"/>
                                        </p:tgtEl>
                                        <p:attrNameLst>
                                          <p:attrName>style.visibility</p:attrName>
                                        </p:attrNameLst>
                                      </p:cBhvr>
                                      <p:to>
                                        <p:strVal val="visible"/>
                                      </p:to>
                                    </p:set>
                                    <p:animEffect transition="in" filter="wipe(right)">
                                      <p:cBhvr>
                                        <p:cTn id="33" dur="500"/>
                                        <p:tgtEl>
                                          <p:spTgt spid="85"/>
                                        </p:tgtEl>
                                      </p:cBhvr>
                                    </p:animEffect>
                                  </p:childTnLst>
                                </p:cTn>
                              </p:par>
                            </p:childTnLst>
                          </p:cTn>
                        </p:par>
                      </p:childTnLst>
                    </p:cTn>
                  </p:par>
                  <p:par>
                    <p:cTn id="34" fill="hold">
                      <p:stCondLst>
                        <p:cond delay="indefinite"/>
                      </p:stCondLst>
                      <p:childTnLst>
                        <p:par>
                          <p:cTn id="35" fill="hold">
                            <p:stCondLst>
                              <p:cond delay="0"/>
                            </p:stCondLst>
                            <p:childTnLst>
                              <p:par>
                                <p:cTn id="36" presetID="22" presetClass="entr" presetSubtype="8" fill="hold" nodeType="clickEffect">
                                  <p:stCondLst>
                                    <p:cond delay="0"/>
                                  </p:stCondLst>
                                  <p:childTnLst>
                                    <p:set>
                                      <p:cBhvr>
                                        <p:cTn id="37" dur="1" fill="hold">
                                          <p:stCondLst>
                                            <p:cond delay="0"/>
                                          </p:stCondLst>
                                        </p:cTn>
                                        <p:tgtEl>
                                          <p:spTgt spid="86"/>
                                        </p:tgtEl>
                                        <p:attrNameLst>
                                          <p:attrName>style.visibility</p:attrName>
                                        </p:attrNameLst>
                                      </p:cBhvr>
                                      <p:to>
                                        <p:strVal val="visible"/>
                                      </p:to>
                                    </p:set>
                                    <p:animEffect transition="in" filter="wipe(left)">
                                      <p:cBhvr>
                                        <p:cTn id="38" dur="500"/>
                                        <p:tgtEl>
                                          <p:spTgt spid="86"/>
                                        </p:tgtEl>
                                      </p:cBhvr>
                                    </p:animEffect>
                                  </p:childTnLst>
                                </p:cTn>
                              </p:par>
                            </p:childTnLst>
                          </p:cTn>
                        </p:par>
                      </p:childTnLst>
                    </p:cTn>
                  </p:par>
                  <p:par>
                    <p:cTn id="39" fill="hold">
                      <p:stCondLst>
                        <p:cond delay="indefinite"/>
                      </p:stCondLst>
                      <p:childTnLst>
                        <p:par>
                          <p:cTn id="40" fill="hold">
                            <p:stCondLst>
                              <p:cond delay="0"/>
                            </p:stCondLst>
                            <p:childTnLst>
                              <p:par>
                                <p:cTn id="41" presetID="22" presetClass="entr" presetSubtype="8" fill="hold" nodeType="clickEffect">
                                  <p:stCondLst>
                                    <p:cond delay="0"/>
                                  </p:stCondLst>
                                  <p:childTnLst>
                                    <p:set>
                                      <p:cBhvr>
                                        <p:cTn id="42" dur="1" fill="hold">
                                          <p:stCondLst>
                                            <p:cond delay="0"/>
                                          </p:stCondLst>
                                        </p:cTn>
                                        <p:tgtEl>
                                          <p:spTgt spid="88"/>
                                        </p:tgtEl>
                                        <p:attrNameLst>
                                          <p:attrName>style.visibility</p:attrName>
                                        </p:attrNameLst>
                                      </p:cBhvr>
                                      <p:to>
                                        <p:strVal val="visible"/>
                                      </p:to>
                                    </p:set>
                                    <p:animEffect transition="in" filter="wipe(left)">
                                      <p:cBhvr>
                                        <p:cTn id="43" dur="500"/>
                                        <p:tgtEl>
                                          <p:spTgt spid="88"/>
                                        </p:tgtEl>
                                      </p:cBhvr>
                                    </p:animEffect>
                                  </p:childTnLst>
                                </p:cTn>
                              </p:par>
                            </p:childTnLst>
                          </p:cTn>
                        </p:par>
                      </p:childTnLst>
                    </p:cTn>
                  </p:par>
                  <p:par>
                    <p:cTn id="44" fill="hold">
                      <p:stCondLst>
                        <p:cond delay="indefinite"/>
                      </p:stCondLst>
                      <p:childTnLst>
                        <p:par>
                          <p:cTn id="45" fill="hold">
                            <p:stCondLst>
                              <p:cond delay="0"/>
                            </p:stCondLst>
                            <p:childTnLst>
                              <p:par>
                                <p:cTn id="46" presetID="22" presetClass="entr" presetSubtype="8" fill="hold" nodeType="clickEffect">
                                  <p:stCondLst>
                                    <p:cond delay="0"/>
                                  </p:stCondLst>
                                  <p:childTnLst>
                                    <p:set>
                                      <p:cBhvr>
                                        <p:cTn id="47" dur="1" fill="hold">
                                          <p:stCondLst>
                                            <p:cond delay="0"/>
                                          </p:stCondLst>
                                        </p:cTn>
                                        <p:tgtEl>
                                          <p:spTgt spid="89"/>
                                        </p:tgtEl>
                                        <p:attrNameLst>
                                          <p:attrName>style.visibility</p:attrName>
                                        </p:attrNameLst>
                                      </p:cBhvr>
                                      <p:to>
                                        <p:strVal val="visible"/>
                                      </p:to>
                                    </p:set>
                                    <p:animEffect transition="in" filter="wipe(left)">
                                      <p:cBhvr>
                                        <p:cTn id="48" dur="500"/>
                                        <p:tgtEl>
                                          <p:spTgt spid="8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fld id="{C8EA54EE-8AC7-426A-8D8E-5DE786B1060B}" type="slidenum">
              <a:rPr lang="en-US" altLang="zh-CN" smtClean="0"/>
              <a:pPr/>
              <a:t>7</a:t>
            </a:fld>
            <a:endParaRPr lang="en-US" altLang="zh-CN" dirty="0"/>
          </a:p>
        </p:txBody>
      </p:sp>
      <p:pic>
        <p:nvPicPr>
          <p:cNvPr id="4" name="电源">
            <a:hlinkClick r:id="" action="ppaction://media"/>
          </p:cNvPr>
          <p:cNvPicPr>
            <a:picLocks noChangeAspect="1"/>
          </p:cNvPicPr>
          <p:nvPr>
            <a:videoFile r:link="rId1"/>
            <p:extLst>
              <p:ext uri="{DAA4B4D4-6D71-4841-9C94-3DE7FCFB9230}">
                <p14:media xmlns:p14="http://schemas.microsoft.com/office/powerpoint/2010/main" r:embed="rId2">
                  <p14:trim end="6024.9999"/>
                </p14:media>
              </p:ext>
            </p:extLst>
          </p:nvPr>
        </p:nvPicPr>
        <p:blipFill>
          <a:blip r:embed="rId4"/>
          <a:stretch>
            <a:fillRect/>
          </a:stretch>
        </p:blipFill>
        <p:spPr>
          <a:xfrm>
            <a:off x="1463040" y="642106"/>
            <a:ext cx="6484620" cy="3964183"/>
          </a:xfrm>
          <a:prstGeom prst="rect">
            <a:avLst/>
          </a:prstGeom>
        </p:spPr>
      </p:pic>
    </p:spTree>
    <p:extLst>
      <p:ext uri="{BB962C8B-B14F-4D97-AF65-F5344CB8AC3E}">
        <p14:creationId xmlns:p14="http://schemas.microsoft.com/office/powerpoint/2010/main" val="4044916653"/>
      </p:ext>
    </p:extLst>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2095"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repeatCount="indefinite" fill="hold" display="0">
                  <p:stCondLst>
                    <p:cond delay="indefinite"/>
                  </p:stCondLst>
                </p:cTn>
                <p:tgtEl>
                  <p:spTgt spid="4"/>
                </p:tgtEl>
              </p:cMediaNode>
            </p:video>
            <p:seq concurrent="1" nextAc="seek">
              <p:cTn id="8" restart="whenNotActive" fill="hold" evtFilter="cancelBubble" nodeType="interactiveSeq">
                <p:stCondLst>
                  <p:cond evt="onClick" delay="0">
                    <p:tgtEl>
                      <p:spTgt spid="4"/>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4"/>
                                        </p:tgtEl>
                                      </p:cBhvr>
                                    </p:cmd>
                                  </p:childTnLst>
                                </p:cTn>
                              </p:par>
                            </p:childTnLst>
                          </p:cTn>
                        </p:par>
                      </p:childTnLst>
                    </p:cTn>
                  </p:par>
                </p:childTnLst>
              </p:cTn>
              <p:nextCondLst>
                <p:cond evt="onClick" delay="0">
                  <p:tgtEl>
                    <p:spTgt spid="4"/>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 name="灯片编号占位符 3"/>
          <p:cNvSpPr>
            <a:spLocks noGrp="1"/>
          </p:cNvSpPr>
          <p:nvPr>
            <p:ph type="sldNum" sz="quarter" idx="12"/>
          </p:nvPr>
        </p:nvSpPr>
        <p:spPr/>
        <p:txBody>
          <a:bodyPr/>
          <a:lstStyle/>
          <a:p>
            <a:fld id="{00938169-AA62-4018-A661-5BE09112617F}" type="slidenum">
              <a:rPr lang="en-US" altLang="zh-CN"/>
              <a:pPr/>
              <a:t>8</a:t>
            </a:fld>
            <a:endParaRPr lang="en-US" altLang="zh-CN"/>
          </a:p>
        </p:txBody>
      </p:sp>
      <p:sp>
        <p:nvSpPr>
          <p:cNvPr id="49154" name="Text Box 2"/>
          <p:cNvSpPr txBox="1">
            <a:spLocks noChangeArrowheads="1"/>
          </p:cNvSpPr>
          <p:nvPr/>
        </p:nvSpPr>
        <p:spPr bwMode="auto">
          <a:xfrm>
            <a:off x="1398985" y="704418"/>
            <a:ext cx="2057400" cy="480131"/>
          </a:xfrm>
          <a:prstGeom prst="rect">
            <a:avLst/>
          </a:prstGeom>
          <a:noFill/>
          <a:ln w="9525">
            <a:noFill/>
            <a:miter lim="800000"/>
            <a:headEnd/>
            <a:tailEnd/>
          </a:ln>
          <a:effectLst/>
        </p:spPr>
        <p:txBody>
          <a:bodyPr>
            <a:spAutoFit/>
          </a:bodyPr>
          <a:lstStyle/>
          <a:p>
            <a:pPr>
              <a:lnSpc>
                <a:spcPct val="120000"/>
              </a:lnSpc>
              <a:spcBef>
                <a:spcPct val="50000"/>
              </a:spcBef>
            </a:pPr>
            <a:r>
              <a:rPr kumimoji="0" lang="zh-CN" altLang="en-US" sz="2100">
                <a:solidFill>
                  <a:srgbClr val="0000FF"/>
                </a:solidFill>
              </a:rPr>
              <a:t>一、磁 场</a:t>
            </a:r>
          </a:p>
        </p:txBody>
      </p:sp>
      <p:grpSp>
        <p:nvGrpSpPr>
          <p:cNvPr id="49186" name="Group 34"/>
          <p:cNvGrpSpPr>
            <a:grpSpLocks/>
          </p:cNvGrpSpPr>
          <p:nvPr/>
        </p:nvGrpSpPr>
        <p:grpSpPr bwMode="auto">
          <a:xfrm>
            <a:off x="2774720" y="2407103"/>
            <a:ext cx="4805363" cy="522104"/>
            <a:chOff x="885" y="2330"/>
            <a:chExt cx="4348" cy="478"/>
          </a:xfrm>
        </p:grpSpPr>
        <p:sp>
          <p:nvSpPr>
            <p:cNvPr id="49156" name="Rectangle 4"/>
            <p:cNvSpPr>
              <a:spLocks noChangeArrowheads="1"/>
            </p:cNvSpPr>
            <p:nvPr/>
          </p:nvSpPr>
          <p:spPr bwMode="auto">
            <a:xfrm>
              <a:off x="885" y="2368"/>
              <a:ext cx="1152" cy="440"/>
            </a:xfrm>
            <a:prstGeom prst="rect">
              <a:avLst/>
            </a:prstGeom>
            <a:gradFill rotWithShape="0">
              <a:gsLst>
                <a:gs pos="0">
                  <a:schemeClr val="accent1"/>
                </a:gs>
                <a:gs pos="50000">
                  <a:srgbClr val="FFFFFF"/>
                </a:gs>
                <a:gs pos="100000">
                  <a:schemeClr val="accent1"/>
                </a:gs>
              </a:gsLst>
              <a:lin ang="5400000" scaled="1"/>
            </a:gradFill>
            <a:ln w="9525">
              <a:solidFill>
                <a:schemeClr val="tx2"/>
              </a:solidFill>
              <a:miter lim="800000"/>
              <a:headEnd/>
              <a:tailEnd/>
            </a:ln>
            <a:effectLst/>
          </p:spPr>
          <p:txBody>
            <a:bodyPr>
              <a:spAutoFit/>
            </a:bodyPr>
            <a:lstStyle/>
            <a:p>
              <a:pPr algn="ctr">
                <a:lnSpc>
                  <a:spcPct val="120000"/>
                </a:lnSpc>
                <a:spcBef>
                  <a:spcPct val="50000"/>
                </a:spcBef>
              </a:pPr>
              <a:r>
                <a:rPr kumimoji="0" lang="zh-CN" altLang="en-US" sz="2100">
                  <a:solidFill>
                    <a:srgbClr val="000000"/>
                  </a:solidFill>
                </a:rPr>
                <a:t>磁    铁</a:t>
              </a:r>
            </a:p>
          </p:txBody>
        </p:sp>
        <p:sp>
          <p:nvSpPr>
            <p:cNvPr id="49158" name="Rectangle 6"/>
            <p:cNvSpPr>
              <a:spLocks noChangeArrowheads="1"/>
            </p:cNvSpPr>
            <p:nvPr/>
          </p:nvSpPr>
          <p:spPr bwMode="auto">
            <a:xfrm>
              <a:off x="2678" y="2330"/>
              <a:ext cx="725" cy="454"/>
            </a:xfrm>
            <a:prstGeom prst="rect">
              <a:avLst/>
            </a:prstGeom>
            <a:gradFill rotWithShape="0">
              <a:gsLst>
                <a:gs pos="0">
                  <a:srgbClr val="FFE1FF"/>
                </a:gs>
                <a:gs pos="50000">
                  <a:srgbClr val="FFFFFF"/>
                </a:gs>
                <a:gs pos="100000">
                  <a:srgbClr val="FFE1FF"/>
                </a:gs>
              </a:gsLst>
              <a:lin ang="5400000" scaled="1"/>
            </a:gradFill>
            <a:ln w="9525">
              <a:solidFill>
                <a:srgbClr val="D60093"/>
              </a:solidFill>
              <a:miter lim="800000"/>
              <a:headEnd/>
              <a:tailEnd/>
            </a:ln>
            <a:effectLst/>
          </p:spPr>
          <p:txBody>
            <a:bodyPr wrap="none" anchor="ctr"/>
            <a:lstStyle/>
            <a:p>
              <a:endParaRPr lang="zh-CN" altLang="en-US" sz="2100"/>
            </a:p>
          </p:txBody>
        </p:sp>
        <p:sp>
          <p:nvSpPr>
            <p:cNvPr id="49159" name="Text Box 7"/>
            <p:cNvSpPr txBox="1">
              <a:spLocks noChangeArrowheads="1"/>
            </p:cNvSpPr>
            <p:nvPr/>
          </p:nvSpPr>
          <p:spPr bwMode="auto">
            <a:xfrm>
              <a:off x="2734" y="2346"/>
              <a:ext cx="1059" cy="440"/>
            </a:xfrm>
            <a:prstGeom prst="rect">
              <a:avLst/>
            </a:prstGeom>
            <a:noFill/>
            <a:ln w="9525">
              <a:noFill/>
              <a:miter lim="800000"/>
              <a:headEnd/>
              <a:tailEnd/>
            </a:ln>
            <a:effectLst/>
          </p:spPr>
          <p:txBody>
            <a:bodyPr>
              <a:spAutoFit/>
            </a:bodyPr>
            <a:lstStyle/>
            <a:p>
              <a:pPr>
                <a:lnSpc>
                  <a:spcPct val="120000"/>
                </a:lnSpc>
                <a:spcBef>
                  <a:spcPct val="50000"/>
                </a:spcBef>
              </a:pPr>
              <a:r>
                <a:rPr kumimoji="0" lang="zh-CN" altLang="en-US" sz="2100" dirty="0">
                  <a:solidFill>
                    <a:srgbClr val="000000"/>
                  </a:solidFill>
                </a:rPr>
                <a:t>磁场</a:t>
              </a:r>
            </a:p>
          </p:txBody>
        </p:sp>
        <p:sp>
          <p:nvSpPr>
            <p:cNvPr id="49160" name="AutoShape 8"/>
            <p:cNvSpPr>
              <a:spLocks noChangeArrowheads="1"/>
            </p:cNvSpPr>
            <p:nvPr/>
          </p:nvSpPr>
          <p:spPr bwMode="auto">
            <a:xfrm>
              <a:off x="3514" y="2500"/>
              <a:ext cx="502" cy="114"/>
            </a:xfrm>
            <a:prstGeom prst="leftRightArrow">
              <a:avLst>
                <a:gd name="adj1" fmla="val 50000"/>
                <a:gd name="adj2" fmla="val 88070"/>
              </a:avLst>
            </a:prstGeom>
            <a:solidFill>
              <a:srgbClr val="FFFFFF"/>
            </a:solidFill>
            <a:ln w="38100">
              <a:solidFill>
                <a:schemeClr val="tx1">
                  <a:lumMod val="65000"/>
                  <a:lumOff val="35000"/>
                </a:schemeClr>
              </a:solidFill>
              <a:miter lim="800000"/>
              <a:headEnd/>
              <a:tailEnd/>
            </a:ln>
            <a:effectLst/>
          </p:spPr>
          <p:txBody>
            <a:bodyPr wrap="none" anchor="ctr"/>
            <a:lstStyle/>
            <a:p>
              <a:endParaRPr lang="zh-CN" altLang="en-US" sz="2100"/>
            </a:p>
          </p:txBody>
        </p:sp>
        <p:sp>
          <p:nvSpPr>
            <p:cNvPr id="49161" name="AutoShape 9"/>
            <p:cNvSpPr>
              <a:spLocks noChangeArrowheads="1"/>
            </p:cNvSpPr>
            <p:nvPr/>
          </p:nvSpPr>
          <p:spPr bwMode="auto">
            <a:xfrm>
              <a:off x="2065" y="2500"/>
              <a:ext cx="502" cy="114"/>
            </a:xfrm>
            <a:prstGeom prst="leftRightArrow">
              <a:avLst>
                <a:gd name="adj1" fmla="val 50000"/>
                <a:gd name="adj2" fmla="val 88070"/>
              </a:avLst>
            </a:prstGeom>
            <a:solidFill>
              <a:srgbClr val="FFFFFF"/>
            </a:solidFill>
            <a:ln w="38100">
              <a:solidFill>
                <a:schemeClr val="tx1">
                  <a:lumMod val="65000"/>
                  <a:lumOff val="35000"/>
                </a:schemeClr>
              </a:solidFill>
              <a:miter lim="800000"/>
              <a:headEnd/>
              <a:tailEnd/>
            </a:ln>
            <a:effectLst/>
          </p:spPr>
          <p:txBody>
            <a:bodyPr wrap="none" anchor="ctr"/>
            <a:lstStyle/>
            <a:p>
              <a:endParaRPr lang="zh-CN" altLang="en-US" sz="2100"/>
            </a:p>
          </p:txBody>
        </p:sp>
        <p:sp>
          <p:nvSpPr>
            <p:cNvPr id="49162" name="Rectangle 10"/>
            <p:cNvSpPr>
              <a:spLocks noChangeArrowheads="1"/>
            </p:cNvSpPr>
            <p:nvPr/>
          </p:nvSpPr>
          <p:spPr bwMode="auto">
            <a:xfrm>
              <a:off x="4081" y="2362"/>
              <a:ext cx="1152" cy="440"/>
            </a:xfrm>
            <a:prstGeom prst="rect">
              <a:avLst/>
            </a:prstGeom>
            <a:gradFill rotWithShape="0">
              <a:gsLst>
                <a:gs pos="0">
                  <a:schemeClr val="accent1"/>
                </a:gs>
                <a:gs pos="50000">
                  <a:srgbClr val="FFFFFF"/>
                </a:gs>
                <a:gs pos="100000">
                  <a:schemeClr val="accent1"/>
                </a:gs>
              </a:gsLst>
              <a:lin ang="5400000" scaled="1"/>
            </a:gradFill>
            <a:ln w="12700">
              <a:solidFill>
                <a:schemeClr val="tx2"/>
              </a:solidFill>
              <a:miter lim="800000"/>
              <a:headEnd/>
              <a:tailEnd/>
            </a:ln>
            <a:effectLst/>
          </p:spPr>
          <p:txBody>
            <a:bodyPr>
              <a:spAutoFit/>
            </a:bodyPr>
            <a:lstStyle/>
            <a:p>
              <a:pPr algn="ctr">
                <a:lnSpc>
                  <a:spcPct val="120000"/>
                </a:lnSpc>
                <a:spcBef>
                  <a:spcPct val="50000"/>
                </a:spcBef>
              </a:pPr>
              <a:r>
                <a:rPr kumimoji="0" lang="zh-CN" altLang="en-US" sz="2100" dirty="0">
                  <a:solidFill>
                    <a:srgbClr val="000000"/>
                  </a:solidFill>
                </a:rPr>
                <a:t>磁     铁</a:t>
              </a:r>
            </a:p>
          </p:txBody>
        </p:sp>
      </p:grpSp>
      <p:sp>
        <p:nvSpPr>
          <p:cNvPr id="49178" name="Text Box 26"/>
          <p:cNvSpPr txBox="1">
            <a:spLocks noChangeArrowheads="1"/>
          </p:cNvSpPr>
          <p:nvPr/>
        </p:nvSpPr>
        <p:spPr bwMode="auto">
          <a:xfrm>
            <a:off x="2808575" y="223839"/>
            <a:ext cx="3634979" cy="458684"/>
          </a:xfrm>
          <a:prstGeom prst="rect">
            <a:avLst/>
          </a:prstGeom>
          <a:noFill/>
          <a:ln w="9525">
            <a:noFill/>
            <a:miter lim="800000"/>
            <a:headEnd/>
            <a:tailEnd/>
          </a:ln>
          <a:effectLst/>
        </p:spPr>
        <p:txBody>
          <a:bodyPr lIns="67500" tIns="35100" rIns="67500" bIns="35100">
            <a:spAutoFit/>
          </a:bodyPr>
          <a:lstStyle/>
          <a:p>
            <a:pPr algn="ctr">
              <a:lnSpc>
                <a:spcPct val="120000"/>
              </a:lnSpc>
              <a:spcBef>
                <a:spcPct val="50000"/>
              </a:spcBef>
            </a:pPr>
            <a:r>
              <a:rPr lang="en-US" altLang="zh-CN" sz="2100">
                <a:solidFill>
                  <a:srgbClr val="000000"/>
                </a:solidFill>
              </a:rPr>
              <a:t>§7.3  </a:t>
            </a:r>
            <a:r>
              <a:rPr lang="zh-CN" altLang="en-US" sz="2100">
                <a:solidFill>
                  <a:srgbClr val="000000"/>
                </a:solidFill>
              </a:rPr>
              <a:t>磁场、磁感强度</a:t>
            </a:r>
          </a:p>
        </p:txBody>
      </p:sp>
      <p:grpSp>
        <p:nvGrpSpPr>
          <p:cNvPr id="49208" name="Group 56"/>
          <p:cNvGrpSpPr>
            <a:grpSpLocks/>
          </p:cNvGrpSpPr>
          <p:nvPr/>
        </p:nvGrpSpPr>
        <p:grpSpPr bwMode="auto">
          <a:xfrm>
            <a:off x="1689064" y="1168871"/>
            <a:ext cx="4985147" cy="494110"/>
            <a:chOff x="447" y="885"/>
            <a:chExt cx="4187" cy="415"/>
          </a:xfrm>
        </p:grpSpPr>
        <p:sp>
          <p:nvSpPr>
            <p:cNvPr id="49155" name="Text Box 3"/>
            <p:cNvSpPr txBox="1">
              <a:spLocks noChangeArrowheads="1"/>
            </p:cNvSpPr>
            <p:nvPr/>
          </p:nvSpPr>
          <p:spPr bwMode="auto">
            <a:xfrm>
              <a:off x="447" y="885"/>
              <a:ext cx="2064" cy="403"/>
            </a:xfrm>
            <a:prstGeom prst="rect">
              <a:avLst/>
            </a:prstGeom>
            <a:noFill/>
            <a:ln w="12700" cap="sq">
              <a:noFill/>
              <a:miter lim="800000"/>
              <a:headEnd/>
              <a:tailEnd/>
            </a:ln>
            <a:effectLst/>
          </p:spPr>
          <p:txBody>
            <a:bodyPr anchor="ctr">
              <a:spAutoFit/>
            </a:bodyPr>
            <a:lstStyle/>
            <a:p>
              <a:pPr>
                <a:lnSpc>
                  <a:spcPct val="120000"/>
                </a:lnSpc>
                <a:spcBef>
                  <a:spcPct val="50000"/>
                </a:spcBef>
              </a:pPr>
              <a:r>
                <a:rPr lang="en-US" altLang="zh-CN" sz="2100">
                  <a:solidFill>
                    <a:srgbClr val="990000"/>
                  </a:solidFill>
                </a:rPr>
                <a:t>1. </a:t>
              </a:r>
              <a:r>
                <a:rPr lang="zh-CN" altLang="en-US" sz="2100">
                  <a:solidFill>
                    <a:srgbClr val="990000"/>
                  </a:solidFill>
                </a:rPr>
                <a:t>磁铁的磁场    </a:t>
              </a:r>
            </a:p>
          </p:txBody>
        </p:sp>
        <p:grpSp>
          <p:nvGrpSpPr>
            <p:cNvPr id="49200" name="Group 48"/>
            <p:cNvGrpSpPr>
              <a:grpSpLocks/>
            </p:cNvGrpSpPr>
            <p:nvPr/>
          </p:nvGrpSpPr>
          <p:grpSpPr bwMode="auto">
            <a:xfrm>
              <a:off x="2058" y="897"/>
              <a:ext cx="2576" cy="403"/>
              <a:chOff x="1739" y="1662"/>
              <a:chExt cx="2576" cy="403"/>
            </a:xfrm>
          </p:grpSpPr>
          <p:grpSp>
            <p:nvGrpSpPr>
              <p:cNvPr id="49179" name="Group 27"/>
              <p:cNvGrpSpPr>
                <a:grpSpLocks/>
              </p:cNvGrpSpPr>
              <p:nvPr/>
            </p:nvGrpSpPr>
            <p:grpSpPr bwMode="auto">
              <a:xfrm>
                <a:off x="1739" y="1662"/>
                <a:ext cx="1011" cy="403"/>
                <a:chOff x="1837" y="2374"/>
                <a:chExt cx="1011" cy="403"/>
              </a:xfrm>
            </p:grpSpPr>
            <p:grpSp>
              <p:nvGrpSpPr>
                <p:cNvPr id="49166" name="Group 14"/>
                <p:cNvGrpSpPr>
                  <a:grpSpLocks/>
                </p:cNvGrpSpPr>
                <p:nvPr/>
              </p:nvGrpSpPr>
              <p:grpSpPr bwMode="auto">
                <a:xfrm>
                  <a:off x="1853" y="2464"/>
                  <a:ext cx="960" cy="240"/>
                  <a:chOff x="1571" y="2050"/>
                  <a:chExt cx="960" cy="240"/>
                </a:xfrm>
              </p:grpSpPr>
              <p:sp>
                <p:nvSpPr>
                  <p:cNvPr id="49167" name="Rectangle 15"/>
                  <p:cNvSpPr>
                    <a:spLocks noChangeArrowheads="1"/>
                  </p:cNvSpPr>
                  <p:nvPr/>
                </p:nvSpPr>
                <p:spPr bwMode="auto">
                  <a:xfrm>
                    <a:off x="1571" y="2050"/>
                    <a:ext cx="480" cy="240"/>
                  </a:xfrm>
                  <a:prstGeom prst="rect">
                    <a:avLst/>
                  </a:prstGeom>
                  <a:gradFill flip="none" rotWithShape="1">
                    <a:gsLst>
                      <a:gs pos="0">
                        <a:srgbClr val="0099FF">
                          <a:gamma/>
                          <a:shade val="46275"/>
                          <a:invGamma/>
                          <a:alpha val="68000"/>
                        </a:srgbClr>
                      </a:gs>
                      <a:gs pos="50000">
                        <a:srgbClr val="0099FF">
                          <a:alpha val="0"/>
                        </a:srgbClr>
                      </a:gs>
                      <a:gs pos="100000">
                        <a:srgbClr val="0099FF">
                          <a:gamma/>
                          <a:shade val="46275"/>
                          <a:invGamma/>
                          <a:alpha val="81000"/>
                        </a:srgbClr>
                      </a:gs>
                    </a:gsLst>
                    <a:lin ang="5400000" scaled="1"/>
                    <a:tileRect/>
                  </a:gradFill>
                  <a:ln w="9525" cap="sq">
                    <a:solidFill>
                      <a:srgbClr val="000000"/>
                    </a:solidFill>
                    <a:miter lim="800000"/>
                    <a:headEnd/>
                    <a:tailEnd/>
                  </a:ln>
                  <a:effectLst/>
                </p:spPr>
                <p:txBody>
                  <a:bodyPr wrap="none" anchor="ctr"/>
                  <a:lstStyle/>
                  <a:p>
                    <a:endParaRPr lang="zh-CN" altLang="en-US" sz="2100"/>
                  </a:p>
                </p:txBody>
              </p:sp>
              <p:sp>
                <p:nvSpPr>
                  <p:cNvPr id="49168" name="Rectangle 16"/>
                  <p:cNvSpPr>
                    <a:spLocks noChangeArrowheads="1"/>
                  </p:cNvSpPr>
                  <p:nvPr/>
                </p:nvSpPr>
                <p:spPr bwMode="auto">
                  <a:xfrm>
                    <a:off x="2051" y="2050"/>
                    <a:ext cx="480" cy="240"/>
                  </a:xfrm>
                  <a:prstGeom prst="rect">
                    <a:avLst/>
                  </a:prstGeom>
                  <a:gradFill rotWithShape="0">
                    <a:gsLst>
                      <a:gs pos="0">
                        <a:srgbClr val="FF9933">
                          <a:gamma/>
                          <a:shade val="46275"/>
                          <a:invGamma/>
                        </a:srgbClr>
                      </a:gs>
                      <a:gs pos="50000">
                        <a:srgbClr val="FF9933">
                          <a:alpha val="73000"/>
                        </a:srgbClr>
                      </a:gs>
                      <a:gs pos="100000">
                        <a:srgbClr val="FF9933">
                          <a:gamma/>
                          <a:shade val="46275"/>
                          <a:invGamma/>
                        </a:srgbClr>
                      </a:gs>
                    </a:gsLst>
                    <a:lin ang="5400000" scaled="1"/>
                  </a:gradFill>
                  <a:ln w="9525" cap="sq">
                    <a:solidFill>
                      <a:srgbClr val="000000"/>
                    </a:solidFill>
                    <a:miter lim="800000"/>
                    <a:headEnd/>
                    <a:tailEnd/>
                  </a:ln>
                  <a:effectLst/>
                </p:spPr>
                <p:txBody>
                  <a:bodyPr wrap="none" anchor="ctr"/>
                  <a:lstStyle/>
                  <a:p>
                    <a:endParaRPr lang="zh-CN" altLang="en-US" sz="2100"/>
                  </a:p>
                </p:txBody>
              </p:sp>
            </p:grpSp>
            <p:sp>
              <p:nvSpPr>
                <p:cNvPr id="49174" name="Text Box 22"/>
                <p:cNvSpPr txBox="1">
                  <a:spLocks noChangeArrowheads="1"/>
                </p:cNvSpPr>
                <p:nvPr/>
              </p:nvSpPr>
              <p:spPr bwMode="auto">
                <a:xfrm>
                  <a:off x="1837" y="2374"/>
                  <a:ext cx="318" cy="403"/>
                </a:xfrm>
                <a:prstGeom prst="rect">
                  <a:avLst/>
                </a:prstGeom>
                <a:noFill/>
                <a:ln w="9525">
                  <a:noFill/>
                  <a:miter lim="800000"/>
                  <a:headEnd/>
                  <a:tailEnd/>
                </a:ln>
                <a:effectLst/>
              </p:spPr>
              <p:txBody>
                <a:bodyPr wrap="none">
                  <a:spAutoFit/>
                </a:bodyPr>
                <a:lstStyle/>
                <a:p>
                  <a:pPr>
                    <a:lnSpc>
                      <a:spcPct val="120000"/>
                    </a:lnSpc>
                  </a:pPr>
                  <a:r>
                    <a:rPr kumimoji="0" lang="en-US" altLang="zh-CN" sz="2100">
                      <a:solidFill>
                        <a:srgbClr val="000000"/>
                      </a:solidFill>
                    </a:rPr>
                    <a:t>N</a:t>
                  </a:r>
                </a:p>
              </p:txBody>
            </p:sp>
            <p:sp>
              <p:nvSpPr>
                <p:cNvPr id="49176" name="Text Box 24"/>
                <p:cNvSpPr txBox="1">
                  <a:spLocks noChangeArrowheads="1"/>
                </p:cNvSpPr>
                <p:nvPr/>
              </p:nvSpPr>
              <p:spPr bwMode="auto">
                <a:xfrm>
                  <a:off x="2568" y="2374"/>
                  <a:ext cx="280" cy="403"/>
                </a:xfrm>
                <a:prstGeom prst="rect">
                  <a:avLst/>
                </a:prstGeom>
                <a:noFill/>
                <a:ln w="9525">
                  <a:noFill/>
                  <a:miter lim="800000"/>
                  <a:headEnd/>
                  <a:tailEnd/>
                </a:ln>
                <a:effectLst/>
              </p:spPr>
              <p:txBody>
                <a:bodyPr wrap="none">
                  <a:spAutoFit/>
                </a:bodyPr>
                <a:lstStyle/>
                <a:p>
                  <a:pPr>
                    <a:lnSpc>
                      <a:spcPct val="120000"/>
                    </a:lnSpc>
                  </a:pPr>
                  <a:r>
                    <a:rPr kumimoji="0" lang="en-US" altLang="zh-CN" sz="2100">
                      <a:solidFill>
                        <a:srgbClr val="000000"/>
                      </a:solidFill>
                    </a:rPr>
                    <a:t>S</a:t>
                  </a:r>
                </a:p>
              </p:txBody>
            </p:sp>
          </p:grpSp>
          <p:grpSp>
            <p:nvGrpSpPr>
              <p:cNvPr id="49180" name="Group 28"/>
              <p:cNvGrpSpPr>
                <a:grpSpLocks/>
              </p:cNvGrpSpPr>
              <p:nvPr/>
            </p:nvGrpSpPr>
            <p:grpSpPr bwMode="auto">
              <a:xfrm>
                <a:off x="3304" y="1662"/>
                <a:ext cx="1011" cy="403"/>
                <a:chOff x="1837" y="2374"/>
                <a:chExt cx="1011" cy="403"/>
              </a:xfrm>
            </p:grpSpPr>
            <p:grpSp>
              <p:nvGrpSpPr>
                <p:cNvPr id="49181" name="Group 29"/>
                <p:cNvGrpSpPr>
                  <a:grpSpLocks/>
                </p:cNvGrpSpPr>
                <p:nvPr/>
              </p:nvGrpSpPr>
              <p:grpSpPr bwMode="auto">
                <a:xfrm>
                  <a:off x="1853" y="2464"/>
                  <a:ext cx="960" cy="240"/>
                  <a:chOff x="1571" y="2050"/>
                  <a:chExt cx="960" cy="240"/>
                </a:xfrm>
              </p:grpSpPr>
              <p:sp>
                <p:nvSpPr>
                  <p:cNvPr id="49182" name="Rectangle 30"/>
                  <p:cNvSpPr>
                    <a:spLocks noChangeArrowheads="1"/>
                  </p:cNvSpPr>
                  <p:nvPr/>
                </p:nvSpPr>
                <p:spPr bwMode="auto">
                  <a:xfrm>
                    <a:off x="1571" y="2050"/>
                    <a:ext cx="480" cy="240"/>
                  </a:xfrm>
                  <a:prstGeom prst="rect">
                    <a:avLst/>
                  </a:prstGeom>
                  <a:gradFill rotWithShape="0">
                    <a:gsLst>
                      <a:gs pos="0">
                        <a:srgbClr val="0099FF">
                          <a:gamma/>
                          <a:shade val="46275"/>
                          <a:invGamma/>
                          <a:alpha val="68000"/>
                        </a:srgbClr>
                      </a:gs>
                      <a:gs pos="50000">
                        <a:srgbClr val="0099FF">
                          <a:alpha val="3000"/>
                        </a:srgbClr>
                      </a:gs>
                      <a:gs pos="100000">
                        <a:srgbClr val="0099FF">
                          <a:gamma/>
                          <a:shade val="46275"/>
                          <a:invGamma/>
                          <a:alpha val="65000"/>
                        </a:srgbClr>
                      </a:gs>
                    </a:gsLst>
                    <a:lin ang="5400000" scaled="1"/>
                  </a:gradFill>
                  <a:ln w="9525" cap="sq">
                    <a:solidFill>
                      <a:srgbClr val="000000"/>
                    </a:solidFill>
                    <a:miter lim="800000"/>
                    <a:headEnd/>
                    <a:tailEnd/>
                  </a:ln>
                  <a:effectLst/>
                </p:spPr>
                <p:txBody>
                  <a:bodyPr wrap="none" anchor="ctr"/>
                  <a:lstStyle/>
                  <a:p>
                    <a:endParaRPr lang="zh-CN" altLang="en-US" sz="2100"/>
                  </a:p>
                </p:txBody>
              </p:sp>
              <p:sp>
                <p:nvSpPr>
                  <p:cNvPr id="49183" name="Rectangle 31"/>
                  <p:cNvSpPr>
                    <a:spLocks noChangeArrowheads="1"/>
                  </p:cNvSpPr>
                  <p:nvPr/>
                </p:nvSpPr>
                <p:spPr bwMode="auto">
                  <a:xfrm>
                    <a:off x="2051" y="2050"/>
                    <a:ext cx="480" cy="240"/>
                  </a:xfrm>
                  <a:prstGeom prst="rect">
                    <a:avLst/>
                  </a:prstGeom>
                  <a:gradFill rotWithShape="0">
                    <a:gsLst>
                      <a:gs pos="0">
                        <a:srgbClr val="FF9933">
                          <a:gamma/>
                          <a:shade val="46275"/>
                          <a:invGamma/>
                        </a:srgbClr>
                      </a:gs>
                      <a:gs pos="50000">
                        <a:srgbClr val="FF9933">
                          <a:alpha val="73000"/>
                        </a:srgbClr>
                      </a:gs>
                      <a:gs pos="100000">
                        <a:srgbClr val="FF9933">
                          <a:gamma/>
                          <a:shade val="46275"/>
                          <a:invGamma/>
                        </a:srgbClr>
                      </a:gs>
                    </a:gsLst>
                    <a:lin ang="5400000" scaled="1"/>
                  </a:gradFill>
                  <a:ln w="9525" cap="sq">
                    <a:solidFill>
                      <a:srgbClr val="000000"/>
                    </a:solidFill>
                    <a:miter lim="800000"/>
                    <a:headEnd/>
                    <a:tailEnd/>
                  </a:ln>
                  <a:effectLst/>
                </p:spPr>
                <p:txBody>
                  <a:bodyPr wrap="none" anchor="ctr"/>
                  <a:lstStyle/>
                  <a:p>
                    <a:endParaRPr lang="zh-CN" altLang="en-US" sz="2100"/>
                  </a:p>
                </p:txBody>
              </p:sp>
            </p:grpSp>
            <p:sp>
              <p:nvSpPr>
                <p:cNvPr id="49184" name="Text Box 32"/>
                <p:cNvSpPr txBox="1">
                  <a:spLocks noChangeArrowheads="1"/>
                </p:cNvSpPr>
                <p:nvPr/>
              </p:nvSpPr>
              <p:spPr bwMode="auto">
                <a:xfrm>
                  <a:off x="1837" y="2374"/>
                  <a:ext cx="318" cy="403"/>
                </a:xfrm>
                <a:prstGeom prst="rect">
                  <a:avLst/>
                </a:prstGeom>
                <a:noFill/>
                <a:ln w="9525">
                  <a:noFill/>
                  <a:miter lim="800000"/>
                  <a:headEnd/>
                  <a:tailEnd/>
                </a:ln>
                <a:effectLst/>
              </p:spPr>
              <p:txBody>
                <a:bodyPr wrap="none">
                  <a:spAutoFit/>
                </a:bodyPr>
                <a:lstStyle/>
                <a:p>
                  <a:pPr>
                    <a:lnSpc>
                      <a:spcPct val="120000"/>
                    </a:lnSpc>
                  </a:pPr>
                  <a:r>
                    <a:rPr kumimoji="0" lang="en-US" altLang="zh-CN" sz="2100">
                      <a:solidFill>
                        <a:srgbClr val="000000"/>
                      </a:solidFill>
                    </a:rPr>
                    <a:t>N</a:t>
                  </a:r>
                </a:p>
              </p:txBody>
            </p:sp>
            <p:sp>
              <p:nvSpPr>
                <p:cNvPr id="49185" name="Text Box 33"/>
                <p:cNvSpPr txBox="1">
                  <a:spLocks noChangeArrowheads="1"/>
                </p:cNvSpPr>
                <p:nvPr/>
              </p:nvSpPr>
              <p:spPr bwMode="auto">
                <a:xfrm>
                  <a:off x="2568" y="2374"/>
                  <a:ext cx="280" cy="403"/>
                </a:xfrm>
                <a:prstGeom prst="rect">
                  <a:avLst/>
                </a:prstGeom>
                <a:noFill/>
                <a:ln w="9525">
                  <a:noFill/>
                  <a:miter lim="800000"/>
                  <a:headEnd/>
                  <a:tailEnd/>
                </a:ln>
                <a:effectLst/>
              </p:spPr>
              <p:txBody>
                <a:bodyPr wrap="none">
                  <a:spAutoFit/>
                </a:bodyPr>
                <a:lstStyle/>
                <a:p>
                  <a:pPr>
                    <a:lnSpc>
                      <a:spcPct val="120000"/>
                    </a:lnSpc>
                  </a:pPr>
                  <a:r>
                    <a:rPr kumimoji="0" lang="en-US" altLang="zh-CN" sz="2100">
                      <a:solidFill>
                        <a:srgbClr val="000000"/>
                      </a:solidFill>
                    </a:rPr>
                    <a:t>S</a:t>
                  </a:r>
                </a:p>
              </p:txBody>
            </p:sp>
          </p:grpSp>
        </p:grpSp>
      </p:grpSp>
      <p:sp>
        <p:nvSpPr>
          <p:cNvPr id="49187" name="Rectangle 35"/>
          <p:cNvSpPr>
            <a:spLocks noChangeArrowheads="1"/>
          </p:cNvSpPr>
          <p:nvPr/>
        </p:nvSpPr>
        <p:spPr bwMode="auto">
          <a:xfrm>
            <a:off x="1841462" y="3592334"/>
            <a:ext cx="2143125" cy="415498"/>
          </a:xfrm>
          <a:prstGeom prst="rect">
            <a:avLst/>
          </a:prstGeom>
          <a:noFill/>
          <a:ln w="9525" cap="sq">
            <a:noFill/>
            <a:miter lim="800000"/>
            <a:headEnd/>
            <a:tailEnd/>
          </a:ln>
          <a:effectLst/>
        </p:spPr>
        <p:txBody>
          <a:bodyPr>
            <a:spAutoFit/>
          </a:bodyPr>
          <a:lstStyle/>
          <a:p>
            <a:r>
              <a:rPr lang="en-US" altLang="zh-CN" sz="2100">
                <a:solidFill>
                  <a:srgbClr val="990000"/>
                </a:solidFill>
              </a:rPr>
              <a:t>2. </a:t>
            </a:r>
            <a:r>
              <a:rPr lang="zh-CN" altLang="en-US" sz="2100">
                <a:solidFill>
                  <a:srgbClr val="990000"/>
                </a:solidFill>
              </a:rPr>
              <a:t>电流的磁场</a:t>
            </a:r>
          </a:p>
        </p:txBody>
      </p:sp>
      <p:sp>
        <p:nvSpPr>
          <p:cNvPr id="60" name="Rectangle 36"/>
          <p:cNvSpPr>
            <a:spLocks noChangeArrowheads="1"/>
          </p:cNvSpPr>
          <p:nvPr/>
        </p:nvSpPr>
        <p:spPr bwMode="auto">
          <a:xfrm>
            <a:off x="4856559" y="4349965"/>
            <a:ext cx="1862140" cy="415498"/>
          </a:xfrm>
          <a:prstGeom prst="rect">
            <a:avLst/>
          </a:prstGeom>
          <a:noFill/>
          <a:ln w="9525" cap="sq">
            <a:noFill/>
            <a:miter lim="800000"/>
            <a:headEnd/>
            <a:tailEnd/>
          </a:ln>
          <a:effectLst/>
        </p:spPr>
        <p:txBody>
          <a:bodyPr>
            <a:spAutoFit/>
          </a:bodyPr>
          <a:lstStyle/>
          <a:p>
            <a:pPr algn="ctr"/>
            <a:r>
              <a:rPr lang="zh-CN" altLang="en-US" sz="2100"/>
              <a:t>奥斯特实验</a:t>
            </a:r>
          </a:p>
        </p:txBody>
      </p:sp>
      <p:grpSp>
        <p:nvGrpSpPr>
          <p:cNvPr id="4" name="组合 3"/>
          <p:cNvGrpSpPr/>
          <p:nvPr/>
        </p:nvGrpSpPr>
        <p:grpSpPr>
          <a:xfrm>
            <a:off x="4470581" y="3506501"/>
            <a:ext cx="2491328" cy="771525"/>
            <a:chOff x="4427539" y="5026316"/>
            <a:chExt cx="3321770" cy="1028700"/>
          </a:xfrm>
        </p:grpSpPr>
        <p:grpSp>
          <p:nvGrpSpPr>
            <p:cNvPr id="49230" name="Group 78"/>
            <p:cNvGrpSpPr>
              <a:grpSpLocks/>
            </p:cNvGrpSpPr>
            <p:nvPr/>
          </p:nvGrpSpPr>
          <p:grpSpPr bwMode="auto">
            <a:xfrm>
              <a:off x="5747045" y="5026316"/>
              <a:ext cx="1212852" cy="1028700"/>
              <a:chOff x="3426" y="2020"/>
              <a:chExt cx="764" cy="648"/>
            </a:xfrm>
          </p:grpSpPr>
          <p:sp>
            <p:nvSpPr>
              <p:cNvPr id="49191" name="Line 39"/>
              <p:cNvSpPr>
                <a:spLocks noChangeShapeType="1"/>
              </p:cNvSpPr>
              <p:nvPr/>
            </p:nvSpPr>
            <p:spPr bwMode="auto">
              <a:xfrm>
                <a:off x="3652" y="2020"/>
                <a:ext cx="102" cy="0"/>
              </a:xfrm>
              <a:prstGeom prst="line">
                <a:avLst/>
              </a:prstGeom>
              <a:noFill/>
              <a:ln w="38100" cap="sq">
                <a:solidFill>
                  <a:srgbClr val="FF0066"/>
                </a:solidFill>
                <a:round/>
                <a:headEnd/>
                <a:tailEnd type="stealth" w="lg" len="lg"/>
              </a:ln>
              <a:effectLst/>
            </p:spPr>
            <p:txBody>
              <a:bodyPr wrap="none" anchor="ctr"/>
              <a:lstStyle/>
              <a:p>
                <a:endParaRPr lang="zh-CN" altLang="en-US" sz="2100"/>
              </a:p>
            </p:txBody>
          </p:sp>
          <p:grpSp>
            <p:nvGrpSpPr>
              <p:cNvPr id="49227" name="Group 75"/>
              <p:cNvGrpSpPr>
                <a:grpSpLocks/>
              </p:cNvGrpSpPr>
              <p:nvPr/>
            </p:nvGrpSpPr>
            <p:grpSpPr bwMode="auto">
              <a:xfrm>
                <a:off x="3426" y="2154"/>
                <a:ext cx="764" cy="514"/>
                <a:chOff x="3514" y="2322"/>
                <a:chExt cx="764" cy="514"/>
              </a:xfrm>
            </p:grpSpPr>
            <p:sp>
              <p:nvSpPr>
                <p:cNvPr id="49196" name="Oval 44"/>
                <p:cNvSpPr>
                  <a:spLocks noChangeArrowheads="1"/>
                </p:cNvSpPr>
                <p:nvPr/>
              </p:nvSpPr>
              <p:spPr bwMode="auto">
                <a:xfrm>
                  <a:off x="3554" y="2692"/>
                  <a:ext cx="336" cy="144"/>
                </a:xfrm>
                <a:prstGeom prst="ellipse">
                  <a:avLst/>
                </a:prstGeom>
                <a:solidFill>
                  <a:schemeClr val="tx1"/>
                </a:solidFill>
                <a:ln w="12700" cap="sq">
                  <a:solidFill>
                    <a:schemeClr val="tx1"/>
                  </a:solidFill>
                  <a:round/>
                  <a:headEnd/>
                  <a:tailEnd/>
                </a:ln>
                <a:effectLst/>
              </p:spPr>
              <p:txBody>
                <a:bodyPr wrap="none" anchor="ctr"/>
                <a:lstStyle/>
                <a:p>
                  <a:endParaRPr lang="zh-CN" altLang="en-US" sz="2100"/>
                </a:p>
              </p:txBody>
            </p:sp>
            <p:sp>
              <p:nvSpPr>
                <p:cNvPr id="49195" name="Rectangle 43"/>
                <p:cNvSpPr>
                  <a:spLocks noChangeArrowheads="1"/>
                </p:cNvSpPr>
                <p:nvPr/>
              </p:nvSpPr>
              <p:spPr bwMode="auto">
                <a:xfrm>
                  <a:off x="3698" y="2473"/>
                  <a:ext cx="48" cy="240"/>
                </a:xfrm>
                <a:prstGeom prst="rect">
                  <a:avLst/>
                </a:prstGeom>
                <a:solidFill>
                  <a:schemeClr val="tx1"/>
                </a:solidFill>
                <a:ln w="12700" cap="sq">
                  <a:solidFill>
                    <a:schemeClr val="tx1"/>
                  </a:solidFill>
                  <a:miter lim="800000"/>
                  <a:headEnd/>
                  <a:tailEnd/>
                </a:ln>
                <a:effectLst/>
              </p:spPr>
              <p:txBody>
                <a:bodyPr wrap="none" anchor="ctr"/>
                <a:lstStyle/>
                <a:p>
                  <a:endParaRPr lang="zh-CN" altLang="en-US" sz="2100"/>
                </a:p>
              </p:txBody>
            </p:sp>
            <p:grpSp>
              <p:nvGrpSpPr>
                <p:cNvPr id="49201" name="Group 49"/>
                <p:cNvGrpSpPr>
                  <a:grpSpLocks/>
                </p:cNvGrpSpPr>
                <p:nvPr/>
              </p:nvGrpSpPr>
              <p:grpSpPr bwMode="auto">
                <a:xfrm>
                  <a:off x="3514" y="2322"/>
                  <a:ext cx="388" cy="297"/>
                  <a:chOff x="5373" y="2803"/>
                  <a:chExt cx="388" cy="297"/>
                </a:xfrm>
              </p:grpSpPr>
              <p:sp>
                <p:nvSpPr>
                  <p:cNvPr id="49193" name="AutoShape 41"/>
                  <p:cNvSpPr>
                    <a:spLocks noChangeArrowheads="1"/>
                  </p:cNvSpPr>
                  <p:nvPr/>
                </p:nvSpPr>
                <p:spPr bwMode="auto">
                  <a:xfrm rot="2841913">
                    <a:off x="5576" y="2763"/>
                    <a:ext cx="146" cy="225"/>
                  </a:xfrm>
                  <a:prstGeom prst="triangle">
                    <a:avLst>
                      <a:gd name="adj" fmla="val 50000"/>
                    </a:avLst>
                  </a:prstGeom>
                  <a:gradFill rotWithShape="0">
                    <a:gsLst>
                      <a:gs pos="0">
                        <a:srgbClr val="3366FF"/>
                      </a:gs>
                      <a:gs pos="100000">
                        <a:srgbClr val="3366FF">
                          <a:gamma/>
                          <a:shade val="46275"/>
                          <a:invGamma/>
                        </a:srgbClr>
                      </a:gs>
                    </a:gsLst>
                    <a:lin ang="5400000" scaled="1"/>
                  </a:gradFill>
                  <a:ln w="12700" cap="sq">
                    <a:solidFill>
                      <a:schemeClr val="tx1"/>
                    </a:solidFill>
                    <a:miter lim="800000"/>
                    <a:headEnd/>
                    <a:tailEnd/>
                  </a:ln>
                  <a:effectLst/>
                </p:spPr>
                <p:txBody>
                  <a:bodyPr wrap="none" anchor="ctr"/>
                  <a:lstStyle/>
                  <a:p>
                    <a:endParaRPr lang="zh-CN" altLang="en-US" sz="2100"/>
                  </a:p>
                </p:txBody>
              </p:sp>
              <p:sp>
                <p:nvSpPr>
                  <p:cNvPr id="49194" name="AutoShape 42"/>
                  <p:cNvSpPr>
                    <a:spLocks noChangeArrowheads="1"/>
                  </p:cNvSpPr>
                  <p:nvPr/>
                </p:nvSpPr>
                <p:spPr bwMode="auto">
                  <a:xfrm rot="13640284">
                    <a:off x="5413" y="2914"/>
                    <a:ext cx="146" cy="225"/>
                  </a:xfrm>
                  <a:prstGeom prst="triangle">
                    <a:avLst>
                      <a:gd name="adj" fmla="val 50000"/>
                    </a:avLst>
                  </a:prstGeom>
                  <a:gradFill rotWithShape="0">
                    <a:gsLst>
                      <a:gs pos="0">
                        <a:srgbClr val="FF0000">
                          <a:gamma/>
                          <a:shade val="46275"/>
                          <a:invGamma/>
                        </a:srgbClr>
                      </a:gs>
                      <a:gs pos="50000">
                        <a:srgbClr val="FF0000"/>
                      </a:gs>
                      <a:gs pos="100000">
                        <a:srgbClr val="FF0000">
                          <a:gamma/>
                          <a:shade val="46275"/>
                          <a:invGamma/>
                        </a:srgbClr>
                      </a:gs>
                    </a:gsLst>
                    <a:lin ang="5400000" scaled="1"/>
                  </a:gradFill>
                  <a:ln w="12700" cap="sq">
                    <a:solidFill>
                      <a:schemeClr val="tx1"/>
                    </a:solidFill>
                    <a:miter lim="800000"/>
                    <a:headEnd/>
                    <a:tailEnd/>
                  </a:ln>
                  <a:effectLst/>
                </p:spPr>
                <p:txBody>
                  <a:bodyPr wrap="none" anchor="ctr"/>
                  <a:lstStyle/>
                  <a:p>
                    <a:endParaRPr lang="zh-CN" altLang="en-US" sz="2100"/>
                  </a:p>
                </p:txBody>
              </p:sp>
            </p:grpSp>
            <p:sp>
              <p:nvSpPr>
                <p:cNvPr id="49206" name="Freeform 54"/>
                <p:cNvSpPr>
                  <a:spLocks/>
                </p:cNvSpPr>
                <p:nvPr/>
              </p:nvSpPr>
              <p:spPr bwMode="auto">
                <a:xfrm rot="20189127">
                  <a:off x="3968" y="2360"/>
                  <a:ext cx="310" cy="239"/>
                </a:xfrm>
                <a:custGeom>
                  <a:avLst/>
                  <a:gdLst/>
                  <a:ahLst/>
                  <a:cxnLst>
                    <a:cxn ang="0">
                      <a:pos x="0" y="482"/>
                    </a:cxn>
                    <a:cxn ang="0">
                      <a:pos x="255" y="453"/>
                    </a:cxn>
                    <a:cxn ang="0">
                      <a:pos x="425" y="227"/>
                    </a:cxn>
                    <a:cxn ang="0">
                      <a:pos x="397" y="0"/>
                    </a:cxn>
                  </a:cxnLst>
                  <a:rect l="0" t="0" r="r" b="b"/>
                  <a:pathLst>
                    <a:path w="449" h="496">
                      <a:moveTo>
                        <a:pt x="0" y="482"/>
                      </a:moveTo>
                      <a:cubicBezTo>
                        <a:pt x="92" y="489"/>
                        <a:pt x="184" y="496"/>
                        <a:pt x="255" y="453"/>
                      </a:cubicBezTo>
                      <a:cubicBezTo>
                        <a:pt x="326" y="410"/>
                        <a:pt x="401" y="302"/>
                        <a:pt x="425" y="227"/>
                      </a:cubicBezTo>
                      <a:cubicBezTo>
                        <a:pt x="449" y="152"/>
                        <a:pt x="402" y="38"/>
                        <a:pt x="397" y="0"/>
                      </a:cubicBezTo>
                    </a:path>
                  </a:pathLst>
                </a:custGeom>
                <a:noFill/>
                <a:ln w="9525">
                  <a:solidFill>
                    <a:schemeClr val="tx1"/>
                  </a:solidFill>
                  <a:round/>
                  <a:headEnd/>
                  <a:tailEnd type="stealth" w="lg" len="lg"/>
                </a:ln>
                <a:effectLst/>
              </p:spPr>
              <p:txBody>
                <a:bodyPr/>
                <a:lstStyle/>
                <a:p>
                  <a:endParaRPr lang="zh-CN" altLang="en-US" sz="2100"/>
                </a:p>
              </p:txBody>
            </p:sp>
          </p:grpSp>
        </p:grpSp>
        <p:cxnSp>
          <p:nvCxnSpPr>
            <p:cNvPr id="3" name="直接连接符 2"/>
            <p:cNvCxnSpPr/>
            <p:nvPr/>
          </p:nvCxnSpPr>
          <p:spPr bwMode="auto">
            <a:xfrm>
              <a:off x="4427539" y="5027841"/>
              <a:ext cx="3321770" cy="0"/>
            </a:xfrm>
            <a:prstGeom prst="line">
              <a:avLst/>
            </a:prstGeom>
            <a:solidFill>
              <a:schemeClr val="accent1"/>
            </a:solidFill>
            <a:ln w="38100" cap="flat" cmpd="sng" algn="ctr">
              <a:solidFill>
                <a:srgbClr val="FF3300"/>
              </a:solidFill>
              <a:prstDash val="solid"/>
              <a:round/>
              <a:headEnd type="none" w="med" len="med"/>
              <a:tailEnd type="none" w="med" len="med"/>
            </a:ln>
            <a:effectLst/>
          </p:spPr>
        </p:cxnSp>
      </p:grpSp>
      <p:sp>
        <p:nvSpPr>
          <p:cNvPr id="42" name="Rectangle 20"/>
          <p:cNvSpPr>
            <a:spLocks noChangeArrowheads="1"/>
          </p:cNvSpPr>
          <p:nvPr/>
        </p:nvSpPr>
        <p:spPr bwMode="auto">
          <a:xfrm>
            <a:off x="1933226" y="1836641"/>
            <a:ext cx="5103019" cy="424732"/>
          </a:xfrm>
          <a:prstGeom prst="rect">
            <a:avLst/>
          </a:prstGeom>
          <a:noFill/>
          <a:ln w="9525" cap="sq">
            <a:noFill/>
            <a:miter lim="800000"/>
            <a:headEnd/>
            <a:tailEnd/>
          </a:ln>
          <a:effectLst/>
        </p:spPr>
        <p:txBody>
          <a:bodyPr>
            <a:spAutoFit/>
          </a:bodyPr>
          <a:lstStyle/>
          <a:p>
            <a:pPr>
              <a:lnSpc>
                <a:spcPct val="120000"/>
              </a:lnSpc>
              <a:spcBef>
                <a:spcPct val="50000"/>
              </a:spcBef>
            </a:pPr>
            <a:r>
              <a:rPr lang="en-US" altLang="zh-CN" sz="1800" dirty="0">
                <a:solidFill>
                  <a:srgbClr val="000000"/>
                </a:solidFill>
              </a:rPr>
              <a:t>N</a:t>
            </a:r>
            <a:r>
              <a:rPr lang="zh-CN" altLang="en-US" sz="1800" dirty="0">
                <a:solidFill>
                  <a:srgbClr val="000000"/>
                </a:solidFill>
              </a:rPr>
              <a:t>、</a:t>
            </a:r>
            <a:r>
              <a:rPr lang="en-US" altLang="zh-CN" sz="1800" dirty="0">
                <a:solidFill>
                  <a:srgbClr val="000000"/>
                </a:solidFill>
              </a:rPr>
              <a:t>S</a:t>
            </a:r>
            <a:r>
              <a:rPr lang="zh-CN" altLang="en-US" sz="1800" dirty="0">
                <a:solidFill>
                  <a:srgbClr val="000000"/>
                </a:solidFill>
              </a:rPr>
              <a:t>极同时存在</a:t>
            </a:r>
            <a:r>
              <a:rPr lang="en-US" altLang="zh-CN" sz="1800" dirty="0">
                <a:solidFill>
                  <a:srgbClr val="000000"/>
                </a:solidFill>
              </a:rPr>
              <a:t>; </a:t>
            </a:r>
            <a:r>
              <a:rPr lang="zh-CN" altLang="en-US" sz="1800" dirty="0">
                <a:solidFill>
                  <a:srgbClr val="0000FF"/>
                </a:solidFill>
              </a:rPr>
              <a:t>同</a:t>
            </a:r>
            <a:r>
              <a:rPr lang="zh-CN" altLang="en-US" sz="1800" dirty="0">
                <a:solidFill>
                  <a:srgbClr val="000000"/>
                </a:solidFill>
              </a:rPr>
              <a:t>名磁极相</a:t>
            </a:r>
            <a:r>
              <a:rPr lang="zh-CN" altLang="en-US" sz="1800" dirty="0">
                <a:solidFill>
                  <a:schemeClr val="bg1"/>
                </a:solidFill>
              </a:rPr>
              <a:t>斥</a:t>
            </a:r>
            <a:r>
              <a:rPr lang="en-US" altLang="zh-CN" sz="1800" dirty="0">
                <a:solidFill>
                  <a:srgbClr val="000000"/>
                </a:solidFill>
              </a:rPr>
              <a:t>, </a:t>
            </a:r>
            <a:r>
              <a:rPr lang="zh-CN" altLang="en-US" sz="1800" dirty="0">
                <a:solidFill>
                  <a:srgbClr val="C00000"/>
                </a:solidFill>
              </a:rPr>
              <a:t>异</a:t>
            </a:r>
            <a:r>
              <a:rPr lang="zh-CN" altLang="en-US" sz="1800" dirty="0">
                <a:solidFill>
                  <a:srgbClr val="000000"/>
                </a:solidFill>
              </a:rPr>
              <a:t>名磁极相</a:t>
            </a:r>
            <a:r>
              <a:rPr lang="zh-CN" altLang="en-US" sz="1800" dirty="0">
                <a:solidFill>
                  <a:srgbClr val="C00000"/>
                </a:solidFill>
              </a:rPr>
              <a:t>吸</a:t>
            </a:r>
            <a:r>
              <a:rPr lang="en-US" altLang="zh-CN" sz="1800" dirty="0">
                <a:solidFill>
                  <a:srgbClr val="000000"/>
                </a:solidFill>
              </a:rPr>
              <a:t>.</a:t>
            </a:r>
          </a:p>
        </p:txBody>
      </p:sp>
    </p:spTree>
    <p:extLst>
      <p:ext uri="{BB962C8B-B14F-4D97-AF65-F5344CB8AC3E}">
        <p14:creationId xmlns:p14="http://schemas.microsoft.com/office/powerpoint/2010/main" val="908361788"/>
      </p:ext>
    </p:extLst>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49208"/>
                                        </p:tgtEl>
                                        <p:attrNameLst>
                                          <p:attrName>style.visibility</p:attrName>
                                        </p:attrNameLst>
                                      </p:cBhvr>
                                      <p:to>
                                        <p:strVal val="visible"/>
                                      </p:to>
                                    </p:set>
                                    <p:animEffect transition="in" filter="wipe(left)">
                                      <p:cBhvr>
                                        <p:cTn id="7" dur="500"/>
                                        <p:tgtEl>
                                          <p:spTgt spid="49208"/>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42"/>
                                        </p:tgtEl>
                                        <p:attrNameLst>
                                          <p:attrName>style.visibility</p:attrName>
                                        </p:attrNameLst>
                                      </p:cBhvr>
                                      <p:to>
                                        <p:strVal val="visible"/>
                                      </p:to>
                                    </p:set>
                                    <p:animEffect transition="in" filter="wipe(down)">
                                      <p:cBhvr>
                                        <p:cTn id="12" dur="500"/>
                                        <p:tgtEl>
                                          <p:spTgt spid="42"/>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nodeType="clickEffect">
                                  <p:stCondLst>
                                    <p:cond delay="0"/>
                                  </p:stCondLst>
                                  <p:childTnLst>
                                    <p:set>
                                      <p:cBhvr>
                                        <p:cTn id="16" dur="1" fill="hold">
                                          <p:stCondLst>
                                            <p:cond delay="0"/>
                                          </p:stCondLst>
                                        </p:cTn>
                                        <p:tgtEl>
                                          <p:spTgt spid="49186"/>
                                        </p:tgtEl>
                                        <p:attrNameLst>
                                          <p:attrName>style.visibility</p:attrName>
                                        </p:attrNameLst>
                                      </p:cBhvr>
                                      <p:to>
                                        <p:strVal val="visible"/>
                                      </p:to>
                                    </p:set>
                                    <p:animEffect transition="in" filter="wipe(down)">
                                      <p:cBhvr>
                                        <p:cTn id="17" dur="500"/>
                                        <p:tgtEl>
                                          <p:spTgt spid="49186"/>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49187"/>
                                        </p:tgtEl>
                                        <p:attrNameLst>
                                          <p:attrName>style.visibility</p:attrName>
                                        </p:attrNameLst>
                                      </p:cBhvr>
                                      <p:to>
                                        <p:strVal val="visible"/>
                                      </p:to>
                                    </p:set>
                                    <p:animEffect transition="in" filter="wipe(left)">
                                      <p:cBhvr>
                                        <p:cTn id="22" dur="500"/>
                                        <p:tgtEl>
                                          <p:spTgt spid="49187"/>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4"/>
                                        </p:tgtEl>
                                        <p:attrNameLst>
                                          <p:attrName>style.visibility</p:attrName>
                                        </p:attrNameLst>
                                      </p:cBhvr>
                                      <p:to>
                                        <p:strVal val="visible"/>
                                      </p:to>
                                    </p:set>
                                    <p:animEffect transition="in" filter="wipe(left)">
                                      <p:cBhvr>
                                        <p:cTn id="27" dur="500"/>
                                        <p:tgtEl>
                                          <p:spTgt spid="4"/>
                                        </p:tgtEl>
                                      </p:cBhvr>
                                    </p:animEffect>
                                  </p:childTnLst>
                                </p:cTn>
                              </p:par>
                              <p:par>
                                <p:cTn id="28" presetID="22" presetClass="entr" presetSubtype="8" fill="hold" grpId="0" nodeType="withEffect">
                                  <p:stCondLst>
                                    <p:cond delay="0"/>
                                  </p:stCondLst>
                                  <p:childTnLst>
                                    <p:set>
                                      <p:cBhvr>
                                        <p:cTn id="29" dur="1" fill="hold">
                                          <p:stCondLst>
                                            <p:cond delay="0"/>
                                          </p:stCondLst>
                                        </p:cTn>
                                        <p:tgtEl>
                                          <p:spTgt spid="60"/>
                                        </p:tgtEl>
                                        <p:attrNameLst>
                                          <p:attrName>style.visibility</p:attrName>
                                        </p:attrNameLst>
                                      </p:cBhvr>
                                      <p:to>
                                        <p:strVal val="visible"/>
                                      </p:to>
                                    </p:set>
                                    <p:animEffect transition="in" filter="wipe(left)">
                                      <p:cBhvr>
                                        <p:cTn id="30" dur="500"/>
                                        <p:tgtEl>
                                          <p:spTgt spid="6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9187" grpId="0"/>
      <p:bldP spid="60" grpId="0"/>
      <p:bldP spid="42"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fld id="{C8EA54EE-8AC7-426A-8D8E-5DE786B1060B}" type="slidenum">
              <a:rPr lang="en-US" altLang="zh-CN" smtClean="0"/>
              <a:pPr/>
              <a:t>9</a:t>
            </a:fld>
            <a:endParaRPr lang="en-US" altLang="zh-CN" dirty="0"/>
          </a:p>
        </p:txBody>
      </p:sp>
      <p:sp>
        <p:nvSpPr>
          <p:cNvPr id="3" name="Rectangle 47"/>
          <p:cNvSpPr>
            <a:spLocks noChangeArrowheads="1"/>
          </p:cNvSpPr>
          <p:nvPr/>
        </p:nvSpPr>
        <p:spPr bwMode="auto">
          <a:xfrm>
            <a:off x="1675210" y="3959479"/>
            <a:ext cx="4411265" cy="415498"/>
          </a:xfrm>
          <a:prstGeom prst="rect">
            <a:avLst/>
          </a:prstGeom>
          <a:noFill/>
          <a:ln w="9525" cap="sq">
            <a:noFill/>
            <a:miter lim="800000"/>
            <a:headEnd/>
            <a:tailEnd/>
          </a:ln>
          <a:effectLst/>
        </p:spPr>
        <p:txBody>
          <a:bodyPr>
            <a:spAutoFit/>
          </a:bodyPr>
          <a:lstStyle/>
          <a:p>
            <a:pPr>
              <a:spcBef>
                <a:spcPct val="50000"/>
              </a:spcBef>
            </a:pPr>
            <a:r>
              <a:rPr lang="en-US" altLang="zh-CN" sz="2100">
                <a:solidFill>
                  <a:srgbClr val="990000"/>
                </a:solidFill>
              </a:rPr>
              <a:t>3. </a:t>
            </a:r>
            <a:r>
              <a:rPr lang="zh-CN" altLang="en-US" sz="2100">
                <a:solidFill>
                  <a:srgbClr val="990000"/>
                </a:solidFill>
              </a:rPr>
              <a:t>磁现象的起源 </a:t>
            </a:r>
            <a:r>
              <a:rPr lang="en-US" altLang="zh-CN" sz="2100">
                <a:solidFill>
                  <a:srgbClr val="990000"/>
                </a:solidFill>
              </a:rPr>
              <a:t>——</a:t>
            </a:r>
            <a:r>
              <a:rPr lang="zh-CN" altLang="en-US" sz="2100">
                <a:solidFill>
                  <a:srgbClr val="990000"/>
                </a:solidFill>
              </a:rPr>
              <a:t>分子电流假说</a:t>
            </a:r>
          </a:p>
        </p:txBody>
      </p:sp>
      <p:grpSp>
        <p:nvGrpSpPr>
          <p:cNvPr id="4" name="Group 87"/>
          <p:cNvGrpSpPr>
            <a:grpSpLocks/>
          </p:cNvGrpSpPr>
          <p:nvPr/>
        </p:nvGrpSpPr>
        <p:grpSpPr bwMode="auto">
          <a:xfrm>
            <a:off x="3978419" y="1745237"/>
            <a:ext cx="1638300" cy="476250"/>
            <a:chOff x="1184" y="3187"/>
            <a:chExt cx="1376" cy="400"/>
          </a:xfrm>
        </p:grpSpPr>
        <p:sp>
          <p:nvSpPr>
            <p:cNvPr id="5" name="Freeform 62"/>
            <p:cNvSpPr>
              <a:spLocks/>
            </p:cNvSpPr>
            <p:nvPr/>
          </p:nvSpPr>
          <p:spPr bwMode="auto">
            <a:xfrm rot="-5400000">
              <a:off x="1780" y="2807"/>
              <a:ext cx="184" cy="1376"/>
            </a:xfrm>
            <a:custGeom>
              <a:avLst/>
              <a:gdLst/>
              <a:ahLst/>
              <a:cxnLst>
                <a:cxn ang="0">
                  <a:pos x="0" y="0"/>
                </a:cxn>
                <a:cxn ang="0">
                  <a:pos x="4" y="1376"/>
                </a:cxn>
              </a:cxnLst>
              <a:rect l="0" t="0" r="r" b="b"/>
              <a:pathLst>
                <a:path w="184" h="1376">
                  <a:moveTo>
                    <a:pt x="0" y="0"/>
                  </a:moveTo>
                  <a:cubicBezTo>
                    <a:pt x="1" y="229"/>
                    <a:pt x="184" y="854"/>
                    <a:pt x="4" y="1376"/>
                  </a:cubicBezTo>
                </a:path>
              </a:pathLst>
            </a:custGeom>
            <a:noFill/>
            <a:ln w="9525" cap="flat">
              <a:solidFill>
                <a:schemeClr val="tx1"/>
              </a:solidFill>
              <a:prstDash val="dash"/>
              <a:round/>
              <a:headEnd type="none" w="med" len="med"/>
              <a:tailEnd type="none" w="med" len="med"/>
            </a:ln>
            <a:effectLst/>
          </p:spPr>
          <p:txBody>
            <a:bodyPr wrap="none" anchor="ctr"/>
            <a:lstStyle/>
            <a:p>
              <a:endParaRPr lang="zh-CN" altLang="en-US" sz="2100"/>
            </a:p>
          </p:txBody>
        </p:sp>
        <p:sp>
          <p:nvSpPr>
            <p:cNvPr id="6" name="Freeform 65"/>
            <p:cNvSpPr>
              <a:spLocks/>
            </p:cNvSpPr>
            <p:nvPr/>
          </p:nvSpPr>
          <p:spPr bwMode="auto">
            <a:xfrm rot="16200000" flipH="1">
              <a:off x="1780" y="2591"/>
              <a:ext cx="184" cy="1376"/>
            </a:xfrm>
            <a:custGeom>
              <a:avLst/>
              <a:gdLst/>
              <a:ahLst/>
              <a:cxnLst>
                <a:cxn ang="0">
                  <a:pos x="0" y="0"/>
                </a:cxn>
                <a:cxn ang="0">
                  <a:pos x="4" y="1376"/>
                </a:cxn>
              </a:cxnLst>
              <a:rect l="0" t="0" r="r" b="b"/>
              <a:pathLst>
                <a:path w="184" h="1376">
                  <a:moveTo>
                    <a:pt x="0" y="0"/>
                  </a:moveTo>
                  <a:cubicBezTo>
                    <a:pt x="1" y="229"/>
                    <a:pt x="184" y="854"/>
                    <a:pt x="4" y="1376"/>
                  </a:cubicBezTo>
                </a:path>
              </a:pathLst>
            </a:custGeom>
            <a:noFill/>
            <a:ln w="9525" cap="flat">
              <a:solidFill>
                <a:schemeClr val="tx1"/>
              </a:solidFill>
              <a:prstDash val="dash"/>
              <a:round/>
              <a:headEnd type="none" w="med" len="med"/>
              <a:tailEnd type="none" w="med" len="med"/>
            </a:ln>
            <a:effectLst/>
          </p:spPr>
          <p:txBody>
            <a:bodyPr wrap="none" anchor="ctr"/>
            <a:lstStyle/>
            <a:p>
              <a:endParaRPr lang="zh-CN" altLang="en-US" sz="2100"/>
            </a:p>
          </p:txBody>
        </p:sp>
      </p:grpSp>
      <p:sp>
        <p:nvSpPr>
          <p:cNvPr id="7" name="Text Box 68"/>
          <p:cNvSpPr txBox="1">
            <a:spLocks noChangeArrowheads="1"/>
          </p:cNvSpPr>
          <p:nvPr/>
        </p:nvSpPr>
        <p:spPr bwMode="auto">
          <a:xfrm>
            <a:off x="1765264" y="612847"/>
            <a:ext cx="3781805" cy="415498"/>
          </a:xfrm>
          <a:prstGeom prst="rect">
            <a:avLst/>
          </a:prstGeom>
          <a:noFill/>
          <a:ln w="9525">
            <a:noFill/>
            <a:miter lim="800000"/>
            <a:headEnd/>
            <a:tailEnd/>
          </a:ln>
          <a:effectLst/>
        </p:spPr>
        <p:txBody>
          <a:bodyPr wrap="none">
            <a:spAutoFit/>
          </a:bodyPr>
          <a:lstStyle/>
          <a:p>
            <a:pPr marL="342900" indent="-342900">
              <a:buFont typeface="Wingdings" panose="05000000000000000000" pitchFamily="2" charset="2"/>
              <a:buChar char="Ø"/>
            </a:pPr>
            <a:r>
              <a:rPr lang="zh-CN" altLang="en-US" sz="2100">
                <a:solidFill>
                  <a:srgbClr val="C00000"/>
                </a:solidFill>
              </a:rPr>
              <a:t>载流导线之间的相互作用。</a:t>
            </a:r>
          </a:p>
        </p:txBody>
      </p:sp>
      <p:sp>
        <p:nvSpPr>
          <p:cNvPr id="9" name="Text Box 69"/>
          <p:cNvSpPr txBox="1">
            <a:spLocks noChangeArrowheads="1"/>
          </p:cNvSpPr>
          <p:nvPr/>
        </p:nvSpPr>
        <p:spPr bwMode="auto">
          <a:xfrm>
            <a:off x="2978836" y="2677174"/>
            <a:ext cx="4218601" cy="415498"/>
          </a:xfrm>
          <a:prstGeom prst="rect">
            <a:avLst/>
          </a:prstGeom>
          <a:noFill/>
          <a:ln w="9525">
            <a:solidFill>
              <a:schemeClr val="tx2"/>
            </a:solidFill>
            <a:miter lim="800000"/>
            <a:headEnd/>
            <a:tailEnd/>
          </a:ln>
          <a:effectLst/>
        </p:spPr>
        <p:txBody>
          <a:bodyPr wrap="square">
            <a:spAutoFit/>
          </a:bodyPr>
          <a:lstStyle/>
          <a:p>
            <a:r>
              <a:rPr lang="zh-CN" altLang="en-US" sz="2100">
                <a:ea typeface="隶书" pitchFamily="49" charset="-122"/>
              </a:rPr>
              <a:t>磁力与运动电荷间的相互作用有关</a:t>
            </a:r>
          </a:p>
        </p:txBody>
      </p:sp>
      <p:grpSp>
        <p:nvGrpSpPr>
          <p:cNvPr id="11" name="Group 86"/>
          <p:cNvGrpSpPr>
            <a:grpSpLocks/>
          </p:cNvGrpSpPr>
          <p:nvPr/>
        </p:nvGrpSpPr>
        <p:grpSpPr bwMode="auto">
          <a:xfrm>
            <a:off x="3670048" y="1595219"/>
            <a:ext cx="1978819" cy="751285"/>
            <a:chOff x="925" y="3061"/>
            <a:chExt cx="1662" cy="631"/>
          </a:xfrm>
        </p:grpSpPr>
        <p:grpSp>
          <p:nvGrpSpPr>
            <p:cNvPr id="12" name="Group 80"/>
            <p:cNvGrpSpPr>
              <a:grpSpLocks/>
            </p:cNvGrpSpPr>
            <p:nvPr/>
          </p:nvGrpSpPr>
          <p:grpSpPr bwMode="auto">
            <a:xfrm>
              <a:off x="1162" y="3596"/>
              <a:ext cx="1425" cy="0"/>
              <a:chOff x="1162" y="3515"/>
              <a:chExt cx="1425" cy="0"/>
            </a:xfrm>
          </p:grpSpPr>
          <p:sp>
            <p:nvSpPr>
              <p:cNvPr id="18" name="Line 60"/>
              <p:cNvSpPr>
                <a:spLocks noChangeShapeType="1"/>
              </p:cNvSpPr>
              <p:nvPr/>
            </p:nvSpPr>
            <p:spPr bwMode="auto">
              <a:xfrm rot="-5400000">
                <a:off x="1618" y="3059"/>
                <a:ext cx="0" cy="912"/>
              </a:xfrm>
              <a:prstGeom prst="line">
                <a:avLst/>
              </a:prstGeom>
              <a:noFill/>
              <a:ln w="12700">
                <a:solidFill>
                  <a:schemeClr val="tx1"/>
                </a:solidFill>
                <a:round/>
                <a:headEnd/>
                <a:tailEnd type="arrow" w="med" len="med"/>
              </a:ln>
              <a:effectLst/>
            </p:spPr>
            <p:txBody>
              <a:bodyPr wrap="none" anchor="ctr"/>
              <a:lstStyle/>
              <a:p>
                <a:endParaRPr lang="zh-CN" altLang="en-US" sz="2100"/>
              </a:p>
            </p:txBody>
          </p:sp>
          <p:sp>
            <p:nvSpPr>
              <p:cNvPr id="19" name="Line 63"/>
              <p:cNvSpPr>
                <a:spLocks noChangeShapeType="1"/>
              </p:cNvSpPr>
              <p:nvPr/>
            </p:nvSpPr>
            <p:spPr bwMode="auto">
              <a:xfrm rot="-5400000">
                <a:off x="2299" y="3227"/>
                <a:ext cx="0" cy="576"/>
              </a:xfrm>
              <a:prstGeom prst="line">
                <a:avLst/>
              </a:prstGeom>
              <a:noFill/>
              <a:ln w="12700">
                <a:solidFill>
                  <a:schemeClr val="tx1"/>
                </a:solidFill>
                <a:round/>
                <a:headEnd/>
                <a:tailEnd/>
              </a:ln>
              <a:effectLst/>
            </p:spPr>
            <p:txBody>
              <a:bodyPr wrap="none" anchor="ctr"/>
              <a:lstStyle/>
              <a:p>
                <a:endParaRPr lang="zh-CN" altLang="en-US" sz="2100"/>
              </a:p>
            </p:txBody>
          </p:sp>
        </p:grpSp>
        <p:graphicFrame>
          <p:nvGraphicFramePr>
            <p:cNvPr id="13" name="Object 66"/>
            <p:cNvGraphicFramePr>
              <a:graphicFrameLocks noChangeAspect="1"/>
            </p:cNvGraphicFramePr>
            <p:nvPr/>
          </p:nvGraphicFramePr>
          <p:xfrm>
            <a:off x="925" y="3061"/>
            <a:ext cx="175" cy="210"/>
          </p:xfrm>
          <a:graphic>
            <a:graphicData uri="http://schemas.openxmlformats.org/presentationml/2006/ole">
              <mc:AlternateContent xmlns:mc="http://schemas.openxmlformats.org/markup-compatibility/2006">
                <mc:Choice xmlns:v="urn:schemas-microsoft-com:vml" Requires="v">
                  <p:oleObj spid="_x0000_s191786" name="公式" r:id="rId3" imgW="126720" imgH="152280" progId="Equation.3">
                    <p:embed/>
                  </p:oleObj>
                </mc:Choice>
                <mc:Fallback>
                  <p:oleObj name="公式" r:id="rId3" imgW="126720" imgH="152280" progId="Equation.3">
                    <p:embed/>
                    <p:pic>
                      <p:nvPicPr>
                        <p:cNvPr id="49218" name="Object 6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25" y="3061"/>
                          <a:ext cx="175" cy="2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nvGrpSpPr>
            <p:cNvPr id="14" name="Group 81"/>
            <p:cNvGrpSpPr>
              <a:grpSpLocks/>
            </p:cNvGrpSpPr>
            <p:nvPr/>
          </p:nvGrpSpPr>
          <p:grpSpPr bwMode="auto">
            <a:xfrm>
              <a:off x="1162" y="3178"/>
              <a:ext cx="1425" cy="0"/>
              <a:chOff x="1162" y="3515"/>
              <a:chExt cx="1425" cy="0"/>
            </a:xfrm>
          </p:grpSpPr>
          <p:sp>
            <p:nvSpPr>
              <p:cNvPr id="16" name="Line 82"/>
              <p:cNvSpPr>
                <a:spLocks noChangeShapeType="1"/>
              </p:cNvSpPr>
              <p:nvPr/>
            </p:nvSpPr>
            <p:spPr bwMode="auto">
              <a:xfrm rot="-5400000">
                <a:off x="1618" y="3059"/>
                <a:ext cx="0" cy="912"/>
              </a:xfrm>
              <a:prstGeom prst="line">
                <a:avLst/>
              </a:prstGeom>
              <a:noFill/>
              <a:ln w="12700">
                <a:solidFill>
                  <a:schemeClr val="tx1"/>
                </a:solidFill>
                <a:round/>
                <a:headEnd/>
                <a:tailEnd type="arrow" w="med" len="med"/>
              </a:ln>
              <a:effectLst/>
            </p:spPr>
            <p:txBody>
              <a:bodyPr wrap="none" anchor="ctr"/>
              <a:lstStyle/>
              <a:p>
                <a:endParaRPr lang="zh-CN" altLang="en-US" sz="2100"/>
              </a:p>
            </p:txBody>
          </p:sp>
          <p:sp>
            <p:nvSpPr>
              <p:cNvPr id="17" name="Line 83"/>
              <p:cNvSpPr>
                <a:spLocks noChangeShapeType="1"/>
              </p:cNvSpPr>
              <p:nvPr/>
            </p:nvSpPr>
            <p:spPr bwMode="auto">
              <a:xfrm rot="-5400000">
                <a:off x="2299" y="3227"/>
                <a:ext cx="0" cy="576"/>
              </a:xfrm>
              <a:prstGeom prst="line">
                <a:avLst/>
              </a:prstGeom>
              <a:noFill/>
              <a:ln w="12700">
                <a:solidFill>
                  <a:schemeClr val="tx1"/>
                </a:solidFill>
                <a:round/>
                <a:headEnd/>
                <a:tailEnd/>
              </a:ln>
              <a:effectLst/>
            </p:spPr>
            <p:txBody>
              <a:bodyPr wrap="none" anchor="ctr"/>
              <a:lstStyle/>
              <a:p>
                <a:endParaRPr lang="zh-CN" altLang="en-US" sz="2100"/>
              </a:p>
            </p:txBody>
          </p:sp>
        </p:grpSp>
        <p:graphicFrame>
          <p:nvGraphicFramePr>
            <p:cNvPr id="15" name="Object 84"/>
            <p:cNvGraphicFramePr>
              <a:graphicFrameLocks noChangeAspect="1"/>
            </p:cNvGraphicFramePr>
            <p:nvPr/>
          </p:nvGraphicFramePr>
          <p:xfrm>
            <a:off x="925" y="3482"/>
            <a:ext cx="175" cy="210"/>
          </p:xfrm>
          <a:graphic>
            <a:graphicData uri="http://schemas.openxmlformats.org/presentationml/2006/ole">
              <mc:AlternateContent xmlns:mc="http://schemas.openxmlformats.org/markup-compatibility/2006">
                <mc:Choice xmlns:v="urn:schemas-microsoft-com:vml" Requires="v">
                  <p:oleObj spid="_x0000_s191787" name="公式" r:id="rId5" imgW="126720" imgH="152280" progId="Equation.3">
                    <p:embed/>
                  </p:oleObj>
                </mc:Choice>
                <mc:Fallback>
                  <p:oleObj name="公式" r:id="rId5" imgW="126720" imgH="152280" progId="Equation.3">
                    <p:embed/>
                    <p:pic>
                      <p:nvPicPr>
                        <p:cNvPr id="49236" name="Object 8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25" y="3482"/>
                          <a:ext cx="175" cy="2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sp>
        <p:nvSpPr>
          <p:cNvPr id="20" name="AutoShape 70"/>
          <p:cNvSpPr>
            <a:spLocks noChangeArrowheads="1"/>
          </p:cNvSpPr>
          <p:nvPr/>
        </p:nvSpPr>
        <p:spPr bwMode="auto">
          <a:xfrm>
            <a:off x="1675210" y="2659530"/>
            <a:ext cx="1085850" cy="514350"/>
          </a:xfrm>
          <a:prstGeom prst="cloudCallout">
            <a:avLst>
              <a:gd name="adj1" fmla="val 70675"/>
              <a:gd name="adj2" fmla="val -14625"/>
            </a:avLst>
          </a:prstGeom>
          <a:noFill/>
          <a:ln w="38100">
            <a:solidFill>
              <a:srgbClr val="0033CC"/>
            </a:solidFill>
            <a:round/>
            <a:headEnd/>
            <a:tailEnd/>
          </a:ln>
          <a:effectLst/>
        </p:spPr>
        <p:txBody>
          <a:bodyPr wrap="none" lIns="67500" tIns="35100" rIns="67500" bIns="35100" anchor="ctr"/>
          <a:lstStyle/>
          <a:p>
            <a:pPr algn="ctr"/>
            <a:r>
              <a:rPr lang="zh-CN" altLang="en-US" sz="1800">
                <a:solidFill>
                  <a:srgbClr val="FF3300"/>
                </a:solidFill>
              </a:rPr>
              <a:t>结论</a:t>
            </a:r>
          </a:p>
        </p:txBody>
      </p:sp>
    </p:spTree>
    <p:extLst>
      <p:ext uri="{BB962C8B-B14F-4D97-AF65-F5344CB8AC3E}">
        <p14:creationId xmlns:p14="http://schemas.microsoft.com/office/powerpoint/2010/main" val="3447320642"/>
      </p:ext>
    </p:extLst>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wipe(left)">
                                      <p:cBhvr>
                                        <p:cTn id="7" dur="500"/>
                                        <p:tgtEl>
                                          <p:spTgt spid="11"/>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wipe(left)">
                                      <p:cBhvr>
                                        <p:cTn id="12" dur="5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wipe(left)">
                                      <p:cBhvr>
                                        <p:cTn id="17" dur="500"/>
                                        <p:tgtEl>
                                          <p:spTgt spid="9"/>
                                        </p:tgtEl>
                                      </p:cBhvr>
                                    </p:animEffect>
                                  </p:childTnLst>
                                </p:cTn>
                              </p:par>
                              <p:par>
                                <p:cTn id="18" presetID="22" presetClass="entr" presetSubtype="8" fill="hold" grpId="0" nodeType="withEffect">
                                  <p:stCondLst>
                                    <p:cond delay="0"/>
                                  </p:stCondLst>
                                  <p:childTnLst>
                                    <p:set>
                                      <p:cBhvr>
                                        <p:cTn id="19" dur="1" fill="hold">
                                          <p:stCondLst>
                                            <p:cond delay="0"/>
                                          </p:stCondLst>
                                        </p:cTn>
                                        <p:tgtEl>
                                          <p:spTgt spid="20"/>
                                        </p:tgtEl>
                                        <p:attrNameLst>
                                          <p:attrName>style.visibility</p:attrName>
                                        </p:attrNameLst>
                                      </p:cBhvr>
                                      <p:to>
                                        <p:strVal val="visible"/>
                                      </p:to>
                                    </p:set>
                                    <p:animEffect transition="in" filter="wipe(left)">
                                      <p:cBhvr>
                                        <p:cTn id="20" dur="500"/>
                                        <p:tgtEl>
                                          <p:spTgt spid="20"/>
                                        </p:tgtEl>
                                      </p:cBhvr>
                                    </p:animEffect>
                                  </p:childTnLst>
                                </p:cTn>
                              </p:par>
                            </p:childTnLst>
                          </p:cTn>
                        </p:par>
                      </p:childTnLst>
                    </p:cTn>
                  </p:par>
                  <p:par>
                    <p:cTn id="21" fill="hold">
                      <p:stCondLst>
                        <p:cond delay="indefinite"/>
                      </p:stCondLst>
                      <p:childTnLst>
                        <p:par>
                          <p:cTn id="22" fill="hold">
                            <p:stCondLst>
                              <p:cond delay="0"/>
                            </p:stCondLst>
                            <p:childTnLst>
                              <p:par>
                                <p:cTn id="23" presetID="22" presetClass="entr" presetSubtype="8" fill="hold" grpId="0" nodeType="clickEffect">
                                  <p:stCondLst>
                                    <p:cond delay="0"/>
                                  </p:stCondLst>
                                  <p:childTnLst>
                                    <p:set>
                                      <p:cBhvr>
                                        <p:cTn id="24" dur="1" fill="hold">
                                          <p:stCondLst>
                                            <p:cond delay="0"/>
                                          </p:stCondLst>
                                        </p:cTn>
                                        <p:tgtEl>
                                          <p:spTgt spid="3"/>
                                        </p:tgtEl>
                                        <p:attrNameLst>
                                          <p:attrName>style.visibility</p:attrName>
                                        </p:attrNameLst>
                                      </p:cBhvr>
                                      <p:to>
                                        <p:strVal val="visible"/>
                                      </p:to>
                                    </p:set>
                                    <p:animEffect transition="in" filter="wipe(left)">
                                      <p:cBhvr>
                                        <p:cTn id="25"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9" grpId="0" animBg="1"/>
      <p:bldP spid="20"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5"/>
          <p:cNvSpPr>
            <a:spLocks noGrp="1"/>
          </p:cNvSpPr>
          <p:nvPr>
            <p:ph type="sldNum" sz="quarter" idx="12"/>
          </p:nvPr>
        </p:nvSpPr>
        <p:spPr>
          <a:xfrm>
            <a:off x="7763311" y="4884420"/>
            <a:ext cx="1428750" cy="342900"/>
          </a:xfrm>
        </p:spPr>
        <p:txBody>
          <a:bodyPr/>
          <a:lstStyle/>
          <a:p>
            <a:fld id="{8967796F-2259-408B-9AEE-D169A9A7C12F}" type="slidenum">
              <a:rPr lang="en-US" altLang="zh-CN"/>
              <a:pPr/>
              <a:t>10</a:t>
            </a:fld>
            <a:endParaRPr lang="en-US" altLang="zh-CN"/>
          </a:p>
        </p:txBody>
      </p:sp>
      <p:sp>
        <p:nvSpPr>
          <p:cNvPr id="103428" name="Text Box 4"/>
          <p:cNvSpPr txBox="1">
            <a:spLocks noChangeArrowheads="1"/>
          </p:cNvSpPr>
          <p:nvPr/>
        </p:nvSpPr>
        <p:spPr bwMode="auto">
          <a:xfrm>
            <a:off x="2262442" y="427624"/>
            <a:ext cx="4383881" cy="461665"/>
          </a:xfrm>
          <a:prstGeom prst="rect">
            <a:avLst/>
          </a:prstGeom>
          <a:noFill/>
          <a:ln w="9525">
            <a:noFill/>
            <a:miter lim="800000"/>
            <a:headEnd/>
            <a:tailEnd/>
          </a:ln>
          <a:effectLst/>
        </p:spPr>
        <p:txBody>
          <a:bodyPr>
            <a:spAutoFit/>
          </a:bodyPr>
          <a:lstStyle/>
          <a:p>
            <a:pPr algn="ctr">
              <a:spcBef>
                <a:spcPct val="50000"/>
              </a:spcBef>
            </a:pPr>
            <a:r>
              <a:rPr lang="zh-CN" altLang="en-US" sz="2400" dirty="0">
                <a:solidFill>
                  <a:srgbClr val="A50021"/>
                </a:solidFill>
              </a:rPr>
              <a:t>分子电流假说</a:t>
            </a:r>
          </a:p>
        </p:txBody>
      </p:sp>
      <p:sp>
        <p:nvSpPr>
          <p:cNvPr id="103429" name="Text Box 5"/>
          <p:cNvSpPr txBox="1">
            <a:spLocks noChangeArrowheads="1"/>
          </p:cNvSpPr>
          <p:nvPr/>
        </p:nvSpPr>
        <p:spPr bwMode="auto">
          <a:xfrm>
            <a:off x="1112520" y="1268884"/>
            <a:ext cx="7078980" cy="3000821"/>
          </a:xfrm>
          <a:prstGeom prst="rect">
            <a:avLst/>
          </a:prstGeom>
          <a:noFill/>
          <a:ln w="9525">
            <a:noFill/>
            <a:miter lim="800000"/>
            <a:headEnd/>
            <a:tailEnd/>
          </a:ln>
          <a:effectLst/>
        </p:spPr>
        <p:txBody>
          <a:bodyPr wrap="square">
            <a:spAutoFit/>
          </a:bodyPr>
          <a:lstStyle/>
          <a:p>
            <a:pPr>
              <a:lnSpc>
                <a:spcPct val="140000"/>
              </a:lnSpc>
              <a:spcBef>
                <a:spcPct val="20000"/>
              </a:spcBef>
            </a:pPr>
            <a:r>
              <a:rPr lang="zh-CN" altLang="en-US" sz="2100" dirty="0"/>
              <a:t>        安培提出，任何物质的分子中都存在着环形电流，称为分子电流，而分子电流相当一个</a:t>
            </a:r>
            <a:r>
              <a:rPr lang="zh-CN" altLang="en-US" sz="2100" dirty="0">
                <a:solidFill>
                  <a:srgbClr val="0000FF"/>
                </a:solidFill>
              </a:rPr>
              <a:t>基元磁体</a:t>
            </a:r>
            <a:r>
              <a:rPr lang="zh-CN" altLang="en-US" sz="2100" dirty="0"/>
              <a:t>。</a:t>
            </a:r>
            <a:endParaRPr lang="en-US" altLang="zh-CN" sz="2100" dirty="0"/>
          </a:p>
          <a:p>
            <a:pPr>
              <a:lnSpc>
                <a:spcPct val="140000"/>
              </a:lnSpc>
              <a:spcBef>
                <a:spcPct val="20000"/>
              </a:spcBef>
            </a:pPr>
            <a:r>
              <a:rPr lang="en-US" altLang="zh-CN" sz="2100" dirty="0"/>
              <a:t>        N</a:t>
            </a:r>
            <a:r>
              <a:rPr lang="zh-CN" altLang="en-US" sz="2100" dirty="0"/>
              <a:t>极和</a:t>
            </a:r>
            <a:r>
              <a:rPr lang="en-US" altLang="zh-CN" sz="2100" dirty="0"/>
              <a:t>S</a:t>
            </a:r>
            <a:r>
              <a:rPr lang="zh-CN" altLang="en-US" sz="2100" dirty="0"/>
              <a:t>极相当于分子电流的两面，所以是同时存在的。 </a:t>
            </a:r>
            <a:endParaRPr lang="en-US" altLang="zh-CN" sz="2100" dirty="0"/>
          </a:p>
          <a:p>
            <a:pPr>
              <a:lnSpc>
                <a:spcPct val="140000"/>
              </a:lnSpc>
              <a:spcBef>
                <a:spcPct val="20000"/>
              </a:spcBef>
            </a:pPr>
            <a:r>
              <a:rPr lang="zh-CN" altLang="en-US" sz="2100" dirty="0">
                <a:solidFill>
                  <a:srgbClr val="A50021"/>
                </a:solidFill>
              </a:rPr>
              <a:t>        分子电流的取向是无规则的，整个物体不显磁性。</a:t>
            </a:r>
            <a:endParaRPr lang="en-US" altLang="zh-CN" sz="2100" dirty="0">
              <a:solidFill>
                <a:srgbClr val="A50021"/>
              </a:solidFill>
            </a:endParaRPr>
          </a:p>
          <a:p>
            <a:pPr>
              <a:lnSpc>
                <a:spcPct val="140000"/>
              </a:lnSpc>
              <a:spcBef>
                <a:spcPct val="20000"/>
              </a:spcBef>
            </a:pPr>
            <a:r>
              <a:rPr lang="zh-CN" altLang="en-US" sz="2100" dirty="0">
                <a:solidFill>
                  <a:srgbClr val="0000FF"/>
                </a:solidFill>
              </a:rPr>
              <a:t>        在外磁场作用下，等效于基元磁体的各个分子电流将倾向于沿外磁场方向取向，而使物体显示磁</a:t>
            </a:r>
            <a:r>
              <a:rPr lang="zh-CN" altLang="en-US" sz="2100">
                <a:solidFill>
                  <a:srgbClr val="0000FF"/>
                </a:solidFill>
              </a:rPr>
              <a:t>性</a:t>
            </a:r>
            <a:r>
              <a:rPr lang="zh-CN" altLang="en-US" sz="2100" smtClean="0">
                <a:solidFill>
                  <a:srgbClr val="0000FF"/>
                </a:solidFill>
              </a:rPr>
              <a:t>。</a:t>
            </a:r>
            <a:endParaRPr lang="zh-CN" altLang="en-US" sz="2100" dirty="0">
              <a:solidFill>
                <a:schemeClr val="tx2"/>
              </a:solidFill>
            </a:endParaRPr>
          </a:p>
        </p:txBody>
      </p:sp>
    </p:spTree>
  </p:cSld>
  <p:clrMapOvr>
    <a:masterClrMapping/>
  </p:clrMapOvr>
  <p:transition>
    <p:random/>
  </p:transition>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 name="灯片编号占位符 3"/>
          <p:cNvSpPr>
            <a:spLocks noGrp="1"/>
          </p:cNvSpPr>
          <p:nvPr>
            <p:ph type="sldNum" sz="quarter" idx="12"/>
          </p:nvPr>
        </p:nvSpPr>
        <p:spPr/>
        <p:txBody>
          <a:bodyPr/>
          <a:lstStyle/>
          <a:p>
            <a:fld id="{23B738D2-2D6D-46E8-9006-394AE28768FA}" type="slidenum">
              <a:rPr lang="en-US" altLang="zh-CN"/>
              <a:pPr/>
              <a:t>11</a:t>
            </a:fld>
            <a:endParaRPr lang="en-US" altLang="zh-CN"/>
          </a:p>
        </p:txBody>
      </p:sp>
      <p:grpSp>
        <p:nvGrpSpPr>
          <p:cNvPr id="95269" name="Group 37"/>
          <p:cNvGrpSpPr>
            <a:grpSpLocks/>
          </p:cNvGrpSpPr>
          <p:nvPr/>
        </p:nvGrpSpPr>
        <p:grpSpPr bwMode="auto">
          <a:xfrm>
            <a:off x="604657" y="262997"/>
            <a:ext cx="4860131" cy="479822"/>
            <a:chOff x="290" y="238"/>
            <a:chExt cx="4082" cy="403"/>
          </a:xfrm>
        </p:grpSpPr>
        <p:sp>
          <p:nvSpPr>
            <p:cNvPr id="95270" name="Text Box 38"/>
            <p:cNvSpPr txBox="1">
              <a:spLocks noChangeArrowheads="1"/>
            </p:cNvSpPr>
            <p:nvPr/>
          </p:nvSpPr>
          <p:spPr bwMode="auto">
            <a:xfrm>
              <a:off x="290" y="238"/>
              <a:ext cx="4082" cy="403"/>
            </a:xfrm>
            <a:prstGeom prst="rect">
              <a:avLst/>
            </a:prstGeom>
            <a:noFill/>
            <a:ln w="9525">
              <a:noFill/>
              <a:miter lim="800000"/>
              <a:headEnd/>
              <a:tailEnd/>
            </a:ln>
            <a:effectLst/>
          </p:spPr>
          <p:txBody>
            <a:bodyPr>
              <a:spAutoFit/>
            </a:bodyPr>
            <a:lstStyle/>
            <a:p>
              <a:pPr>
                <a:lnSpc>
                  <a:spcPct val="120000"/>
                </a:lnSpc>
                <a:spcBef>
                  <a:spcPct val="50000"/>
                </a:spcBef>
              </a:pPr>
              <a:r>
                <a:rPr kumimoji="0" lang="zh-CN" altLang="en-US" sz="2100">
                  <a:solidFill>
                    <a:srgbClr val="0000FF"/>
                  </a:solidFill>
                </a:rPr>
                <a:t>二、磁 感 强 度      的 定 义</a:t>
              </a:r>
            </a:p>
          </p:txBody>
        </p:sp>
        <p:graphicFrame>
          <p:nvGraphicFramePr>
            <p:cNvPr id="95271" name="Object 39"/>
            <p:cNvGraphicFramePr>
              <a:graphicFrameLocks noChangeAspect="1"/>
            </p:cNvGraphicFramePr>
            <p:nvPr>
              <p:extLst>
                <p:ext uri="{D42A27DB-BD31-4B8C-83A1-F6EECF244321}">
                  <p14:modId xmlns:p14="http://schemas.microsoft.com/office/powerpoint/2010/main" val="617248096"/>
                </p:ext>
              </p:extLst>
            </p:nvPr>
          </p:nvGraphicFramePr>
          <p:xfrm>
            <a:off x="1900" y="265"/>
            <a:ext cx="249" cy="295"/>
          </p:xfrm>
          <a:graphic>
            <a:graphicData uri="http://schemas.openxmlformats.org/presentationml/2006/ole">
              <mc:AlternateContent xmlns:mc="http://schemas.openxmlformats.org/markup-compatibility/2006">
                <mc:Choice xmlns:v="urn:schemas-microsoft-com:vml" Requires="v">
                  <p:oleObj spid="_x0000_s95984" name="公式" r:id="rId3" imgW="164880" imgH="190440" progId="Equation.3">
                    <p:embed/>
                  </p:oleObj>
                </mc:Choice>
                <mc:Fallback>
                  <p:oleObj name="公式" r:id="rId3" imgW="164880" imgH="190440" progId="Equation.3">
                    <p:embed/>
                    <p:pic>
                      <p:nvPicPr>
                        <p:cNvPr id="0" name="Picture 39"/>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900" y="265"/>
                          <a:ext cx="249" cy="29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grpSp>
        <p:nvGrpSpPr>
          <p:cNvPr id="3" name="组合 2"/>
          <p:cNvGrpSpPr/>
          <p:nvPr/>
        </p:nvGrpSpPr>
        <p:grpSpPr>
          <a:xfrm>
            <a:off x="1959935" y="979692"/>
            <a:ext cx="5452577" cy="1998263"/>
            <a:chOff x="-212512" y="3237867"/>
            <a:chExt cx="7270102" cy="2664350"/>
          </a:xfrm>
        </p:grpSpPr>
        <p:sp>
          <p:nvSpPr>
            <p:cNvPr id="44" name="Oval 27"/>
            <p:cNvSpPr>
              <a:spLocks noChangeArrowheads="1"/>
            </p:cNvSpPr>
            <p:nvPr/>
          </p:nvSpPr>
          <p:spPr bwMode="auto">
            <a:xfrm>
              <a:off x="3332705" y="3869529"/>
              <a:ext cx="102736" cy="1033829"/>
            </a:xfrm>
            <a:prstGeom prst="ellipse">
              <a:avLst/>
            </a:prstGeom>
            <a:solidFill>
              <a:schemeClr val="bg2">
                <a:lumMod val="20000"/>
                <a:lumOff val="80000"/>
              </a:schemeClr>
            </a:solidFill>
            <a:ln w="9525">
              <a:solidFill>
                <a:schemeClr val="folHlink"/>
              </a:solidFill>
              <a:round/>
              <a:headEnd/>
              <a:tailEnd/>
            </a:ln>
            <a:effectLst/>
          </p:spPr>
          <p:txBody>
            <a:bodyPr wrap="none" lIns="67500" tIns="35100" rIns="67500" bIns="35100" anchor="ctr"/>
            <a:lstStyle/>
            <a:p>
              <a:endParaRPr lang="zh-CN" altLang="en-US" sz="2100"/>
            </a:p>
          </p:txBody>
        </p:sp>
        <p:sp>
          <p:nvSpPr>
            <p:cNvPr id="95259" name="Oval 27"/>
            <p:cNvSpPr>
              <a:spLocks noChangeArrowheads="1"/>
            </p:cNvSpPr>
            <p:nvPr/>
          </p:nvSpPr>
          <p:spPr bwMode="auto">
            <a:xfrm>
              <a:off x="5637702" y="3884830"/>
              <a:ext cx="102736" cy="1033829"/>
            </a:xfrm>
            <a:prstGeom prst="ellipse">
              <a:avLst/>
            </a:prstGeom>
            <a:solidFill>
              <a:schemeClr val="bg2">
                <a:lumMod val="20000"/>
                <a:lumOff val="80000"/>
              </a:schemeClr>
            </a:solidFill>
            <a:ln w="9525">
              <a:solidFill>
                <a:schemeClr val="folHlink"/>
              </a:solidFill>
              <a:round/>
              <a:headEnd/>
              <a:tailEnd/>
            </a:ln>
            <a:effectLst/>
          </p:spPr>
          <p:txBody>
            <a:bodyPr wrap="none" lIns="67500" tIns="35100" rIns="67500" bIns="35100" anchor="ctr"/>
            <a:lstStyle/>
            <a:p>
              <a:endParaRPr lang="zh-CN" altLang="en-US" sz="2100"/>
            </a:p>
          </p:txBody>
        </p:sp>
        <p:sp>
          <p:nvSpPr>
            <p:cNvPr id="95260" name="Rectangle 28"/>
            <p:cNvSpPr>
              <a:spLocks noChangeArrowheads="1"/>
            </p:cNvSpPr>
            <p:nvPr/>
          </p:nvSpPr>
          <p:spPr bwMode="auto">
            <a:xfrm>
              <a:off x="5600542" y="3578834"/>
              <a:ext cx="187984" cy="301625"/>
            </a:xfrm>
            <a:prstGeom prst="rect">
              <a:avLst/>
            </a:prstGeom>
            <a:solidFill>
              <a:srgbClr val="990000"/>
            </a:solidFill>
            <a:ln w="9525">
              <a:noFill/>
              <a:miter lim="800000"/>
              <a:headEnd/>
              <a:tailEnd/>
            </a:ln>
            <a:effectLst/>
          </p:spPr>
          <p:txBody>
            <a:bodyPr wrap="none" lIns="67500" tIns="35100" rIns="67500" bIns="35100" anchor="ctr"/>
            <a:lstStyle/>
            <a:p>
              <a:endParaRPr lang="zh-CN" altLang="en-US" sz="2100"/>
            </a:p>
          </p:txBody>
        </p:sp>
        <p:sp>
          <p:nvSpPr>
            <p:cNvPr id="95261" name="Text Box 29"/>
            <p:cNvSpPr txBox="1">
              <a:spLocks noChangeArrowheads="1"/>
            </p:cNvSpPr>
            <p:nvPr/>
          </p:nvSpPr>
          <p:spPr bwMode="auto">
            <a:xfrm>
              <a:off x="5731694" y="3445507"/>
              <a:ext cx="386943" cy="525401"/>
            </a:xfrm>
            <a:prstGeom prst="rect">
              <a:avLst/>
            </a:prstGeom>
            <a:noFill/>
            <a:ln w="9525">
              <a:noFill/>
              <a:miter lim="800000"/>
              <a:headEnd/>
              <a:tailEnd/>
            </a:ln>
            <a:effectLst/>
          </p:spPr>
          <p:txBody>
            <a:bodyPr wrap="none" lIns="67500" tIns="35100" rIns="67500" bIns="35100">
              <a:spAutoFit/>
            </a:bodyPr>
            <a:lstStyle/>
            <a:p>
              <a:r>
                <a:rPr lang="en-US" altLang="zh-CN" sz="2100"/>
                <a:t>+</a:t>
              </a:r>
            </a:p>
          </p:txBody>
        </p:sp>
        <p:sp>
          <p:nvSpPr>
            <p:cNvPr id="95243" name="Text Box 11"/>
            <p:cNvSpPr txBox="1">
              <a:spLocks noChangeArrowheads="1"/>
            </p:cNvSpPr>
            <p:nvPr/>
          </p:nvSpPr>
          <p:spPr bwMode="auto">
            <a:xfrm>
              <a:off x="4922924" y="4254211"/>
              <a:ext cx="361295" cy="525401"/>
            </a:xfrm>
            <a:prstGeom prst="rect">
              <a:avLst/>
            </a:prstGeom>
            <a:noFill/>
            <a:ln w="9525">
              <a:noFill/>
              <a:miter lim="800000"/>
              <a:headEnd/>
              <a:tailEnd/>
            </a:ln>
            <a:effectLst/>
          </p:spPr>
          <p:txBody>
            <a:bodyPr wrap="none" lIns="67500" tIns="35100" rIns="67500" bIns="35100">
              <a:spAutoFit/>
            </a:bodyPr>
            <a:lstStyle/>
            <a:p>
              <a:r>
                <a:rPr lang="en-US" altLang="zh-CN" sz="2100" i="1" dirty="0">
                  <a:solidFill>
                    <a:srgbClr val="FF0066"/>
                  </a:solidFill>
                </a:rPr>
                <a:t>q</a:t>
              </a:r>
              <a:endParaRPr lang="en-US" altLang="zh-CN" sz="2100" dirty="0">
                <a:solidFill>
                  <a:srgbClr val="FF0066"/>
                </a:solidFill>
              </a:endParaRPr>
            </a:p>
          </p:txBody>
        </p:sp>
        <p:graphicFrame>
          <p:nvGraphicFramePr>
            <p:cNvPr id="95245" name="Object 13"/>
            <p:cNvGraphicFramePr>
              <a:graphicFrameLocks noChangeAspect="1"/>
            </p:cNvGraphicFramePr>
            <p:nvPr>
              <p:extLst>
                <p:ext uri="{D42A27DB-BD31-4B8C-83A1-F6EECF244321}">
                  <p14:modId xmlns:p14="http://schemas.microsoft.com/office/powerpoint/2010/main" val="729314739"/>
                </p:ext>
              </p:extLst>
            </p:nvPr>
          </p:nvGraphicFramePr>
          <p:xfrm>
            <a:off x="4409245" y="3237867"/>
            <a:ext cx="469961" cy="662263"/>
          </p:xfrm>
          <a:graphic>
            <a:graphicData uri="http://schemas.openxmlformats.org/presentationml/2006/ole">
              <mc:AlternateContent xmlns:mc="http://schemas.openxmlformats.org/markup-compatibility/2006">
                <mc:Choice xmlns:v="urn:schemas-microsoft-com:vml" Requires="v">
                  <p:oleObj spid="_x0000_s95985" name="公式" r:id="rId5" imgW="126720" imgH="177480" progId="Equation.3">
                    <p:embed/>
                  </p:oleObj>
                </mc:Choice>
                <mc:Fallback>
                  <p:oleObj name="公式" r:id="rId5" imgW="126720" imgH="177480" progId="Equation.3">
                    <p:embed/>
                    <p:pic>
                      <p:nvPicPr>
                        <p:cNvPr id="0" name="Picture 1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409245" y="3237867"/>
                          <a:ext cx="469961" cy="66226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nvGrpSpPr>
            <p:cNvPr id="95247" name="Group 15"/>
            <p:cNvGrpSpPr>
              <a:grpSpLocks/>
            </p:cNvGrpSpPr>
            <p:nvPr/>
          </p:nvGrpSpPr>
          <p:grpSpPr bwMode="auto">
            <a:xfrm>
              <a:off x="3753361" y="3255342"/>
              <a:ext cx="1681035" cy="1639260"/>
              <a:chOff x="3837" y="1488"/>
              <a:chExt cx="902" cy="750"/>
            </a:xfrm>
          </p:grpSpPr>
          <p:sp>
            <p:nvSpPr>
              <p:cNvPr id="95248" name="Text Box 16"/>
              <p:cNvSpPr txBox="1">
                <a:spLocks noChangeArrowheads="1"/>
              </p:cNvSpPr>
              <p:nvPr/>
            </p:nvSpPr>
            <p:spPr bwMode="auto">
              <a:xfrm>
                <a:off x="3837" y="1998"/>
                <a:ext cx="203" cy="240"/>
              </a:xfrm>
              <a:prstGeom prst="rect">
                <a:avLst/>
              </a:prstGeom>
              <a:noFill/>
              <a:ln w="9525">
                <a:noFill/>
                <a:miter lim="800000"/>
                <a:headEnd/>
                <a:tailEnd/>
              </a:ln>
              <a:effectLst/>
            </p:spPr>
            <p:txBody>
              <a:bodyPr wrap="none" lIns="67500" tIns="35100" rIns="67500" bIns="35100">
                <a:spAutoFit/>
              </a:bodyPr>
              <a:lstStyle/>
              <a:p>
                <a:r>
                  <a:rPr lang="en-US" altLang="zh-CN" sz="2100" dirty="0">
                    <a:sym typeface="Symbol" pitchFamily="18" charset="2"/>
                  </a:rPr>
                  <a:t></a:t>
                </a:r>
                <a:endParaRPr lang="en-US" altLang="zh-CN" sz="2100" dirty="0"/>
              </a:p>
            </p:txBody>
          </p:sp>
          <p:graphicFrame>
            <p:nvGraphicFramePr>
              <p:cNvPr id="95249" name="Object 17"/>
              <p:cNvGraphicFramePr>
                <a:graphicFrameLocks noChangeAspect="1"/>
              </p:cNvGraphicFramePr>
              <p:nvPr/>
            </p:nvGraphicFramePr>
            <p:xfrm>
              <a:off x="4512" y="1488"/>
              <a:ext cx="227" cy="288"/>
            </p:xfrm>
            <a:graphic>
              <a:graphicData uri="http://schemas.openxmlformats.org/presentationml/2006/ole">
                <mc:AlternateContent xmlns:mc="http://schemas.openxmlformats.org/markup-compatibility/2006">
                  <mc:Choice xmlns:v="urn:schemas-microsoft-com:vml" Requires="v">
                    <p:oleObj spid="_x0000_s95986" name="公式" r:id="rId7" imgW="152280" imgH="190440" progId="Equation.3">
                      <p:embed/>
                    </p:oleObj>
                  </mc:Choice>
                  <mc:Fallback>
                    <p:oleObj name="公式" r:id="rId7" imgW="152280" imgH="190440" progId="Equation.3">
                      <p:embed/>
                      <p:pic>
                        <p:nvPicPr>
                          <p:cNvPr id="0" name="Picture 17"/>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512" y="1488"/>
                            <a:ext cx="227" cy="28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41" name="Text Box 16"/>
              <p:cNvSpPr txBox="1">
                <a:spLocks noChangeArrowheads="1"/>
              </p:cNvSpPr>
              <p:nvPr/>
            </p:nvSpPr>
            <p:spPr bwMode="auto">
              <a:xfrm>
                <a:off x="3837" y="1758"/>
                <a:ext cx="203" cy="240"/>
              </a:xfrm>
              <a:prstGeom prst="rect">
                <a:avLst/>
              </a:prstGeom>
              <a:noFill/>
              <a:ln w="9525">
                <a:noFill/>
                <a:miter lim="800000"/>
                <a:headEnd/>
                <a:tailEnd/>
              </a:ln>
              <a:effectLst/>
            </p:spPr>
            <p:txBody>
              <a:bodyPr wrap="none" lIns="67500" tIns="35100" rIns="67500" bIns="35100">
                <a:spAutoFit/>
              </a:bodyPr>
              <a:lstStyle/>
              <a:p>
                <a:r>
                  <a:rPr lang="en-US" altLang="zh-CN" sz="2100" dirty="0">
                    <a:sym typeface="Symbol" pitchFamily="18" charset="2"/>
                  </a:rPr>
                  <a:t></a:t>
                </a:r>
                <a:endParaRPr lang="en-US" altLang="zh-CN" sz="2100" dirty="0"/>
              </a:p>
            </p:txBody>
          </p:sp>
          <p:sp>
            <p:nvSpPr>
              <p:cNvPr id="42" name="Text Box 16"/>
              <p:cNvSpPr txBox="1">
                <a:spLocks noChangeArrowheads="1"/>
              </p:cNvSpPr>
              <p:nvPr/>
            </p:nvSpPr>
            <p:spPr bwMode="auto">
              <a:xfrm>
                <a:off x="4115" y="1998"/>
                <a:ext cx="203" cy="240"/>
              </a:xfrm>
              <a:prstGeom prst="rect">
                <a:avLst/>
              </a:prstGeom>
              <a:noFill/>
              <a:ln w="9525">
                <a:noFill/>
                <a:miter lim="800000"/>
                <a:headEnd/>
                <a:tailEnd/>
              </a:ln>
              <a:effectLst/>
            </p:spPr>
            <p:txBody>
              <a:bodyPr wrap="none" lIns="67500" tIns="35100" rIns="67500" bIns="35100">
                <a:spAutoFit/>
              </a:bodyPr>
              <a:lstStyle/>
              <a:p>
                <a:r>
                  <a:rPr lang="en-US" altLang="zh-CN" sz="2100" dirty="0">
                    <a:sym typeface="Symbol" pitchFamily="18" charset="2"/>
                  </a:rPr>
                  <a:t></a:t>
                </a:r>
                <a:endParaRPr lang="en-US" altLang="zh-CN" sz="2100" dirty="0"/>
              </a:p>
            </p:txBody>
          </p:sp>
          <p:sp>
            <p:nvSpPr>
              <p:cNvPr id="43" name="Text Box 16"/>
              <p:cNvSpPr txBox="1">
                <a:spLocks noChangeArrowheads="1"/>
              </p:cNvSpPr>
              <p:nvPr/>
            </p:nvSpPr>
            <p:spPr bwMode="auto">
              <a:xfrm>
                <a:off x="4115" y="1758"/>
                <a:ext cx="203" cy="240"/>
              </a:xfrm>
              <a:prstGeom prst="rect">
                <a:avLst/>
              </a:prstGeom>
              <a:noFill/>
              <a:ln w="9525">
                <a:noFill/>
                <a:miter lim="800000"/>
                <a:headEnd/>
                <a:tailEnd/>
              </a:ln>
              <a:effectLst/>
            </p:spPr>
            <p:txBody>
              <a:bodyPr wrap="none" lIns="67500" tIns="35100" rIns="67500" bIns="35100">
                <a:spAutoFit/>
              </a:bodyPr>
              <a:lstStyle/>
              <a:p>
                <a:r>
                  <a:rPr lang="en-US" altLang="zh-CN" sz="2100" dirty="0">
                    <a:sym typeface="Symbol" pitchFamily="18" charset="2"/>
                  </a:rPr>
                  <a:t></a:t>
                </a:r>
                <a:endParaRPr lang="en-US" altLang="zh-CN" sz="2100" dirty="0"/>
              </a:p>
            </p:txBody>
          </p:sp>
        </p:grpSp>
        <p:sp>
          <p:nvSpPr>
            <p:cNvPr id="95238" name="Line 6"/>
            <p:cNvSpPr>
              <a:spLocks noChangeShapeType="1"/>
            </p:cNvSpPr>
            <p:nvPr/>
          </p:nvSpPr>
          <p:spPr bwMode="auto">
            <a:xfrm>
              <a:off x="3010291" y="3869529"/>
              <a:ext cx="3656953" cy="0"/>
            </a:xfrm>
            <a:prstGeom prst="line">
              <a:avLst/>
            </a:prstGeom>
            <a:noFill/>
            <a:ln w="44450">
              <a:solidFill>
                <a:schemeClr val="tx1"/>
              </a:solidFill>
              <a:round/>
              <a:headEnd/>
              <a:tailEnd/>
            </a:ln>
            <a:effectLst/>
          </p:spPr>
          <p:txBody>
            <a:bodyPr wrap="none" lIns="67500" tIns="35100" rIns="67500" bIns="35100" anchor="ctr"/>
            <a:lstStyle/>
            <a:p>
              <a:endParaRPr lang="zh-CN" altLang="en-US" sz="2100"/>
            </a:p>
          </p:txBody>
        </p:sp>
        <p:sp>
          <p:nvSpPr>
            <p:cNvPr id="95239" name="Freeform 7"/>
            <p:cNvSpPr>
              <a:spLocks/>
            </p:cNvSpPr>
            <p:nvPr/>
          </p:nvSpPr>
          <p:spPr bwMode="auto">
            <a:xfrm>
              <a:off x="2621207" y="3869529"/>
              <a:ext cx="389084" cy="1049129"/>
            </a:xfrm>
            <a:custGeom>
              <a:avLst/>
              <a:gdLst/>
              <a:ahLst/>
              <a:cxnLst>
                <a:cxn ang="0">
                  <a:pos x="178" y="0"/>
                </a:cxn>
                <a:cxn ang="0">
                  <a:pos x="14" y="261"/>
                </a:cxn>
                <a:cxn ang="0">
                  <a:pos x="178" y="480"/>
                </a:cxn>
              </a:cxnLst>
              <a:rect l="0" t="0" r="r" b="b"/>
              <a:pathLst>
                <a:path w="178" h="480">
                  <a:moveTo>
                    <a:pt x="178" y="0"/>
                  </a:moveTo>
                  <a:cubicBezTo>
                    <a:pt x="28" y="41"/>
                    <a:pt x="0" y="130"/>
                    <a:pt x="14" y="261"/>
                  </a:cubicBezTo>
                  <a:cubicBezTo>
                    <a:pt x="28" y="392"/>
                    <a:pt x="72" y="436"/>
                    <a:pt x="178" y="480"/>
                  </a:cubicBezTo>
                </a:path>
              </a:pathLst>
            </a:custGeom>
            <a:noFill/>
            <a:ln w="44450" cap="flat" cmpd="sng">
              <a:solidFill>
                <a:schemeClr val="tx1"/>
              </a:solidFill>
              <a:prstDash val="solid"/>
              <a:round/>
              <a:headEnd type="none" w="med" len="med"/>
              <a:tailEnd type="none" w="med" len="med"/>
            </a:ln>
            <a:effectLst/>
          </p:spPr>
          <p:txBody>
            <a:bodyPr wrap="none" lIns="67500" tIns="35100" rIns="67500" bIns="35100" anchor="ctr"/>
            <a:lstStyle/>
            <a:p>
              <a:endParaRPr lang="zh-CN" altLang="en-US" sz="2100"/>
            </a:p>
          </p:txBody>
        </p:sp>
        <p:sp>
          <p:nvSpPr>
            <p:cNvPr id="95240" name="Line 8"/>
            <p:cNvSpPr>
              <a:spLocks noChangeShapeType="1"/>
            </p:cNvSpPr>
            <p:nvPr/>
          </p:nvSpPr>
          <p:spPr bwMode="auto">
            <a:xfrm>
              <a:off x="3010291" y="4918658"/>
              <a:ext cx="3656953" cy="0"/>
            </a:xfrm>
            <a:prstGeom prst="line">
              <a:avLst/>
            </a:prstGeom>
            <a:noFill/>
            <a:ln w="44450">
              <a:solidFill>
                <a:schemeClr val="tx1"/>
              </a:solidFill>
              <a:round/>
              <a:headEnd/>
              <a:tailEnd/>
            </a:ln>
            <a:effectLst/>
          </p:spPr>
          <p:txBody>
            <a:bodyPr wrap="none" lIns="67500" tIns="35100" rIns="67500" bIns="35100" anchor="ctr"/>
            <a:lstStyle/>
            <a:p>
              <a:endParaRPr lang="zh-CN" altLang="en-US" sz="2100"/>
            </a:p>
          </p:txBody>
        </p:sp>
        <p:sp>
          <p:nvSpPr>
            <p:cNvPr id="95241" name="Freeform 9"/>
            <p:cNvSpPr>
              <a:spLocks/>
            </p:cNvSpPr>
            <p:nvPr/>
          </p:nvSpPr>
          <p:spPr bwMode="auto">
            <a:xfrm flipH="1">
              <a:off x="6668506" y="3873688"/>
              <a:ext cx="389084" cy="1049129"/>
            </a:xfrm>
            <a:custGeom>
              <a:avLst/>
              <a:gdLst/>
              <a:ahLst/>
              <a:cxnLst>
                <a:cxn ang="0">
                  <a:pos x="178" y="0"/>
                </a:cxn>
                <a:cxn ang="0">
                  <a:pos x="14" y="261"/>
                </a:cxn>
                <a:cxn ang="0">
                  <a:pos x="178" y="480"/>
                </a:cxn>
              </a:cxnLst>
              <a:rect l="0" t="0" r="r" b="b"/>
              <a:pathLst>
                <a:path w="178" h="480">
                  <a:moveTo>
                    <a:pt x="178" y="0"/>
                  </a:moveTo>
                  <a:cubicBezTo>
                    <a:pt x="28" y="41"/>
                    <a:pt x="0" y="130"/>
                    <a:pt x="14" y="261"/>
                  </a:cubicBezTo>
                  <a:cubicBezTo>
                    <a:pt x="28" y="392"/>
                    <a:pt x="72" y="436"/>
                    <a:pt x="178" y="480"/>
                  </a:cubicBezTo>
                </a:path>
              </a:pathLst>
            </a:custGeom>
            <a:noFill/>
            <a:ln w="44450" cap="flat" cmpd="sng">
              <a:solidFill>
                <a:schemeClr val="tx1"/>
              </a:solidFill>
              <a:prstDash val="solid"/>
              <a:round/>
              <a:headEnd type="none" w="med" len="med"/>
              <a:tailEnd type="none" w="med" len="med"/>
            </a:ln>
            <a:effectLst/>
          </p:spPr>
          <p:txBody>
            <a:bodyPr wrap="none" lIns="67500" tIns="35100" rIns="67500" bIns="35100" anchor="ctr"/>
            <a:lstStyle/>
            <a:p>
              <a:endParaRPr lang="zh-CN" altLang="en-US" sz="2100"/>
            </a:p>
          </p:txBody>
        </p:sp>
        <p:sp>
          <p:nvSpPr>
            <p:cNvPr id="95252" name="Freeform 20"/>
            <p:cNvSpPr>
              <a:spLocks/>
            </p:cNvSpPr>
            <p:nvPr/>
          </p:nvSpPr>
          <p:spPr bwMode="auto">
            <a:xfrm>
              <a:off x="4957898" y="4372237"/>
              <a:ext cx="1200040" cy="474294"/>
            </a:xfrm>
            <a:custGeom>
              <a:avLst/>
              <a:gdLst>
                <a:gd name="connsiteX0" fmla="*/ 0 w 10000"/>
                <a:gd name="connsiteY0" fmla="*/ 0 h 10000"/>
                <a:gd name="connsiteX1" fmla="*/ 5179 w 10000"/>
                <a:gd name="connsiteY1" fmla="*/ 3077 h 10000"/>
                <a:gd name="connsiteX2" fmla="*/ 10000 w 10000"/>
                <a:gd name="connsiteY2" fmla="*/ 10000 h 10000"/>
                <a:gd name="connsiteX0" fmla="*/ 0 w 10000"/>
                <a:gd name="connsiteY0" fmla="*/ 0 h 10000"/>
                <a:gd name="connsiteX1" fmla="*/ 5179 w 10000"/>
                <a:gd name="connsiteY1" fmla="*/ 3077 h 10000"/>
                <a:gd name="connsiteX2" fmla="*/ 10000 w 10000"/>
                <a:gd name="connsiteY2" fmla="*/ 10000 h 10000"/>
                <a:gd name="connsiteX0" fmla="*/ 0 w 10000"/>
                <a:gd name="connsiteY0" fmla="*/ 0 h 10000"/>
                <a:gd name="connsiteX1" fmla="*/ 5179 w 10000"/>
                <a:gd name="connsiteY1" fmla="*/ 3077 h 10000"/>
                <a:gd name="connsiteX2" fmla="*/ 10000 w 10000"/>
                <a:gd name="connsiteY2" fmla="*/ 10000 h 10000"/>
                <a:gd name="connsiteX0" fmla="*/ 0 w 10599"/>
                <a:gd name="connsiteY0" fmla="*/ 0 h 10202"/>
                <a:gd name="connsiteX1" fmla="*/ 5179 w 10599"/>
                <a:gd name="connsiteY1" fmla="*/ 3077 h 10202"/>
                <a:gd name="connsiteX2" fmla="*/ 10599 w 10599"/>
                <a:gd name="connsiteY2" fmla="*/ 10202 h 10202"/>
                <a:gd name="connsiteX0" fmla="*/ 0 w 10599"/>
                <a:gd name="connsiteY0" fmla="*/ 0 h 10202"/>
                <a:gd name="connsiteX1" fmla="*/ 5179 w 10599"/>
                <a:gd name="connsiteY1" fmla="*/ 3077 h 10202"/>
                <a:gd name="connsiteX2" fmla="*/ 10599 w 10599"/>
                <a:gd name="connsiteY2" fmla="*/ 10202 h 10202"/>
                <a:gd name="connsiteX0" fmla="*/ 0 w 11112"/>
                <a:gd name="connsiteY0" fmla="*/ 0 h 10404"/>
                <a:gd name="connsiteX1" fmla="*/ 5692 w 11112"/>
                <a:gd name="connsiteY1" fmla="*/ 3279 h 10404"/>
                <a:gd name="connsiteX2" fmla="*/ 11112 w 11112"/>
                <a:gd name="connsiteY2" fmla="*/ 10404 h 10404"/>
                <a:gd name="connsiteX0" fmla="*/ 0 w 11112"/>
                <a:gd name="connsiteY0" fmla="*/ 0 h 10404"/>
                <a:gd name="connsiteX1" fmla="*/ 5692 w 11112"/>
                <a:gd name="connsiteY1" fmla="*/ 3279 h 10404"/>
                <a:gd name="connsiteX2" fmla="*/ 11112 w 11112"/>
                <a:gd name="connsiteY2" fmla="*/ 10404 h 10404"/>
                <a:gd name="connsiteX0" fmla="*/ 0 w 11112"/>
                <a:gd name="connsiteY0" fmla="*/ 0 h 10404"/>
                <a:gd name="connsiteX1" fmla="*/ 5692 w 11112"/>
                <a:gd name="connsiteY1" fmla="*/ 3279 h 10404"/>
                <a:gd name="connsiteX2" fmla="*/ 11112 w 11112"/>
                <a:gd name="connsiteY2" fmla="*/ 10404 h 10404"/>
                <a:gd name="connsiteX0" fmla="*/ 0 w 11112"/>
                <a:gd name="connsiteY0" fmla="*/ 0 h 10404"/>
                <a:gd name="connsiteX1" fmla="*/ 5692 w 11112"/>
                <a:gd name="connsiteY1" fmla="*/ 3279 h 10404"/>
                <a:gd name="connsiteX2" fmla="*/ 11112 w 11112"/>
                <a:gd name="connsiteY2" fmla="*/ 10404 h 10404"/>
                <a:gd name="connsiteX0" fmla="*/ 0 w 11112"/>
                <a:gd name="connsiteY0" fmla="*/ 0 h 10404"/>
                <a:gd name="connsiteX1" fmla="*/ 5692 w 11112"/>
                <a:gd name="connsiteY1" fmla="*/ 3279 h 10404"/>
                <a:gd name="connsiteX2" fmla="*/ 11112 w 11112"/>
                <a:gd name="connsiteY2" fmla="*/ 10404 h 10404"/>
                <a:gd name="connsiteX0" fmla="*/ 0 w 11112"/>
                <a:gd name="connsiteY0" fmla="*/ 0 h 10404"/>
                <a:gd name="connsiteX1" fmla="*/ 5692 w 11112"/>
                <a:gd name="connsiteY1" fmla="*/ 3279 h 10404"/>
                <a:gd name="connsiteX2" fmla="*/ 11112 w 11112"/>
                <a:gd name="connsiteY2" fmla="*/ 10404 h 10404"/>
                <a:gd name="connsiteX0" fmla="*/ 0 w 11112"/>
                <a:gd name="connsiteY0" fmla="*/ 0 h 10404"/>
                <a:gd name="connsiteX1" fmla="*/ 5692 w 11112"/>
                <a:gd name="connsiteY1" fmla="*/ 3279 h 10404"/>
                <a:gd name="connsiteX2" fmla="*/ 11112 w 11112"/>
                <a:gd name="connsiteY2" fmla="*/ 10404 h 10404"/>
                <a:gd name="connsiteX0" fmla="*/ 0 w 11112"/>
                <a:gd name="connsiteY0" fmla="*/ 0 h 10404"/>
                <a:gd name="connsiteX1" fmla="*/ 5692 w 11112"/>
                <a:gd name="connsiteY1" fmla="*/ 3279 h 10404"/>
                <a:gd name="connsiteX2" fmla="*/ 11112 w 11112"/>
                <a:gd name="connsiteY2" fmla="*/ 10404 h 10404"/>
                <a:gd name="connsiteX0" fmla="*/ 0 w 11112"/>
                <a:gd name="connsiteY0" fmla="*/ 2 h 10406"/>
                <a:gd name="connsiteX1" fmla="*/ 5692 w 11112"/>
                <a:gd name="connsiteY1" fmla="*/ 3281 h 10406"/>
                <a:gd name="connsiteX2" fmla="*/ 11112 w 11112"/>
                <a:gd name="connsiteY2" fmla="*/ 10406 h 10406"/>
                <a:gd name="connsiteX0" fmla="*/ 0 w 11112"/>
                <a:gd name="connsiteY0" fmla="*/ 0 h 10404"/>
                <a:gd name="connsiteX1" fmla="*/ 5692 w 11112"/>
                <a:gd name="connsiteY1" fmla="*/ 3279 h 10404"/>
                <a:gd name="connsiteX2" fmla="*/ 11112 w 11112"/>
                <a:gd name="connsiteY2" fmla="*/ 10404 h 10404"/>
              </a:gdLst>
              <a:ahLst/>
              <a:cxnLst>
                <a:cxn ang="0">
                  <a:pos x="connsiteX0" y="connsiteY0"/>
                </a:cxn>
                <a:cxn ang="0">
                  <a:pos x="connsiteX1" y="connsiteY1"/>
                </a:cxn>
                <a:cxn ang="0">
                  <a:pos x="connsiteX2" y="connsiteY2"/>
                </a:cxn>
              </a:cxnLst>
              <a:rect l="l" t="t" r="r" b="b"/>
              <a:pathLst>
                <a:path w="11112" h="10404">
                  <a:moveTo>
                    <a:pt x="0" y="0"/>
                  </a:moveTo>
                  <a:cubicBezTo>
                    <a:pt x="486" y="121"/>
                    <a:pt x="3181" y="503"/>
                    <a:pt x="5692" y="3279"/>
                  </a:cubicBezTo>
                  <a:cubicBezTo>
                    <a:pt x="8820" y="6616"/>
                    <a:pt x="10556" y="9208"/>
                    <a:pt x="11112" y="10404"/>
                  </a:cubicBezTo>
                </a:path>
              </a:pathLst>
            </a:custGeom>
            <a:noFill/>
            <a:ln w="28575" cap="flat" cmpd="sng">
              <a:solidFill>
                <a:srgbClr val="990000"/>
              </a:solidFill>
              <a:prstDash val="solid"/>
              <a:round/>
              <a:headEnd type="none" w="med" len="med"/>
              <a:tailEnd type="none" w="med" len="med"/>
            </a:ln>
            <a:effectLst/>
          </p:spPr>
          <p:txBody>
            <a:bodyPr wrap="none" lIns="67500" tIns="35100" rIns="67500" bIns="35100" anchor="ctr"/>
            <a:lstStyle/>
            <a:p>
              <a:endParaRPr lang="zh-CN" altLang="en-US" sz="2100"/>
            </a:p>
          </p:txBody>
        </p:sp>
        <p:sp>
          <p:nvSpPr>
            <p:cNvPr id="95251" name="Line 19"/>
            <p:cNvSpPr>
              <a:spLocks noChangeShapeType="1"/>
            </p:cNvSpPr>
            <p:nvPr/>
          </p:nvSpPr>
          <p:spPr bwMode="auto">
            <a:xfrm>
              <a:off x="3696653" y="4389722"/>
              <a:ext cx="1180368" cy="0"/>
            </a:xfrm>
            <a:prstGeom prst="line">
              <a:avLst/>
            </a:prstGeom>
            <a:noFill/>
            <a:ln w="41275">
              <a:solidFill>
                <a:srgbClr val="800000"/>
              </a:solidFill>
              <a:round/>
              <a:headEnd/>
              <a:tailEnd type="arrow" w="med" len="lg"/>
            </a:ln>
            <a:effectLst/>
          </p:spPr>
          <p:txBody>
            <a:bodyPr wrap="none" lIns="67500" tIns="35100" rIns="67500" bIns="35100" anchor="ctr"/>
            <a:lstStyle/>
            <a:p>
              <a:endParaRPr lang="zh-CN" altLang="en-US" sz="2100"/>
            </a:p>
          </p:txBody>
        </p:sp>
        <p:sp>
          <p:nvSpPr>
            <p:cNvPr id="95255" name="Line 23"/>
            <p:cNvSpPr>
              <a:spLocks noChangeShapeType="1"/>
            </p:cNvSpPr>
            <p:nvPr/>
          </p:nvSpPr>
          <p:spPr bwMode="auto">
            <a:xfrm>
              <a:off x="2181848" y="4387537"/>
              <a:ext cx="1514805" cy="0"/>
            </a:xfrm>
            <a:prstGeom prst="line">
              <a:avLst/>
            </a:prstGeom>
            <a:noFill/>
            <a:ln w="41275">
              <a:solidFill>
                <a:srgbClr val="800000"/>
              </a:solidFill>
              <a:round/>
              <a:headEnd/>
              <a:tailEnd type="none" w="med" len="lg"/>
            </a:ln>
            <a:effectLst/>
          </p:spPr>
          <p:txBody>
            <a:bodyPr wrap="none" lIns="67500" tIns="35100" rIns="67500" bIns="35100" anchor="ctr"/>
            <a:lstStyle/>
            <a:p>
              <a:endParaRPr lang="zh-CN" altLang="en-US" sz="2100"/>
            </a:p>
          </p:txBody>
        </p:sp>
        <p:sp>
          <p:nvSpPr>
            <p:cNvPr id="95256" name="Rectangle 24"/>
            <p:cNvSpPr>
              <a:spLocks noChangeArrowheads="1"/>
            </p:cNvSpPr>
            <p:nvPr/>
          </p:nvSpPr>
          <p:spPr bwMode="auto">
            <a:xfrm>
              <a:off x="2391691" y="4236725"/>
              <a:ext cx="104922" cy="308181"/>
            </a:xfrm>
            <a:prstGeom prst="rect">
              <a:avLst/>
            </a:prstGeom>
            <a:solidFill>
              <a:srgbClr val="990000"/>
            </a:solidFill>
            <a:ln w="9525">
              <a:solidFill>
                <a:srgbClr val="CCFFCC"/>
              </a:solidFill>
              <a:miter lim="800000"/>
              <a:headEnd/>
              <a:tailEnd/>
            </a:ln>
            <a:effectLst/>
          </p:spPr>
          <p:txBody>
            <a:bodyPr wrap="none" lIns="67500" tIns="35100" rIns="67500" bIns="35100" anchor="ctr"/>
            <a:lstStyle/>
            <a:p>
              <a:endParaRPr lang="zh-CN" altLang="en-US" sz="2100"/>
            </a:p>
          </p:txBody>
        </p:sp>
        <p:sp>
          <p:nvSpPr>
            <p:cNvPr id="95257" name="Text Box 25"/>
            <p:cNvSpPr txBox="1">
              <a:spLocks noChangeArrowheads="1"/>
            </p:cNvSpPr>
            <p:nvPr/>
          </p:nvSpPr>
          <p:spPr bwMode="auto">
            <a:xfrm>
              <a:off x="2162174" y="3666262"/>
              <a:ext cx="361295" cy="525401"/>
            </a:xfrm>
            <a:prstGeom prst="rect">
              <a:avLst/>
            </a:prstGeom>
            <a:noFill/>
            <a:ln w="9525">
              <a:noFill/>
              <a:miter lim="800000"/>
              <a:headEnd/>
              <a:tailEnd/>
            </a:ln>
            <a:effectLst/>
          </p:spPr>
          <p:txBody>
            <a:bodyPr wrap="none" lIns="67500" tIns="35100" rIns="67500" bIns="35100">
              <a:spAutoFit/>
            </a:bodyPr>
            <a:lstStyle/>
            <a:p>
              <a:r>
                <a:rPr lang="en-US" altLang="zh-CN" sz="2100"/>
                <a:t>–</a:t>
              </a:r>
            </a:p>
          </p:txBody>
        </p:sp>
        <p:sp>
          <p:nvSpPr>
            <p:cNvPr id="95265" name="Line 33"/>
            <p:cNvSpPr>
              <a:spLocks noChangeShapeType="1"/>
            </p:cNvSpPr>
            <p:nvPr/>
          </p:nvSpPr>
          <p:spPr bwMode="auto">
            <a:xfrm rot="5400000">
              <a:off x="4385367" y="4997343"/>
              <a:ext cx="1079729" cy="0"/>
            </a:xfrm>
            <a:prstGeom prst="line">
              <a:avLst/>
            </a:prstGeom>
            <a:noFill/>
            <a:ln w="41275">
              <a:solidFill>
                <a:srgbClr val="0000FF"/>
              </a:solidFill>
              <a:round/>
              <a:headEnd/>
              <a:tailEnd type="arrow" w="med" len="lg"/>
            </a:ln>
            <a:effectLst/>
          </p:spPr>
          <p:txBody>
            <a:bodyPr wrap="none" lIns="67500" tIns="35100" rIns="67500" bIns="35100" anchor="ctr"/>
            <a:lstStyle/>
            <a:p>
              <a:endParaRPr lang="zh-CN" altLang="en-US" sz="2100"/>
            </a:p>
          </p:txBody>
        </p:sp>
        <p:graphicFrame>
          <p:nvGraphicFramePr>
            <p:cNvPr id="95266" name="Object 34"/>
            <p:cNvGraphicFramePr>
              <a:graphicFrameLocks noChangeAspect="1"/>
            </p:cNvGraphicFramePr>
            <p:nvPr>
              <p:extLst>
                <p:ext uri="{D42A27DB-BD31-4B8C-83A1-F6EECF244321}">
                  <p14:modId xmlns:p14="http://schemas.microsoft.com/office/powerpoint/2010/main" val="1461364395"/>
                </p:ext>
              </p:extLst>
            </p:nvPr>
          </p:nvGraphicFramePr>
          <p:xfrm>
            <a:off x="5012543" y="5017014"/>
            <a:ext cx="832815" cy="885203"/>
          </p:xfrm>
          <a:graphic>
            <a:graphicData uri="http://schemas.openxmlformats.org/presentationml/2006/ole">
              <mc:AlternateContent xmlns:mc="http://schemas.openxmlformats.org/markup-compatibility/2006">
                <mc:Choice xmlns:v="urn:schemas-microsoft-com:vml" Requires="v">
                  <p:oleObj spid="_x0000_s95987" name="Equation" r:id="rId9" imgW="215640" imgH="241200" progId="Equation.DSMT4">
                    <p:embed/>
                  </p:oleObj>
                </mc:Choice>
                <mc:Fallback>
                  <p:oleObj name="Equation" r:id="rId9" imgW="215640" imgH="241200" progId="Equation.DSMT4">
                    <p:embed/>
                    <p:pic>
                      <p:nvPicPr>
                        <p:cNvPr id="0" name="Picture 34"/>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5012543" y="5017014"/>
                          <a:ext cx="832815" cy="8852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2" name="矩形 1"/>
            <p:cNvSpPr/>
            <p:nvPr/>
          </p:nvSpPr>
          <p:spPr>
            <a:xfrm>
              <a:off x="-212512" y="4093039"/>
              <a:ext cx="2052272" cy="553997"/>
            </a:xfrm>
            <a:prstGeom prst="rect">
              <a:avLst/>
            </a:prstGeom>
          </p:spPr>
          <p:txBody>
            <a:bodyPr wrap="none">
              <a:spAutoFit/>
            </a:bodyPr>
            <a:lstStyle/>
            <a:p>
              <a:r>
                <a:rPr lang="zh-CN" altLang="en-US" sz="2100"/>
                <a:t>阴极射线管</a:t>
              </a:r>
              <a:endParaRPr lang="zh-CN" altLang="en-US" sz="2100" dirty="0"/>
            </a:p>
          </p:txBody>
        </p:sp>
        <p:sp>
          <p:nvSpPr>
            <p:cNvPr id="95244" name="Oval 12"/>
            <p:cNvSpPr>
              <a:spLocks noChangeArrowheads="1"/>
            </p:cNvSpPr>
            <p:nvPr/>
          </p:nvSpPr>
          <p:spPr bwMode="auto">
            <a:xfrm>
              <a:off x="4857347" y="4315410"/>
              <a:ext cx="148639" cy="148627"/>
            </a:xfrm>
            <a:prstGeom prst="ellipse">
              <a:avLst/>
            </a:prstGeom>
            <a:solidFill>
              <a:schemeClr val="accent1"/>
            </a:solidFill>
            <a:ln w="9525">
              <a:solidFill>
                <a:schemeClr val="tx1"/>
              </a:solidFill>
              <a:round/>
              <a:headEnd/>
              <a:tailEnd/>
            </a:ln>
            <a:effectLst/>
          </p:spPr>
          <p:txBody>
            <a:bodyPr wrap="none" lIns="67500" tIns="35100" rIns="67500" bIns="35100" anchor="ctr"/>
            <a:lstStyle/>
            <a:p>
              <a:endParaRPr lang="zh-CN" altLang="en-US" sz="2100"/>
            </a:p>
          </p:txBody>
        </p:sp>
        <p:sp>
          <p:nvSpPr>
            <p:cNvPr id="45" name="Line 19"/>
            <p:cNvSpPr>
              <a:spLocks noChangeShapeType="1"/>
            </p:cNvSpPr>
            <p:nvPr/>
          </p:nvSpPr>
          <p:spPr bwMode="auto">
            <a:xfrm>
              <a:off x="6039901" y="4766784"/>
              <a:ext cx="186714" cy="104158"/>
            </a:xfrm>
            <a:prstGeom prst="line">
              <a:avLst/>
            </a:prstGeom>
            <a:noFill/>
            <a:ln w="28575">
              <a:solidFill>
                <a:srgbClr val="800000"/>
              </a:solidFill>
              <a:round/>
              <a:headEnd/>
              <a:tailEnd type="arrow" w="med" len="lg"/>
            </a:ln>
            <a:effectLst/>
          </p:spPr>
          <p:txBody>
            <a:bodyPr wrap="none" lIns="67500" tIns="35100" rIns="67500" bIns="35100" anchor="ctr"/>
            <a:lstStyle/>
            <a:p>
              <a:endParaRPr lang="zh-CN" altLang="en-US" sz="2100"/>
            </a:p>
          </p:txBody>
        </p:sp>
      </p:grpSp>
      <p:grpSp>
        <p:nvGrpSpPr>
          <p:cNvPr id="4" name="组合 3"/>
          <p:cNvGrpSpPr/>
          <p:nvPr/>
        </p:nvGrpSpPr>
        <p:grpSpPr>
          <a:xfrm>
            <a:off x="1005840" y="3339412"/>
            <a:ext cx="7345410" cy="1255728"/>
            <a:chOff x="-241018" y="1115994"/>
            <a:chExt cx="9793880" cy="1674304"/>
          </a:xfrm>
        </p:grpSpPr>
        <p:sp>
          <p:nvSpPr>
            <p:cNvPr id="95262" name="Text Box 30"/>
            <p:cNvSpPr txBox="1">
              <a:spLocks noChangeArrowheads="1"/>
            </p:cNvSpPr>
            <p:nvPr/>
          </p:nvSpPr>
          <p:spPr bwMode="auto">
            <a:xfrm>
              <a:off x="-241018" y="1115994"/>
              <a:ext cx="9793880" cy="1674304"/>
            </a:xfrm>
            <a:prstGeom prst="rect">
              <a:avLst/>
            </a:prstGeom>
            <a:noFill/>
            <a:ln w="9525">
              <a:noFill/>
              <a:miter lim="800000"/>
              <a:headEnd/>
              <a:tailEnd/>
            </a:ln>
            <a:effectLst/>
          </p:spPr>
          <p:txBody>
            <a:bodyPr wrap="square">
              <a:spAutoFit/>
            </a:bodyPr>
            <a:lstStyle/>
            <a:p>
              <a:pPr>
                <a:lnSpc>
                  <a:spcPct val="120000"/>
                </a:lnSpc>
              </a:pPr>
              <a:r>
                <a:rPr lang="en-US" altLang="zh-CN" sz="2100" dirty="0"/>
                <a:t>        </a:t>
              </a:r>
              <a:r>
                <a:rPr lang="zh-CN" altLang="en-US" sz="2100" dirty="0"/>
                <a:t>在运动电荷周围的空间存在一种特殊物质，称为</a:t>
              </a:r>
              <a:r>
                <a:rPr lang="zh-CN" altLang="en-US" sz="2100" dirty="0">
                  <a:solidFill>
                    <a:srgbClr val="A50021"/>
                  </a:solidFill>
                </a:rPr>
                <a:t>磁场</a:t>
              </a:r>
              <a:r>
                <a:rPr lang="zh-CN" altLang="en-US" sz="2100" dirty="0"/>
                <a:t>。实验表明：在磁场中，电量为</a:t>
              </a:r>
              <a:r>
                <a:rPr lang="en-US" altLang="zh-CN" sz="2100" i="1" dirty="0"/>
                <a:t>   </a:t>
              </a:r>
              <a:r>
                <a:rPr lang="en-US" altLang="zh-CN" sz="2100" dirty="0"/>
                <a:t> </a:t>
              </a:r>
              <a:r>
                <a:rPr lang="zh-CN" altLang="en-US" sz="2100" dirty="0"/>
                <a:t>的带电粒子，其速度为</a:t>
              </a:r>
              <a:r>
                <a:rPr lang="en-US" altLang="zh-CN" sz="2100" i="1" dirty="0">
                  <a:latin typeface="Book Antiqua" pitchFamily="18" charset="0"/>
                </a:rPr>
                <a:t>v</a:t>
              </a:r>
              <a:r>
                <a:rPr lang="en-US" altLang="zh-CN" sz="2100" dirty="0"/>
                <a:t> ,  </a:t>
              </a:r>
              <a:r>
                <a:rPr lang="zh-CN" altLang="en-US" sz="2100" dirty="0"/>
                <a:t>受到一种与速度有关的力，称为</a:t>
              </a:r>
              <a:r>
                <a:rPr lang="zh-CN" altLang="en-US" sz="2100" dirty="0">
                  <a:solidFill>
                    <a:srgbClr val="A50021"/>
                  </a:solidFill>
                </a:rPr>
                <a:t>洛仑兹力 </a:t>
              </a:r>
              <a:r>
                <a:rPr lang="en-US" altLang="zh-CN" sz="2100" i="1" dirty="0"/>
                <a:t>F</a:t>
              </a:r>
              <a:r>
                <a:rPr lang="en-US" altLang="zh-CN" sz="2100" i="1" baseline="-25000" dirty="0"/>
                <a:t>m</a:t>
              </a:r>
              <a:r>
                <a:rPr lang="en-US" altLang="zh-CN" sz="2100" dirty="0">
                  <a:solidFill>
                    <a:srgbClr val="A50021"/>
                  </a:solidFill>
                </a:rPr>
                <a:t> </a:t>
              </a:r>
              <a:endParaRPr lang="zh-CN" altLang="en-US" sz="2100" dirty="0"/>
            </a:p>
          </p:txBody>
        </p:sp>
        <p:graphicFrame>
          <p:nvGraphicFramePr>
            <p:cNvPr id="34" name="Object 13"/>
            <p:cNvGraphicFramePr>
              <a:graphicFrameLocks noChangeAspect="1"/>
            </p:cNvGraphicFramePr>
            <p:nvPr>
              <p:extLst>
                <p:ext uri="{D42A27DB-BD31-4B8C-83A1-F6EECF244321}">
                  <p14:modId xmlns:p14="http://schemas.microsoft.com/office/powerpoint/2010/main" val="1132058417"/>
                </p:ext>
              </p:extLst>
            </p:nvPr>
          </p:nvGraphicFramePr>
          <p:xfrm>
            <a:off x="4557103" y="1741535"/>
            <a:ext cx="360808" cy="470143"/>
          </p:xfrm>
          <a:graphic>
            <a:graphicData uri="http://schemas.openxmlformats.org/presentationml/2006/ole">
              <mc:AlternateContent xmlns:mc="http://schemas.openxmlformats.org/markup-compatibility/2006">
                <mc:Choice xmlns:v="urn:schemas-microsoft-com:vml" Requires="v">
                  <p:oleObj spid="_x0000_s95988" name="Equation" r:id="rId11" imgW="126720" imgH="164880" progId="Equation.DSMT4">
                    <p:embed/>
                  </p:oleObj>
                </mc:Choice>
                <mc:Fallback>
                  <p:oleObj name="Equation" r:id="rId11" imgW="126720" imgH="164880" progId="Equation.DSMT4">
                    <p:embed/>
                    <p:pic>
                      <p:nvPicPr>
                        <p:cNvPr id="95245" name="Object 13"/>
                        <p:cNvPicPr>
                          <a:picLocks noChangeAspect="1" noChangeArrowheads="1"/>
                        </p:cNvPicPr>
                        <p:nvPr/>
                      </p:nvPicPr>
                      <p:blipFill>
                        <a:blip r:embed="rId12"/>
                        <a:srcRect/>
                        <a:stretch>
                          <a:fillRect/>
                        </a:stretch>
                      </p:blipFill>
                      <p:spPr bwMode="auto">
                        <a:xfrm>
                          <a:off x="4557103" y="1741535"/>
                          <a:ext cx="360808" cy="470143"/>
                        </a:xfrm>
                        <a:prstGeom prst="rect">
                          <a:avLst/>
                        </a:prstGeom>
                        <a:noFill/>
                        <a:extLst/>
                      </p:spPr>
                    </p:pic>
                  </p:oleObj>
                </mc:Fallback>
              </mc:AlternateContent>
            </a:graphicData>
          </a:graphic>
        </p:graphicFrame>
      </p:gr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left)">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 name="灯片编号占位符 3"/>
          <p:cNvSpPr>
            <a:spLocks noGrp="1"/>
          </p:cNvSpPr>
          <p:nvPr>
            <p:ph type="sldNum" sz="quarter" idx="12"/>
          </p:nvPr>
        </p:nvSpPr>
        <p:spPr/>
        <p:txBody>
          <a:bodyPr/>
          <a:lstStyle/>
          <a:p>
            <a:fld id="{12A37881-7EE3-450F-B58A-5A6A4E91A4F8}" type="slidenum">
              <a:rPr lang="en-US" altLang="zh-CN"/>
              <a:pPr/>
              <a:t>12</a:t>
            </a:fld>
            <a:endParaRPr lang="en-US" altLang="zh-CN"/>
          </a:p>
        </p:txBody>
      </p:sp>
      <p:sp>
        <p:nvSpPr>
          <p:cNvPr id="106500" name="Text Box 4"/>
          <p:cNvSpPr txBox="1">
            <a:spLocks noChangeArrowheads="1"/>
          </p:cNvSpPr>
          <p:nvPr/>
        </p:nvSpPr>
        <p:spPr bwMode="auto">
          <a:xfrm>
            <a:off x="1596629" y="3049214"/>
            <a:ext cx="6172200" cy="867930"/>
          </a:xfrm>
          <a:prstGeom prst="rect">
            <a:avLst/>
          </a:prstGeom>
          <a:noFill/>
          <a:ln w="9525">
            <a:noFill/>
            <a:miter lim="800000"/>
            <a:headEnd/>
            <a:tailEnd/>
          </a:ln>
          <a:effectLst/>
        </p:spPr>
        <p:txBody>
          <a:bodyPr wrap="square">
            <a:spAutoFit/>
          </a:bodyPr>
          <a:lstStyle/>
          <a:p>
            <a:pPr>
              <a:lnSpc>
                <a:spcPct val="120000"/>
              </a:lnSpc>
              <a:spcBef>
                <a:spcPct val="50000"/>
              </a:spcBef>
            </a:pPr>
            <a:r>
              <a:rPr lang="en-US" altLang="zh-CN" sz="2100" dirty="0">
                <a:solidFill>
                  <a:srgbClr val="990000"/>
                </a:solidFill>
              </a:rPr>
              <a:t>1. </a:t>
            </a:r>
            <a:r>
              <a:rPr lang="zh-CN" altLang="en-US" sz="2100" dirty="0"/>
              <a:t>电荷速度的方向与</a:t>
            </a:r>
            <a:r>
              <a:rPr lang="zh-CN" altLang="en-US" sz="2100" dirty="0">
                <a:solidFill>
                  <a:srgbClr val="0000FF"/>
                </a:solidFill>
              </a:rPr>
              <a:t>某一方</a:t>
            </a:r>
            <a:r>
              <a:rPr lang="zh-CN" altLang="en-US" sz="2100" dirty="0"/>
              <a:t>向平行时，电荷</a:t>
            </a:r>
            <a:r>
              <a:rPr lang="zh-CN" altLang="en-US" sz="2100" dirty="0">
                <a:solidFill>
                  <a:srgbClr val="0000FF"/>
                </a:solidFill>
              </a:rPr>
              <a:t>不受力</a:t>
            </a:r>
            <a:r>
              <a:rPr lang="zh-CN" altLang="en-US" sz="2100" dirty="0"/>
              <a:t>，而其它方向都受磁力的作用。</a:t>
            </a:r>
            <a:endParaRPr lang="en-US" altLang="zh-CN" sz="2100" dirty="0">
              <a:solidFill>
                <a:srgbClr val="FF0000"/>
              </a:solidFill>
            </a:endParaRPr>
          </a:p>
        </p:txBody>
      </p:sp>
      <p:sp>
        <p:nvSpPr>
          <p:cNvPr id="106501" name="Text Box 5"/>
          <p:cNvSpPr txBox="1">
            <a:spLocks noChangeArrowheads="1"/>
          </p:cNvSpPr>
          <p:nvPr/>
        </p:nvSpPr>
        <p:spPr bwMode="auto">
          <a:xfrm>
            <a:off x="1596629" y="3921943"/>
            <a:ext cx="6172200" cy="867930"/>
          </a:xfrm>
          <a:prstGeom prst="rect">
            <a:avLst/>
          </a:prstGeom>
          <a:noFill/>
          <a:ln w="9525">
            <a:noFill/>
            <a:miter lim="800000"/>
            <a:headEnd/>
            <a:tailEnd/>
          </a:ln>
          <a:effectLst/>
        </p:spPr>
        <p:txBody>
          <a:bodyPr>
            <a:spAutoFit/>
          </a:bodyPr>
          <a:lstStyle/>
          <a:p>
            <a:pPr>
              <a:lnSpc>
                <a:spcPct val="120000"/>
              </a:lnSpc>
            </a:pPr>
            <a:r>
              <a:rPr lang="en-US" altLang="zh-CN" sz="2100" dirty="0">
                <a:solidFill>
                  <a:srgbClr val="990000"/>
                </a:solidFill>
              </a:rPr>
              <a:t>2.</a:t>
            </a:r>
            <a:r>
              <a:rPr lang="zh-CN" altLang="en-US" sz="2100" dirty="0"/>
              <a:t>电荷受的</a:t>
            </a:r>
            <a:r>
              <a:rPr lang="zh-CN" altLang="en-US" sz="2100" dirty="0">
                <a:solidFill>
                  <a:srgbClr val="0000FF"/>
                </a:solidFill>
              </a:rPr>
              <a:t>磁力方向</a:t>
            </a:r>
            <a:r>
              <a:rPr lang="zh-CN" altLang="en-US" sz="2100" dirty="0"/>
              <a:t>总是</a:t>
            </a:r>
            <a:r>
              <a:rPr lang="zh-CN" altLang="en-US" sz="2100" dirty="0">
                <a:solidFill>
                  <a:schemeClr val="bg1"/>
                </a:solidFill>
              </a:rPr>
              <a:t>垂直于</a:t>
            </a:r>
            <a:r>
              <a:rPr lang="zh-CN" altLang="en-US" sz="2100" dirty="0"/>
              <a:t>其</a:t>
            </a:r>
            <a:r>
              <a:rPr lang="zh-CN" altLang="en-US" sz="2100" dirty="0">
                <a:solidFill>
                  <a:srgbClr val="0000FF"/>
                </a:solidFill>
              </a:rPr>
              <a:t>速度</a:t>
            </a:r>
            <a:r>
              <a:rPr lang="zh-CN" altLang="en-US" sz="2100" dirty="0"/>
              <a:t>和</a:t>
            </a:r>
            <a:r>
              <a:rPr lang="zh-CN" altLang="en-US" sz="2100" dirty="0">
                <a:solidFill>
                  <a:srgbClr val="0000FF"/>
                </a:solidFill>
              </a:rPr>
              <a:t>磁感强度</a:t>
            </a:r>
            <a:r>
              <a:rPr lang="zh-CN" altLang="en-US" sz="2100" dirty="0"/>
              <a:t>方向组成的平面。</a:t>
            </a:r>
          </a:p>
        </p:txBody>
      </p:sp>
      <p:grpSp>
        <p:nvGrpSpPr>
          <p:cNvPr id="33" name="组合 32"/>
          <p:cNvGrpSpPr/>
          <p:nvPr/>
        </p:nvGrpSpPr>
        <p:grpSpPr>
          <a:xfrm>
            <a:off x="1847521" y="151216"/>
            <a:ext cx="5316875" cy="1998263"/>
            <a:chOff x="-31576" y="3237867"/>
            <a:chExt cx="7089166" cy="2664350"/>
          </a:xfrm>
        </p:grpSpPr>
        <p:sp>
          <p:nvSpPr>
            <p:cNvPr id="34" name="Oval 27"/>
            <p:cNvSpPr>
              <a:spLocks noChangeArrowheads="1"/>
            </p:cNvSpPr>
            <p:nvPr/>
          </p:nvSpPr>
          <p:spPr bwMode="auto">
            <a:xfrm>
              <a:off x="3332705" y="3869529"/>
              <a:ext cx="102736" cy="1033829"/>
            </a:xfrm>
            <a:prstGeom prst="ellipse">
              <a:avLst/>
            </a:prstGeom>
            <a:solidFill>
              <a:schemeClr val="bg2">
                <a:lumMod val="20000"/>
                <a:lumOff val="80000"/>
              </a:schemeClr>
            </a:solidFill>
            <a:ln w="9525">
              <a:solidFill>
                <a:schemeClr val="folHlink"/>
              </a:solidFill>
              <a:round/>
              <a:headEnd/>
              <a:tailEnd/>
            </a:ln>
            <a:effectLst/>
          </p:spPr>
          <p:txBody>
            <a:bodyPr wrap="none" lIns="67500" tIns="35100" rIns="67500" bIns="35100" anchor="ctr"/>
            <a:lstStyle/>
            <a:p>
              <a:endParaRPr lang="zh-CN" altLang="en-US" sz="2100"/>
            </a:p>
          </p:txBody>
        </p:sp>
        <p:sp>
          <p:nvSpPr>
            <p:cNvPr id="35" name="Oval 27"/>
            <p:cNvSpPr>
              <a:spLocks noChangeArrowheads="1"/>
            </p:cNvSpPr>
            <p:nvPr/>
          </p:nvSpPr>
          <p:spPr bwMode="auto">
            <a:xfrm>
              <a:off x="5637702" y="3884830"/>
              <a:ext cx="102736" cy="1033829"/>
            </a:xfrm>
            <a:prstGeom prst="ellipse">
              <a:avLst/>
            </a:prstGeom>
            <a:solidFill>
              <a:schemeClr val="bg2">
                <a:lumMod val="20000"/>
                <a:lumOff val="80000"/>
              </a:schemeClr>
            </a:solidFill>
            <a:ln w="9525">
              <a:solidFill>
                <a:schemeClr val="folHlink"/>
              </a:solidFill>
              <a:round/>
              <a:headEnd/>
              <a:tailEnd/>
            </a:ln>
            <a:effectLst/>
          </p:spPr>
          <p:txBody>
            <a:bodyPr wrap="none" lIns="67500" tIns="35100" rIns="67500" bIns="35100" anchor="ctr"/>
            <a:lstStyle/>
            <a:p>
              <a:endParaRPr lang="zh-CN" altLang="en-US" sz="2100"/>
            </a:p>
          </p:txBody>
        </p:sp>
        <p:sp>
          <p:nvSpPr>
            <p:cNvPr id="36" name="Rectangle 28"/>
            <p:cNvSpPr>
              <a:spLocks noChangeArrowheads="1"/>
            </p:cNvSpPr>
            <p:nvPr/>
          </p:nvSpPr>
          <p:spPr bwMode="auto">
            <a:xfrm>
              <a:off x="5600542" y="3578834"/>
              <a:ext cx="187984" cy="301625"/>
            </a:xfrm>
            <a:prstGeom prst="rect">
              <a:avLst/>
            </a:prstGeom>
            <a:solidFill>
              <a:srgbClr val="990000"/>
            </a:solidFill>
            <a:ln w="9525">
              <a:noFill/>
              <a:miter lim="800000"/>
              <a:headEnd/>
              <a:tailEnd/>
            </a:ln>
            <a:effectLst/>
          </p:spPr>
          <p:txBody>
            <a:bodyPr wrap="none" lIns="67500" tIns="35100" rIns="67500" bIns="35100" anchor="ctr"/>
            <a:lstStyle/>
            <a:p>
              <a:endParaRPr lang="zh-CN" altLang="en-US" sz="2100"/>
            </a:p>
          </p:txBody>
        </p:sp>
        <p:sp>
          <p:nvSpPr>
            <p:cNvPr id="38" name="Text Box 29"/>
            <p:cNvSpPr txBox="1">
              <a:spLocks noChangeArrowheads="1"/>
            </p:cNvSpPr>
            <p:nvPr/>
          </p:nvSpPr>
          <p:spPr bwMode="auto">
            <a:xfrm>
              <a:off x="5731694" y="3445507"/>
              <a:ext cx="386943" cy="525401"/>
            </a:xfrm>
            <a:prstGeom prst="rect">
              <a:avLst/>
            </a:prstGeom>
            <a:noFill/>
            <a:ln w="9525">
              <a:noFill/>
              <a:miter lim="800000"/>
              <a:headEnd/>
              <a:tailEnd/>
            </a:ln>
            <a:effectLst/>
          </p:spPr>
          <p:txBody>
            <a:bodyPr wrap="none" lIns="67500" tIns="35100" rIns="67500" bIns="35100">
              <a:spAutoFit/>
            </a:bodyPr>
            <a:lstStyle/>
            <a:p>
              <a:r>
                <a:rPr lang="en-US" altLang="zh-CN" sz="2100"/>
                <a:t>+</a:t>
              </a:r>
            </a:p>
          </p:txBody>
        </p:sp>
        <p:sp>
          <p:nvSpPr>
            <p:cNvPr id="39" name="Text Box 11"/>
            <p:cNvSpPr txBox="1">
              <a:spLocks noChangeArrowheads="1"/>
            </p:cNvSpPr>
            <p:nvPr/>
          </p:nvSpPr>
          <p:spPr bwMode="auto">
            <a:xfrm>
              <a:off x="4922924" y="4254211"/>
              <a:ext cx="361295" cy="525401"/>
            </a:xfrm>
            <a:prstGeom prst="rect">
              <a:avLst/>
            </a:prstGeom>
            <a:noFill/>
            <a:ln w="9525">
              <a:noFill/>
              <a:miter lim="800000"/>
              <a:headEnd/>
              <a:tailEnd/>
            </a:ln>
            <a:effectLst/>
          </p:spPr>
          <p:txBody>
            <a:bodyPr wrap="none" lIns="67500" tIns="35100" rIns="67500" bIns="35100">
              <a:spAutoFit/>
            </a:bodyPr>
            <a:lstStyle/>
            <a:p>
              <a:r>
                <a:rPr lang="en-US" altLang="zh-CN" sz="2100" i="1" dirty="0">
                  <a:solidFill>
                    <a:srgbClr val="FF0066"/>
                  </a:solidFill>
                </a:rPr>
                <a:t>q</a:t>
              </a:r>
              <a:endParaRPr lang="en-US" altLang="zh-CN" sz="2100" dirty="0">
                <a:solidFill>
                  <a:srgbClr val="FF0066"/>
                </a:solidFill>
              </a:endParaRPr>
            </a:p>
          </p:txBody>
        </p:sp>
        <p:graphicFrame>
          <p:nvGraphicFramePr>
            <p:cNvPr id="40" name="Object 13"/>
            <p:cNvGraphicFramePr>
              <a:graphicFrameLocks noChangeAspect="1"/>
            </p:cNvGraphicFramePr>
            <p:nvPr>
              <p:extLst>
                <p:ext uri="{D42A27DB-BD31-4B8C-83A1-F6EECF244321}">
                  <p14:modId xmlns:p14="http://schemas.microsoft.com/office/powerpoint/2010/main" val="1522195356"/>
                </p:ext>
              </p:extLst>
            </p:nvPr>
          </p:nvGraphicFramePr>
          <p:xfrm>
            <a:off x="4409245" y="3237867"/>
            <a:ext cx="469961" cy="662263"/>
          </p:xfrm>
          <a:graphic>
            <a:graphicData uri="http://schemas.openxmlformats.org/presentationml/2006/ole">
              <mc:AlternateContent xmlns:mc="http://schemas.openxmlformats.org/markup-compatibility/2006">
                <mc:Choice xmlns:v="urn:schemas-microsoft-com:vml" Requires="v">
                  <p:oleObj spid="_x0000_s107112" name="公式" r:id="rId3" imgW="126720" imgH="177480" progId="Equation.3">
                    <p:embed/>
                  </p:oleObj>
                </mc:Choice>
                <mc:Fallback>
                  <p:oleObj name="公式" r:id="rId3" imgW="126720" imgH="177480" progId="Equation.3">
                    <p:embed/>
                    <p:pic>
                      <p:nvPicPr>
                        <p:cNvPr id="95245" name="Object 1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409245" y="3237867"/>
                          <a:ext cx="469961" cy="66226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nvGrpSpPr>
            <p:cNvPr id="41" name="Group 15"/>
            <p:cNvGrpSpPr>
              <a:grpSpLocks/>
            </p:cNvGrpSpPr>
            <p:nvPr/>
          </p:nvGrpSpPr>
          <p:grpSpPr bwMode="auto">
            <a:xfrm>
              <a:off x="3753361" y="3255342"/>
              <a:ext cx="1681035" cy="1639260"/>
              <a:chOff x="3837" y="1488"/>
              <a:chExt cx="902" cy="750"/>
            </a:xfrm>
          </p:grpSpPr>
          <p:sp>
            <p:nvSpPr>
              <p:cNvPr id="56" name="Text Box 16"/>
              <p:cNvSpPr txBox="1">
                <a:spLocks noChangeArrowheads="1"/>
              </p:cNvSpPr>
              <p:nvPr/>
            </p:nvSpPr>
            <p:spPr bwMode="auto">
              <a:xfrm>
                <a:off x="3837" y="1998"/>
                <a:ext cx="203" cy="240"/>
              </a:xfrm>
              <a:prstGeom prst="rect">
                <a:avLst/>
              </a:prstGeom>
              <a:noFill/>
              <a:ln w="9525">
                <a:noFill/>
                <a:miter lim="800000"/>
                <a:headEnd/>
                <a:tailEnd/>
              </a:ln>
              <a:effectLst/>
            </p:spPr>
            <p:txBody>
              <a:bodyPr wrap="none" lIns="67500" tIns="35100" rIns="67500" bIns="35100">
                <a:spAutoFit/>
              </a:bodyPr>
              <a:lstStyle/>
              <a:p>
                <a:r>
                  <a:rPr lang="en-US" altLang="zh-CN" sz="2100" dirty="0">
                    <a:sym typeface="Symbol" pitchFamily="18" charset="2"/>
                  </a:rPr>
                  <a:t></a:t>
                </a:r>
                <a:endParaRPr lang="en-US" altLang="zh-CN" sz="2100" dirty="0"/>
              </a:p>
            </p:txBody>
          </p:sp>
          <p:graphicFrame>
            <p:nvGraphicFramePr>
              <p:cNvPr id="57" name="Object 17"/>
              <p:cNvGraphicFramePr>
                <a:graphicFrameLocks noChangeAspect="1"/>
              </p:cNvGraphicFramePr>
              <p:nvPr/>
            </p:nvGraphicFramePr>
            <p:xfrm>
              <a:off x="4512" y="1488"/>
              <a:ext cx="227" cy="288"/>
            </p:xfrm>
            <a:graphic>
              <a:graphicData uri="http://schemas.openxmlformats.org/presentationml/2006/ole">
                <mc:AlternateContent xmlns:mc="http://schemas.openxmlformats.org/markup-compatibility/2006">
                  <mc:Choice xmlns:v="urn:schemas-microsoft-com:vml" Requires="v">
                    <p:oleObj spid="_x0000_s107113" name="公式" r:id="rId5" imgW="152280" imgH="190440" progId="Equation.3">
                      <p:embed/>
                    </p:oleObj>
                  </mc:Choice>
                  <mc:Fallback>
                    <p:oleObj name="公式" r:id="rId5" imgW="152280" imgH="190440" progId="Equation.3">
                      <p:embed/>
                      <p:pic>
                        <p:nvPicPr>
                          <p:cNvPr id="95249" name="Object 17"/>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512" y="1488"/>
                            <a:ext cx="227" cy="28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58" name="Text Box 16"/>
              <p:cNvSpPr txBox="1">
                <a:spLocks noChangeArrowheads="1"/>
              </p:cNvSpPr>
              <p:nvPr/>
            </p:nvSpPr>
            <p:spPr bwMode="auto">
              <a:xfrm>
                <a:off x="3837" y="1758"/>
                <a:ext cx="203" cy="240"/>
              </a:xfrm>
              <a:prstGeom prst="rect">
                <a:avLst/>
              </a:prstGeom>
              <a:noFill/>
              <a:ln w="9525">
                <a:noFill/>
                <a:miter lim="800000"/>
                <a:headEnd/>
                <a:tailEnd/>
              </a:ln>
              <a:effectLst/>
            </p:spPr>
            <p:txBody>
              <a:bodyPr wrap="none" lIns="67500" tIns="35100" rIns="67500" bIns="35100">
                <a:spAutoFit/>
              </a:bodyPr>
              <a:lstStyle/>
              <a:p>
                <a:r>
                  <a:rPr lang="en-US" altLang="zh-CN" sz="2100" dirty="0">
                    <a:sym typeface="Symbol" pitchFamily="18" charset="2"/>
                  </a:rPr>
                  <a:t></a:t>
                </a:r>
                <a:endParaRPr lang="en-US" altLang="zh-CN" sz="2100" dirty="0"/>
              </a:p>
            </p:txBody>
          </p:sp>
          <p:sp>
            <p:nvSpPr>
              <p:cNvPr id="59" name="Text Box 16"/>
              <p:cNvSpPr txBox="1">
                <a:spLocks noChangeArrowheads="1"/>
              </p:cNvSpPr>
              <p:nvPr/>
            </p:nvSpPr>
            <p:spPr bwMode="auto">
              <a:xfrm>
                <a:off x="4115" y="1998"/>
                <a:ext cx="203" cy="240"/>
              </a:xfrm>
              <a:prstGeom prst="rect">
                <a:avLst/>
              </a:prstGeom>
              <a:noFill/>
              <a:ln w="9525">
                <a:noFill/>
                <a:miter lim="800000"/>
                <a:headEnd/>
                <a:tailEnd/>
              </a:ln>
              <a:effectLst/>
            </p:spPr>
            <p:txBody>
              <a:bodyPr wrap="none" lIns="67500" tIns="35100" rIns="67500" bIns="35100">
                <a:spAutoFit/>
              </a:bodyPr>
              <a:lstStyle/>
              <a:p>
                <a:r>
                  <a:rPr lang="en-US" altLang="zh-CN" sz="2100" dirty="0">
                    <a:sym typeface="Symbol" pitchFamily="18" charset="2"/>
                  </a:rPr>
                  <a:t></a:t>
                </a:r>
                <a:endParaRPr lang="en-US" altLang="zh-CN" sz="2100" dirty="0"/>
              </a:p>
            </p:txBody>
          </p:sp>
          <p:sp>
            <p:nvSpPr>
              <p:cNvPr id="60" name="Text Box 16"/>
              <p:cNvSpPr txBox="1">
                <a:spLocks noChangeArrowheads="1"/>
              </p:cNvSpPr>
              <p:nvPr/>
            </p:nvSpPr>
            <p:spPr bwMode="auto">
              <a:xfrm>
                <a:off x="4115" y="1758"/>
                <a:ext cx="203" cy="240"/>
              </a:xfrm>
              <a:prstGeom prst="rect">
                <a:avLst/>
              </a:prstGeom>
              <a:noFill/>
              <a:ln w="9525">
                <a:noFill/>
                <a:miter lim="800000"/>
                <a:headEnd/>
                <a:tailEnd/>
              </a:ln>
              <a:effectLst/>
            </p:spPr>
            <p:txBody>
              <a:bodyPr wrap="none" lIns="67500" tIns="35100" rIns="67500" bIns="35100">
                <a:spAutoFit/>
              </a:bodyPr>
              <a:lstStyle/>
              <a:p>
                <a:r>
                  <a:rPr lang="en-US" altLang="zh-CN" sz="2100" dirty="0">
                    <a:sym typeface="Symbol" pitchFamily="18" charset="2"/>
                  </a:rPr>
                  <a:t></a:t>
                </a:r>
                <a:endParaRPr lang="en-US" altLang="zh-CN" sz="2100" dirty="0"/>
              </a:p>
            </p:txBody>
          </p:sp>
        </p:grpSp>
        <p:sp>
          <p:nvSpPr>
            <p:cNvPr id="42" name="Line 6"/>
            <p:cNvSpPr>
              <a:spLocks noChangeShapeType="1"/>
            </p:cNvSpPr>
            <p:nvPr/>
          </p:nvSpPr>
          <p:spPr bwMode="auto">
            <a:xfrm>
              <a:off x="3010291" y="3869529"/>
              <a:ext cx="3656953" cy="0"/>
            </a:xfrm>
            <a:prstGeom prst="line">
              <a:avLst/>
            </a:prstGeom>
            <a:noFill/>
            <a:ln w="44450">
              <a:solidFill>
                <a:schemeClr val="tx1"/>
              </a:solidFill>
              <a:round/>
              <a:headEnd/>
              <a:tailEnd/>
            </a:ln>
            <a:effectLst/>
          </p:spPr>
          <p:txBody>
            <a:bodyPr wrap="none" lIns="67500" tIns="35100" rIns="67500" bIns="35100" anchor="ctr"/>
            <a:lstStyle/>
            <a:p>
              <a:endParaRPr lang="zh-CN" altLang="en-US" sz="2100"/>
            </a:p>
          </p:txBody>
        </p:sp>
        <p:sp>
          <p:nvSpPr>
            <p:cNvPr id="43" name="Freeform 7"/>
            <p:cNvSpPr>
              <a:spLocks/>
            </p:cNvSpPr>
            <p:nvPr/>
          </p:nvSpPr>
          <p:spPr bwMode="auto">
            <a:xfrm>
              <a:off x="2621207" y="3869529"/>
              <a:ext cx="389084" cy="1049129"/>
            </a:xfrm>
            <a:custGeom>
              <a:avLst/>
              <a:gdLst/>
              <a:ahLst/>
              <a:cxnLst>
                <a:cxn ang="0">
                  <a:pos x="178" y="0"/>
                </a:cxn>
                <a:cxn ang="0">
                  <a:pos x="14" y="261"/>
                </a:cxn>
                <a:cxn ang="0">
                  <a:pos x="178" y="480"/>
                </a:cxn>
              </a:cxnLst>
              <a:rect l="0" t="0" r="r" b="b"/>
              <a:pathLst>
                <a:path w="178" h="480">
                  <a:moveTo>
                    <a:pt x="178" y="0"/>
                  </a:moveTo>
                  <a:cubicBezTo>
                    <a:pt x="28" y="41"/>
                    <a:pt x="0" y="130"/>
                    <a:pt x="14" y="261"/>
                  </a:cubicBezTo>
                  <a:cubicBezTo>
                    <a:pt x="28" y="392"/>
                    <a:pt x="72" y="436"/>
                    <a:pt x="178" y="480"/>
                  </a:cubicBezTo>
                </a:path>
              </a:pathLst>
            </a:custGeom>
            <a:noFill/>
            <a:ln w="44450" cap="flat" cmpd="sng">
              <a:solidFill>
                <a:schemeClr val="tx1"/>
              </a:solidFill>
              <a:prstDash val="solid"/>
              <a:round/>
              <a:headEnd type="none" w="med" len="med"/>
              <a:tailEnd type="none" w="med" len="med"/>
            </a:ln>
            <a:effectLst/>
          </p:spPr>
          <p:txBody>
            <a:bodyPr wrap="none" lIns="67500" tIns="35100" rIns="67500" bIns="35100" anchor="ctr"/>
            <a:lstStyle/>
            <a:p>
              <a:endParaRPr lang="zh-CN" altLang="en-US" sz="2100"/>
            </a:p>
          </p:txBody>
        </p:sp>
        <p:sp>
          <p:nvSpPr>
            <p:cNvPr id="44" name="Line 8"/>
            <p:cNvSpPr>
              <a:spLocks noChangeShapeType="1"/>
            </p:cNvSpPr>
            <p:nvPr/>
          </p:nvSpPr>
          <p:spPr bwMode="auto">
            <a:xfrm>
              <a:off x="3010291" y="4918658"/>
              <a:ext cx="3656953" cy="0"/>
            </a:xfrm>
            <a:prstGeom prst="line">
              <a:avLst/>
            </a:prstGeom>
            <a:noFill/>
            <a:ln w="44450">
              <a:solidFill>
                <a:schemeClr val="tx1"/>
              </a:solidFill>
              <a:round/>
              <a:headEnd/>
              <a:tailEnd/>
            </a:ln>
            <a:effectLst/>
          </p:spPr>
          <p:txBody>
            <a:bodyPr wrap="none" lIns="67500" tIns="35100" rIns="67500" bIns="35100" anchor="ctr"/>
            <a:lstStyle/>
            <a:p>
              <a:endParaRPr lang="zh-CN" altLang="en-US" sz="2100"/>
            </a:p>
          </p:txBody>
        </p:sp>
        <p:sp>
          <p:nvSpPr>
            <p:cNvPr id="45" name="Freeform 9"/>
            <p:cNvSpPr>
              <a:spLocks/>
            </p:cNvSpPr>
            <p:nvPr/>
          </p:nvSpPr>
          <p:spPr bwMode="auto">
            <a:xfrm flipH="1">
              <a:off x="6668506" y="3873688"/>
              <a:ext cx="389084" cy="1049129"/>
            </a:xfrm>
            <a:custGeom>
              <a:avLst/>
              <a:gdLst/>
              <a:ahLst/>
              <a:cxnLst>
                <a:cxn ang="0">
                  <a:pos x="178" y="0"/>
                </a:cxn>
                <a:cxn ang="0">
                  <a:pos x="14" y="261"/>
                </a:cxn>
                <a:cxn ang="0">
                  <a:pos x="178" y="480"/>
                </a:cxn>
              </a:cxnLst>
              <a:rect l="0" t="0" r="r" b="b"/>
              <a:pathLst>
                <a:path w="178" h="480">
                  <a:moveTo>
                    <a:pt x="178" y="0"/>
                  </a:moveTo>
                  <a:cubicBezTo>
                    <a:pt x="28" y="41"/>
                    <a:pt x="0" y="130"/>
                    <a:pt x="14" y="261"/>
                  </a:cubicBezTo>
                  <a:cubicBezTo>
                    <a:pt x="28" y="392"/>
                    <a:pt x="72" y="436"/>
                    <a:pt x="178" y="480"/>
                  </a:cubicBezTo>
                </a:path>
              </a:pathLst>
            </a:custGeom>
            <a:noFill/>
            <a:ln w="44450" cap="flat" cmpd="sng">
              <a:solidFill>
                <a:schemeClr val="tx1"/>
              </a:solidFill>
              <a:prstDash val="solid"/>
              <a:round/>
              <a:headEnd type="none" w="med" len="med"/>
              <a:tailEnd type="none" w="med" len="med"/>
            </a:ln>
            <a:effectLst/>
          </p:spPr>
          <p:txBody>
            <a:bodyPr wrap="none" lIns="67500" tIns="35100" rIns="67500" bIns="35100" anchor="ctr"/>
            <a:lstStyle/>
            <a:p>
              <a:endParaRPr lang="zh-CN" altLang="en-US" sz="2100"/>
            </a:p>
          </p:txBody>
        </p:sp>
        <p:sp>
          <p:nvSpPr>
            <p:cNvPr id="46" name="Freeform 20"/>
            <p:cNvSpPr>
              <a:spLocks/>
            </p:cNvSpPr>
            <p:nvPr/>
          </p:nvSpPr>
          <p:spPr bwMode="auto">
            <a:xfrm>
              <a:off x="4957898" y="4372237"/>
              <a:ext cx="1200040" cy="474294"/>
            </a:xfrm>
            <a:custGeom>
              <a:avLst/>
              <a:gdLst>
                <a:gd name="connsiteX0" fmla="*/ 0 w 10000"/>
                <a:gd name="connsiteY0" fmla="*/ 0 h 10000"/>
                <a:gd name="connsiteX1" fmla="*/ 5179 w 10000"/>
                <a:gd name="connsiteY1" fmla="*/ 3077 h 10000"/>
                <a:gd name="connsiteX2" fmla="*/ 10000 w 10000"/>
                <a:gd name="connsiteY2" fmla="*/ 10000 h 10000"/>
                <a:gd name="connsiteX0" fmla="*/ 0 w 10000"/>
                <a:gd name="connsiteY0" fmla="*/ 0 h 10000"/>
                <a:gd name="connsiteX1" fmla="*/ 5179 w 10000"/>
                <a:gd name="connsiteY1" fmla="*/ 3077 h 10000"/>
                <a:gd name="connsiteX2" fmla="*/ 10000 w 10000"/>
                <a:gd name="connsiteY2" fmla="*/ 10000 h 10000"/>
                <a:gd name="connsiteX0" fmla="*/ 0 w 10000"/>
                <a:gd name="connsiteY0" fmla="*/ 0 h 10000"/>
                <a:gd name="connsiteX1" fmla="*/ 5179 w 10000"/>
                <a:gd name="connsiteY1" fmla="*/ 3077 h 10000"/>
                <a:gd name="connsiteX2" fmla="*/ 10000 w 10000"/>
                <a:gd name="connsiteY2" fmla="*/ 10000 h 10000"/>
                <a:gd name="connsiteX0" fmla="*/ 0 w 10599"/>
                <a:gd name="connsiteY0" fmla="*/ 0 h 10202"/>
                <a:gd name="connsiteX1" fmla="*/ 5179 w 10599"/>
                <a:gd name="connsiteY1" fmla="*/ 3077 h 10202"/>
                <a:gd name="connsiteX2" fmla="*/ 10599 w 10599"/>
                <a:gd name="connsiteY2" fmla="*/ 10202 h 10202"/>
                <a:gd name="connsiteX0" fmla="*/ 0 w 10599"/>
                <a:gd name="connsiteY0" fmla="*/ 0 h 10202"/>
                <a:gd name="connsiteX1" fmla="*/ 5179 w 10599"/>
                <a:gd name="connsiteY1" fmla="*/ 3077 h 10202"/>
                <a:gd name="connsiteX2" fmla="*/ 10599 w 10599"/>
                <a:gd name="connsiteY2" fmla="*/ 10202 h 10202"/>
                <a:gd name="connsiteX0" fmla="*/ 0 w 11112"/>
                <a:gd name="connsiteY0" fmla="*/ 0 h 10404"/>
                <a:gd name="connsiteX1" fmla="*/ 5692 w 11112"/>
                <a:gd name="connsiteY1" fmla="*/ 3279 h 10404"/>
                <a:gd name="connsiteX2" fmla="*/ 11112 w 11112"/>
                <a:gd name="connsiteY2" fmla="*/ 10404 h 10404"/>
                <a:gd name="connsiteX0" fmla="*/ 0 w 11112"/>
                <a:gd name="connsiteY0" fmla="*/ 0 h 10404"/>
                <a:gd name="connsiteX1" fmla="*/ 5692 w 11112"/>
                <a:gd name="connsiteY1" fmla="*/ 3279 h 10404"/>
                <a:gd name="connsiteX2" fmla="*/ 11112 w 11112"/>
                <a:gd name="connsiteY2" fmla="*/ 10404 h 10404"/>
                <a:gd name="connsiteX0" fmla="*/ 0 w 11112"/>
                <a:gd name="connsiteY0" fmla="*/ 0 h 10404"/>
                <a:gd name="connsiteX1" fmla="*/ 5692 w 11112"/>
                <a:gd name="connsiteY1" fmla="*/ 3279 h 10404"/>
                <a:gd name="connsiteX2" fmla="*/ 11112 w 11112"/>
                <a:gd name="connsiteY2" fmla="*/ 10404 h 10404"/>
                <a:gd name="connsiteX0" fmla="*/ 0 w 11112"/>
                <a:gd name="connsiteY0" fmla="*/ 0 h 10404"/>
                <a:gd name="connsiteX1" fmla="*/ 5692 w 11112"/>
                <a:gd name="connsiteY1" fmla="*/ 3279 h 10404"/>
                <a:gd name="connsiteX2" fmla="*/ 11112 w 11112"/>
                <a:gd name="connsiteY2" fmla="*/ 10404 h 10404"/>
                <a:gd name="connsiteX0" fmla="*/ 0 w 11112"/>
                <a:gd name="connsiteY0" fmla="*/ 0 h 10404"/>
                <a:gd name="connsiteX1" fmla="*/ 5692 w 11112"/>
                <a:gd name="connsiteY1" fmla="*/ 3279 h 10404"/>
                <a:gd name="connsiteX2" fmla="*/ 11112 w 11112"/>
                <a:gd name="connsiteY2" fmla="*/ 10404 h 10404"/>
                <a:gd name="connsiteX0" fmla="*/ 0 w 11112"/>
                <a:gd name="connsiteY0" fmla="*/ 0 h 10404"/>
                <a:gd name="connsiteX1" fmla="*/ 5692 w 11112"/>
                <a:gd name="connsiteY1" fmla="*/ 3279 h 10404"/>
                <a:gd name="connsiteX2" fmla="*/ 11112 w 11112"/>
                <a:gd name="connsiteY2" fmla="*/ 10404 h 10404"/>
                <a:gd name="connsiteX0" fmla="*/ 0 w 11112"/>
                <a:gd name="connsiteY0" fmla="*/ 0 h 10404"/>
                <a:gd name="connsiteX1" fmla="*/ 5692 w 11112"/>
                <a:gd name="connsiteY1" fmla="*/ 3279 h 10404"/>
                <a:gd name="connsiteX2" fmla="*/ 11112 w 11112"/>
                <a:gd name="connsiteY2" fmla="*/ 10404 h 10404"/>
                <a:gd name="connsiteX0" fmla="*/ 0 w 11112"/>
                <a:gd name="connsiteY0" fmla="*/ 0 h 10404"/>
                <a:gd name="connsiteX1" fmla="*/ 5692 w 11112"/>
                <a:gd name="connsiteY1" fmla="*/ 3279 h 10404"/>
                <a:gd name="connsiteX2" fmla="*/ 11112 w 11112"/>
                <a:gd name="connsiteY2" fmla="*/ 10404 h 10404"/>
                <a:gd name="connsiteX0" fmla="*/ 0 w 11112"/>
                <a:gd name="connsiteY0" fmla="*/ 2 h 10406"/>
                <a:gd name="connsiteX1" fmla="*/ 5692 w 11112"/>
                <a:gd name="connsiteY1" fmla="*/ 3281 h 10406"/>
                <a:gd name="connsiteX2" fmla="*/ 11112 w 11112"/>
                <a:gd name="connsiteY2" fmla="*/ 10406 h 10406"/>
                <a:gd name="connsiteX0" fmla="*/ 0 w 11112"/>
                <a:gd name="connsiteY0" fmla="*/ 0 h 10404"/>
                <a:gd name="connsiteX1" fmla="*/ 5692 w 11112"/>
                <a:gd name="connsiteY1" fmla="*/ 3279 h 10404"/>
                <a:gd name="connsiteX2" fmla="*/ 11112 w 11112"/>
                <a:gd name="connsiteY2" fmla="*/ 10404 h 10404"/>
              </a:gdLst>
              <a:ahLst/>
              <a:cxnLst>
                <a:cxn ang="0">
                  <a:pos x="connsiteX0" y="connsiteY0"/>
                </a:cxn>
                <a:cxn ang="0">
                  <a:pos x="connsiteX1" y="connsiteY1"/>
                </a:cxn>
                <a:cxn ang="0">
                  <a:pos x="connsiteX2" y="connsiteY2"/>
                </a:cxn>
              </a:cxnLst>
              <a:rect l="l" t="t" r="r" b="b"/>
              <a:pathLst>
                <a:path w="11112" h="10404">
                  <a:moveTo>
                    <a:pt x="0" y="0"/>
                  </a:moveTo>
                  <a:cubicBezTo>
                    <a:pt x="486" y="121"/>
                    <a:pt x="3181" y="503"/>
                    <a:pt x="5692" y="3279"/>
                  </a:cubicBezTo>
                  <a:cubicBezTo>
                    <a:pt x="8820" y="6616"/>
                    <a:pt x="10556" y="9208"/>
                    <a:pt x="11112" y="10404"/>
                  </a:cubicBezTo>
                </a:path>
              </a:pathLst>
            </a:custGeom>
            <a:noFill/>
            <a:ln w="28575" cap="flat" cmpd="sng">
              <a:solidFill>
                <a:srgbClr val="990000"/>
              </a:solidFill>
              <a:prstDash val="solid"/>
              <a:round/>
              <a:headEnd type="none" w="med" len="med"/>
              <a:tailEnd type="none" w="med" len="med"/>
            </a:ln>
            <a:effectLst/>
          </p:spPr>
          <p:txBody>
            <a:bodyPr wrap="none" lIns="67500" tIns="35100" rIns="67500" bIns="35100" anchor="ctr"/>
            <a:lstStyle/>
            <a:p>
              <a:endParaRPr lang="zh-CN" altLang="en-US" sz="2100"/>
            </a:p>
          </p:txBody>
        </p:sp>
        <p:sp>
          <p:nvSpPr>
            <p:cNvPr id="47" name="Line 19"/>
            <p:cNvSpPr>
              <a:spLocks noChangeShapeType="1"/>
            </p:cNvSpPr>
            <p:nvPr/>
          </p:nvSpPr>
          <p:spPr bwMode="auto">
            <a:xfrm>
              <a:off x="3696653" y="4389722"/>
              <a:ext cx="1180368" cy="0"/>
            </a:xfrm>
            <a:prstGeom prst="line">
              <a:avLst/>
            </a:prstGeom>
            <a:noFill/>
            <a:ln w="41275">
              <a:solidFill>
                <a:srgbClr val="800000"/>
              </a:solidFill>
              <a:round/>
              <a:headEnd/>
              <a:tailEnd type="arrow" w="med" len="lg"/>
            </a:ln>
            <a:effectLst/>
          </p:spPr>
          <p:txBody>
            <a:bodyPr wrap="none" lIns="67500" tIns="35100" rIns="67500" bIns="35100" anchor="ctr"/>
            <a:lstStyle/>
            <a:p>
              <a:endParaRPr lang="zh-CN" altLang="en-US" sz="2100"/>
            </a:p>
          </p:txBody>
        </p:sp>
        <p:sp>
          <p:nvSpPr>
            <p:cNvPr id="48" name="Line 23"/>
            <p:cNvSpPr>
              <a:spLocks noChangeShapeType="1"/>
            </p:cNvSpPr>
            <p:nvPr/>
          </p:nvSpPr>
          <p:spPr bwMode="auto">
            <a:xfrm>
              <a:off x="2181848" y="4387537"/>
              <a:ext cx="1514805" cy="0"/>
            </a:xfrm>
            <a:prstGeom prst="line">
              <a:avLst/>
            </a:prstGeom>
            <a:noFill/>
            <a:ln w="41275">
              <a:solidFill>
                <a:srgbClr val="800000"/>
              </a:solidFill>
              <a:round/>
              <a:headEnd/>
              <a:tailEnd type="none" w="med" len="lg"/>
            </a:ln>
            <a:effectLst/>
          </p:spPr>
          <p:txBody>
            <a:bodyPr wrap="none" lIns="67500" tIns="35100" rIns="67500" bIns="35100" anchor="ctr"/>
            <a:lstStyle/>
            <a:p>
              <a:endParaRPr lang="zh-CN" altLang="en-US" sz="2100"/>
            </a:p>
          </p:txBody>
        </p:sp>
        <p:sp>
          <p:nvSpPr>
            <p:cNvPr id="49" name="Rectangle 24"/>
            <p:cNvSpPr>
              <a:spLocks noChangeArrowheads="1"/>
            </p:cNvSpPr>
            <p:nvPr/>
          </p:nvSpPr>
          <p:spPr bwMode="auto">
            <a:xfrm>
              <a:off x="2391691" y="4236725"/>
              <a:ext cx="104922" cy="308181"/>
            </a:xfrm>
            <a:prstGeom prst="rect">
              <a:avLst/>
            </a:prstGeom>
            <a:solidFill>
              <a:srgbClr val="990000"/>
            </a:solidFill>
            <a:ln w="9525">
              <a:solidFill>
                <a:srgbClr val="CCFFCC"/>
              </a:solidFill>
              <a:miter lim="800000"/>
              <a:headEnd/>
              <a:tailEnd/>
            </a:ln>
            <a:effectLst/>
          </p:spPr>
          <p:txBody>
            <a:bodyPr wrap="none" lIns="67500" tIns="35100" rIns="67500" bIns="35100" anchor="ctr"/>
            <a:lstStyle/>
            <a:p>
              <a:endParaRPr lang="zh-CN" altLang="en-US" sz="2100"/>
            </a:p>
          </p:txBody>
        </p:sp>
        <p:sp>
          <p:nvSpPr>
            <p:cNvPr id="50" name="Text Box 25"/>
            <p:cNvSpPr txBox="1">
              <a:spLocks noChangeArrowheads="1"/>
            </p:cNvSpPr>
            <p:nvPr/>
          </p:nvSpPr>
          <p:spPr bwMode="auto">
            <a:xfrm>
              <a:off x="2162174" y="3666262"/>
              <a:ext cx="361295" cy="525401"/>
            </a:xfrm>
            <a:prstGeom prst="rect">
              <a:avLst/>
            </a:prstGeom>
            <a:noFill/>
            <a:ln w="9525">
              <a:noFill/>
              <a:miter lim="800000"/>
              <a:headEnd/>
              <a:tailEnd/>
            </a:ln>
            <a:effectLst/>
          </p:spPr>
          <p:txBody>
            <a:bodyPr wrap="none" lIns="67500" tIns="35100" rIns="67500" bIns="35100">
              <a:spAutoFit/>
            </a:bodyPr>
            <a:lstStyle/>
            <a:p>
              <a:r>
                <a:rPr lang="en-US" altLang="zh-CN" sz="2100"/>
                <a:t>–</a:t>
              </a:r>
            </a:p>
          </p:txBody>
        </p:sp>
        <p:sp>
          <p:nvSpPr>
            <p:cNvPr id="51" name="Line 33"/>
            <p:cNvSpPr>
              <a:spLocks noChangeShapeType="1"/>
            </p:cNvSpPr>
            <p:nvPr/>
          </p:nvSpPr>
          <p:spPr bwMode="auto">
            <a:xfrm rot="5400000">
              <a:off x="4385367" y="4997343"/>
              <a:ext cx="1079729" cy="0"/>
            </a:xfrm>
            <a:prstGeom prst="line">
              <a:avLst/>
            </a:prstGeom>
            <a:noFill/>
            <a:ln w="41275">
              <a:solidFill>
                <a:srgbClr val="0000FF"/>
              </a:solidFill>
              <a:round/>
              <a:headEnd/>
              <a:tailEnd type="arrow" w="med" len="lg"/>
            </a:ln>
            <a:effectLst/>
          </p:spPr>
          <p:txBody>
            <a:bodyPr wrap="none" lIns="67500" tIns="35100" rIns="67500" bIns="35100" anchor="ctr"/>
            <a:lstStyle/>
            <a:p>
              <a:endParaRPr lang="zh-CN" altLang="en-US" sz="2100"/>
            </a:p>
          </p:txBody>
        </p:sp>
        <p:graphicFrame>
          <p:nvGraphicFramePr>
            <p:cNvPr id="52" name="Object 34"/>
            <p:cNvGraphicFramePr>
              <a:graphicFrameLocks noChangeAspect="1"/>
            </p:cNvGraphicFramePr>
            <p:nvPr>
              <p:extLst>
                <p:ext uri="{D42A27DB-BD31-4B8C-83A1-F6EECF244321}">
                  <p14:modId xmlns:p14="http://schemas.microsoft.com/office/powerpoint/2010/main" val="67455995"/>
                </p:ext>
              </p:extLst>
            </p:nvPr>
          </p:nvGraphicFramePr>
          <p:xfrm>
            <a:off x="5012543" y="5017014"/>
            <a:ext cx="832815" cy="885203"/>
          </p:xfrm>
          <a:graphic>
            <a:graphicData uri="http://schemas.openxmlformats.org/presentationml/2006/ole">
              <mc:AlternateContent xmlns:mc="http://schemas.openxmlformats.org/markup-compatibility/2006">
                <mc:Choice xmlns:v="urn:schemas-microsoft-com:vml" Requires="v">
                  <p:oleObj spid="_x0000_s107114" name="Equation" r:id="rId7" imgW="215640" imgH="241200" progId="Equation.DSMT4">
                    <p:embed/>
                  </p:oleObj>
                </mc:Choice>
                <mc:Fallback>
                  <p:oleObj name="Equation" r:id="rId7" imgW="215640" imgH="241200" progId="Equation.DSMT4">
                    <p:embed/>
                    <p:pic>
                      <p:nvPicPr>
                        <p:cNvPr id="95266" name="Object 34"/>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5012543" y="5017014"/>
                          <a:ext cx="832815" cy="8852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53" name="矩形 52"/>
            <p:cNvSpPr/>
            <p:nvPr/>
          </p:nvSpPr>
          <p:spPr>
            <a:xfrm>
              <a:off x="-31576" y="4072592"/>
              <a:ext cx="2052272" cy="553997"/>
            </a:xfrm>
            <a:prstGeom prst="rect">
              <a:avLst/>
            </a:prstGeom>
          </p:spPr>
          <p:txBody>
            <a:bodyPr wrap="none">
              <a:spAutoFit/>
            </a:bodyPr>
            <a:lstStyle/>
            <a:p>
              <a:r>
                <a:rPr lang="zh-CN" altLang="en-US" sz="2100"/>
                <a:t>阴极射线管</a:t>
              </a:r>
              <a:endParaRPr lang="zh-CN" altLang="en-US" sz="2100" dirty="0"/>
            </a:p>
          </p:txBody>
        </p:sp>
        <p:sp>
          <p:nvSpPr>
            <p:cNvPr id="54" name="Oval 12"/>
            <p:cNvSpPr>
              <a:spLocks noChangeArrowheads="1"/>
            </p:cNvSpPr>
            <p:nvPr/>
          </p:nvSpPr>
          <p:spPr bwMode="auto">
            <a:xfrm>
              <a:off x="4857347" y="4315410"/>
              <a:ext cx="148639" cy="148627"/>
            </a:xfrm>
            <a:prstGeom prst="ellipse">
              <a:avLst/>
            </a:prstGeom>
            <a:solidFill>
              <a:schemeClr val="accent1"/>
            </a:solidFill>
            <a:ln w="9525">
              <a:solidFill>
                <a:schemeClr val="tx1"/>
              </a:solidFill>
              <a:round/>
              <a:headEnd/>
              <a:tailEnd/>
            </a:ln>
            <a:effectLst/>
          </p:spPr>
          <p:txBody>
            <a:bodyPr wrap="none" lIns="67500" tIns="35100" rIns="67500" bIns="35100" anchor="ctr"/>
            <a:lstStyle/>
            <a:p>
              <a:endParaRPr lang="zh-CN" altLang="en-US" sz="2100"/>
            </a:p>
          </p:txBody>
        </p:sp>
        <p:sp>
          <p:nvSpPr>
            <p:cNvPr id="55" name="Line 19"/>
            <p:cNvSpPr>
              <a:spLocks noChangeShapeType="1"/>
            </p:cNvSpPr>
            <p:nvPr/>
          </p:nvSpPr>
          <p:spPr bwMode="auto">
            <a:xfrm>
              <a:off x="6039901" y="4766784"/>
              <a:ext cx="186714" cy="104158"/>
            </a:xfrm>
            <a:prstGeom prst="line">
              <a:avLst/>
            </a:prstGeom>
            <a:noFill/>
            <a:ln w="28575">
              <a:solidFill>
                <a:srgbClr val="800000"/>
              </a:solidFill>
              <a:round/>
              <a:headEnd/>
              <a:tailEnd type="arrow" w="med" len="lg"/>
            </a:ln>
            <a:effectLst/>
          </p:spPr>
          <p:txBody>
            <a:bodyPr wrap="none" lIns="67500" tIns="35100" rIns="67500" bIns="35100" anchor="ctr"/>
            <a:lstStyle/>
            <a:p>
              <a:endParaRPr lang="zh-CN" altLang="en-US" sz="2100"/>
            </a:p>
          </p:txBody>
        </p:sp>
      </p:grpSp>
      <p:grpSp>
        <p:nvGrpSpPr>
          <p:cNvPr id="2" name="组合 1"/>
          <p:cNvGrpSpPr/>
          <p:nvPr/>
        </p:nvGrpSpPr>
        <p:grpSpPr>
          <a:xfrm>
            <a:off x="1596628" y="2200299"/>
            <a:ext cx="5947172" cy="867930"/>
            <a:chOff x="604838" y="2933732"/>
            <a:chExt cx="7929562" cy="1157239"/>
          </a:xfrm>
        </p:grpSpPr>
        <p:sp>
          <p:nvSpPr>
            <p:cNvPr id="106534" name="Rectangle 38"/>
            <p:cNvSpPr>
              <a:spLocks noChangeArrowheads="1"/>
            </p:cNvSpPr>
            <p:nvPr/>
          </p:nvSpPr>
          <p:spPr bwMode="auto">
            <a:xfrm>
              <a:off x="604838" y="2933732"/>
              <a:ext cx="7929562" cy="1157239"/>
            </a:xfrm>
            <a:prstGeom prst="rect">
              <a:avLst/>
            </a:prstGeom>
            <a:noFill/>
            <a:ln w="9525">
              <a:noFill/>
              <a:miter lim="800000"/>
              <a:headEnd/>
              <a:tailEnd/>
            </a:ln>
            <a:effectLst/>
          </p:spPr>
          <p:txBody>
            <a:bodyPr>
              <a:spAutoFit/>
            </a:bodyPr>
            <a:lstStyle/>
            <a:p>
              <a:pPr>
                <a:lnSpc>
                  <a:spcPct val="120000"/>
                </a:lnSpc>
                <a:buClr>
                  <a:schemeClr val="bg1"/>
                </a:buClr>
                <a:buFont typeface="Wingdings" pitchFamily="2" charset="2"/>
                <a:buChar char="Ø"/>
              </a:pPr>
              <a:r>
                <a:rPr lang="en-US" altLang="zh-CN" sz="2100" dirty="0"/>
                <a:t> </a:t>
              </a:r>
              <a:r>
                <a:rPr lang="zh-CN" altLang="en-US" sz="2100" dirty="0"/>
                <a:t>利用运动电荷所受的磁场力的性质来定义描述磁场的基本物理量磁感应强</a:t>
              </a:r>
              <a:r>
                <a:rPr lang="zh-CN" altLang="en-US" sz="2100"/>
                <a:t>度</a:t>
              </a:r>
              <a:r>
                <a:rPr lang="zh-CN" altLang="en-US" sz="2100" i="1"/>
                <a:t> </a:t>
              </a:r>
              <a:r>
                <a:rPr lang="en-US" altLang="zh-CN" sz="2100"/>
                <a:t>   </a:t>
              </a:r>
              <a:r>
                <a:rPr lang="zh-CN" altLang="en-US" sz="2100"/>
                <a:t>。</a:t>
              </a:r>
              <a:endParaRPr lang="zh-CN" altLang="en-US" sz="2100" dirty="0"/>
            </a:p>
          </p:txBody>
        </p:sp>
        <p:graphicFrame>
          <p:nvGraphicFramePr>
            <p:cNvPr id="61" name="Object 34"/>
            <p:cNvGraphicFramePr>
              <a:graphicFrameLocks noChangeAspect="1"/>
            </p:cNvGraphicFramePr>
            <p:nvPr>
              <p:extLst>
                <p:ext uri="{D42A27DB-BD31-4B8C-83A1-F6EECF244321}">
                  <p14:modId xmlns:p14="http://schemas.microsoft.com/office/powerpoint/2010/main" val="2602634890"/>
                </p:ext>
              </p:extLst>
            </p:nvPr>
          </p:nvGraphicFramePr>
          <p:xfrm>
            <a:off x="5318734" y="3424198"/>
            <a:ext cx="417420" cy="530236"/>
          </p:xfrm>
          <a:graphic>
            <a:graphicData uri="http://schemas.openxmlformats.org/presentationml/2006/ole">
              <mc:AlternateContent xmlns:mc="http://schemas.openxmlformats.org/markup-compatibility/2006">
                <mc:Choice xmlns:v="urn:schemas-microsoft-com:vml" Requires="v">
                  <p:oleObj spid="_x0000_s107115" name="Equation" r:id="rId9" imgW="152280" imgH="203040" progId="Equation.DSMT4">
                    <p:embed/>
                  </p:oleObj>
                </mc:Choice>
                <mc:Fallback>
                  <p:oleObj name="Equation" r:id="rId9" imgW="152280" imgH="203040" progId="Equation.DSMT4">
                    <p:embed/>
                    <p:pic>
                      <p:nvPicPr>
                        <p:cNvPr id="52" name="Object 34"/>
                        <p:cNvPicPr>
                          <a:picLocks noChangeAspect="1" noChangeArrowheads="1"/>
                        </p:cNvPicPr>
                        <p:nvPr/>
                      </p:nvPicPr>
                      <p:blipFill>
                        <a:blip r:embed="rId10"/>
                        <a:srcRect/>
                        <a:stretch>
                          <a:fillRect/>
                        </a:stretch>
                      </p:blipFill>
                      <p:spPr bwMode="auto">
                        <a:xfrm>
                          <a:off x="5318734" y="3424198"/>
                          <a:ext cx="417420" cy="530236"/>
                        </a:xfrm>
                        <a:prstGeom prst="rect">
                          <a:avLst/>
                        </a:prstGeom>
                        <a:noFill/>
                        <a:ln>
                          <a:noFill/>
                        </a:ln>
                        <a:effectLst/>
                        <a:extLst/>
                      </p:spPr>
                    </p:pic>
                  </p:oleObj>
                </mc:Fallback>
              </mc:AlternateContent>
            </a:graphicData>
          </a:graphic>
        </p:graphicFrame>
      </p:gr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106500"/>
                                        </p:tgtEl>
                                        <p:attrNameLst>
                                          <p:attrName>style.visibility</p:attrName>
                                        </p:attrNameLst>
                                      </p:cBhvr>
                                      <p:to>
                                        <p:strVal val="visible"/>
                                      </p:to>
                                    </p:set>
                                    <p:animEffect transition="in" filter="checkerboard(across)">
                                      <p:cBhvr>
                                        <p:cTn id="7" dur="500"/>
                                        <p:tgtEl>
                                          <p:spTgt spid="106500"/>
                                        </p:tgtEl>
                                      </p:cBhvr>
                                    </p:animEffect>
                                  </p:childTnLst>
                                </p:cTn>
                              </p:par>
                            </p:childTnLst>
                          </p:cTn>
                        </p:par>
                      </p:childTnLst>
                    </p:cTn>
                  </p:par>
                  <p:par>
                    <p:cTn id="8" fill="hold">
                      <p:stCondLst>
                        <p:cond delay="indefinite"/>
                      </p:stCondLst>
                      <p:childTnLst>
                        <p:par>
                          <p:cTn id="9" fill="hold">
                            <p:stCondLst>
                              <p:cond delay="0"/>
                            </p:stCondLst>
                            <p:childTnLst>
                              <p:par>
                                <p:cTn id="10" presetID="5" presetClass="entr" presetSubtype="10" fill="hold" grpId="0" nodeType="clickEffect">
                                  <p:stCondLst>
                                    <p:cond delay="0"/>
                                  </p:stCondLst>
                                  <p:childTnLst>
                                    <p:set>
                                      <p:cBhvr>
                                        <p:cTn id="11" dur="1" fill="hold">
                                          <p:stCondLst>
                                            <p:cond delay="0"/>
                                          </p:stCondLst>
                                        </p:cTn>
                                        <p:tgtEl>
                                          <p:spTgt spid="106501"/>
                                        </p:tgtEl>
                                        <p:attrNameLst>
                                          <p:attrName>style.visibility</p:attrName>
                                        </p:attrNameLst>
                                      </p:cBhvr>
                                      <p:to>
                                        <p:strVal val="visible"/>
                                      </p:to>
                                    </p:set>
                                    <p:animEffect transition="in" filter="checkerboard(across)">
                                      <p:cBhvr>
                                        <p:cTn id="12" dur="500"/>
                                        <p:tgtEl>
                                          <p:spTgt spid="10650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6500" grpId="0"/>
      <p:bldP spid="106501"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灯片编号占位符 3"/>
          <p:cNvSpPr>
            <a:spLocks noGrp="1"/>
          </p:cNvSpPr>
          <p:nvPr>
            <p:ph type="sldNum" sz="quarter" idx="12"/>
          </p:nvPr>
        </p:nvSpPr>
        <p:spPr/>
        <p:txBody>
          <a:bodyPr/>
          <a:lstStyle/>
          <a:p>
            <a:fld id="{4E52CBB0-C2AE-4B07-99A9-A722541DBB7B}" type="slidenum">
              <a:rPr lang="en-US" altLang="zh-CN"/>
              <a:pPr/>
              <a:t>13</a:t>
            </a:fld>
            <a:endParaRPr lang="en-US" altLang="zh-CN"/>
          </a:p>
        </p:txBody>
      </p:sp>
      <p:sp>
        <p:nvSpPr>
          <p:cNvPr id="53332" name="Rectangle 84"/>
          <p:cNvSpPr>
            <a:spLocks noChangeArrowheads="1"/>
          </p:cNvSpPr>
          <p:nvPr/>
        </p:nvSpPr>
        <p:spPr bwMode="auto">
          <a:xfrm>
            <a:off x="1031660" y="331234"/>
            <a:ext cx="7636090" cy="738664"/>
          </a:xfrm>
          <a:prstGeom prst="rect">
            <a:avLst/>
          </a:prstGeom>
          <a:noFill/>
          <a:ln w="9525">
            <a:noFill/>
            <a:miter lim="800000"/>
            <a:headEnd/>
            <a:tailEnd/>
          </a:ln>
          <a:effectLst/>
        </p:spPr>
        <p:txBody>
          <a:bodyPr wrap="square">
            <a:spAutoFit/>
          </a:bodyPr>
          <a:lstStyle/>
          <a:p>
            <a:pPr>
              <a:lnSpc>
                <a:spcPct val="200000"/>
              </a:lnSpc>
            </a:pPr>
            <a:r>
              <a:rPr lang="en-US" altLang="zh-CN" sz="2100" dirty="0">
                <a:solidFill>
                  <a:srgbClr val="990000"/>
                </a:solidFill>
              </a:rPr>
              <a:t>3. </a:t>
            </a:r>
            <a:r>
              <a:rPr lang="zh-CN" altLang="en-US" sz="2100" dirty="0"/>
              <a:t>当电荷速度与磁感强度方向垂直时，电荷受到的磁力最大。</a:t>
            </a:r>
          </a:p>
        </p:txBody>
      </p:sp>
      <p:graphicFrame>
        <p:nvGraphicFramePr>
          <p:cNvPr id="53250" name="Object 2"/>
          <p:cNvGraphicFramePr>
            <a:graphicFrameLocks noChangeAspect="1"/>
          </p:cNvGraphicFramePr>
          <p:nvPr>
            <p:extLst>
              <p:ext uri="{D42A27DB-BD31-4B8C-83A1-F6EECF244321}">
                <p14:modId xmlns:p14="http://schemas.microsoft.com/office/powerpoint/2010/main" val="1166345734"/>
              </p:ext>
            </p:extLst>
          </p:nvPr>
        </p:nvGraphicFramePr>
        <p:xfrm>
          <a:off x="1838604" y="1196450"/>
          <a:ext cx="1686575" cy="533147"/>
        </p:xfrm>
        <a:graphic>
          <a:graphicData uri="http://schemas.openxmlformats.org/presentationml/2006/ole">
            <mc:AlternateContent xmlns:mc="http://schemas.openxmlformats.org/markup-compatibility/2006">
              <mc:Choice xmlns:v="urn:schemas-microsoft-com:vml" Requires="v">
                <p:oleObj spid="_x0000_s53894" name="公式" r:id="rId3" imgW="927000" imgH="241200" progId="Equation.3">
                  <p:embed/>
                </p:oleObj>
              </mc:Choice>
              <mc:Fallback>
                <p:oleObj name="公式" r:id="rId3" imgW="927000" imgH="241200" progId="Equation.3">
                  <p:embed/>
                  <p:pic>
                    <p:nvPicPr>
                      <p:cNvPr id="0"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838604" y="1196450"/>
                        <a:ext cx="1686575" cy="53314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53255" name="Object 7"/>
          <p:cNvGraphicFramePr>
            <a:graphicFrameLocks noChangeAspect="1"/>
          </p:cNvGraphicFramePr>
          <p:nvPr>
            <p:extLst>
              <p:ext uri="{D42A27DB-BD31-4B8C-83A1-F6EECF244321}">
                <p14:modId xmlns:p14="http://schemas.microsoft.com/office/powerpoint/2010/main" val="395182839"/>
              </p:ext>
            </p:extLst>
          </p:nvPr>
        </p:nvGraphicFramePr>
        <p:xfrm>
          <a:off x="3973049" y="1225025"/>
          <a:ext cx="1287065" cy="475059"/>
        </p:xfrm>
        <a:graphic>
          <a:graphicData uri="http://schemas.openxmlformats.org/presentationml/2006/ole">
            <mc:AlternateContent xmlns:mc="http://schemas.openxmlformats.org/markup-compatibility/2006">
              <mc:Choice xmlns:v="urn:schemas-microsoft-com:vml" Requires="v">
                <p:oleObj spid="_x0000_s53895" name="Equation" r:id="rId5" imgW="660240" imgH="228600" progId="Equation.DSMT4">
                  <p:embed/>
                </p:oleObj>
              </mc:Choice>
              <mc:Fallback>
                <p:oleObj name="Equation" r:id="rId5" imgW="660240" imgH="228600" progId="Equation.DSMT4">
                  <p:embed/>
                  <p:pic>
                    <p:nvPicPr>
                      <p:cNvPr id="0" name="Picture 7"/>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973049" y="1225025"/>
                        <a:ext cx="1287065" cy="475059"/>
                      </a:xfrm>
                      <a:prstGeom prst="rect">
                        <a:avLst/>
                      </a:prstGeom>
                      <a:noFill/>
                      <a:ln w="9525">
                        <a:solidFill>
                          <a:srgbClr val="FF0000"/>
                        </a:solidFill>
                        <a:miter lim="800000"/>
                        <a:headEnd/>
                        <a:tailEnd/>
                      </a:ln>
                      <a:extLst>
                        <a:ext uri="{909E8E84-426E-40DD-AFC4-6F175D3DCCD1}">
                          <a14:hiddenFill xmlns:a14="http://schemas.microsoft.com/office/drawing/2010/main">
                            <a:solidFill>
                              <a:srgbClr val="FFFFFF"/>
                            </a:solidFill>
                          </a14:hiddenFill>
                        </a:ext>
                      </a:extLst>
                    </p:spPr>
                  </p:pic>
                </p:oleObj>
              </mc:Fallback>
            </mc:AlternateContent>
          </a:graphicData>
        </a:graphic>
      </p:graphicFrame>
      <p:grpSp>
        <p:nvGrpSpPr>
          <p:cNvPr id="53282" name="Group 34"/>
          <p:cNvGrpSpPr>
            <a:grpSpLocks/>
          </p:cNvGrpSpPr>
          <p:nvPr/>
        </p:nvGrpSpPr>
        <p:grpSpPr bwMode="auto">
          <a:xfrm>
            <a:off x="1206238" y="2404965"/>
            <a:ext cx="2607469" cy="1729224"/>
            <a:chOff x="2980" y="1905"/>
            <a:chExt cx="2190" cy="1338"/>
          </a:xfrm>
        </p:grpSpPr>
        <p:graphicFrame>
          <p:nvGraphicFramePr>
            <p:cNvPr id="53258" name="Object 10"/>
            <p:cNvGraphicFramePr>
              <a:graphicFrameLocks noChangeAspect="1"/>
            </p:cNvGraphicFramePr>
            <p:nvPr>
              <p:extLst>
                <p:ext uri="{D42A27DB-BD31-4B8C-83A1-F6EECF244321}">
                  <p14:modId xmlns:p14="http://schemas.microsoft.com/office/powerpoint/2010/main" val="3871143565"/>
                </p:ext>
              </p:extLst>
            </p:nvPr>
          </p:nvGraphicFramePr>
          <p:xfrm>
            <a:off x="3270" y="2527"/>
            <a:ext cx="985" cy="716"/>
          </p:xfrm>
          <a:graphic>
            <a:graphicData uri="http://schemas.openxmlformats.org/presentationml/2006/ole">
              <mc:AlternateContent xmlns:mc="http://schemas.openxmlformats.org/markup-compatibility/2006">
                <mc:Choice xmlns:v="urn:schemas-microsoft-com:vml" Requires="v">
                  <p:oleObj spid="_x0000_s53896" name="Equation" r:id="rId7" imgW="583920" imgH="419040" progId="Equation.DSMT4">
                    <p:embed/>
                  </p:oleObj>
                </mc:Choice>
                <mc:Fallback>
                  <p:oleObj name="Equation" r:id="rId7" imgW="583920" imgH="419040" progId="Equation.DSMT4">
                    <p:embed/>
                    <p:pic>
                      <p:nvPicPr>
                        <p:cNvPr id="0" name="Picture 10"/>
                        <p:cNvPicPr>
                          <a:picLocks noChangeAspect="1" noChangeArrowheads="1"/>
                        </p:cNvPicPr>
                        <p:nvPr/>
                      </p:nvPicPr>
                      <p:blipFill>
                        <a:blip r:embed="rId8"/>
                        <a:srcRect/>
                        <a:stretch>
                          <a:fillRect/>
                        </a:stretch>
                      </p:blipFill>
                      <p:spPr bwMode="auto">
                        <a:xfrm>
                          <a:off x="3270" y="2527"/>
                          <a:ext cx="985" cy="716"/>
                        </a:xfrm>
                        <a:prstGeom prst="rect">
                          <a:avLst/>
                        </a:prstGeom>
                        <a:noFill/>
                        <a:ln>
                          <a:noFill/>
                        </a:ln>
                        <a:extLst/>
                      </p:spPr>
                    </p:pic>
                  </p:oleObj>
                </mc:Fallback>
              </mc:AlternateContent>
            </a:graphicData>
          </a:graphic>
        </p:graphicFrame>
        <p:sp>
          <p:nvSpPr>
            <p:cNvPr id="53259" name="Rectangle 11"/>
            <p:cNvSpPr>
              <a:spLocks noChangeArrowheads="1"/>
            </p:cNvSpPr>
            <p:nvPr/>
          </p:nvSpPr>
          <p:spPr bwMode="auto">
            <a:xfrm>
              <a:off x="2980" y="1905"/>
              <a:ext cx="2190" cy="321"/>
            </a:xfrm>
            <a:prstGeom prst="rect">
              <a:avLst/>
            </a:prstGeom>
            <a:noFill/>
            <a:ln w="9525">
              <a:noFill/>
              <a:miter lim="800000"/>
              <a:headEnd/>
              <a:tailEnd/>
            </a:ln>
            <a:effectLst/>
          </p:spPr>
          <p:txBody>
            <a:bodyPr>
              <a:spAutoFit/>
            </a:bodyPr>
            <a:lstStyle/>
            <a:p>
              <a:r>
                <a:rPr kumimoji="0" lang="zh-CN" altLang="en-US" sz="2100" dirty="0">
                  <a:solidFill>
                    <a:schemeClr val="bg1"/>
                  </a:solidFill>
                </a:rPr>
                <a:t>磁感强度大小</a:t>
              </a:r>
              <a:r>
                <a:rPr kumimoji="0" lang="en-US" altLang="zh-CN" sz="2100" dirty="0">
                  <a:solidFill>
                    <a:schemeClr val="bg1"/>
                  </a:solidFill>
                </a:rPr>
                <a:t>:</a:t>
              </a:r>
            </a:p>
          </p:txBody>
        </p:sp>
      </p:grpSp>
      <p:pic>
        <p:nvPicPr>
          <p:cNvPr id="11" name="图片 10"/>
          <p:cNvPicPr>
            <a:picLocks noChangeAspect="1"/>
          </p:cNvPicPr>
          <p:nvPr/>
        </p:nvPicPr>
        <p:blipFill>
          <a:blip r:embed="rId9"/>
          <a:stretch>
            <a:fillRect/>
          </a:stretch>
        </p:blipFill>
        <p:spPr>
          <a:xfrm>
            <a:off x="5260114" y="1927901"/>
            <a:ext cx="3293335" cy="2443791"/>
          </a:xfrm>
          <a:prstGeom prst="rect">
            <a:avLst/>
          </a:prstGeom>
        </p:spPr>
      </p:pic>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53282"/>
                                        </p:tgtEl>
                                        <p:attrNameLst>
                                          <p:attrName>style.visibility</p:attrName>
                                        </p:attrNameLst>
                                      </p:cBhvr>
                                      <p:to>
                                        <p:strVal val="visible"/>
                                      </p:to>
                                    </p:set>
                                    <p:animEffect transition="in" filter="wipe(left)">
                                      <p:cBhvr>
                                        <p:cTn id="7" dur="500"/>
                                        <p:tgtEl>
                                          <p:spTgt spid="5328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p:cNvPicPr>
            <a:picLocks noChangeAspect="1"/>
          </p:cNvPicPr>
          <p:nvPr/>
        </p:nvPicPr>
        <p:blipFill>
          <a:blip r:embed="rId2"/>
          <a:stretch>
            <a:fillRect/>
          </a:stretch>
        </p:blipFill>
        <p:spPr>
          <a:xfrm>
            <a:off x="3332769" y="147761"/>
            <a:ext cx="2700000" cy="2085739"/>
          </a:xfrm>
          <a:prstGeom prst="rect">
            <a:avLst/>
          </a:prstGeom>
        </p:spPr>
      </p:pic>
      <p:pic>
        <p:nvPicPr>
          <p:cNvPr id="5" name="图片 4"/>
          <p:cNvPicPr>
            <a:picLocks noChangeAspect="1"/>
          </p:cNvPicPr>
          <p:nvPr/>
        </p:nvPicPr>
        <p:blipFill>
          <a:blip r:embed="rId3"/>
          <a:stretch>
            <a:fillRect/>
          </a:stretch>
        </p:blipFill>
        <p:spPr>
          <a:xfrm>
            <a:off x="6422075" y="147761"/>
            <a:ext cx="2700000" cy="1961196"/>
          </a:xfrm>
          <a:prstGeom prst="rect">
            <a:avLst/>
          </a:prstGeom>
        </p:spPr>
      </p:pic>
      <p:pic>
        <p:nvPicPr>
          <p:cNvPr id="6" name="图片 5"/>
          <p:cNvPicPr>
            <a:picLocks noChangeAspect="1"/>
          </p:cNvPicPr>
          <p:nvPr/>
        </p:nvPicPr>
        <p:blipFill>
          <a:blip r:embed="rId4"/>
          <a:stretch>
            <a:fillRect/>
          </a:stretch>
        </p:blipFill>
        <p:spPr>
          <a:xfrm>
            <a:off x="243464" y="2686939"/>
            <a:ext cx="2700000" cy="2019365"/>
          </a:xfrm>
          <a:prstGeom prst="rect">
            <a:avLst/>
          </a:prstGeom>
        </p:spPr>
      </p:pic>
      <p:pic>
        <p:nvPicPr>
          <p:cNvPr id="7" name="图片 6"/>
          <p:cNvPicPr>
            <a:picLocks noChangeAspect="1"/>
          </p:cNvPicPr>
          <p:nvPr/>
        </p:nvPicPr>
        <p:blipFill>
          <a:blip r:embed="rId5"/>
          <a:stretch>
            <a:fillRect/>
          </a:stretch>
        </p:blipFill>
        <p:spPr>
          <a:xfrm>
            <a:off x="3332769" y="2686939"/>
            <a:ext cx="2700000" cy="2116583"/>
          </a:xfrm>
          <a:prstGeom prst="rect">
            <a:avLst/>
          </a:prstGeom>
        </p:spPr>
      </p:pic>
      <p:pic>
        <p:nvPicPr>
          <p:cNvPr id="9" name="图片 8"/>
          <p:cNvPicPr>
            <a:picLocks noChangeAspect="1"/>
          </p:cNvPicPr>
          <p:nvPr/>
        </p:nvPicPr>
        <p:blipFill>
          <a:blip r:embed="rId6"/>
          <a:stretch>
            <a:fillRect/>
          </a:stretch>
        </p:blipFill>
        <p:spPr>
          <a:xfrm>
            <a:off x="6422075" y="2686939"/>
            <a:ext cx="2700000" cy="2413635"/>
          </a:xfrm>
          <a:prstGeom prst="rect">
            <a:avLst/>
          </a:prstGeom>
        </p:spPr>
      </p:pic>
      <p:pic>
        <p:nvPicPr>
          <p:cNvPr id="10" name="图片 9"/>
          <p:cNvPicPr>
            <a:picLocks noChangeAspect="1"/>
          </p:cNvPicPr>
          <p:nvPr/>
        </p:nvPicPr>
        <p:blipFill>
          <a:blip r:embed="rId7"/>
          <a:stretch>
            <a:fillRect/>
          </a:stretch>
        </p:blipFill>
        <p:spPr>
          <a:xfrm>
            <a:off x="233939" y="238124"/>
            <a:ext cx="2700000" cy="2003512"/>
          </a:xfrm>
          <a:prstGeom prst="rect">
            <a:avLst/>
          </a:prstGeom>
        </p:spPr>
      </p:pic>
    </p:spTree>
    <p:extLst>
      <p:ext uri="{BB962C8B-B14F-4D97-AF65-F5344CB8AC3E}">
        <p14:creationId xmlns:p14="http://schemas.microsoft.com/office/powerpoint/2010/main" val="290006575"/>
      </p:ext>
    </p:extLst>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left)">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wipe(left)">
                                      <p:cBhvr>
                                        <p:cTn id="12" dur="500"/>
                                        <p:tgtEl>
                                          <p:spTgt spid="5"/>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wipe(left)">
                                      <p:cBhvr>
                                        <p:cTn id="17" dur="500"/>
                                        <p:tgtEl>
                                          <p:spTgt spid="6"/>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7"/>
                                        </p:tgtEl>
                                        <p:attrNameLst>
                                          <p:attrName>style.visibility</p:attrName>
                                        </p:attrNameLst>
                                      </p:cBhvr>
                                      <p:to>
                                        <p:strVal val="visible"/>
                                      </p:to>
                                    </p:set>
                                    <p:animEffect transition="in" filter="wipe(left)">
                                      <p:cBhvr>
                                        <p:cTn id="22" dur="500"/>
                                        <p:tgtEl>
                                          <p:spTgt spid="7"/>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9"/>
                                        </p:tgtEl>
                                        <p:attrNameLst>
                                          <p:attrName>style.visibility</p:attrName>
                                        </p:attrNameLst>
                                      </p:cBhvr>
                                      <p:to>
                                        <p:strVal val="visible"/>
                                      </p:to>
                                    </p:set>
                                    <p:animEffect transition="in" filter="wipe(left)">
                                      <p:cBhvr>
                                        <p:cTn id="27"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a:blip r:embed="rId2"/>
          <a:stretch>
            <a:fillRect/>
          </a:stretch>
        </p:blipFill>
        <p:spPr>
          <a:xfrm>
            <a:off x="3233596" y="123883"/>
            <a:ext cx="2700000" cy="2052474"/>
          </a:xfrm>
          <a:prstGeom prst="rect">
            <a:avLst/>
          </a:prstGeom>
        </p:spPr>
      </p:pic>
      <p:pic>
        <p:nvPicPr>
          <p:cNvPr id="8" name="图片 7"/>
          <p:cNvPicPr>
            <a:picLocks noChangeAspect="1"/>
          </p:cNvPicPr>
          <p:nvPr/>
        </p:nvPicPr>
        <p:blipFill>
          <a:blip r:embed="rId3"/>
          <a:stretch>
            <a:fillRect/>
          </a:stretch>
        </p:blipFill>
        <p:spPr>
          <a:xfrm>
            <a:off x="6386850" y="123883"/>
            <a:ext cx="2700000" cy="2284388"/>
          </a:xfrm>
          <a:prstGeom prst="rect">
            <a:avLst/>
          </a:prstGeom>
        </p:spPr>
      </p:pic>
      <p:pic>
        <p:nvPicPr>
          <p:cNvPr id="10" name="图片 9"/>
          <p:cNvPicPr>
            <a:picLocks noChangeAspect="1"/>
          </p:cNvPicPr>
          <p:nvPr/>
        </p:nvPicPr>
        <p:blipFill>
          <a:blip r:embed="rId4"/>
          <a:stretch>
            <a:fillRect/>
          </a:stretch>
        </p:blipFill>
        <p:spPr>
          <a:xfrm>
            <a:off x="89867" y="2972425"/>
            <a:ext cx="2574920" cy="1952625"/>
          </a:xfrm>
          <a:prstGeom prst="rect">
            <a:avLst/>
          </a:prstGeom>
        </p:spPr>
      </p:pic>
      <p:pic>
        <p:nvPicPr>
          <p:cNvPr id="11" name="图片 10"/>
          <p:cNvPicPr>
            <a:picLocks noChangeAspect="1"/>
          </p:cNvPicPr>
          <p:nvPr/>
        </p:nvPicPr>
        <p:blipFill>
          <a:blip r:embed="rId5"/>
          <a:stretch>
            <a:fillRect/>
          </a:stretch>
        </p:blipFill>
        <p:spPr>
          <a:xfrm>
            <a:off x="3243121" y="2933700"/>
            <a:ext cx="2700000" cy="2030075"/>
          </a:xfrm>
          <a:prstGeom prst="rect">
            <a:avLst/>
          </a:prstGeom>
        </p:spPr>
      </p:pic>
      <p:pic>
        <p:nvPicPr>
          <p:cNvPr id="12" name="图片 11"/>
          <p:cNvPicPr>
            <a:picLocks noChangeAspect="1"/>
          </p:cNvPicPr>
          <p:nvPr/>
        </p:nvPicPr>
        <p:blipFill>
          <a:blip r:embed="rId6"/>
          <a:stretch>
            <a:fillRect/>
          </a:stretch>
        </p:blipFill>
        <p:spPr>
          <a:xfrm>
            <a:off x="6396375" y="2991674"/>
            <a:ext cx="2503512" cy="1914126"/>
          </a:xfrm>
          <a:prstGeom prst="rect">
            <a:avLst/>
          </a:prstGeom>
        </p:spPr>
      </p:pic>
      <p:pic>
        <p:nvPicPr>
          <p:cNvPr id="13" name="图片 12"/>
          <p:cNvPicPr>
            <a:picLocks noChangeAspect="1"/>
          </p:cNvPicPr>
          <p:nvPr/>
        </p:nvPicPr>
        <p:blipFill>
          <a:blip r:embed="rId7"/>
          <a:stretch>
            <a:fillRect/>
          </a:stretch>
        </p:blipFill>
        <p:spPr>
          <a:xfrm>
            <a:off x="80342" y="123883"/>
            <a:ext cx="2700000" cy="2032418"/>
          </a:xfrm>
          <a:prstGeom prst="rect">
            <a:avLst/>
          </a:prstGeom>
        </p:spPr>
      </p:pic>
    </p:spTree>
    <p:extLst>
      <p:ext uri="{BB962C8B-B14F-4D97-AF65-F5344CB8AC3E}">
        <p14:creationId xmlns:p14="http://schemas.microsoft.com/office/powerpoint/2010/main" val="3425513653"/>
      </p:ext>
    </p:extLst>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left)">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wipe(left)">
                                      <p:cBhvr>
                                        <p:cTn id="12" dur="500"/>
                                        <p:tgtEl>
                                          <p:spTgt spid="8"/>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10"/>
                                        </p:tgtEl>
                                        <p:attrNameLst>
                                          <p:attrName>style.visibility</p:attrName>
                                        </p:attrNameLst>
                                      </p:cBhvr>
                                      <p:to>
                                        <p:strVal val="visible"/>
                                      </p:to>
                                    </p:set>
                                    <p:animEffect transition="in" filter="wipe(left)">
                                      <p:cBhvr>
                                        <p:cTn id="17" dur="500"/>
                                        <p:tgtEl>
                                          <p:spTgt spid="10"/>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11"/>
                                        </p:tgtEl>
                                        <p:attrNameLst>
                                          <p:attrName>style.visibility</p:attrName>
                                        </p:attrNameLst>
                                      </p:cBhvr>
                                      <p:to>
                                        <p:strVal val="visible"/>
                                      </p:to>
                                    </p:set>
                                    <p:animEffect transition="in" filter="wipe(left)">
                                      <p:cBhvr>
                                        <p:cTn id="22" dur="500"/>
                                        <p:tgtEl>
                                          <p:spTgt spid="11"/>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12"/>
                                        </p:tgtEl>
                                        <p:attrNameLst>
                                          <p:attrName>style.visibility</p:attrName>
                                        </p:attrNameLst>
                                      </p:cBhvr>
                                      <p:to>
                                        <p:strVal val="visible"/>
                                      </p:to>
                                    </p:set>
                                    <p:animEffect transition="in" filter="wipe(left)">
                                      <p:cBhvr>
                                        <p:cTn id="27"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灯片编号占位符 3"/>
          <p:cNvSpPr>
            <a:spLocks noGrp="1"/>
          </p:cNvSpPr>
          <p:nvPr>
            <p:ph type="sldNum" sz="quarter" idx="12"/>
          </p:nvPr>
        </p:nvSpPr>
        <p:spPr/>
        <p:txBody>
          <a:bodyPr/>
          <a:lstStyle/>
          <a:p>
            <a:fld id="{60A7FC65-8FA8-4A88-A3F7-11333C388C23}" type="slidenum">
              <a:rPr lang="en-US" altLang="zh-CN"/>
              <a:pPr/>
              <a:t>16</a:t>
            </a:fld>
            <a:endParaRPr lang="en-US" altLang="zh-CN"/>
          </a:p>
        </p:txBody>
      </p:sp>
      <p:grpSp>
        <p:nvGrpSpPr>
          <p:cNvPr id="107524" name="Group 4"/>
          <p:cNvGrpSpPr>
            <a:grpSpLocks/>
          </p:cNvGrpSpPr>
          <p:nvPr/>
        </p:nvGrpSpPr>
        <p:grpSpPr bwMode="auto">
          <a:xfrm>
            <a:off x="1229897" y="480281"/>
            <a:ext cx="4811314" cy="442913"/>
            <a:chOff x="158" y="2500"/>
            <a:chExt cx="4041" cy="372"/>
          </a:xfrm>
        </p:grpSpPr>
        <p:graphicFrame>
          <p:nvGraphicFramePr>
            <p:cNvPr id="107525" name="Object 5"/>
            <p:cNvGraphicFramePr>
              <a:graphicFrameLocks noChangeAspect="1"/>
            </p:cNvGraphicFramePr>
            <p:nvPr>
              <p:extLst>
                <p:ext uri="{D42A27DB-BD31-4B8C-83A1-F6EECF244321}">
                  <p14:modId xmlns:p14="http://schemas.microsoft.com/office/powerpoint/2010/main" val="1083544293"/>
                </p:ext>
              </p:extLst>
            </p:nvPr>
          </p:nvGraphicFramePr>
          <p:xfrm>
            <a:off x="2599" y="2531"/>
            <a:ext cx="1600" cy="341"/>
          </p:xfrm>
          <a:graphic>
            <a:graphicData uri="http://schemas.openxmlformats.org/presentationml/2006/ole">
              <mc:AlternateContent xmlns:mc="http://schemas.openxmlformats.org/markup-compatibility/2006">
                <mc:Choice xmlns:v="urn:schemas-microsoft-com:vml" Requires="v">
                  <p:oleObj spid="_x0000_s107964" name="Equation" r:id="rId3" imgW="876240" imgH="203040" progId="Equation.DSMT4">
                    <p:embed/>
                  </p:oleObj>
                </mc:Choice>
                <mc:Fallback>
                  <p:oleObj name="Equation" r:id="rId3" imgW="876240" imgH="203040" progId="Equation.DSMT4">
                    <p:embed/>
                    <p:pic>
                      <p:nvPicPr>
                        <p:cNvPr id="0" name="Picture 5"/>
                        <p:cNvPicPr>
                          <a:picLocks noChangeAspect="1" noChangeArrowheads="1"/>
                        </p:cNvPicPr>
                        <p:nvPr/>
                      </p:nvPicPr>
                      <p:blipFill>
                        <a:blip r:embed="rId4"/>
                        <a:srcRect/>
                        <a:stretch>
                          <a:fillRect/>
                        </a:stretch>
                      </p:blipFill>
                      <p:spPr bwMode="auto">
                        <a:xfrm>
                          <a:off x="2599" y="2531"/>
                          <a:ext cx="1600" cy="341"/>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07526" name="Text Box 6"/>
            <p:cNvSpPr txBox="1">
              <a:spLocks noChangeArrowheads="1"/>
            </p:cNvSpPr>
            <p:nvPr/>
          </p:nvSpPr>
          <p:spPr bwMode="auto">
            <a:xfrm>
              <a:off x="158" y="2500"/>
              <a:ext cx="2868" cy="349"/>
            </a:xfrm>
            <a:prstGeom prst="rect">
              <a:avLst/>
            </a:prstGeom>
            <a:noFill/>
            <a:ln w="9525">
              <a:noFill/>
              <a:miter lim="800000"/>
              <a:headEnd/>
              <a:tailEnd/>
            </a:ln>
            <a:effectLst/>
          </p:spPr>
          <p:txBody>
            <a:bodyPr>
              <a:spAutoFit/>
            </a:bodyPr>
            <a:lstStyle/>
            <a:p>
              <a:pPr>
                <a:spcBef>
                  <a:spcPct val="50000"/>
                </a:spcBef>
              </a:pPr>
              <a:r>
                <a:rPr kumimoji="0" lang="zh-CN" altLang="en-US" sz="2100">
                  <a:solidFill>
                    <a:srgbClr val="000000"/>
                  </a:solidFill>
                </a:rPr>
                <a:t>运动电荷在磁场中受力</a:t>
              </a:r>
              <a:r>
                <a:rPr kumimoji="0" lang="en-US" altLang="zh-CN" sz="2100">
                  <a:solidFill>
                    <a:srgbClr val="000000"/>
                  </a:solidFill>
                </a:rPr>
                <a:t>:</a:t>
              </a:r>
            </a:p>
          </p:txBody>
        </p:sp>
      </p:grpSp>
      <p:grpSp>
        <p:nvGrpSpPr>
          <p:cNvPr id="107527" name="Group 7"/>
          <p:cNvGrpSpPr>
            <a:grpSpLocks/>
          </p:cNvGrpSpPr>
          <p:nvPr/>
        </p:nvGrpSpPr>
        <p:grpSpPr bwMode="auto">
          <a:xfrm>
            <a:off x="1616389" y="2499128"/>
            <a:ext cx="1779984" cy="2138366"/>
            <a:chOff x="2277" y="3417"/>
            <a:chExt cx="1495" cy="1796"/>
          </a:xfrm>
        </p:grpSpPr>
        <p:pic>
          <p:nvPicPr>
            <p:cNvPr id="107528" name="Picture 8" descr="图片1"/>
            <p:cNvPicPr>
              <a:picLocks noChangeAspect="1" noChangeArrowheads="1"/>
            </p:cNvPicPr>
            <p:nvPr/>
          </p:nvPicPr>
          <p:blipFill>
            <a:blip r:embed="rId5" cstate="print"/>
            <a:srcRect/>
            <a:stretch>
              <a:fillRect/>
            </a:stretch>
          </p:blipFill>
          <p:spPr bwMode="auto">
            <a:xfrm>
              <a:off x="2627" y="3909"/>
              <a:ext cx="1082" cy="1304"/>
            </a:xfrm>
            <a:prstGeom prst="rect">
              <a:avLst/>
            </a:prstGeom>
            <a:noFill/>
          </p:spPr>
        </p:pic>
        <p:graphicFrame>
          <p:nvGraphicFramePr>
            <p:cNvPr id="107529" name="Object 9"/>
            <p:cNvGraphicFramePr>
              <a:graphicFrameLocks noChangeAspect="1"/>
            </p:cNvGraphicFramePr>
            <p:nvPr>
              <p:extLst>
                <p:ext uri="{D42A27DB-BD31-4B8C-83A1-F6EECF244321}">
                  <p14:modId xmlns:p14="http://schemas.microsoft.com/office/powerpoint/2010/main" val="3782576764"/>
                </p:ext>
              </p:extLst>
            </p:nvPr>
          </p:nvGraphicFramePr>
          <p:xfrm>
            <a:off x="2277" y="3417"/>
            <a:ext cx="1495" cy="448"/>
          </p:xfrm>
          <a:graphic>
            <a:graphicData uri="http://schemas.openxmlformats.org/presentationml/2006/ole">
              <mc:AlternateContent xmlns:mc="http://schemas.openxmlformats.org/markup-compatibility/2006">
                <mc:Choice xmlns:v="urn:schemas-microsoft-com:vml" Requires="v">
                  <p:oleObj spid="_x0000_s107965" name="Equation" r:id="rId6" imgW="698400" imgH="228600" progId="Equation.DSMT4">
                    <p:embed/>
                  </p:oleObj>
                </mc:Choice>
                <mc:Fallback>
                  <p:oleObj name="Equation" r:id="rId6" imgW="698400" imgH="228600" progId="Equation.DSMT4">
                    <p:embed/>
                    <p:pic>
                      <p:nvPicPr>
                        <p:cNvPr id="0" name="Picture 9"/>
                        <p:cNvPicPr>
                          <a:picLocks noChangeAspect="1" noChangeArrowheads="1"/>
                        </p:cNvPicPr>
                        <p:nvPr/>
                      </p:nvPicPr>
                      <p:blipFill>
                        <a:blip r:embed="rId7"/>
                        <a:srcRect/>
                        <a:stretch>
                          <a:fillRect/>
                        </a:stretch>
                      </p:blipFill>
                      <p:spPr bwMode="auto">
                        <a:xfrm>
                          <a:off x="2277" y="3417"/>
                          <a:ext cx="1495" cy="44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sp>
        <p:nvSpPr>
          <p:cNvPr id="107530" name="Text Box 10"/>
          <p:cNvSpPr txBox="1">
            <a:spLocks noChangeArrowheads="1"/>
          </p:cNvSpPr>
          <p:nvPr/>
        </p:nvSpPr>
        <p:spPr bwMode="auto">
          <a:xfrm>
            <a:off x="1229897" y="1009698"/>
            <a:ext cx="6359128" cy="900246"/>
          </a:xfrm>
          <a:prstGeom prst="rect">
            <a:avLst/>
          </a:prstGeom>
          <a:noFill/>
          <a:ln w="9525">
            <a:noFill/>
            <a:miter lim="800000"/>
            <a:headEnd/>
            <a:tailEnd/>
          </a:ln>
          <a:effectLst/>
        </p:spPr>
        <p:txBody>
          <a:bodyPr wrap="square">
            <a:spAutoFit/>
          </a:bodyPr>
          <a:lstStyle/>
          <a:p>
            <a:pPr>
              <a:spcBef>
                <a:spcPct val="50000"/>
              </a:spcBef>
            </a:pPr>
            <a:r>
              <a:rPr kumimoji="0" lang="zh-CN" altLang="en-US" sz="2100" dirty="0">
                <a:solidFill>
                  <a:schemeClr val="bg1"/>
                </a:solidFill>
              </a:rPr>
              <a:t>磁感强度</a:t>
            </a:r>
            <a:r>
              <a:rPr lang="zh-CN" altLang="en-US" sz="2100" dirty="0">
                <a:solidFill>
                  <a:schemeClr val="bg2"/>
                </a:solidFill>
              </a:rPr>
              <a:t>方向</a:t>
            </a:r>
            <a:r>
              <a:rPr lang="zh-CN" altLang="en-US" sz="2100" dirty="0"/>
              <a:t>：运动电荷不受磁场力的</a:t>
            </a:r>
            <a:r>
              <a:rPr lang="zh-CN" altLang="en-US" sz="2100" dirty="0">
                <a:solidFill>
                  <a:schemeClr val="bg1"/>
                </a:solidFill>
              </a:rPr>
              <a:t>方向</a:t>
            </a:r>
            <a:r>
              <a:rPr lang="en-US" altLang="zh-CN" sz="2100" dirty="0">
                <a:solidFill>
                  <a:schemeClr val="bg1"/>
                </a:solidFill>
              </a:rPr>
              <a:t>.</a:t>
            </a:r>
          </a:p>
          <a:p>
            <a:pPr>
              <a:spcBef>
                <a:spcPct val="50000"/>
              </a:spcBef>
            </a:pPr>
            <a:r>
              <a:rPr lang="zh-CN" altLang="en-US" sz="2100" dirty="0">
                <a:solidFill>
                  <a:srgbClr val="FF0000"/>
                </a:solidFill>
              </a:rPr>
              <a:t>（相反的方向也不受力，规定符合右手螺旋法则）</a:t>
            </a:r>
          </a:p>
        </p:txBody>
      </p:sp>
      <p:pic>
        <p:nvPicPr>
          <p:cNvPr id="11" name="图片 10"/>
          <p:cNvPicPr>
            <a:picLocks noChangeAspect="1"/>
          </p:cNvPicPr>
          <p:nvPr/>
        </p:nvPicPr>
        <p:blipFill>
          <a:blip r:embed="rId8"/>
          <a:stretch>
            <a:fillRect/>
          </a:stretch>
        </p:blipFill>
        <p:spPr>
          <a:xfrm>
            <a:off x="5088711" y="2023832"/>
            <a:ext cx="3251617" cy="2511861"/>
          </a:xfrm>
          <a:prstGeom prst="rect">
            <a:avLst/>
          </a:prstGeom>
        </p:spPr>
      </p:pic>
      <p:grpSp>
        <p:nvGrpSpPr>
          <p:cNvPr id="5" name="组合 4"/>
          <p:cNvGrpSpPr/>
          <p:nvPr/>
        </p:nvGrpSpPr>
        <p:grpSpPr>
          <a:xfrm>
            <a:off x="4680235" y="2567645"/>
            <a:ext cx="4068568" cy="2053361"/>
            <a:chOff x="6943725" y="307093"/>
            <a:chExt cx="1396603" cy="704850"/>
          </a:xfrm>
        </p:grpSpPr>
        <p:cxnSp>
          <p:nvCxnSpPr>
            <p:cNvPr id="4" name="直接箭头连接符 3"/>
            <p:cNvCxnSpPr/>
            <p:nvPr/>
          </p:nvCxnSpPr>
          <p:spPr bwMode="auto">
            <a:xfrm>
              <a:off x="6943725" y="659518"/>
              <a:ext cx="1396603" cy="0"/>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14" name="直接箭头连接符 13"/>
            <p:cNvCxnSpPr/>
            <p:nvPr/>
          </p:nvCxnSpPr>
          <p:spPr bwMode="auto">
            <a:xfrm>
              <a:off x="6943725" y="1011943"/>
              <a:ext cx="1396603" cy="0"/>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15" name="直接箭头连接符 14"/>
            <p:cNvCxnSpPr/>
            <p:nvPr/>
          </p:nvCxnSpPr>
          <p:spPr bwMode="auto">
            <a:xfrm>
              <a:off x="6943725" y="307093"/>
              <a:ext cx="1396603" cy="0"/>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gr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107527"/>
                                        </p:tgtEl>
                                        <p:attrNameLst>
                                          <p:attrName>style.visibility</p:attrName>
                                        </p:attrNameLst>
                                      </p:cBhvr>
                                      <p:to>
                                        <p:strVal val="visible"/>
                                      </p:to>
                                    </p:set>
                                    <p:animEffect transition="in" filter="wipe(left)">
                                      <p:cBhvr>
                                        <p:cTn id="7" dur="500"/>
                                        <p:tgtEl>
                                          <p:spTgt spid="107527"/>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11"/>
                                        </p:tgtEl>
                                        <p:attrNameLst>
                                          <p:attrName>style.visibility</p:attrName>
                                        </p:attrNameLst>
                                      </p:cBhvr>
                                      <p:to>
                                        <p:strVal val="visible"/>
                                      </p:to>
                                    </p:set>
                                    <p:animEffect transition="in" filter="wipe(left)">
                                      <p:cBhvr>
                                        <p:cTn id="12" dur="500"/>
                                        <p:tgtEl>
                                          <p:spTgt spid="11"/>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wipe(left)">
                                      <p:cBhvr>
                                        <p:cTn id="1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灯片编号占位符 3"/>
          <p:cNvSpPr>
            <a:spLocks noGrp="1"/>
          </p:cNvSpPr>
          <p:nvPr>
            <p:ph type="sldNum" sz="quarter" idx="12"/>
          </p:nvPr>
        </p:nvSpPr>
        <p:spPr/>
        <p:txBody>
          <a:bodyPr/>
          <a:lstStyle/>
          <a:p>
            <a:fld id="{0CF8826D-CA86-4C75-9B4F-6F6682D4AA32}" type="slidenum">
              <a:rPr lang="en-US" altLang="zh-CN"/>
              <a:pPr/>
              <a:t>17</a:t>
            </a:fld>
            <a:endParaRPr lang="en-US" altLang="zh-CN"/>
          </a:p>
        </p:txBody>
      </p:sp>
      <p:sp>
        <p:nvSpPr>
          <p:cNvPr id="96262" name="Text Box 6"/>
          <p:cNvSpPr txBox="1">
            <a:spLocks noChangeArrowheads="1"/>
          </p:cNvSpPr>
          <p:nvPr/>
        </p:nvSpPr>
        <p:spPr bwMode="auto">
          <a:xfrm>
            <a:off x="426720" y="2847634"/>
            <a:ext cx="8717280" cy="2031325"/>
          </a:xfrm>
          <a:prstGeom prst="rect">
            <a:avLst/>
          </a:prstGeom>
          <a:noFill/>
          <a:ln w="9525">
            <a:noFill/>
            <a:miter lim="800000"/>
            <a:headEnd/>
            <a:tailEnd/>
          </a:ln>
          <a:effectLst/>
        </p:spPr>
        <p:txBody>
          <a:bodyPr wrap="square">
            <a:spAutoFit/>
          </a:bodyPr>
          <a:lstStyle/>
          <a:p>
            <a:pPr>
              <a:lnSpc>
                <a:spcPct val="120000"/>
              </a:lnSpc>
              <a:buFontTx/>
              <a:buChar char="•"/>
            </a:pPr>
            <a:r>
              <a:rPr lang="en-US" altLang="zh-CN" sz="2100" dirty="0">
                <a:latin typeface="+mn-lt"/>
              </a:rPr>
              <a:t> </a:t>
            </a:r>
            <a:r>
              <a:rPr lang="zh-CN" altLang="en-US" sz="2100" dirty="0">
                <a:latin typeface="+mn-lt"/>
              </a:rPr>
              <a:t>地球的磁场：在赤道上约</a:t>
            </a:r>
            <a:r>
              <a:rPr lang="en-US" altLang="zh-CN" sz="2100" dirty="0">
                <a:latin typeface="+mn-lt"/>
              </a:rPr>
              <a:t>3×10</a:t>
            </a:r>
            <a:r>
              <a:rPr lang="en-US" altLang="zh-CN" sz="2100" baseline="30000" dirty="0">
                <a:latin typeface="+mn-lt"/>
              </a:rPr>
              <a:t>-5</a:t>
            </a:r>
            <a:r>
              <a:rPr lang="en-US" altLang="zh-CN" sz="2100" dirty="0">
                <a:latin typeface="+mn-lt"/>
              </a:rPr>
              <a:t>T</a:t>
            </a:r>
            <a:r>
              <a:rPr lang="zh-CN" altLang="en-US" sz="2100" dirty="0">
                <a:latin typeface="+mn-lt"/>
              </a:rPr>
              <a:t>，在南、</a:t>
            </a:r>
            <a:r>
              <a:rPr lang="zh-CN" altLang="en-US" sz="2100">
                <a:latin typeface="+mn-lt"/>
              </a:rPr>
              <a:t>北两</a:t>
            </a:r>
            <a:r>
              <a:rPr lang="zh-CN" altLang="en-US" sz="2100" smtClean="0">
                <a:latin typeface="+mn-lt"/>
              </a:rPr>
              <a:t>极</a:t>
            </a:r>
            <a:r>
              <a:rPr lang="en-US" altLang="zh-CN" sz="2100" smtClean="0">
                <a:latin typeface="+mn-lt"/>
              </a:rPr>
              <a:t>  </a:t>
            </a:r>
            <a:r>
              <a:rPr lang="zh-CN" altLang="en-US" sz="2100">
                <a:latin typeface="+mn-lt"/>
              </a:rPr>
              <a:t>约</a:t>
            </a:r>
            <a:r>
              <a:rPr lang="zh-CN" altLang="en-US" sz="2100" dirty="0">
                <a:latin typeface="+mn-lt"/>
              </a:rPr>
              <a:t>为</a:t>
            </a:r>
            <a:r>
              <a:rPr lang="en-US" altLang="zh-CN" sz="2100" dirty="0">
                <a:latin typeface="+mn-lt"/>
              </a:rPr>
              <a:t>6×10</a:t>
            </a:r>
            <a:r>
              <a:rPr lang="en-US" altLang="zh-CN" sz="2100" baseline="30000" dirty="0">
                <a:latin typeface="+mn-lt"/>
              </a:rPr>
              <a:t>-5</a:t>
            </a:r>
            <a:r>
              <a:rPr lang="en-US" altLang="zh-CN" sz="2100" dirty="0">
                <a:latin typeface="+mn-lt"/>
              </a:rPr>
              <a:t>T</a:t>
            </a:r>
            <a:r>
              <a:rPr lang="zh-CN" altLang="en-US" sz="2100" dirty="0">
                <a:latin typeface="+mn-lt"/>
              </a:rPr>
              <a:t>。</a:t>
            </a:r>
          </a:p>
          <a:p>
            <a:pPr>
              <a:lnSpc>
                <a:spcPct val="120000"/>
              </a:lnSpc>
              <a:buFontTx/>
              <a:buChar char="•"/>
            </a:pPr>
            <a:r>
              <a:rPr lang="zh-CN" altLang="en-US" sz="2100" dirty="0">
                <a:latin typeface="+mn-lt"/>
              </a:rPr>
              <a:t> 一般永磁体约</a:t>
            </a:r>
            <a:r>
              <a:rPr lang="en-US" altLang="zh-CN" sz="2100" dirty="0">
                <a:latin typeface="+mn-lt"/>
              </a:rPr>
              <a:t>0.05~2T</a:t>
            </a:r>
            <a:r>
              <a:rPr lang="zh-CN" altLang="en-US" sz="2100" dirty="0">
                <a:latin typeface="+mn-lt"/>
              </a:rPr>
              <a:t>。</a:t>
            </a:r>
          </a:p>
          <a:p>
            <a:pPr>
              <a:lnSpc>
                <a:spcPct val="120000"/>
              </a:lnSpc>
              <a:buFontTx/>
              <a:buChar char="•"/>
            </a:pPr>
            <a:r>
              <a:rPr lang="zh-CN" altLang="en-US" sz="2100" dirty="0">
                <a:latin typeface="+mn-lt"/>
              </a:rPr>
              <a:t> 中子星磁场：</a:t>
            </a:r>
            <a:r>
              <a:rPr lang="en-US" altLang="zh-CN" sz="2100">
                <a:latin typeface="+mn-lt"/>
              </a:rPr>
              <a:t>10</a:t>
            </a:r>
            <a:r>
              <a:rPr lang="en-US" altLang="zh-CN" sz="2100" baseline="30000">
                <a:latin typeface="+mn-lt"/>
              </a:rPr>
              <a:t>8</a:t>
            </a:r>
            <a:r>
              <a:rPr lang="en-US" altLang="zh-CN" sz="2100">
                <a:latin typeface="+mn-lt"/>
              </a:rPr>
              <a:t>T  </a:t>
            </a:r>
            <a:r>
              <a:rPr lang="zh-CN" altLang="en-US" sz="2100" smtClean="0">
                <a:latin typeface="+mn-lt"/>
              </a:rPr>
              <a:t>；</a:t>
            </a:r>
            <a:endParaRPr lang="en-US" altLang="zh-CN" sz="2100" smtClean="0">
              <a:latin typeface="+mn-lt"/>
            </a:endParaRPr>
          </a:p>
          <a:p>
            <a:pPr>
              <a:lnSpc>
                <a:spcPct val="120000"/>
              </a:lnSpc>
              <a:buFontTx/>
              <a:buChar char="•"/>
            </a:pPr>
            <a:r>
              <a:rPr lang="zh-CN" altLang="en-US" sz="2100" smtClean="0">
                <a:latin typeface="+mn-lt"/>
              </a:rPr>
              <a:t>人</a:t>
            </a:r>
            <a:r>
              <a:rPr lang="zh-CN" altLang="en-US" sz="2100" dirty="0">
                <a:latin typeface="+mn-lt"/>
              </a:rPr>
              <a:t>体磁场：</a:t>
            </a:r>
            <a:r>
              <a:rPr lang="en-US" altLang="zh-CN" sz="2100" dirty="0">
                <a:latin typeface="+mn-lt"/>
              </a:rPr>
              <a:t>10</a:t>
            </a:r>
            <a:r>
              <a:rPr lang="en-US" altLang="zh-CN" sz="2100" baseline="30000" dirty="0">
                <a:latin typeface="+mn-lt"/>
              </a:rPr>
              <a:t>-12</a:t>
            </a:r>
            <a:r>
              <a:rPr lang="en-US" altLang="zh-CN" sz="2100" dirty="0">
                <a:latin typeface="+mn-lt"/>
              </a:rPr>
              <a:t>T  </a:t>
            </a:r>
            <a:r>
              <a:rPr lang="zh-CN" altLang="en-US" sz="2100" dirty="0">
                <a:latin typeface="+mn-lt"/>
              </a:rPr>
              <a:t>。</a:t>
            </a:r>
          </a:p>
          <a:p>
            <a:pPr>
              <a:lnSpc>
                <a:spcPct val="120000"/>
              </a:lnSpc>
              <a:buFontTx/>
              <a:buChar char="•"/>
            </a:pPr>
            <a:r>
              <a:rPr lang="zh-CN" altLang="en-US" sz="2100" dirty="0">
                <a:latin typeface="+mn-lt"/>
              </a:rPr>
              <a:t> 目前利用超导材料已能</a:t>
            </a:r>
            <a:r>
              <a:rPr lang="zh-CN" altLang="en-US" sz="2100">
                <a:latin typeface="+mn-lt"/>
              </a:rPr>
              <a:t>取得</a:t>
            </a:r>
            <a:r>
              <a:rPr lang="en-US" altLang="zh-CN" sz="2100">
                <a:latin typeface="+mn-lt"/>
              </a:rPr>
              <a:t>64T </a:t>
            </a:r>
            <a:r>
              <a:rPr lang="zh-CN" altLang="en-US" sz="2100" dirty="0">
                <a:latin typeface="+mn-lt"/>
              </a:rPr>
              <a:t>的强磁</a:t>
            </a:r>
            <a:r>
              <a:rPr lang="zh-CN" altLang="en-US" sz="2100">
                <a:latin typeface="+mn-lt"/>
              </a:rPr>
              <a:t>场</a:t>
            </a:r>
            <a:r>
              <a:rPr lang="zh-CN" altLang="en-US" sz="2100" smtClean="0">
                <a:latin typeface="+mn-lt"/>
              </a:rPr>
              <a:t>。</a:t>
            </a:r>
            <a:r>
              <a:rPr lang="en-US" altLang="zh-CN" sz="2100" smtClean="0">
                <a:latin typeface="+mn-lt"/>
              </a:rPr>
              <a:t>(</a:t>
            </a:r>
            <a:r>
              <a:rPr lang="zh-CN" altLang="en-US" sz="2100">
                <a:latin typeface="+mn-lt"/>
              </a:rPr>
              <a:t>华中科技大学</a:t>
            </a:r>
            <a:r>
              <a:rPr lang="en-US" altLang="zh-CN" sz="2100">
                <a:latin typeface="+mn-lt"/>
              </a:rPr>
              <a:t>2018.11.22)</a:t>
            </a:r>
            <a:endParaRPr lang="zh-CN" altLang="en-US" sz="2100" dirty="0">
              <a:latin typeface="+mn-lt"/>
            </a:endParaRPr>
          </a:p>
        </p:txBody>
      </p:sp>
      <p:graphicFrame>
        <p:nvGraphicFramePr>
          <p:cNvPr id="96263" name="Object 7"/>
          <p:cNvGraphicFramePr>
            <a:graphicFrameLocks noChangeAspect="1"/>
          </p:cNvGraphicFramePr>
          <p:nvPr>
            <p:extLst>
              <p:ext uri="{D42A27DB-BD31-4B8C-83A1-F6EECF244321}">
                <p14:modId xmlns:p14="http://schemas.microsoft.com/office/powerpoint/2010/main" val="289627389"/>
              </p:ext>
            </p:extLst>
          </p:nvPr>
        </p:nvGraphicFramePr>
        <p:xfrm>
          <a:off x="4169807" y="1653025"/>
          <a:ext cx="2063136" cy="781091"/>
        </p:xfrm>
        <a:graphic>
          <a:graphicData uri="http://schemas.openxmlformats.org/presentationml/2006/ole">
            <mc:AlternateContent xmlns:mc="http://schemas.openxmlformats.org/markup-compatibility/2006">
              <mc:Choice xmlns:v="urn:schemas-microsoft-com:vml" Requires="v">
                <p:oleObj spid="_x0000_s96743" name="Equation" r:id="rId3" imgW="1041120" imgH="393480" progId="Equation.DSMT4">
                  <p:embed/>
                </p:oleObj>
              </mc:Choice>
              <mc:Fallback>
                <p:oleObj name="Equation" r:id="rId3" imgW="1041120" imgH="393480" progId="Equation.DSMT4">
                  <p:embed/>
                  <p:pic>
                    <p:nvPicPr>
                      <p:cNvPr id="0" name="Picture 7"/>
                      <p:cNvPicPr>
                        <a:picLocks noChangeAspect="1" noChangeArrowheads="1"/>
                      </p:cNvPicPr>
                      <p:nvPr/>
                    </p:nvPicPr>
                    <p:blipFill>
                      <a:blip r:embed="rId4"/>
                      <a:srcRect/>
                      <a:stretch>
                        <a:fillRect/>
                      </a:stretch>
                    </p:blipFill>
                    <p:spPr bwMode="auto">
                      <a:xfrm>
                        <a:off x="4169807" y="1653025"/>
                        <a:ext cx="2063136" cy="781091"/>
                      </a:xfrm>
                      <a:prstGeom prst="rect">
                        <a:avLst/>
                      </a:prstGeom>
                      <a:noFill/>
                      <a:extLst/>
                    </p:spPr>
                  </p:pic>
                </p:oleObj>
              </mc:Fallback>
            </mc:AlternateContent>
          </a:graphicData>
        </a:graphic>
      </p:graphicFrame>
      <p:grpSp>
        <p:nvGrpSpPr>
          <p:cNvPr id="96266" name="Group 10"/>
          <p:cNvGrpSpPr>
            <a:grpSpLocks/>
          </p:cNvGrpSpPr>
          <p:nvPr/>
        </p:nvGrpSpPr>
        <p:grpSpPr bwMode="auto">
          <a:xfrm>
            <a:off x="1814362" y="484622"/>
            <a:ext cx="4599386" cy="461962"/>
            <a:chOff x="1202" y="2820"/>
            <a:chExt cx="3863" cy="388"/>
          </a:xfrm>
        </p:grpSpPr>
        <p:sp>
          <p:nvSpPr>
            <p:cNvPr id="96267" name="Text Box 11"/>
            <p:cNvSpPr txBox="1">
              <a:spLocks noChangeArrowheads="1"/>
            </p:cNvSpPr>
            <p:nvPr/>
          </p:nvSpPr>
          <p:spPr bwMode="auto">
            <a:xfrm>
              <a:off x="1202" y="2820"/>
              <a:ext cx="2092" cy="388"/>
            </a:xfrm>
            <a:prstGeom prst="rect">
              <a:avLst/>
            </a:prstGeom>
            <a:noFill/>
            <a:ln w="9525">
              <a:noFill/>
              <a:miter lim="800000"/>
              <a:headEnd/>
              <a:tailEnd/>
            </a:ln>
            <a:effectLst/>
          </p:spPr>
          <p:txBody>
            <a:bodyPr wrap="square">
              <a:spAutoFit/>
            </a:bodyPr>
            <a:lstStyle/>
            <a:p>
              <a:pPr>
                <a:spcBef>
                  <a:spcPct val="50000"/>
                </a:spcBef>
              </a:pPr>
              <a:r>
                <a:rPr kumimoji="0" lang="zh-CN" altLang="zh-CN" sz="2400"/>
                <a:t>单位</a:t>
              </a:r>
              <a:r>
                <a:rPr kumimoji="0" lang="zh-CN" altLang="en-US" sz="2400"/>
                <a:t>：  </a:t>
              </a:r>
              <a:r>
                <a:rPr kumimoji="0" lang="zh-CN" altLang="zh-CN" sz="2400" dirty="0">
                  <a:solidFill>
                    <a:srgbClr val="CC0000"/>
                  </a:solidFill>
                </a:rPr>
                <a:t>特斯拉</a:t>
              </a:r>
              <a:endParaRPr kumimoji="0" lang="zh-CN" altLang="en-US" sz="2400" dirty="0">
                <a:solidFill>
                  <a:srgbClr val="CC0000"/>
                </a:solidFill>
              </a:endParaRPr>
            </a:p>
          </p:txBody>
        </p:sp>
        <p:graphicFrame>
          <p:nvGraphicFramePr>
            <p:cNvPr id="96268" name="Object 12"/>
            <p:cNvGraphicFramePr>
              <a:graphicFrameLocks noChangeAspect="1"/>
            </p:cNvGraphicFramePr>
            <p:nvPr>
              <p:extLst>
                <p:ext uri="{D42A27DB-BD31-4B8C-83A1-F6EECF244321}">
                  <p14:modId xmlns:p14="http://schemas.microsoft.com/office/powerpoint/2010/main" val="756197578"/>
                </p:ext>
              </p:extLst>
            </p:nvPr>
          </p:nvGraphicFramePr>
          <p:xfrm>
            <a:off x="3154" y="2835"/>
            <a:ext cx="1911" cy="355"/>
          </p:xfrm>
          <a:graphic>
            <a:graphicData uri="http://schemas.openxmlformats.org/presentationml/2006/ole">
              <mc:AlternateContent xmlns:mc="http://schemas.openxmlformats.org/markup-compatibility/2006">
                <mc:Choice xmlns:v="urn:schemas-microsoft-com:vml" Requires="v">
                  <p:oleObj spid="_x0000_s96744" name="Equation" r:id="rId5" imgW="1117440" imgH="203040" progId="Equation.DSMT4">
                    <p:embed/>
                  </p:oleObj>
                </mc:Choice>
                <mc:Fallback>
                  <p:oleObj name="Equation" r:id="rId5" imgW="1117440" imgH="203040" progId="Equation.DSMT4">
                    <p:embed/>
                    <p:pic>
                      <p:nvPicPr>
                        <p:cNvPr id="0" name="Picture 12"/>
                        <p:cNvPicPr>
                          <a:picLocks noChangeAspect="1" noChangeArrowheads="1"/>
                        </p:cNvPicPr>
                        <p:nvPr/>
                      </p:nvPicPr>
                      <p:blipFill>
                        <a:blip r:embed="rId6"/>
                        <a:srcRect/>
                        <a:stretch>
                          <a:fillRect/>
                        </a:stretch>
                      </p:blipFill>
                      <p:spPr bwMode="auto">
                        <a:xfrm>
                          <a:off x="3154" y="2835"/>
                          <a:ext cx="1911" cy="355"/>
                        </a:xfrm>
                        <a:prstGeom prst="rect">
                          <a:avLst/>
                        </a:prstGeom>
                        <a:noFill/>
                        <a:ln w="9525">
                          <a:noFill/>
                          <a:miter lim="800000"/>
                          <a:headEnd/>
                          <a:tailEnd/>
                        </a:ln>
                      </p:spPr>
                    </p:pic>
                  </p:oleObj>
                </mc:Fallback>
              </mc:AlternateContent>
            </a:graphicData>
          </a:graphic>
        </p:graphicFrame>
      </p:grpSp>
      <p:grpSp>
        <p:nvGrpSpPr>
          <p:cNvPr id="96269" name="Group 13"/>
          <p:cNvGrpSpPr>
            <a:grpSpLocks/>
          </p:cNvGrpSpPr>
          <p:nvPr/>
        </p:nvGrpSpPr>
        <p:grpSpPr bwMode="auto">
          <a:xfrm>
            <a:off x="2874408" y="1059894"/>
            <a:ext cx="2917031" cy="473868"/>
            <a:chOff x="2053" y="3322"/>
            <a:chExt cx="2450" cy="398"/>
          </a:xfrm>
        </p:grpSpPr>
        <p:sp>
          <p:nvSpPr>
            <p:cNvPr id="96270" name="Text Box 14"/>
            <p:cNvSpPr txBox="1">
              <a:spLocks noChangeArrowheads="1"/>
            </p:cNvSpPr>
            <p:nvPr/>
          </p:nvSpPr>
          <p:spPr bwMode="auto">
            <a:xfrm>
              <a:off x="2053" y="3332"/>
              <a:ext cx="1088" cy="388"/>
            </a:xfrm>
            <a:prstGeom prst="rect">
              <a:avLst/>
            </a:prstGeom>
            <a:noFill/>
            <a:ln w="9525">
              <a:noFill/>
              <a:miter lim="800000"/>
              <a:headEnd/>
              <a:tailEnd/>
            </a:ln>
            <a:effectLst/>
          </p:spPr>
          <p:txBody>
            <a:bodyPr>
              <a:spAutoFit/>
            </a:bodyPr>
            <a:lstStyle/>
            <a:p>
              <a:r>
                <a:rPr kumimoji="0" lang="zh-CN" altLang="en-US" sz="2400">
                  <a:solidFill>
                    <a:srgbClr val="CC0000"/>
                  </a:solidFill>
                </a:rPr>
                <a:t>高   斯</a:t>
              </a:r>
            </a:p>
          </p:txBody>
        </p:sp>
        <p:graphicFrame>
          <p:nvGraphicFramePr>
            <p:cNvPr id="96271" name="Object 15"/>
            <p:cNvGraphicFramePr>
              <a:graphicFrameLocks noChangeAspect="1"/>
            </p:cNvGraphicFramePr>
            <p:nvPr>
              <p:extLst>
                <p:ext uri="{D42A27DB-BD31-4B8C-83A1-F6EECF244321}">
                  <p14:modId xmlns:p14="http://schemas.microsoft.com/office/powerpoint/2010/main" val="407309053"/>
                </p:ext>
              </p:extLst>
            </p:nvPr>
          </p:nvGraphicFramePr>
          <p:xfrm>
            <a:off x="3114" y="3322"/>
            <a:ext cx="1389" cy="385"/>
          </p:xfrm>
          <a:graphic>
            <a:graphicData uri="http://schemas.openxmlformats.org/presentationml/2006/ole">
              <mc:AlternateContent xmlns:mc="http://schemas.openxmlformats.org/markup-compatibility/2006">
                <mc:Choice xmlns:v="urn:schemas-microsoft-com:vml" Requires="v">
                  <p:oleObj spid="_x0000_s96745" name="Equation" r:id="rId7" imgW="850680" imgH="228600" progId="Equation.DSMT4">
                    <p:embed/>
                  </p:oleObj>
                </mc:Choice>
                <mc:Fallback>
                  <p:oleObj name="Equation" r:id="rId7" imgW="850680" imgH="228600" progId="Equation.DSMT4">
                    <p:embed/>
                    <p:pic>
                      <p:nvPicPr>
                        <p:cNvPr id="0" name="Picture 15"/>
                        <p:cNvPicPr>
                          <a:picLocks noChangeAspect="1" noChangeArrowheads="1"/>
                        </p:cNvPicPr>
                        <p:nvPr/>
                      </p:nvPicPr>
                      <p:blipFill>
                        <a:blip r:embed="rId8"/>
                        <a:srcRect/>
                        <a:stretch>
                          <a:fillRect/>
                        </a:stretch>
                      </p:blipFill>
                      <p:spPr bwMode="auto">
                        <a:xfrm>
                          <a:off x="3114" y="3322"/>
                          <a:ext cx="1389" cy="385"/>
                        </a:xfrm>
                        <a:prstGeom prst="rect">
                          <a:avLst/>
                        </a:prstGeom>
                        <a:noFill/>
                        <a:ln w="9525">
                          <a:noFill/>
                          <a:miter lim="800000"/>
                          <a:headEnd/>
                          <a:tailEnd/>
                        </a:ln>
                      </p:spPr>
                    </p:pic>
                  </p:oleObj>
                </mc:Fallback>
              </mc:AlternateContent>
            </a:graphicData>
          </a:graphic>
        </p:graphicFrame>
      </p:gr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 presetClass="entr" presetSubtype="10" fill="hold" nodeType="afterEffect">
                                  <p:stCondLst>
                                    <p:cond delay="0"/>
                                  </p:stCondLst>
                                  <p:childTnLst>
                                    <p:set>
                                      <p:cBhvr>
                                        <p:cTn id="6" dur="1" fill="hold">
                                          <p:stCondLst>
                                            <p:cond delay="0"/>
                                          </p:stCondLst>
                                        </p:cTn>
                                        <p:tgtEl>
                                          <p:spTgt spid="96269"/>
                                        </p:tgtEl>
                                        <p:attrNameLst>
                                          <p:attrName>style.visibility</p:attrName>
                                        </p:attrNameLst>
                                      </p:cBhvr>
                                      <p:to>
                                        <p:strVal val="visible"/>
                                      </p:to>
                                    </p:set>
                                    <p:animEffect transition="in" filter="blinds(horizontal)">
                                      <p:cBhvr>
                                        <p:cTn id="7" dur="500"/>
                                        <p:tgtEl>
                                          <p:spTgt spid="96269"/>
                                        </p:tgtEl>
                                      </p:cBhvr>
                                    </p:animEffect>
                                  </p:childTnLst>
                                </p:cTn>
                              </p:par>
                            </p:childTnLst>
                          </p:cTn>
                        </p:par>
                      </p:childTnLst>
                    </p:cTn>
                  </p:par>
                  <p:par>
                    <p:cTn id="8" fill="hold">
                      <p:stCondLst>
                        <p:cond delay="indefinite"/>
                      </p:stCondLst>
                      <p:childTnLst>
                        <p:par>
                          <p:cTn id="9" fill="hold">
                            <p:stCondLst>
                              <p:cond delay="0"/>
                            </p:stCondLst>
                            <p:childTnLst>
                              <p:par>
                                <p:cTn id="10" presetID="23" presetClass="entr" presetSubtype="16" fill="hold" nodeType="clickEffect">
                                  <p:stCondLst>
                                    <p:cond delay="0"/>
                                  </p:stCondLst>
                                  <p:childTnLst>
                                    <p:set>
                                      <p:cBhvr>
                                        <p:cTn id="11" dur="1" fill="hold">
                                          <p:stCondLst>
                                            <p:cond delay="0"/>
                                          </p:stCondLst>
                                        </p:cTn>
                                        <p:tgtEl>
                                          <p:spTgt spid="96263"/>
                                        </p:tgtEl>
                                        <p:attrNameLst>
                                          <p:attrName>style.visibility</p:attrName>
                                        </p:attrNameLst>
                                      </p:cBhvr>
                                      <p:to>
                                        <p:strVal val="visible"/>
                                      </p:to>
                                    </p:set>
                                    <p:anim calcmode="lin" valueType="num">
                                      <p:cBhvr>
                                        <p:cTn id="12" dur="500" fill="hold"/>
                                        <p:tgtEl>
                                          <p:spTgt spid="96263"/>
                                        </p:tgtEl>
                                        <p:attrNameLst>
                                          <p:attrName>ppt_w</p:attrName>
                                        </p:attrNameLst>
                                      </p:cBhvr>
                                      <p:tavLst>
                                        <p:tav tm="0">
                                          <p:val>
                                            <p:fltVal val="0"/>
                                          </p:val>
                                        </p:tav>
                                        <p:tav tm="100000">
                                          <p:val>
                                            <p:strVal val="#ppt_w"/>
                                          </p:val>
                                        </p:tav>
                                      </p:tavLst>
                                    </p:anim>
                                    <p:anim calcmode="lin" valueType="num">
                                      <p:cBhvr>
                                        <p:cTn id="13" dur="500" fill="hold"/>
                                        <p:tgtEl>
                                          <p:spTgt spid="96263"/>
                                        </p:tgtEl>
                                        <p:attrNameLst>
                                          <p:attrName>ppt_h</p:attrName>
                                        </p:attrNameLst>
                                      </p:cBhvr>
                                      <p:tavLst>
                                        <p:tav tm="0">
                                          <p:val>
                                            <p:fltVal val="0"/>
                                          </p:val>
                                        </p:tav>
                                        <p:tav tm="100000">
                                          <p:val>
                                            <p:strVal val="#ppt_h"/>
                                          </p:val>
                                        </p:tav>
                                      </p:tavLst>
                                    </p:anim>
                                  </p:childTnLst>
                                </p:cTn>
                              </p:par>
                            </p:childTnLst>
                          </p:cTn>
                        </p:par>
                      </p:childTnLst>
                    </p:cTn>
                  </p:par>
                  <p:par>
                    <p:cTn id="14" fill="hold">
                      <p:stCondLst>
                        <p:cond delay="indefinite"/>
                      </p:stCondLst>
                      <p:childTnLst>
                        <p:par>
                          <p:cTn id="15" fill="hold">
                            <p:stCondLst>
                              <p:cond delay="0"/>
                            </p:stCondLst>
                            <p:childTnLst>
                              <p:par>
                                <p:cTn id="16" presetID="17" presetClass="entr" presetSubtype="10" fill="hold" grpId="0" nodeType="clickEffect">
                                  <p:stCondLst>
                                    <p:cond delay="0"/>
                                  </p:stCondLst>
                                  <p:childTnLst>
                                    <p:set>
                                      <p:cBhvr>
                                        <p:cTn id="17" dur="1" fill="hold">
                                          <p:stCondLst>
                                            <p:cond delay="0"/>
                                          </p:stCondLst>
                                        </p:cTn>
                                        <p:tgtEl>
                                          <p:spTgt spid="96262"/>
                                        </p:tgtEl>
                                        <p:attrNameLst>
                                          <p:attrName>style.visibility</p:attrName>
                                        </p:attrNameLst>
                                      </p:cBhvr>
                                      <p:to>
                                        <p:strVal val="visible"/>
                                      </p:to>
                                    </p:set>
                                    <p:anim calcmode="lin" valueType="num">
                                      <p:cBhvr>
                                        <p:cTn id="18" dur="500" fill="hold"/>
                                        <p:tgtEl>
                                          <p:spTgt spid="96262"/>
                                        </p:tgtEl>
                                        <p:attrNameLst>
                                          <p:attrName>ppt_w</p:attrName>
                                        </p:attrNameLst>
                                      </p:cBhvr>
                                      <p:tavLst>
                                        <p:tav tm="0">
                                          <p:val>
                                            <p:fltVal val="0"/>
                                          </p:val>
                                        </p:tav>
                                        <p:tav tm="100000">
                                          <p:val>
                                            <p:strVal val="#ppt_w"/>
                                          </p:val>
                                        </p:tav>
                                      </p:tavLst>
                                    </p:anim>
                                    <p:anim calcmode="lin" valueType="num">
                                      <p:cBhvr>
                                        <p:cTn id="19" dur="500" fill="hold"/>
                                        <p:tgtEl>
                                          <p:spTgt spid="96262"/>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6262" grpId="0" autoUpdateAnimBg="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 name="灯片编号占位符 3"/>
          <p:cNvSpPr>
            <a:spLocks noGrp="1"/>
          </p:cNvSpPr>
          <p:nvPr>
            <p:ph type="sldNum" sz="quarter" idx="12"/>
          </p:nvPr>
        </p:nvSpPr>
        <p:spPr/>
        <p:txBody>
          <a:bodyPr/>
          <a:lstStyle/>
          <a:p>
            <a:fld id="{CC998B58-DF5A-49A5-9E26-3289A277A23F}" type="slidenum">
              <a:rPr lang="en-US" altLang="zh-CN"/>
              <a:pPr/>
              <a:t>18</a:t>
            </a:fld>
            <a:endParaRPr lang="en-US" altLang="zh-CN"/>
          </a:p>
        </p:txBody>
      </p:sp>
      <p:grpSp>
        <p:nvGrpSpPr>
          <p:cNvPr id="82996" name="Group 52"/>
          <p:cNvGrpSpPr>
            <a:grpSpLocks/>
          </p:cNvGrpSpPr>
          <p:nvPr/>
        </p:nvGrpSpPr>
        <p:grpSpPr bwMode="auto">
          <a:xfrm>
            <a:off x="5471016" y="2266454"/>
            <a:ext cx="2971800" cy="2396728"/>
            <a:chOff x="3077" y="1799"/>
            <a:chExt cx="2496" cy="2013"/>
          </a:xfrm>
        </p:grpSpPr>
        <p:sp>
          <p:nvSpPr>
            <p:cNvPr id="82956" name="Freeform 12"/>
            <p:cNvSpPr>
              <a:spLocks/>
            </p:cNvSpPr>
            <p:nvPr/>
          </p:nvSpPr>
          <p:spPr bwMode="auto">
            <a:xfrm>
              <a:off x="3077" y="1799"/>
              <a:ext cx="1056" cy="1738"/>
            </a:xfrm>
            <a:custGeom>
              <a:avLst/>
              <a:gdLst/>
              <a:ahLst/>
              <a:cxnLst>
                <a:cxn ang="0">
                  <a:pos x="1056" y="816"/>
                </a:cxn>
                <a:cxn ang="0">
                  <a:pos x="1056" y="0"/>
                </a:cxn>
                <a:cxn ang="0">
                  <a:pos x="0" y="960"/>
                </a:cxn>
                <a:cxn ang="0">
                  <a:pos x="0" y="1872"/>
                </a:cxn>
                <a:cxn ang="0">
                  <a:pos x="1056" y="816"/>
                </a:cxn>
              </a:cxnLst>
              <a:rect l="0" t="0" r="r" b="b"/>
              <a:pathLst>
                <a:path w="1056" h="1872">
                  <a:moveTo>
                    <a:pt x="1056" y="816"/>
                  </a:moveTo>
                  <a:lnTo>
                    <a:pt x="1056" y="0"/>
                  </a:lnTo>
                  <a:lnTo>
                    <a:pt x="0" y="960"/>
                  </a:lnTo>
                  <a:lnTo>
                    <a:pt x="0" y="1872"/>
                  </a:lnTo>
                  <a:lnTo>
                    <a:pt x="1056" y="816"/>
                  </a:lnTo>
                  <a:close/>
                </a:path>
              </a:pathLst>
            </a:custGeom>
            <a:ln>
              <a:headEnd/>
              <a:tailEnd/>
            </a:ln>
          </p:spPr>
          <p:style>
            <a:lnRef idx="1">
              <a:schemeClr val="dk1"/>
            </a:lnRef>
            <a:fillRef idx="2">
              <a:schemeClr val="dk1"/>
            </a:fillRef>
            <a:effectRef idx="1">
              <a:schemeClr val="dk1"/>
            </a:effectRef>
            <a:fontRef idx="minor">
              <a:schemeClr val="dk1"/>
            </a:fontRef>
          </p:style>
          <p:txBody>
            <a:bodyPr/>
            <a:lstStyle/>
            <a:p>
              <a:endParaRPr lang="zh-CN" altLang="en-US" sz="2100"/>
            </a:p>
          </p:txBody>
        </p:sp>
        <p:sp>
          <p:nvSpPr>
            <p:cNvPr id="82957" name="AutoShape 13"/>
            <p:cNvSpPr>
              <a:spLocks noChangeArrowheads="1"/>
            </p:cNvSpPr>
            <p:nvPr/>
          </p:nvSpPr>
          <p:spPr bwMode="auto">
            <a:xfrm>
              <a:off x="3077" y="2557"/>
              <a:ext cx="2496" cy="980"/>
            </a:xfrm>
            <a:prstGeom prst="parallelogram">
              <a:avLst>
                <a:gd name="adj" fmla="val 108882"/>
              </a:avLst>
            </a:prstGeom>
            <a:ln>
              <a:headEnd/>
              <a:tailEnd/>
            </a:ln>
          </p:spPr>
          <p:style>
            <a:lnRef idx="1">
              <a:schemeClr val="dk1"/>
            </a:lnRef>
            <a:fillRef idx="2">
              <a:schemeClr val="dk1"/>
            </a:fillRef>
            <a:effectRef idx="1">
              <a:schemeClr val="dk1"/>
            </a:effectRef>
            <a:fontRef idx="minor">
              <a:schemeClr val="dk1"/>
            </a:fontRef>
          </p:style>
          <p:txBody>
            <a:bodyPr wrap="none" anchor="ctr"/>
            <a:lstStyle/>
            <a:p>
              <a:endParaRPr lang="zh-CN" altLang="en-US" sz="2100"/>
            </a:p>
          </p:txBody>
        </p:sp>
        <p:sp>
          <p:nvSpPr>
            <p:cNvPr id="82958" name="Freeform 14"/>
            <p:cNvSpPr>
              <a:spLocks/>
            </p:cNvSpPr>
            <p:nvPr/>
          </p:nvSpPr>
          <p:spPr bwMode="auto">
            <a:xfrm>
              <a:off x="3637" y="2297"/>
              <a:ext cx="1635" cy="1515"/>
            </a:xfrm>
            <a:custGeom>
              <a:avLst/>
              <a:gdLst/>
              <a:ahLst/>
              <a:cxnLst>
                <a:cxn ang="0">
                  <a:pos x="5" y="1717"/>
                </a:cxn>
                <a:cxn ang="0">
                  <a:pos x="14" y="1662"/>
                </a:cxn>
                <a:cxn ang="0">
                  <a:pos x="88" y="1470"/>
                </a:cxn>
                <a:cxn ang="0">
                  <a:pos x="179" y="1342"/>
                </a:cxn>
                <a:cxn ang="0">
                  <a:pos x="586" y="1105"/>
                </a:cxn>
                <a:cxn ang="0">
                  <a:pos x="798" y="973"/>
                </a:cxn>
                <a:cxn ang="0">
                  <a:pos x="1010" y="796"/>
                </a:cxn>
                <a:cxn ang="0">
                  <a:pos x="1180" y="619"/>
                </a:cxn>
                <a:cxn ang="0">
                  <a:pos x="1731" y="0"/>
                </a:cxn>
              </a:cxnLst>
              <a:rect l="0" t="0" r="r" b="b"/>
              <a:pathLst>
                <a:path w="1731" h="1717">
                  <a:moveTo>
                    <a:pt x="5" y="1717"/>
                  </a:moveTo>
                  <a:cubicBezTo>
                    <a:pt x="8" y="1708"/>
                    <a:pt x="0" y="1703"/>
                    <a:pt x="14" y="1662"/>
                  </a:cubicBezTo>
                  <a:cubicBezTo>
                    <a:pt x="28" y="1621"/>
                    <a:pt x="61" y="1523"/>
                    <a:pt x="88" y="1470"/>
                  </a:cubicBezTo>
                  <a:cubicBezTo>
                    <a:pt x="115" y="1417"/>
                    <a:pt x="96" y="1403"/>
                    <a:pt x="179" y="1342"/>
                  </a:cubicBezTo>
                  <a:cubicBezTo>
                    <a:pt x="262" y="1281"/>
                    <a:pt x="483" y="1166"/>
                    <a:pt x="586" y="1105"/>
                  </a:cubicBezTo>
                  <a:cubicBezTo>
                    <a:pt x="689" y="1044"/>
                    <a:pt x="727" y="1024"/>
                    <a:pt x="798" y="973"/>
                  </a:cubicBezTo>
                  <a:cubicBezTo>
                    <a:pt x="868" y="921"/>
                    <a:pt x="946" y="855"/>
                    <a:pt x="1010" y="796"/>
                  </a:cubicBezTo>
                  <a:cubicBezTo>
                    <a:pt x="1074" y="737"/>
                    <a:pt x="1059" y="752"/>
                    <a:pt x="1180" y="619"/>
                  </a:cubicBezTo>
                  <a:cubicBezTo>
                    <a:pt x="1300" y="486"/>
                    <a:pt x="1639" y="103"/>
                    <a:pt x="1731" y="0"/>
                  </a:cubicBezTo>
                </a:path>
              </a:pathLst>
            </a:custGeom>
            <a:noFill/>
            <a:ln w="28575" cmpd="sng">
              <a:solidFill>
                <a:srgbClr val="6600FF"/>
              </a:solidFill>
              <a:round/>
              <a:headEnd/>
              <a:tailEnd type="none" w="sm" len="lg"/>
            </a:ln>
            <a:effectLst/>
          </p:spPr>
          <p:txBody>
            <a:bodyPr wrap="none" anchor="ctr"/>
            <a:lstStyle/>
            <a:p>
              <a:endParaRPr lang="zh-CN" altLang="en-US" sz="2100"/>
            </a:p>
          </p:txBody>
        </p:sp>
        <p:sp>
          <p:nvSpPr>
            <p:cNvPr id="82960" name="Line 16"/>
            <p:cNvSpPr>
              <a:spLocks noChangeShapeType="1"/>
            </p:cNvSpPr>
            <p:nvPr/>
          </p:nvSpPr>
          <p:spPr bwMode="auto">
            <a:xfrm flipV="1">
              <a:off x="4091" y="3193"/>
              <a:ext cx="238" cy="136"/>
            </a:xfrm>
            <a:prstGeom prst="line">
              <a:avLst/>
            </a:prstGeom>
            <a:noFill/>
            <a:ln w="38100">
              <a:solidFill>
                <a:srgbClr val="FF3300"/>
              </a:solidFill>
              <a:round/>
              <a:headEnd/>
              <a:tailEnd type="stealth" w="med" len="lg"/>
            </a:ln>
            <a:effectLst/>
          </p:spPr>
          <p:txBody>
            <a:bodyPr wrap="none" anchor="ctr"/>
            <a:lstStyle/>
            <a:p>
              <a:endParaRPr lang="zh-CN" altLang="en-US" sz="2100"/>
            </a:p>
          </p:txBody>
        </p:sp>
        <p:graphicFrame>
          <p:nvGraphicFramePr>
            <p:cNvPr id="82961" name="Object 17"/>
            <p:cNvGraphicFramePr>
              <a:graphicFrameLocks noChangeAspect="1"/>
            </p:cNvGraphicFramePr>
            <p:nvPr>
              <p:extLst>
                <p:ext uri="{D42A27DB-BD31-4B8C-83A1-F6EECF244321}">
                  <p14:modId xmlns:p14="http://schemas.microsoft.com/office/powerpoint/2010/main" val="1927118515"/>
                </p:ext>
              </p:extLst>
            </p:nvPr>
          </p:nvGraphicFramePr>
          <p:xfrm>
            <a:off x="5259" y="2222"/>
            <a:ext cx="208" cy="223"/>
          </p:xfrm>
          <a:graphic>
            <a:graphicData uri="http://schemas.openxmlformats.org/presentationml/2006/ole">
              <mc:AlternateContent xmlns:mc="http://schemas.openxmlformats.org/markup-compatibility/2006">
                <mc:Choice xmlns:v="urn:schemas-microsoft-com:vml" Requires="v">
                  <p:oleObj spid="_x0000_s207600" name="Equation" r:id="rId3" imgW="164880" imgH="228600" progId="Equation.3">
                    <p:embed/>
                  </p:oleObj>
                </mc:Choice>
                <mc:Fallback>
                  <p:oleObj name="Equation" r:id="rId3" imgW="164880" imgH="228600" progId="Equation.3">
                    <p:embed/>
                    <p:pic>
                      <p:nvPicPr>
                        <p:cNvPr id="0" name="Picture 17"/>
                        <p:cNvPicPr preferRelativeResize="0">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259" y="2222"/>
                          <a:ext cx="208" cy="22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82963" name="Text Box 19"/>
            <p:cNvSpPr txBox="1">
              <a:spLocks noChangeArrowheads="1"/>
            </p:cNvSpPr>
            <p:nvPr/>
          </p:nvSpPr>
          <p:spPr bwMode="auto">
            <a:xfrm>
              <a:off x="3248" y="2958"/>
              <a:ext cx="294" cy="403"/>
            </a:xfrm>
            <a:prstGeom prst="rect">
              <a:avLst/>
            </a:prstGeom>
            <a:noFill/>
            <a:ln w="9525">
              <a:noFill/>
              <a:miter lim="800000"/>
              <a:headEnd/>
              <a:tailEnd/>
            </a:ln>
            <a:effectLst/>
          </p:spPr>
          <p:txBody>
            <a:bodyPr wrap="none">
              <a:spAutoFit/>
            </a:bodyPr>
            <a:lstStyle/>
            <a:p>
              <a:pPr>
                <a:lnSpc>
                  <a:spcPct val="120000"/>
                </a:lnSpc>
                <a:spcBef>
                  <a:spcPct val="50000"/>
                </a:spcBef>
              </a:pPr>
              <a:r>
                <a:rPr kumimoji="0" lang="en-US" altLang="zh-CN" sz="2100" b="0" i="1">
                  <a:solidFill>
                    <a:srgbClr val="000000"/>
                  </a:solidFill>
                </a:rPr>
                <a:t>P</a:t>
              </a:r>
            </a:p>
          </p:txBody>
        </p:sp>
        <p:graphicFrame>
          <p:nvGraphicFramePr>
            <p:cNvPr id="82967" name="Object 23"/>
            <p:cNvGraphicFramePr>
              <a:graphicFrameLocks noChangeAspect="1"/>
            </p:cNvGraphicFramePr>
            <p:nvPr>
              <p:extLst>
                <p:ext uri="{D42A27DB-BD31-4B8C-83A1-F6EECF244321}">
                  <p14:modId xmlns:p14="http://schemas.microsoft.com/office/powerpoint/2010/main" val="353405959"/>
                </p:ext>
              </p:extLst>
            </p:nvPr>
          </p:nvGraphicFramePr>
          <p:xfrm>
            <a:off x="4170" y="3249"/>
            <a:ext cx="311" cy="232"/>
          </p:xfrm>
          <a:graphic>
            <a:graphicData uri="http://schemas.openxmlformats.org/presentationml/2006/ole">
              <mc:AlternateContent xmlns:mc="http://schemas.openxmlformats.org/markup-compatibility/2006">
                <mc:Choice xmlns:v="urn:schemas-microsoft-com:vml" Requires="v">
                  <p:oleObj spid="_x0000_s207601" name="Equation" r:id="rId5" imgW="253800" imgH="203040" progId="Equation.DSMT4">
                    <p:embed/>
                  </p:oleObj>
                </mc:Choice>
                <mc:Fallback>
                  <p:oleObj name="Equation" r:id="rId5" imgW="253800" imgH="203040" progId="Equation.DSMT4">
                    <p:embed/>
                    <p:pic>
                      <p:nvPicPr>
                        <p:cNvPr id="0" name="Picture 23"/>
                        <p:cNvPicPr>
                          <a:picLocks noChangeAspect="1" noChangeArrowheads="1"/>
                        </p:cNvPicPr>
                        <p:nvPr/>
                      </p:nvPicPr>
                      <p:blipFill>
                        <a:blip r:embed="rId6"/>
                        <a:srcRect/>
                        <a:stretch>
                          <a:fillRect/>
                        </a:stretch>
                      </p:blipFill>
                      <p:spPr bwMode="auto">
                        <a:xfrm>
                          <a:off x="4170" y="3249"/>
                          <a:ext cx="311" cy="232"/>
                        </a:xfrm>
                        <a:prstGeom prst="rect">
                          <a:avLst/>
                        </a:prstGeom>
                        <a:noFill/>
                        <a:extLst/>
                      </p:spPr>
                    </p:pic>
                  </p:oleObj>
                </mc:Fallback>
              </mc:AlternateContent>
            </a:graphicData>
          </a:graphic>
        </p:graphicFrame>
        <p:sp>
          <p:nvSpPr>
            <p:cNvPr id="82972" name="Arc 28"/>
            <p:cNvSpPr>
              <a:spLocks/>
            </p:cNvSpPr>
            <p:nvPr/>
          </p:nvSpPr>
          <p:spPr bwMode="auto">
            <a:xfrm rot="2234717" flipH="1">
              <a:off x="3934" y="3209"/>
              <a:ext cx="211" cy="122"/>
            </a:xfrm>
            <a:custGeom>
              <a:avLst/>
              <a:gdLst>
                <a:gd name="G0" fmla="+- 4685 0 0"/>
                <a:gd name="G1" fmla="+- 21600 0 0"/>
                <a:gd name="G2" fmla="+- 21600 0 0"/>
                <a:gd name="T0" fmla="*/ 0 w 26285"/>
                <a:gd name="T1" fmla="*/ 514 h 21600"/>
                <a:gd name="T2" fmla="*/ 26285 w 26285"/>
                <a:gd name="T3" fmla="*/ 21600 h 21600"/>
                <a:gd name="T4" fmla="*/ 4685 w 26285"/>
                <a:gd name="T5" fmla="*/ 21600 h 21600"/>
              </a:gdLst>
              <a:ahLst/>
              <a:cxnLst>
                <a:cxn ang="0">
                  <a:pos x="T0" y="T1"/>
                </a:cxn>
                <a:cxn ang="0">
                  <a:pos x="T2" y="T3"/>
                </a:cxn>
                <a:cxn ang="0">
                  <a:pos x="T4" y="T5"/>
                </a:cxn>
              </a:cxnLst>
              <a:rect l="0" t="0" r="r" b="b"/>
              <a:pathLst>
                <a:path w="26285" h="21600" fill="none" extrusionOk="0">
                  <a:moveTo>
                    <a:pt x="0" y="514"/>
                  </a:moveTo>
                  <a:cubicBezTo>
                    <a:pt x="1538" y="172"/>
                    <a:pt x="3109" y="-1"/>
                    <a:pt x="4685" y="0"/>
                  </a:cubicBezTo>
                  <a:cubicBezTo>
                    <a:pt x="16614" y="0"/>
                    <a:pt x="26285" y="9670"/>
                    <a:pt x="26285" y="21600"/>
                  </a:cubicBezTo>
                </a:path>
                <a:path w="26285" h="21600" stroke="0" extrusionOk="0">
                  <a:moveTo>
                    <a:pt x="0" y="514"/>
                  </a:moveTo>
                  <a:cubicBezTo>
                    <a:pt x="1538" y="172"/>
                    <a:pt x="3109" y="-1"/>
                    <a:pt x="4685" y="0"/>
                  </a:cubicBezTo>
                  <a:cubicBezTo>
                    <a:pt x="16614" y="0"/>
                    <a:pt x="26285" y="9670"/>
                    <a:pt x="26285" y="21600"/>
                  </a:cubicBezTo>
                  <a:lnTo>
                    <a:pt x="4685" y="21600"/>
                  </a:lnTo>
                  <a:close/>
                </a:path>
              </a:pathLst>
            </a:custGeom>
            <a:noFill/>
            <a:ln w="12700">
              <a:solidFill>
                <a:srgbClr val="0000FF"/>
              </a:solidFill>
              <a:round/>
              <a:headEnd/>
              <a:tailEnd type="none" w="sm" len="lg"/>
            </a:ln>
            <a:effectLst/>
          </p:spPr>
          <p:txBody>
            <a:bodyPr wrap="none" anchor="ctr"/>
            <a:lstStyle/>
            <a:p>
              <a:endParaRPr lang="zh-CN" altLang="en-US" sz="2100"/>
            </a:p>
          </p:txBody>
        </p:sp>
        <p:graphicFrame>
          <p:nvGraphicFramePr>
            <p:cNvPr id="82973" name="Object 29"/>
            <p:cNvGraphicFramePr>
              <a:graphicFrameLocks noChangeAspect="1"/>
            </p:cNvGraphicFramePr>
            <p:nvPr>
              <p:extLst>
                <p:ext uri="{D42A27DB-BD31-4B8C-83A1-F6EECF244321}">
                  <p14:modId xmlns:p14="http://schemas.microsoft.com/office/powerpoint/2010/main" val="1123405218"/>
                </p:ext>
              </p:extLst>
            </p:nvPr>
          </p:nvGraphicFramePr>
          <p:xfrm>
            <a:off x="4004" y="2958"/>
            <a:ext cx="198" cy="275"/>
          </p:xfrm>
          <a:graphic>
            <a:graphicData uri="http://schemas.openxmlformats.org/presentationml/2006/ole">
              <mc:AlternateContent xmlns:mc="http://schemas.openxmlformats.org/markup-compatibility/2006">
                <mc:Choice xmlns:v="urn:schemas-microsoft-com:vml" Requires="v">
                  <p:oleObj spid="_x0000_s207602" name="公式" r:id="rId7" imgW="126725" imgH="177415" progId="Equation.3">
                    <p:embed/>
                  </p:oleObj>
                </mc:Choice>
                <mc:Fallback>
                  <p:oleObj name="公式" r:id="rId7" imgW="126725" imgH="177415" progId="Equation.3">
                    <p:embed/>
                    <p:pic>
                      <p:nvPicPr>
                        <p:cNvPr id="0" name="Picture 29"/>
                        <p:cNvPicPr preferRelativeResize="0">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004" y="2958"/>
                          <a:ext cx="198" cy="2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82975" name="Object 31"/>
            <p:cNvGraphicFramePr>
              <a:graphicFrameLocks noChangeAspect="1"/>
            </p:cNvGraphicFramePr>
            <p:nvPr/>
          </p:nvGraphicFramePr>
          <p:xfrm>
            <a:off x="3510" y="3181"/>
            <a:ext cx="239" cy="333"/>
          </p:xfrm>
          <a:graphic>
            <a:graphicData uri="http://schemas.openxmlformats.org/presentationml/2006/ole">
              <mc:AlternateContent xmlns:mc="http://schemas.openxmlformats.org/markup-compatibility/2006">
                <mc:Choice xmlns:v="urn:schemas-microsoft-com:vml" Requires="v">
                  <p:oleObj spid="_x0000_s207603" name="公式" r:id="rId9" imgW="126720" imgH="152280" progId="Equation.3">
                    <p:embed/>
                  </p:oleObj>
                </mc:Choice>
                <mc:Fallback>
                  <p:oleObj name="公式" r:id="rId9" imgW="126720" imgH="152280" progId="Equation.3">
                    <p:embed/>
                    <p:pic>
                      <p:nvPicPr>
                        <p:cNvPr id="0" name="Picture 31"/>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3510" y="3181"/>
                          <a:ext cx="239" cy="33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82976" name="Line 32"/>
            <p:cNvSpPr>
              <a:spLocks noChangeShapeType="1"/>
            </p:cNvSpPr>
            <p:nvPr/>
          </p:nvSpPr>
          <p:spPr bwMode="auto">
            <a:xfrm flipH="1" flipV="1">
              <a:off x="3509" y="3136"/>
              <a:ext cx="576" cy="178"/>
            </a:xfrm>
            <a:prstGeom prst="line">
              <a:avLst/>
            </a:prstGeom>
            <a:noFill/>
            <a:ln w="22225">
              <a:solidFill>
                <a:schemeClr val="tx1"/>
              </a:solidFill>
              <a:round/>
              <a:headEnd/>
              <a:tailEnd type="stealth" w="med" len="lg"/>
            </a:ln>
            <a:effectLst/>
          </p:spPr>
          <p:txBody>
            <a:bodyPr wrap="none" anchor="ctr"/>
            <a:lstStyle/>
            <a:p>
              <a:endParaRPr lang="zh-CN" altLang="en-US" sz="2100"/>
            </a:p>
          </p:txBody>
        </p:sp>
      </p:grpSp>
      <p:sp>
        <p:nvSpPr>
          <p:cNvPr id="82946" name="Text Box 2"/>
          <p:cNvSpPr txBox="1">
            <a:spLocks noChangeArrowheads="1"/>
          </p:cNvSpPr>
          <p:nvPr/>
        </p:nvSpPr>
        <p:spPr bwMode="auto">
          <a:xfrm>
            <a:off x="1198483" y="685240"/>
            <a:ext cx="3689747" cy="535531"/>
          </a:xfrm>
          <a:prstGeom prst="rect">
            <a:avLst/>
          </a:prstGeom>
          <a:noFill/>
          <a:ln w="9525">
            <a:noFill/>
            <a:miter lim="800000"/>
            <a:headEnd/>
            <a:tailEnd/>
          </a:ln>
          <a:effectLst/>
        </p:spPr>
        <p:txBody>
          <a:bodyPr>
            <a:spAutoFit/>
          </a:bodyPr>
          <a:lstStyle/>
          <a:p>
            <a:pPr>
              <a:lnSpc>
                <a:spcPct val="120000"/>
              </a:lnSpc>
              <a:spcBef>
                <a:spcPct val="50000"/>
              </a:spcBef>
            </a:pPr>
            <a:r>
              <a:rPr kumimoji="0" lang="zh-CN" altLang="en-US" sz="2400" dirty="0">
                <a:solidFill>
                  <a:srgbClr val="C00000"/>
                </a:solidFill>
              </a:rPr>
              <a:t>一、毕奥－萨伐尔定律</a:t>
            </a:r>
          </a:p>
        </p:txBody>
      </p:sp>
      <p:sp>
        <p:nvSpPr>
          <p:cNvPr id="82947" name="Text Box 3"/>
          <p:cNvSpPr txBox="1">
            <a:spLocks noChangeArrowheads="1"/>
          </p:cNvSpPr>
          <p:nvPr/>
        </p:nvSpPr>
        <p:spPr bwMode="auto">
          <a:xfrm>
            <a:off x="1435418" y="1278204"/>
            <a:ext cx="3601641" cy="480131"/>
          </a:xfrm>
          <a:prstGeom prst="rect">
            <a:avLst/>
          </a:prstGeom>
          <a:noFill/>
          <a:ln w="9525">
            <a:noFill/>
            <a:miter lim="800000"/>
            <a:headEnd/>
            <a:tailEnd/>
          </a:ln>
          <a:effectLst/>
        </p:spPr>
        <p:txBody>
          <a:bodyPr>
            <a:spAutoFit/>
          </a:bodyPr>
          <a:lstStyle/>
          <a:p>
            <a:pPr>
              <a:lnSpc>
                <a:spcPct val="120000"/>
              </a:lnSpc>
              <a:spcBef>
                <a:spcPct val="50000"/>
              </a:spcBef>
              <a:buFontTx/>
              <a:buChar char="•"/>
            </a:pPr>
            <a:r>
              <a:rPr kumimoji="0" lang="en-US" altLang="zh-CN" sz="2100" dirty="0">
                <a:solidFill>
                  <a:srgbClr val="000000"/>
                </a:solidFill>
              </a:rPr>
              <a:t> </a:t>
            </a:r>
            <a:r>
              <a:rPr kumimoji="0" lang="zh-CN" altLang="zh-CN" sz="2100" dirty="0">
                <a:solidFill>
                  <a:srgbClr val="000000"/>
                </a:solidFill>
              </a:rPr>
              <a:t>电流元在空间产生的磁场</a:t>
            </a:r>
            <a:endParaRPr kumimoji="0" lang="zh-CN" altLang="en-US" sz="2100" dirty="0">
              <a:solidFill>
                <a:srgbClr val="000000"/>
              </a:solidFill>
            </a:endParaRPr>
          </a:p>
        </p:txBody>
      </p:sp>
      <p:graphicFrame>
        <p:nvGraphicFramePr>
          <p:cNvPr id="82948" name="Object 4"/>
          <p:cNvGraphicFramePr>
            <a:graphicFrameLocks noChangeAspect="1"/>
          </p:cNvGraphicFramePr>
          <p:nvPr>
            <p:extLst>
              <p:ext uri="{D42A27DB-BD31-4B8C-83A1-F6EECF244321}">
                <p14:modId xmlns:p14="http://schemas.microsoft.com/office/powerpoint/2010/main" val="2845337283"/>
              </p:ext>
            </p:extLst>
          </p:nvPr>
        </p:nvGraphicFramePr>
        <p:xfrm>
          <a:off x="1431658" y="1815768"/>
          <a:ext cx="1921142" cy="680248"/>
        </p:xfrm>
        <a:graphic>
          <a:graphicData uri="http://schemas.openxmlformats.org/presentationml/2006/ole">
            <mc:AlternateContent xmlns:mc="http://schemas.openxmlformats.org/markup-compatibility/2006">
              <mc:Choice xmlns:v="urn:schemas-microsoft-com:vml" Requires="v">
                <p:oleObj spid="_x0000_s207604" name="公式" r:id="rId11" imgW="1168200" imgH="406080" progId="Equation.3">
                  <p:embed/>
                </p:oleObj>
              </mc:Choice>
              <mc:Fallback>
                <p:oleObj name="公式" r:id="rId11" imgW="1168200" imgH="406080" progId="Equation.3">
                  <p:embed/>
                  <p:pic>
                    <p:nvPicPr>
                      <p:cNvPr id="0" name="Picture 4"/>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1431658" y="1815768"/>
                        <a:ext cx="1921142" cy="680248"/>
                      </a:xfrm>
                      <a:prstGeom prst="rect">
                        <a:avLst/>
                      </a:prstGeom>
                      <a:noFill/>
                      <a:extLst/>
                    </p:spPr>
                  </p:pic>
                </p:oleObj>
              </mc:Fallback>
            </mc:AlternateContent>
          </a:graphicData>
        </a:graphic>
      </p:graphicFrame>
      <p:graphicFrame>
        <p:nvGraphicFramePr>
          <p:cNvPr id="82949" name="Object 5"/>
          <p:cNvGraphicFramePr>
            <a:graphicFrameLocks noChangeAspect="1"/>
          </p:cNvGraphicFramePr>
          <p:nvPr>
            <p:extLst>
              <p:ext uri="{D42A27DB-BD31-4B8C-83A1-F6EECF244321}">
                <p14:modId xmlns:p14="http://schemas.microsoft.com/office/powerpoint/2010/main" val="3813365175"/>
              </p:ext>
            </p:extLst>
          </p:nvPr>
        </p:nvGraphicFramePr>
        <p:xfrm>
          <a:off x="1392555" y="2553449"/>
          <a:ext cx="1969203" cy="785496"/>
        </p:xfrm>
        <a:graphic>
          <a:graphicData uri="http://schemas.openxmlformats.org/presentationml/2006/ole">
            <mc:AlternateContent xmlns:mc="http://schemas.openxmlformats.org/markup-compatibility/2006">
              <mc:Choice xmlns:v="urn:schemas-microsoft-com:vml" Requires="v">
                <p:oleObj spid="_x0000_s207605" name="Equation" r:id="rId13" imgW="1117440" imgH="419040" progId="Equation.DSMT4">
                  <p:embed/>
                </p:oleObj>
              </mc:Choice>
              <mc:Fallback>
                <p:oleObj name="Equation" r:id="rId13" imgW="1117440" imgH="419040" progId="Equation.DSMT4">
                  <p:embed/>
                  <p:pic>
                    <p:nvPicPr>
                      <p:cNvPr id="0" name="Picture 5"/>
                      <p:cNvPicPr>
                        <a:picLocks noChangeAspect="1" noChangeArrowheads="1"/>
                      </p:cNvPicPr>
                      <p:nvPr/>
                    </p:nvPicPr>
                    <p:blipFill>
                      <a:blip r:embed="rId14"/>
                      <a:srcRect/>
                      <a:stretch>
                        <a:fillRect/>
                      </a:stretch>
                    </p:blipFill>
                    <p:spPr bwMode="auto">
                      <a:xfrm>
                        <a:off x="1392555" y="2553449"/>
                        <a:ext cx="1969203" cy="785496"/>
                      </a:xfrm>
                      <a:prstGeom prst="rect">
                        <a:avLst/>
                      </a:prstGeom>
                      <a:noFill/>
                      <a:ln>
                        <a:noFill/>
                      </a:ln>
                      <a:extLst/>
                    </p:spPr>
                  </p:pic>
                </p:oleObj>
              </mc:Fallback>
            </mc:AlternateContent>
          </a:graphicData>
        </a:graphic>
      </p:graphicFrame>
      <p:grpSp>
        <p:nvGrpSpPr>
          <p:cNvPr id="82994" name="Group 50"/>
          <p:cNvGrpSpPr>
            <a:grpSpLocks/>
          </p:cNvGrpSpPr>
          <p:nvPr/>
        </p:nvGrpSpPr>
        <p:grpSpPr bwMode="auto">
          <a:xfrm>
            <a:off x="1421036" y="4240229"/>
            <a:ext cx="3777854" cy="479822"/>
            <a:chOff x="225" y="2987"/>
            <a:chExt cx="3173" cy="403"/>
          </a:xfrm>
        </p:grpSpPr>
        <p:sp>
          <p:nvSpPr>
            <p:cNvPr id="82986" name="Text Box 42"/>
            <p:cNvSpPr txBox="1">
              <a:spLocks noChangeArrowheads="1"/>
            </p:cNvSpPr>
            <p:nvPr/>
          </p:nvSpPr>
          <p:spPr bwMode="auto">
            <a:xfrm>
              <a:off x="1466" y="2987"/>
              <a:ext cx="1932" cy="403"/>
            </a:xfrm>
            <a:prstGeom prst="rect">
              <a:avLst/>
            </a:prstGeom>
            <a:noFill/>
            <a:ln w="9525">
              <a:noFill/>
              <a:miter lim="800000"/>
              <a:headEnd/>
              <a:tailEnd/>
            </a:ln>
            <a:effectLst/>
          </p:spPr>
          <p:txBody>
            <a:bodyPr>
              <a:spAutoFit/>
            </a:bodyPr>
            <a:lstStyle/>
            <a:p>
              <a:pPr>
                <a:lnSpc>
                  <a:spcPct val="120000"/>
                </a:lnSpc>
                <a:spcBef>
                  <a:spcPct val="50000"/>
                </a:spcBef>
              </a:pPr>
              <a:r>
                <a:rPr kumimoji="0" lang="zh-CN" altLang="en-US" sz="2100" dirty="0"/>
                <a:t>为真空磁导率 </a:t>
              </a:r>
            </a:p>
          </p:txBody>
        </p:sp>
        <p:graphicFrame>
          <p:nvGraphicFramePr>
            <p:cNvPr id="82987" name="Object 43"/>
            <p:cNvGraphicFramePr>
              <a:graphicFrameLocks noChangeAspect="1"/>
            </p:cNvGraphicFramePr>
            <p:nvPr/>
          </p:nvGraphicFramePr>
          <p:xfrm>
            <a:off x="225" y="2987"/>
            <a:ext cx="1401" cy="403"/>
          </p:xfrm>
          <a:graphic>
            <a:graphicData uri="http://schemas.openxmlformats.org/presentationml/2006/ole">
              <mc:AlternateContent xmlns:mc="http://schemas.openxmlformats.org/markup-compatibility/2006">
                <mc:Choice xmlns:v="urn:schemas-microsoft-com:vml" Requires="v">
                  <p:oleObj spid="_x0000_s207606" name="Equation" r:id="rId15" imgW="952200" imgH="241200" progId="Equation.DSMT4">
                    <p:embed/>
                  </p:oleObj>
                </mc:Choice>
                <mc:Fallback>
                  <p:oleObj name="Equation" r:id="rId15" imgW="952200" imgH="241200" progId="Equation.DSMT4">
                    <p:embed/>
                    <p:pic>
                      <p:nvPicPr>
                        <p:cNvPr id="0" name="Picture 43"/>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225" y="2987"/>
                          <a:ext cx="1401" cy="403"/>
                        </a:xfrm>
                        <a:prstGeom prst="rect">
                          <a:avLst/>
                        </a:prstGeom>
                        <a:noFill/>
                        <a:ln>
                          <a:noFill/>
                        </a:ln>
                        <a:extLst>
                          <a:ext uri="{909E8E84-426E-40DD-AFC4-6F175D3DCCD1}">
                            <a14:hiddenFill xmlns:a14="http://schemas.microsoft.com/office/drawing/2010/main">
                              <a:solidFill>
                                <a:schemeClr val="accent2"/>
                              </a:solidFill>
                            </a14:hiddenFill>
                          </a:ext>
                          <a:ext uri="{91240B29-F687-4F45-9708-019B960494DF}">
                            <a14:hiddenLine xmlns:a14="http://schemas.microsoft.com/office/drawing/2010/main" w="9525">
                              <a:solidFill>
                                <a:srgbClr val="FF0000"/>
                              </a:solidFill>
                              <a:miter lim="800000"/>
                              <a:headEnd/>
                              <a:tailEnd/>
                            </a14:hiddenLine>
                          </a:ext>
                        </a:extLst>
                      </p:spPr>
                    </p:pic>
                  </p:oleObj>
                </mc:Fallback>
              </mc:AlternateContent>
            </a:graphicData>
          </a:graphic>
        </p:graphicFrame>
      </p:grpSp>
      <p:sp>
        <p:nvSpPr>
          <p:cNvPr id="82988" name="Text Box 44"/>
          <p:cNvSpPr txBox="1">
            <a:spLocks noChangeArrowheads="1"/>
          </p:cNvSpPr>
          <p:nvPr/>
        </p:nvSpPr>
        <p:spPr bwMode="auto">
          <a:xfrm>
            <a:off x="2157589" y="92775"/>
            <a:ext cx="4913710" cy="514084"/>
          </a:xfrm>
          <a:prstGeom prst="rect">
            <a:avLst/>
          </a:prstGeom>
          <a:noFill/>
          <a:ln w="9525">
            <a:noFill/>
            <a:miter lim="800000"/>
            <a:headEnd/>
            <a:tailEnd/>
          </a:ln>
          <a:effectLst/>
        </p:spPr>
        <p:txBody>
          <a:bodyPr lIns="67500" tIns="35100" rIns="67500" bIns="35100">
            <a:spAutoFit/>
          </a:bodyPr>
          <a:lstStyle/>
          <a:p>
            <a:pPr algn="ctr">
              <a:lnSpc>
                <a:spcPct val="120000"/>
              </a:lnSpc>
              <a:spcBef>
                <a:spcPct val="50000"/>
              </a:spcBef>
            </a:pPr>
            <a:r>
              <a:rPr lang="en-US" altLang="zh-CN" sz="2400" dirty="0">
                <a:solidFill>
                  <a:srgbClr val="000000"/>
                </a:solidFill>
              </a:rPr>
              <a:t>§7.4  </a:t>
            </a:r>
            <a:r>
              <a:rPr lang="zh-CN" altLang="en-US" sz="2400" dirty="0">
                <a:solidFill>
                  <a:srgbClr val="000000"/>
                </a:solidFill>
              </a:rPr>
              <a:t>毕奥</a:t>
            </a:r>
            <a:r>
              <a:rPr lang="en-US" altLang="zh-CN" sz="2400" dirty="0">
                <a:solidFill>
                  <a:srgbClr val="000000"/>
                </a:solidFill>
              </a:rPr>
              <a:t>—</a:t>
            </a:r>
            <a:r>
              <a:rPr lang="zh-CN" altLang="en-US" sz="2400" dirty="0">
                <a:solidFill>
                  <a:srgbClr val="000000"/>
                </a:solidFill>
              </a:rPr>
              <a:t>萨伐尔定律</a:t>
            </a:r>
          </a:p>
        </p:txBody>
      </p:sp>
      <p:grpSp>
        <p:nvGrpSpPr>
          <p:cNvPr id="82992" name="Group 48"/>
          <p:cNvGrpSpPr>
            <a:grpSpLocks/>
          </p:cNvGrpSpPr>
          <p:nvPr/>
        </p:nvGrpSpPr>
        <p:grpSpPr bwMode="auto">
          <a:xfrm>
            <a:off x="6903337" y="905569"/>
            <a:ext cx="1289447" cy="1676400"/>
            <a:chOff x="4122" y="576"/>
            <a:chExt cx="1083" cy="1408"/>
          </a:xfrm>
        </p:grpSpPr>
        <p:sp>
          <p:nvSpPr>
            <p:cNvPr id="82979" name="AutoShape 35"/>
            <p:cNvSpPr>
              <a:spLocks noChangeArrowheads="1"/>
            </p:cNvSpPr>
            <p:nvPr/>
          </p:nvSpPr>
          <p:spPr bwMode="auto">
            <a:xfrm>
              <a:off x="4122" y="1360"/>
              <a:ext cx="204" cy="431"/>
            </a:xfrm>
            <a:prstGeom prst="curvedRightArrow">
              <a:avLst>
                <a:gd name="adj1" fmla="val 42255"/>
                <a:gd name="adj2" fmla="val 84510"/>
                <a:gd name="adj3" fmla="val 33333"/>
              </a:avLst>
            </a:prstGeom>
            <a:solidFill>
              <a:schemeClr val="folHlink"/>
            </a:solidFill>
            <a:ln w="28575">
              <a:solidFill>
                <a:srgbClr val="D60093"/>
              </a:solidFill>
              <a:miter lim="800000"/>
              <a:headEnd/>
              <a:tailEnd/>
            </a:ln>
            <a:effectLst/>
          </p:spPr>
          <p:txBody>
            <a:bodyPr wrap="none" anchor="ctr"/>
            <a:lstStyle/>
            <a:p>
              <a:endParaRPr lang="zh-CN" altLang="en-US" sz="2100"/>
            </a:p>
          </p:txBody>
        </p:sp>
        <p:graphicFrame>
          <p:nvGraphicFramePr>
            <p:cNvPr id="82983" name="Object 39"/>
            <p:cNvGraphicFramePr>
              <a:graphicFrameLocks noChangeAspect="1"/>
            </p:cNvGraphicFramePr>
            <p:nvPr/>
          </p:nvGraphicFramePr>
          <p:xfrm>
            <a:off x="4859" y="599"/>
            <a:ext cx="346" cy="315"/>
          </p:xfrm>
          <a:graphic>
            <a:graphicData uri="http://schemas.openxmlformats.org/presentationml/2006/ole">
              <mc:AlternateContent xmlns:mc="http://schemas.openxmlformats.org/markup-compatibility/2006">
                <mc:Choice xmlns:v="urn:schemas-microsoft-com:vml" Requires="v">
                  <p:oleObj spid="_x0000_s207607" name="公式" r:id="rId17" imgW="241200" imgH="203040" progId="Equation.3">
                    <p:embed/>
                  </p:oleObj>
                </mc:Choice>
                <mc:Fallback>
                  <p:oleObj name="公式" r:id="rId17" imgW="241200" imgH="203040" progId="Equation.3">
                    <p:embed/>
                    <p:pic>
                      <p:nvPicPr>
                        <p:cNvPr id="0" name="Picture 39"/>
                        <p:cNvPicPr preferRelativeResize="0">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4859" y="599"/>
                          <a:ext cx="346" cy="31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82984" name="Line 40"/>
            <p:cNvSpPr>
              <a:spLocks noChangeShapeType="1"/>
            </p:cNvSpPr>
            <p:nvPr/>
          </p:nvSpPr>
          <p:spPr bwMode="auto">
            <a:xfrm flipV="1">
              <a:off x="4808" y="576"/>
              <a:ext cx="0" cy="453"/>
            </a:xfrm>
            <a:prstGeom prst="line">
              <a:avLst/>
            </a:prstGeom>
            <a:noFill/>
            <a:ln w="38100">
              <a:solidFill>
                <a:srgbClr val="FF5050"/>
              </a:solidFill>
              <a:round/>
              <a:headEnd/>
              <a:tailEnd type="stealth" w="lg" len="lg"/>
            </a:ln>
            <a:effectLst/>
          </p:spPr>
          <p:txBody>
            <a:bodyPr wrap="none"/>
            <a:lstStyle/>
            <a:p>
              <a:endParaRPr lang="zh-CN" altLang="en-US" sz="2100"/>
            </a:p>
          </p:txBody>
        </p:sp>
        <p:pic>
          <p:nvPicPr>
            <p:cNvPr id="82990" name="Picture 46" descr="图片1"/>
            <p:cNvPicPr>
              <a:picLocks noChangeAspect="1" noChangeArrowheads="1"/>
            </p:cNvPicPr>
            <p:nvPr/>
          </p:nvPicPr>
          <p:blipFill>
            <a:blip r:embed="rId19" cstate="print"/>
            <a:srcRect/>
            <a:stretch>
              <a:fillRect/>
            </a:stretch>
          </p:blipFill>
          <p:spPr bwMode="auto">
            <a:xfrm>
              <a:off x="4428" y="1083"/>
              <a:ext cx="748" cy="901"/>
            </a:xfrm>
            <a:prstGeom prst="rect">
              <a:avLst/>
            </a:prstGeom>
            <a:noFill/>
          </p:spPr>
        </p:pic>
      </p:grpSp>
      <p:graphicFrame>
        <p:nvGraphicFramePr>
          <p:cNvPr id="35" name="Object 5"/>
          <p:cNvGraphicFramePr>
            <a:graphicFrameLocks noChangeAspect="1"/>
          </p:cNvGraphicFramePr>
          <p:nvPr>
            <p:extLst>
              <p:ext uri="{D42A27DB-BD31-4B8C-83A1-F6EECF244321}">
                <p14:modId xmlns:p14="http://schemas.microsoft.com/office/powerpoint/2010/main" val="3959595653"/>
              </p:ext>
            </p:extLst>
          </p:nvPr>
        </p:nvGraphicFramePr>
        <p:xfrm>
          <a:off x="1435417" y="3396378"/>
          <a:ext cx="1880407" cy="786417"/>
        </p:xfrm>
        <a:graphic>
          <a:graphicData uri="http://schemas.openxmlformats.org/presentationml/2006/ole">
            <mc:AlternateContent xmlns:mc="http://schemas.openxmlformats.org/markup-compatibility/2006">
              <mc:Choice xmlns:v="urn:schemas-microsoft-com:vml" Requires="v">
                <p:oleObj spid="_x0000_s207608" name="公式" r:id="rId20" imgW="1066680" imgH="419040" progId="Equation.3">
                  <p:embed/>
                </p:oleObj>
              </mc:Choice>
              <mc:Fallback>
                <p:oleObj name="公式" r:id="rId20" imgW="1066680" imgH="419040" progId="Equation.3">
                  <p:embed/>
                  <p:pic>
                    <p:nvPicPr>
                      <p:cNvPr id="0" name="Object 5"/>
                      <p:cNvPicPr>
                        <a:picLocks noChangeAspect="1" noChangeArrowheads="1"/>
                      </p:cNvPicPr>
                      <p:nvPr/>
                    </p:nvPicPr>
                    <p:blipFill>
                      <a:blip r:embed="rId21">
                        <a:extLst>
                          <a:ext uri="{28A0092B-C50C-407E-A947-70E740481C1C}">
                            <a14:useLocalDpi xmlns:a14="http://schemas.microsoft.com/office/drawing/2010/main" val="0"/>
                          </a:ext>
                        </a:extLst>
                      </a:blip>
                      <a:srcRect/>
                      <a:stretch>
                        <a:fillRect/>
                      </a:stretch>
                    </p:blipFill>
                    <p:spPr bwMode="auto">
                      <a:xfrm>
                        <a:off x="1435417" y="3396378"/>
                        <a:ext cx="1880407" cy="786417"/>
                      </a:xfrm>
                      <a:prstGeom prst="rect">
                        <a:avLst/>
                      </a:prstGeom>
                      <a:noFill/>
                      <a:ln>
                        <a:noFill/>
                      </a:ln>
                      <a:extLst/>
                    </p:spPr>
                  </p:pic>
                </p:oleObj>
              </mc:Fallback>
            </mc:AlternateContent>
          </a:graphicData>
        </a:graphic>
      </p:graphicFrame>
      <p:graphicFrame>
        <p:nvGraphicFramePr>
          <p:cNvPr id="36" name="Object 26"/>
          <p:cNvGraphicFramePr>
            <a:graphicFrameLocks noChangeAspect="1"/>
          </p:cNvGraphicFramePr>
          <p:nvPr>
            <p:extLst>
              <p:ext uri="{D42A27DB-BD31-4B8C-83A1-F6EECF244321}">
                <p14:modId xmlns:p14="http://schemas.microsoft.com/office/powerpoint/2010/main" val="3993251346"/>
              </p:ext>
            </p:extLst>
          </p:nvPr>
        </p:nvGraphicFramePr>
        <p:xfrm>
          <a:off x="6019496" y="3049102"/>
          <a:ext cx="279006" cy="269181"/>
        </p:xfrm>
        <a:graphic>
          <a:graphicData uri="http://schemas.openxmlformats.org/presentationml/2006/ole">
            <mc:AlternateContent xmlns:mc="http://schemas.openxmlformats.org/markup-compatibility/2006">
              <mc:Choice xmlns:v="urn:schemas-microsoft-com:vml" Requires="v">
                <p:oleObj spid="_x0000_s207609" name="Equation" r:id="rId22" imgW="215640" imgH="203040" progId="Equation.DSMT4">
                  <p:embed/>
                </p:oleObj>
              </mc:Choice>
              <mc:Fallback>
                <p:oleObj name="Equation" r:id="rId22" imgW="215640" imgH="203040" progId="Equation.DSMT4">
                  <p:embed/>
                  <p:pic>
                    <p:nvPicPr>
                      <p:cNvPr id="82970" name="Object 26"/>
                      <p:cNvPicPr preferRelativeResize="0">
                        <a:picLocks noChangeAspect="1" noChangeArrowheads="1"/>
                      </p:cNvPicPr>
                      <p:nvPr/>
                    </p:nvPicPr>
                    <p:blipFill>
                      <a:blip r:embed="rId23"/>
                      <a:srcRect/>
                      <a:stretch>
                        <a:fillRect/>
                      </a:stretch>
                    </p:blipFill>
                    <p:spPr bwMode="auto">
                      <a:xfrm>
                        <a:off x="6019496" y="3049102"/>
                        <a:ext cx="279006" cy="269181"/>
                      </a:xfrm>
                      <a:prstGeom prst="rect">
                        <a:avLst/>
                      </a:prstGeom>
                      <a:noFill/>
                      <a:extLst/>
                    </p:spPr>
                  </p:pic>
                </p:oleObj>
              </mc:Fallback>
            </mc:AlternateContent>
          </a:graphicData>
        </a:graphic>
      </p:graphicFrame>
      <p:sp>
        <p:nvSpPr>
          <p:cNvPr id="37" name="Line 25"/>
          <p:cNvSpPr>
            <a:spLocks noChangeShapeType="1"/>
          </p:cNvSpPr>
          <p:nvPr/>
        </p:nvSpPr>
        <p:spPr bwMode="auto">
          <a:xfrm flipV="1">
            <a:off x="5986557" y="3239194"/>
            <a:ext cx="0" cy="601266"/>
          </a:xfrm>
          <a:prstGeom prst="line">
            <a:avLst/>
          </a:prstGeom>
          <a:noFill/>
          <a:ln w="38100">
            <a:solidFill>
              <a:schemeClr val="bg1"/>
            </a:solidFill>
            <a:round/>
            <a:headEnd/>
            <a:tailEnd type="stealth" w="med" len="lg"/>
          </a:ln>
          <a:effectLst/>
        </p:spPr>
        <p:txBody>
          <a:bodyPr wrap="none" anchor="ctr"/>
          <a:lstStyle/>
          <a:p>
            <a:endParaRPr lang="zh-CN" altLang="en-US" sz="2100"/>
          </a:p>
        </p:txBody>
      </p:sp>
      <p:graphicFrame>
        <p:nvGraphicFramePr>
          <p:cNvPr id="38" name="Object 29"/>
          <p:cNvGraphicFramePr>
            <a:graphicFrameLocks noChangeAspect="1"/>
          </p:cNvGraphicFramePr>
          <p:nvPr>
            <p:extLst>
              <p:ext uri="{D42A27DB-BD31-4B8C-83A1-F6EECF244321}">
                <p14:modId xmlns:p14="http://schemas.microsoft.com/office/powerpoint/2010/main" val="1739390676"/>
              </p:ext>
            </p:extLst>
          </p:nvPr>
        </p:nvGraphicFramePr>
        <p:xfrm>
          <a:off x="5935505" y="3810456"/>
          <a:ext cx="98848" cy="108844"/>
        </p:xfrm>
        <a:graphic>
          <a:graphicData uri="http://schemas.openxmlformats.org/presentationml/2006/ole">
            <mc:AlternateContent xmlns:mc="http://schemas.openxmlformats.org/markup-compatibility/2006">
              <mc:Choice xmlns:v="urn:schemas-microsoft-com:vml" Requires="v">
                <p:oleObj spid="_x0000_s207610" name="Equation" r:id="rId24" imgW="114120" imgH="126720" progId="Equation.DSMT4">
                  <p:embed/>
                </p:oleObj>
              </mc:Choice>
              <mc:Fallback>
                <p:oleObj name="Equation" r:id="rId24" imgW="114120" imgH="126720" progId="Equation.DSMT4">
                  <p:embed/>
                  <p:pic>
                    <p:nvPicPr>
                      <p:cNvPr id="82973" name="Object 29"/>
                      <p:cNvPicPr preferRelativeResize="0">
                        <a:picLocks noChangeAspect="1" noChangeArrowheads="1"/>
                      </p:cNvPicPr>
                      <p:nvPr/>
                    </p:nvPicPr>
                    <p:blipFill>
                      <a:blip r:embed="rId25"/>
                      <a:srcRect/>
                      <a:stretch>
                        <a:fillRect/>
                      </a:stretch>
                    </p:blipFill>
                    <p:spPr bwMode="auto">
                      <a:xfrm>
                        <a:off x="5935505" y="3810456"/>
                        <a:ext cx="98848" cy="108844"/>
                      </a:xfrm>
                      <a:prstGeom prst="rect">
                        <a:avLst/>
                      </a:prstGeom>
                      <a:noFill/>
                      <a:extLst/>
                    </p:spPr>
                  </p:pic>
                </p:oleObj>
              </mc:Fallback>
            </mc:AlternateContent>
          </a:graphicData>
        </a:graphic>
      </p:graphicFrame>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5" fill="hold" grpId="0" nodeType="clickEffect">
                                  <p:stCondLst>
                                    <p:cond delay="0"/>
                                  </p:stCondLst>
                                  <p:childTnLst>
                                    <p:set>
                                      <p:cBhvr>
                                        <p:cTn id="6" dur="1" fill="hold">
                                          <p:stCondLst>
                                            <p:cond delay="0"/>
                                          </p:stCondLst>
                                        </p:cTn>
                                        <p:tgtEl>
                                          <p:spTgt spid="82947"/>
                                        </p:tgtEl>
                                        <p:attrNameLst>
                                          <p:attrName>style.visibility</p:attrName>
                                        </p:attrNameLst>
                                      </p:cBhvr>
                                      <p:to>
                                        <p:strVal val="visible"/>
                                      </p:to>
                                    </p:set>
                                    <p:animEffect transition="in" filter="blinds(vertical)">
                                      <p:cBhvr>
                                        <p:cTn id="7" dur="500"/>
                                        <p:tgtEl>
                                          <p:spTgt spid="82947"/>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37"/>
                                        </p:tgtEl>
                                        <p:attrNameLst>
                                          <p:attrName>style.visibility</p:attrName>
                                        </p:attrNameLst>
                                      </p:cBhvr>
                                      <p:to>
                                        <p:strVal val="visible"/>
                                      </p:to>
                                    </p:set>
                                    <p:animEffect transition="in" filter="wipe(down)">
                                      <p:cBhvr>
                                        <p:cTn id="12" dur="500"/>
                                        <p:tgtEl>
                                          <p:spTgt spid="37"/>
                                        </p:tgtEl>
                                      </p:cBhvr>
                                    </p:animEffect>
                                  </p:childTnLst>
                                </p:cTn>
                              </p:par>
                              <p:par>
                                <p:cTn id="13" presetID="22" presetClass="entr" presetSubtype="4" fill="hold" nodeType="withEffect">
                                  <p:stCondLst>
                                    <p:cond delay="0"/>
                                  </p:stCondLst>
                                  <p:childTnLst>
                                    <p:set>
                                      <p:cBhvr>
                                        <p:cTn id="14" dur="1" fill="hold">
                                          <p:stCondLst>
                                            <p:cond delay="0"/>
                                          </p:stCondLst>
                                        </p:cTn>
                                        <p:tgtEl>
                                          <p:spTgt spid="36"/>
                                        </p:tgtEl>
                                        <p:attrNameLst>
                                          <p:attrName>style.visibility</p:attrName>
                                        </p:attrNameLst>
                                      </p:cBhvr>
                                      <p:to>
                                        <p:strVal val="visible"/>
                                      </p:to>
                                    </p:set>
                                    <p:animEffect transition="in" filter="wipe(down)">
                                      <p:cBhvr>
                                        <p:cTn id="15" dur="500"/>
                                        <p:tgtEl>
                                          <p:spTgt spid="36"/>
                                        </p:tgtEl>
                                      </p:cBhvr>
                                    </p:animEffect>
                                  </p:childTnLst>
                                </p:cTn>
                              </p:par>
                            </p:childTnLst>
                          </p:cTn>
                        </p:par>
                      </p:childTnLst>
                    </p:cTn>
                  </p:par>
                  <p:par>
                    <p:cTn id="16" fill="hold">
                      <p:stCondLst>
                        <p:cond delay="indefinite"/>
                      </p:stCondLst>
                      <p:childTnLst>
                        <p:par>
                          <p:cTn id="17" fill="hold">
                            <p:stCondLst>
                              <p:cond delay="0"/>
                            </p:stCondLst>
                            <p:childTnLst>
                              <p:par>
                                <p:cTn id="18" presetID="3" presetClass="entr" presetSubtype="5" fill="hold" nodeType="clickEffect">
                                  <p:stCondLst>
                                    <p:cond delay="0"/>
                                  </p:stCondLst>
                                  <p:childTnLst>
                                    <p:set>
                                      <p:cBhvr>
                                        <p:cTn id="19" dur="1" fill="hold">
                                          <p:stCondLst>
                                            <p:cond delay="0"/>
                                          </p:stCondLst>
                                        </p:cTn>
                                        <p:tgtEl>
                                          <p:spTgt spid="82948"/>
                                        </p:tgtEl>
                                        <p:attrNameLst>
                                          <p:attrName>style.visibility</p:attrName>
                                        </p:attrNameLst>
                                      </p:cBhvr>
                                      <p:to>
                                        <p:strVal val="visible"/>
                                      </p:to>
                                    </p:set>
                                    <p:animEffect transition="in" filter="blinds(vertical)">
                                      <p:cBhvr>
                                        <p:cTn id="20" dur="500"/>
                                        <p:tgtEl>
                                          <p:spTgt spid="82948"/>
                                        </p:tgtEl>
                                      </p:cBhvr>
                                    </p:animEffect>
                                  </p:childTnLst>
                                </p:cTn>
                              </p:par>
                            </p:childTnLst>
                          </p:cTn>
                        </p:par>
                        <p:par>
                          <p:cTn id="21" fill="hold">
                            <p:stCondLst>
                              <p:cond delay="500"/>
                            </p:stCondLst>
                            <p:childTnLst>
                              <p:par>
                                <p:cTn id="22" presetID="22" presetClass="entr" presetSubtype="8" fill="hold" nodeType="afterEffect">
                                  <p:stCondLst>
                                    <p:cond delay="0"/>
                                  </p:stCondLst>
                                  <p:childTnLst>
                                    <p:set>
                                      <p:cBhvr>
                                        <p:cTn id="23" dur="1" fill="hold">
                                          <p:stCondLst>
                                            <p:cond delay="0"/>
                                          </p:stCondLst>
                                        </p:cTn>
                                        <p:tgtEl>
                                          <p:spTgt spid="82994"/>
                                        </p:tgtEl>
                                        <p:attrNameLst>
                                          <p:attrName>style.visibility</p:attrName>
                                        </p:attrNameLst>
                                      </p:cBhvr>
                                      <p:to>
                                        <p:strVal val="visible"/>
                                      </p:to>
                                    </p:set>
                                    <p:animEffect transition="in" filter="wipe(left)">
                                      <p:cBhvr>
                                        <p:cTn id="24" dur="500"/>
                                        <p:tgtEl>
                                          <p:spTgt spid="82994"/>
                                        </p:tgtEl>
                                      </p:cBhvr>
                                    </p:animEffect>
                                  </p:childTnLst>
                                </p:cTn>
                              </p:par>
                            </p:childTnLst>
                          </p:cTn>
                        </p:par>
                      </p:childTnLst>
                    </p:cTn>
                  </p:par>
                  <p:par>
                    <p:cTn id="25" fill="hold">
                      <p:stCondLst>
                        <p:cond delay="indefinite"/>
                      </p:stCondLst>
                      <p:childTnLst>
                        <p:par>
                          <p:cTn id="26" fill="hold">
                            <p:stCondLst>
                              <p:cond delay="0"/>
                            </p:stCondLst>
                            <p:childTnLst>
                              <p:par>
                                <p:cTn id="27" presetID="3" presetClass="entr" presetSubtype="5" fill="hold" nodeType="clickEffect">
                                  <p:stCondLst>
                                    <p:cond delay="0"/>
                                  </p:stCondLst>
                                  <p:childTnLst>
                                    <p:set>
                                      <p:cBhvr>
                                        <p:cTn id="28" dur="1" fill="hold">
                                          <p:stCondLst>
                                            <p:cond delay="0"/>
                                          </p:stCondLst>
                                        </p:cTn>
                                        <p:tgtEl>
                                          <p:spTgt spid="82949"/>
                                        </p:tgtEl>
                                        <p:attrNameLst>
                                          <p:attrName>style.visibility</p:attrName>
                                        </p:attrNameLst>
                                      </p:cBhvr>
                                      <p:to>
                                        <p:strVal val="visible"/>
                                      </p:to>
                                    </p:set>
                                    <p:animEffect transition="in" filter="blinds(vertical)">
                                      <p:cBhvr>
                                        <p:cTn id="29" dur="500"/>
                                        <p:tgtEl>
                                          <p:spTgt spid="82949"/>
                                        </p:tgtEl>
                                      </p:cBhvr>
                                    </p:animEffect>
                                  </p:childTnLst>
                                </p:cTn>
                              </p:par>
                              <p:par>
                                <p:cTn id="30" presetID="22" presetClass="entr" presetSubtype="4" fill="hold" nodeType="withEffect">
                                  <p:stCondLst>
                                    <p:cond delay="0"/>
                                  </p:stCondLst>
                                  <p:childTnLst>
                                    <p:set>
                                      <p:cBhvr>
                                        <p:cTn id="31" dur="1" fill="hold">
                                          <p:stCondLst>
                                            <p:cond delay="0"/>
                                          </p:stCondLst>
                                        </p:cTn>
                                        <p:tgtEl>
                                          <p:spTgt spid="82992"/>
                                        </p:tgtEl>
                                        <p:attrNameLst>
                                          <p:attrName>style.visibility</p:attrName>
                                        </p:attrNameLst>
                                      </p:cBhvr>
                                      <p:to>
                                        <p:strVal val="visible"/>
                                      </p:to>
                                    </p:set>
                                    <p:animEffect transition="in" filter="wipe(down)">
                                      <p:cBhvr>
                                        <p:cTn id="32" dur="500"/>
                                        <p:tgtEl>
                                          <p:spTgt spid="82992"/>
                                        </p:tgtEl>
                                      </p:cBhvr>
                                    </p:animEffect>
                                  </p:childTnLst>
                                </p:cTn>
                              </p:par>
                            </p:childTnLst>
                          </p:cTn>
                        </p:par>
                      </p:childTnLst>
                    </p:cTn>
                  </p:par>
                  <p:par>
                    <p:cTn id="33" fill="hold">
                      <p:stCondLst>
                        <p:cond delay="indefinite"/>
                      </p:stCondLst>
                      <p:childTnLst>
                        <p:par>
                          <p:cTn id="34" fill="hold">
                            <p:stCondLst>
                              <p:cond delay="0"/>
                            </p:stCondLst>
                            <p:childTnLst>
                              <p:par>
                                <p:cTn id="35" presetID="3" presetClass="entr" presetSubtype="5" fill="hold" nodeType="clickEffect">
                                  <p:stCondLst>
                                    <p:cond delay="0"/>
                                  </p:stCondLst>
                                  <p:childTnLst>
                                    <p:set>
                                      <p:cBhvr>
                                        <p:cTn id="36" dur="1" fill="hold">
                                          <p:stCondLst>
                                            <p:cond delay="0"/>
                                          </p:stCondLst>
                                        </p:cTn>
                                        <p:tgtEl>
                                          <p:spTgt spid="35"/>
                                        </p:tgtEl>
                                        <p:attrNameLst>
                                          <p:attrName>style.visibility</p:attrName>
                                        </p:attrNameLst>
                                      </p:cBhvr>
                                      <p:to>
                                        <p:strVal val="visible"/>
                                      </p:to>
                                    </p:set>
                                    <p:animEffect transition="in" filter="blinds(vertical)">
                                      <p:cBhvr>
                                        <p:cTn id="37" dur="5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2947" grpId="0" autoUpdateAnimBg="0"/>
      <p:bldP spid="37"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 name="灯片编号占位符 3"/>
          <p:cNvSpPr>
            <a:spLocks noGrp="1"/>
          </p:cNvSpPr>
          <p:nvPr>
            <p:ph type="sldNum" sz="quarter" idx="12"/>
          </p:nvPr>
        </p:nvSpPr>
        <p:spPr/>
        <p:txBody>
          <a:bodyPr/>
          <a:lstStyle/>
          <a:p>
            <a:fld id="{DD277A98-C77F-4FFC-ABBF-E0F30A09ABF2}" type="slidenum">
              <a:rPr lang="en-US" altLang="zh-CN"/>
              <a:pPr/>
              <a:t>19</a:t>
            </a:fld>
            <a:endParaRPr lang="en-US" altLang="zh-CN"/>
          </a:p>
        </p:txBody>
      </p:sp>
      <p:sp>
        <p:nvSpPr>
          <p:cNvPr id="59395" name="Text Box 3"/>
          <p:cNvSpPr txBox="1">
            <a:spLocks noChangeArrowheads="1"/>
          </p:cNvSpPr>
          <p:nvPr/>
        </p:nvSpPr>
        <p:spPr bwMode="auto">
          <a:xfrm>
            <a:off x="1447800" y="194940"/>
            <a:ext cx="5770960" cy="480131"/>
          </a:xfrm>
          <a:prstGeom prst="rect">
            <a:avLst/>
          </a:prstGeom>
          <a:noFill/>
          <a:ln w="9525">
            <a:noFill/>
            <a:miter lim="800000"/>
            <a:headEnd/>
            <a:tailEnd/>
          </a:ln>
          <a:effectLst/>
        </p:spPr>
        <p:txBody>
          <a:bodyPr>
            <a:spAutoFit/>
          </a:bodyPr>
          <a:lstStyle/>
          <a:p>
            <a:pPr>
              <a:lnSpc>
                <a:spcPct val="120000"/>
              </a:lnSpc>
              <a:buFontTx/>
              <a:buChar char="•"/>
            </a:pPr>
            <a:r>
              <a:rPr kumimoji="0" lang="en-US" altLang="zh-CN" sz="2100">
                <a:solidFill>
                  <a:srgbClr val="000000"/>
                </a:solidFill>
              </a:rPr>
              <a:t> </a:t>
            </a:r>
            <a:r>
              <a:rPr kumimoji="0" lang="zh-CN" altLang="en-US" sz="2100">
                <a:solidFill>
                  <a:srgbClr val="000000"/>
                </a:solidFill>
              </a:rPr>
              <a:t>任意载流导线在点 </a:t>
            </a:r>
            <a:r>
              <a:rPr kumimoji="0" lang="en-US" altLang="zh-CN" sz="2100" b="0">
                <a:solidFill>
                  <a:srgbClr val="000000"/>
                </a:solidFill>
              </a:rPr>
              <a:t>P</a:t>
            </a:r>
            <a:r>
              <a:rPr kumimoji="0" lang="en-US" altLang="zh-CN" sz="2100">
                <a:solidFill>
                  <a:srgbClr val="000000"/>
                </a:solidFill>
              </a:rPr>
              <a:t> </a:t>
            </a:r>
            <a:r>
              <a:rPr kumimoji="0" lang="zh-CN" altLang="en-US" sz="2100">
                <a:solidFill>
                  <a:srgbClr val="000000"/>
                </a:solidFill>
              </a:rPr>
              <a:t>处的磁感强度</a:t>
            </a:r>
          </a:p>
        </p:txBody>
      </p:sp>
      <p:sp>
        <p:nvSpPr>
          <p:cNvPr id="59432" name="Text Box 40"/>
          <p:cNvSpPr txBox="1">
            <a:spLocks noChangeArrowheads="1"/>
          </p:cNvSpPr>
          <p:nvPr/>
        </p:nvSpPr>
        <p:spPr bwMode="auto">
          <a:xfrm>
            <a:off x="1500188" y="1513522"/>
            <a:ext cx="6000750" cy="415498"/>
          </a:xfrm>
          <a:prstGeom prst="rect">
            <a:avLst/>
          </a:prstGeom>
          <a:noFill/>
          <a:ln w="9525">
            <a:noFill/>
            <a:miter lim="800000"/>
            <a:headEnd/>
            <a:tailEnd/>
          </a:ln>
          <a:effectLst/>
        </p:spPr>
        <p:txBody>
          <a:bodyPr>
            <a:spAutoFit/>
          </a:bodyPr>
          <a:lstStyle/>
          <a:p>
            <a:pPr>
              <a:spcBef>
                <a:spcPct val="50000"/>
              </a:spcBef>
            </a:pPr>
            <a:r>
              <a:rPr kumimoji="0" lang="zh-CN" altLang="en-US" sz="2100">
                <a:solidFill>
                  <a:srgbClr val="A50021"/>
                </a:solidFill>
              </a:rPr>
              <a:t>例：</a:t>
            </a:r>
            <a:r>
              <a:rPr kumimoji="0" lang="zh-CN" altLang="en-US" sz="2100">
                <a:solidFill>
                  <a:srgbClr val="000000"/>
                </a:solidFill>
              </a:rPr>
              <a:t>判断下列各点磁感强度的方向和大小</a:t>
            </a:r>
            <a:r>
              <a:rPr kumimoji="0" lang="en-US" altLang="zh-CN" sz="2100">
                <a:solidFill>
                  <a:srgbClr val="000000"/>
                </a:solidFill>
              </a:rPr>
              <a:t>.</a:t>
            </a:r>
          </a:p>
        </p:txBody>
      </p:sp>
      <p:grpSp>
        <p:nvGrpSpPr>
          <p:cNvPr id="59433" name="Group 41"/>
          <p:cNvGrpSpPr>
            <a:grpSpLocks/>
          </p:cNvGrpSpPr>
          <p:nvPr/>
        </p:nvGrpSpPr>
        <p:grpSpPr bwMode="auto">
          <a:xfrm>
            <a:off x="4541044" y="2155745"/>
            <a:ext cx="1915716" cy="415528"/>
            <a:chOff x="3061" y="1107"/>
            <a:chExt cx="1906" cy="349"/>
          </a:xfrm>
        </p:grpSpPr>
        <p:sp>
          <p:nvSpPr>
            <p:cNvPr id="59434" name="Text Box 42"/>
            <p:cNvSpPr txBox="1">
              <a:spLocks noChangeArrowheads="1"/>
            </p:cNvSpPr>
            <p:nvPr/>
          </p:nvSpPr>
          <p:spPr bwMode="auto">
            <a:xfrm>
              <a:off x="3061" y="1107"/>
              <a:ext cx="1327" cy="349"/>
            </a:xfrm>
            <a:prstGeom prst="rect">
              <a:avLst/>
            </a:prstGeom>
            <a:noFill/>
            <a:ln w="9525">
              <a:noFill/>
              <a:miter lim="800000"/>
              <a:headEnd/>
              <a:tailEnd/>
            </a:ln>
            <a:effectLst/>
          </p:spPr>
          <p:txBody>
            <a:bodyPr wrap="none">
              <a:spAutoFit/>
            </a:bodyPr>
            <a:lstStyle/>
            <a:p>
              <a:pPr>
                <a:spcBef>
                  <a:spcPct val="50000"/>
                </a:spcBef>
              </a:pPr>
              <a:r>
                <a:rPr kumimoji="0" lang="en-US" altLang="zh-CN" sz="2100">
                  <a:solidFill>
                    <a:srgbClr val="000000"/>
                  </a:solidFill>
                </a:rPr>
                <a:t>1</a:t>
              </a:r>
              <a:r>
                <a:rPr kumimoji="0" lang="zh-CN" altLang="en-US" sz="2100">
                  <a:solidFill>
                    <a:srgbClr val="000000"/>
                  </a:solidFill>
                </a:rPr>
                <a:t>、</a:t>
              </a:r>
              <a:r>
                <a:rPr kumimoji="0" lang="en-US" altLang="zh-CN" sz="2100">
                  <a:solidFill>
                    <a:srgbClr val="000000"/>
                  </a:solidFill>
                </a:rPr>
                <a:t>5</a:t>
              </a:r>
              <a:r>
                <a:rPr kumimoji="0" lang="zh-CN" altLang="en-US" sz="2100">
                  <a:solidFill>
                    <a:srgbClr val="000000"/>
                  </a:solidFill>
                </a:rPr>
                <a:t>点 ：</a:t>
              </a:r>
            </a:p>
          </p:txBody>
        </p:sp>
        <p:graphicFrame>
          <p:nvGraphicFramePr>
            <p:cNvPr id="59435" name="Object 43"/>
            <p:cNvGraphicFramePr>
              <a:graphicFrameLocks noChangeAspect="1"/>
            </p:cNvGraphicFramePr>
            <p:nvPr/>
          </p:nvGraphicFramePr>
          <p:xfrm>
            <a:off x="4151" y="1137"/>
            <a:ext cx="816" cy="301"/>
          </p:xfrm>
          <a:graphic>
            <a:graphicData uri="http://schemas.openxmlformats.org/presentationml/2006/ole">
              <mc:AlternateContent xmlns:mc="http://schemas.openxmlformats.org/markup-compatibility/2006">
                <mc:Choice xmlns:v="urn:schemas-microsoft-com:vml" Requires="v">
                  <p:oleObj spid="_x0000_s211293" name="公式" r:id="rId3" imgW="444240" imgH="177480" progId="Equation.3">
                    <p:embed/>
                  </p:oleObj>
                </mc:Choice>
                <mc:Fallback>
                  <p:oleObj name="公式" r:id="rId3" imgW="444240" imgH="177480" progId="Equation.3">
                    <p:embed/>
                    <p:pic>
                      <p:nvPicPr>
                        <p:cNvPr id="0" name="Picture 4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151" y="1137"/>
                          <a:ext cx="816" cy="301"/>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grpSp>
        <p:nvGrpSpPr>
          <p:cNvPr id="59515" name="Group 123"/>
          <p:cNvGrpSpPr>
            <a:grpSpLocks/>
          </p:cNvGrpSpPr>
          <p:nvPr/>
        </p:nvGrpSpPr>
        <p:grpSpPr bwMode="auto">
          <a:xfrm>
            <a:off x="4551413" y="2816715"/>
            <a:ext cx="2565797" cy="713185"/>
            <a:chOff x="2976" y="1862"/>
            <a:chExt cx="2155" cy="599"/>
          </a:xfrm>
        </p:grpSpPr>
        <p:sp>
          <p:nvSpPr>
            <p:cNvPr id="59437" name="Text Box 45"/>
            <p:cNvSpPr txBox="1">
              <a:spLocks noChangeArrowheads="1"/>
            </p:cNvSpPr>
            <p:nvPr/>
          </p:nvSpPr>
          <p:spPr bwMode="auto">
            <a:xfrm>
              <a:off x="2976" y="1990"/>
              <a:ext cx="1120" cy="349"/>
            </a:xfrm>
            <a:prstGeom prst="rect">
              <a:avLst/>
            </a:prstGeom>
            <a:noFill/>
            <a:ln w="9525">
              <a:noFill/>
              <a:miter lim="800000"/>
              <a:headEnd/>
              <a:tailEnd/>
            </a:ln>
            <a:effectLst/>
          </p:spPr>
          <p:txBody>
            <a:bodyPr wrap="none">
              <a:spAutoFit/>
            </a:bodyPr>
            <a:lstStyle/>
            <a:p>
              <a:pPr>
                <a:spcBef>
                  <a:spcPct val="50000"/>
                </a:spcBef>
              </a:pPr>
              <a:r>
                <a:rPr kumimoji="0" lang="en-US" altLang="zh-CN" sz="2100">
                  <a:solidFill>
                    <a:srgbClr val="000000"/>
                  </a:solidFill>
                </a:rPr>
                <a:t>3</a:t>
              </a:r>
              <a:r>
                <a:rPr kumimoji="0" lang="zh-CN" altLang="en-US" sz="2100">
                  <a:solidFill>
                    <a:srgbClr val="000000"/>
                  </a:solidFill>
                </a:rPr>
                <a:t>、</a:t>
              </a:r>
              <a:r>
                <a:rPr kumimoji="0" lang="en-US" altLang="zh-CN" sz="2100">
                  <a:solidFill>
                    <a:srgbClr val="000000"/>
                  </a:solidFill>
                </a:rPr>
                <a:t>7</a:t>
              </a:r>
              <a:r>
                <a:rPr kumimoji="0" lang="zh-CN" altLang="en-US" sz="2100">
                  <a:solidFill>
                    <a:srgbClr val="000000"/>
                  </a:solidFill>
                </a:rPr>
                <a:t>点 ：</a:t>
              </a:r>
            </a:p>
          </p:txBody>
        </p:sp>
        <p:graphicFrame>
          <p:nvGraphicFramePr>
            <p:cNvPr id="59438" name="Object 46"/>
            <p:cNvGraphicFramePr>
              <a:graphicFrameLocks noChangeAspect="1"/>
            </p:cNvGraphicFramePr>
            <p:nvPr/>
          </p:nvGraphicFramePr>
          <p:xfrm>
            <a:off x="3936" y="1862"/>
            <a:ext cx="1195" cy="599"/>
          </p:xfrm>
          <a:graphic>
            <a:graphicData uri="http://schemas.openxmlformats.org/presentationml/2006/ole">
              <mc:AlternateContent xmlns:mc="http://schemas.openxmlformats.org/markup-compatibility/2006">
                <mc:Choice xmlns:v="urn:schemas-microsoft-com:vml" Requires="v">
                  <p:oleObj spid="_x0000_s211294" name="公式" r:id="rId5" imgW="761760" imgH="393480" progId="Equation.3">
                    <p:embed/>
                  </p:oleObj>
                </mc:Choice>
                <mc:Fallback>
                  <p:oleObj name="公式" r:id="rId5" imgW="761760" imgH="393480" progId="Equation.3">
                    <p:embed/>
                    <p:pic>
                      <p:nvPicPr>
                        <p:cNvPr id="0" name="Picture 46"/>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936" y="1862"/>
                          <a:ext cx="1195" cy="599"/>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grpSp>
        <p:nvGrpSpPr>
          <p:cNvPr id="59516" name="Group 124"/>
          <p:cNvGrpSpPr>
            <a:grpSpLocks/>
          </p:cNvGrpSpPr>
          <p:nvPr/>
        </p:nvGrpSpPr>
        <p:grpSpPr bwMode="auto">
          <a:xfrm>
            <a:off x="4567932" y="3775342"/>
            <a:ext cx="4277916" cy="789384"/>
            <a:chOff x="2956" y="2255"/>
            <a:chExt cx="3593" cy="663"/>
          </a:xfrm>
        </p:grpSpPr>
        <p:graphicFrame>
          <p:nvGraphicFramePr>
            <p:cNvPr id="59440" name="Object 48"/>
            <p:cNvGraphicFramePr>
              <a:graphicFrameLocks noChangeAspect="1"/>
            </p:cNvGraphicFramePr>
            <p:nvPr>
              <p:extLst>
                <p:ext uri="{D42A27DB-BD31-4B8C-83A1-F6EECF244321}">
                  <p14:modId xmlns:p14="http://schemas.microsoft.com/office/powerpoint/2010/main" val="282963461"/>
                </p:ext>
              </p:extLst>
            </p:nvPr>
          </p:nvGraphicFramePr>
          <p:xfrm>
            <a:off x="4666" y="2255"/>
            <a:ext cx="1883" cy="663"/>
          </p:xfrm>
          <a:graphic>
            <a:graphicData uri="http://schemas.openxmlformats.org/presentationml/2006/ole">
              <mc:AlternateContent xmlns:mc="http://schemas.openxmlformats.org/markup-compatibility/2006">
                <mc:Choice xmlns:v="urn:schemas-microsoft-com:vml" Requires="v">
                  <p:oleObj spid="_x0000_s211295" name="公式" r:id="rId7" imgW="1193760" imgH="393480" progId="Equation.3">
                    <p:embed/>
                  </p:oleObj>
                </mc:Choice>
                <mc:Fallback>
                  <p:oleObj name="公式" r:id="rId7" imgW="1193760" imgH="393480" progId="Equation.3">
                    <p:embed/>
                    <p:pic>
                      <p:nvPicPr>
                        <p:cNvPr id="0" name="Picture 48"/>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666" y="2255"/>
                          <a:ext cx="1883" cy="66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59441" name="Text Box 49"/>
            <p:cNvSpPr txBox="1">
              <a:spLocks noChangeArrowheads="1"/>
            </p:cNvSpPr>
            <p:nvPr/>
          </p:nvSpPr>
          <p:spPr bwMode="auto">
            <a:xfrm>
              <a:off x="2956" y="2412"/>
              <a:ext cx="1858" cy="349"/>
            </a:xfrm>
            <a:prstGeom prst="rect">
              <a:avLst/>
            </a:prstGeom>
            <a:noFill/>
            <a:ln w="9525">
              <a:noFill/>
              <a:miter lim="800000"/>
              <a:headEnd/>
              <a:tailEnd/>
            </a:ln>
            <a:effectLst/>
          </p:spPr>
          <p:txBody>
            <a:bodyPr wrap="none">
              <a:spAutoFit/>
            </a:bodyPr>
            <a:lstStyle/>
            <a:p>
              <a:pPr>
                <a:spcBef>
                  <a:spcPct val="50000"/>
                </a:spcBef>
              </a:pPr>
              <a:r>
                <a:rPr kumimoji="0" lang="en-US" altLang="zh-CN" sz="2100">
                  <a:solidFill>
                    <a:srgbClr val="000000"/>
                  </a:solidFill>
                </a:rPr>
                <a:t>2</a:t>
              </a:r>
              <a:r>
                <a:rPr kumimoji="0" lang="zh-CN" altLang="en-US" sz="2100">
                  <a:solidFill>
                    <a:srgbClr val="000000"/>
                  </a:solidFill>
                </a:rPr>
                <a:t>、</a:t>
              </a:r>
              <a:r>
                <a:rPr kumimoji="0" lang="en-US" altLang="zh-CN" sz="2100">
                  <a:solidFill>
                    <a:srgbClr val="000000"/>
                  </a:solidFill>
                </a:rPr>
                <a:t>4</a:t>
              </a:r>
              <a:r>
                <a:rPr kumimoji="0" lang="zh-CN" altLang="en-US" sz="2100">
                  <a:solidFill>
                    <a:srgbClr val="000000"/>
                  </a:solidFill>
                </a:rPr>
                <a:t>、</a:t>
              </a:r>
              <a:r>
                <a:rPr kumimoji="0" lang="en-US" altLang="zh-CN" sz="2100">
                  <a:solidFill>
                    <a:srgbClr val="000000"/>
                  </a:solidFill>
                </a:rPr>
                <a:t>6</a:t>
              </a:r>
              <a:r>
                <a:rPr kumimoji="0" lang="zh-CN" altLang="en-US" sz="2100">
                  <a:solidFill>
                    <a:srgbClr val="000000"/>
                  </a:solidFill>
                </a:rPr>
                <a:t>、</a:t>
              </a:r>
              <a:r>
                <a:rPr kumimoji="0" lang="en-US" altLang="zh-CN" sz="2100">
                  <a:solidFill>
                    <a:srgbClr val="000000"/>
                  </a:solidFill>
                </a:rPr>
                <a:t>8 </a:t>
              </a:r>
              <a:r>
                <a:rPr kumimoji="0" lang="zh-CN" altLang="en-US" sz="2100">
                  <a:solidFill>
                    <a:srgbClr val="000000"/>
                  </a:solidFill>
                </a:rPr>
                <a:t>点 ：</a:t>
              </a:r>
            </a:p>
          </p:txBody>
        </p:sp>
      </p:grpSp>
      <p:grpSp>
        <p:nvGrpSpPr>
          <p:cNvPr id="59478" name="Group 86"/>
          <p:cNvGrpSpPr>
            <a:grpSpLocks/>
          </p:cNvGrpSpPr>
          <p:nvPr/>
        </p:nvGrpSpPr>
        <p:grpSpPr bwMode="auto">
          <a:xfrm>
            <a:off x="1430894" y="1977151"/>
            <a:ext cx="2583657" cy="2718198"/>
            <a:chOff x="1363" y="1041"/>
            <a:chExt cx="2170" cy="2283"/>
          </a:xfrm>
        </p:grpSpPr>
        <p:sp>
          <p:nvSpPr>
            <p:cNvPr id="59479" name="Oval 87"/>
            <p:cNvSpPr>
              <a:spLocks noChangeArrowheads="1"/>
            </p:cNvSpPr>
            <p:nvPr/>
          </p:nvSpPr>
          <p:spPr bwMode="auto">
            <a:xfrm>
              <a:off x="1691" y="1435"/>
              <a:ext cx="1513" cy="1463"/>
            </a:xfrm>
            <a:prstGeom prst="ellipse">
              <a:avLst/>
            </a:prstGeom>
            <a:solidFill>
              <a:srgbClr val="FFFFFF"/>
            </a:solidFill>
            <a:ln w="12700">
              <a:solidFill>
                <a:srgbClr val="969696"/>
              </a:solidFill>
              <a:prstDash val="dash"/>
              <a:round/>
              <a:headEnd/>
              <a:tailEnd/>
            </a:ln>
            <a:effectLst/>
          </p:spPr>
          <p:txBody>
            <a:bodyPr wrap="none" anchor="ctr"/>
            <a:lstStyle/>
            <a:p>
              <a:endParaRPr lang="zh-CN" altLang="en-US" sz="2100"/>
            </a:p>
          </p:txBody>
        </p:sp>
        <p:sp>
          <p:nvSpPr>
            <p:cNvPr id="59480" name="Line 88"/>
            <p:cNvSpPr>
              <a:spLocks noChangeShapeType="1"/>
            </p:cNvSpPr>
            <p:nvPr/>
          </p:nvSpPr>
          <p:spPr bwMode="auto">
            <a:xfrm>
              <a:off x="2403" y="1435"/>
              <a:ext cx="0" cy="1463"/>
            </a:xfrm>
            <a:prstGeom prst="line">
              <a:avLst/>
            </a:prstGeom>
            <a:noFill/>
            <a:ln w="9525">
              <a:solidFill>
                <a:srgbClr val="969696"/>
              </a:solidFill>
              <a:prstDash val="dash"/>
              <a:round/>
              <a:headEnd/>
              <a:tailEnd/>
            </a:ln>
            <a:effectLst/>
          </p:spPr>
          <p:txBody>
            <a:bodyPr wrap="none" anchor="ctr"/>
            <a:lstStyle/>
            <a:p>
              <a:endParaRPr lang="zh-CN" altLang="en-US" sz="2100"/>
            </a:p>
          </p:txBody>
        </p:sp>
        <p:sp>
          <p:nvSpPr>
            <p:cNvPr id="59481" name="Line 89"/>
            <p:cNvSpPr>
              <a:spLocks noChangeShapeType="1"/>
            </p:cNvSpPr>
            <p:nvPr/>
          </p:nvSpPr>
          <p:spPr bwMode="auto">
            <a:xfrm>
              <a:off x="1691" y="2144"/>
              <a:ext cx="1513" cy="0"/>
            </a:xfrm>
            <a:prstGeom prst="line">
              <a:avLst/>
            </a:prstGeom>
            <a:noFill/>
            <a:ln w="9525">
              <a:solidFill>
                <a:srgbClr val="969696"/>
              </a:solidFill>
              <a:prstDash val="dash"/>
              <a:round/>
              <a:headEnd/>
              <a:tailEnd/>
            </a:ln>
            <a:effectLst/>
          </p:spPr>
          <p:txBody>
            <a:bodyPr wrap="none" anchor="ctr"/>
            <a:lstStyle/>
            <a:p>
              <a:endParaRPr lang="zh-CN" altLang="en-US" sz="2100"/>
            </a:p>
          </p:txBody>
        </p:sp>
        <p:sp>
          <p:nvSpPr>
            <p:cNvPr id="59482" name="Line 90"/>
            <p:cNvSpPr>
              <a:spLocks noChangeShapeType="1"/>
            </p:cNvSpPr>
            <p:nvPr/>
          </p:nvSpPr>
          <p:spPr bwMode="auto">
            <a:xfrm flipV="1">
              <a:off x="1869" y="1613"/>
              <a:ext cx="1113" cy="1019"/>
            </a:xfrm>
            <a:prstGeom prst="line">
              <a:avLst/>
            </a:prstGeom>
            <a:noFill/>
            <a:ln w="9525">
              <a:solidFill>
                <a:srgbClr val="969696"/>
              </a:solidFill>
              <a:prstDash val="dash"/>
              <a:round/>
              <a:headEnd/>
              <a:tailEnd/>
            </a:ln>
            <a:effectLst/>
          </p:spPr>
          <p:txBody>
            <a:bodyPr wrap="none" anchor="ctr"/>
            <a:lstStyle/>
            <a:p>
              <a:endParaRPr lang="zh-CN" altLang="en-US" sz="2100"/>
            </a:p>
          </p:txBody>
        </p:sp>
        <p:sp>
          <p:nvSpPr>
            <p:cNvPr id="59483" name="Line 91"/>
            <p:cNvSpPr>
              <a:spLocks noChangeShapeType="1"/>
            </p:cNvSpPr>
            <p:nvPr/>
          </p:nvSpPr>
          <p:spPr bwMode="auto">
            <a:xfrm>
              <a:off x="1913" y="1657"/>
              <a:ext cx="1069" cy="1063"/>
            </a:xfrm>
            <a:prstGeom prst="line">
              <a:avLst/>
            </a:prstGeom>
            <a:noFill/>
            <a:ln w="9525">
              <a:solidFill>
                <a:srgbClr val="969696"/>
              </a:solidFill>
              <a:prstDash val="dash"/>
              <a:round/>
              <a:headEnd/>
              <a:tailEnd/>
            </a:ln>
            <a:effectLst/>
          </p:spPr>
          <p:txBody>
            <a:bodyPr wrap="none" anchor="ctr"/>
            <a:lstStyle/>
            <a:p>
              <a:endParaRPr lang="zh-CN" altLang="en-US" sz="2100"/>
            </a:p>
          </p:txBody>
        </p:sp>
        <p:sp>
          <p:nvSpPr>
            <p:cNvPr id="59484" name="Text Box 92"/>
            <p:cNvSpPr txBox="1">
              <a:spLocks noChangeArrowheads="1"/>
            </p:cNvSpPr>
            <p:nvPr/>
          </p:nvSpPr>
          <p:spPr bwMode="auto">
            <a:xfrm>
              <a:off x="2271" y="1041"/>
              <a:ext cx="268" cy="349"/>
            </a:xfrm>
            <a:prstGeom prst="rect">
              <a:avLst/>
            </a:prstGeom>
            <a:solidFill>
              <a:srgbClr val="FFFFFF"/>
            </a:solidFill>
            <a:ln w="9525">
              <a:noFill/>
              <a:miter lim="800000"/>
              <a:headEnd/>
              <a:tailEnd/>
            </a:ln>
            <a:effectLst/>
          </p:spPr>
          <p:txBody>
            <a:bodyPr wrap="none">
              <a:spAutoFit/>
            </a:bodyPr>
            <a:lstStyle/>
            <a:p>
              <a:pPr>
                <a:spcBef>
                  <a:spcPct val="50000"/>
                </a:spcBef>
              </a:pPr>
              <a:r>
                <a:rPr kumimoji="0" lang="en-US" altLang="zh-CN" sz="2100">
                  <a:solidFill>
                    <a:srgbClr val="000000"/>
                  </a:solidFill>
                </a:rPr>
                <a:t>1</a:t>
              </a:r>
            </a:p>
          </p:txBody>
        </p:sp>
        <p:sp>
          <p:nvSpPr>
            <p:cNvPr id="59485" name="Text Box 93"/>
            <p:cNvSpPr txBox="1">
              <a:spLocks noChangeArrowheads="1"/>
            </p:cNvSpPr>
            <p:nvPr/>
          </p:nvSpPr>
          <p:spPr bwMode="auto">
            <a:xfrm>
              <a:off x="2998" y="1331"/>
              <a:ext cx="268" cy="349"/>
            </a:xfrm>
            <a:prstGeom prst="rect">
              <a:avLst/>
            </a:prstGeom>
            <a:solidFill>
              <a:srgbClr val="FFFFFF"/>
            </a:solidFill>
            <a:ln w="9525">
              <a:noFill/>
              <a:miter lim="800000"/>
              <a:headEnd/>
              <a:tailEnd/>
            </a:ln>
            <a:effectLst/>
          </p:spPr>
          <p:txBody>
            <a:bodyPr wrap="none">
              <a:spAutoFit/>
            </a:bodyPr>
            <a:lstStyle/>
            <a:p>
              <a:pPr>
                <a:spcBef>
                  <a:spcPct val="50000"/>
                </a:spcBef>
              </a:pPr>
              <a:r>
                <a:rPr kumimoji="0" lang="en-US" altLang="zh-CN" sz="2100">
                  <a:solidFill>
                    <a:srgbClr val="000000"/>
                  </a:solidFill>
                </a:rPr>
                <a:t>2</a:t>
              </a:r>
            </a:p>
          </p:txBody>
        </p:sp>
        <p:sp>
          <p:nvSpPr>
            <p:cNvPr id="59486" name="Text Box 94"/>
            <p:cNvSpPr txBox="1">
              <a:spLocks noChangeArrowheads="1"/>
            </p:cNvSpPr>
            <p:nvPr/>
          </p:nvSpPr>
          <p:spPr bwMode="auto">
            <a:xfrm>
              <a:off x="3265" y="2011"/>
              <a:ext cx="268" cy="349"/>
            </a:xfrm>
            <a:prstGeom prst="rect">
              <a:avLst/>
            </a:prstGeom>
            <a:solidFill>
              <a:srgbClr val="FFFFFF"/>
            </a:solidFill>
            <a:ln w="9525">
              <a:noFill/>
              <a:miter lim="800000"/>
              <a:headEnd/>
              <a:tailEnd/>
            </a:ln>
            <a:effectLst/>
          </p:spPr>
          <p:txBody>
            <a:bodyPr wrap="none">
              <a:spAutoFit/>
            </a:bodyPr>
            <a:lstStyle/>
            <a:p>
              <a:pPr>
                <a:spcBef>
                  <a:spcPct val="50000"/>
                </a:spcBef>
              </a:pPr>
              <a:r>
                <a:rPr kumimoji="0" lang="en-US" altLang="zh-CN" sz="2100">
                  <a:solidFill>
                    <a:srgbClr val="000000"/>
                  </a:solidFill>
                </a:rPr>
                <a:t>3</a:t>
              </a:r>
            </a:p>
          </p:txBody>
        </p:sp>
        <p:sp>
          <p:nvSpPr>
            <p:cNvPr id="59487" name="Text Box 95"/>
            <p:cNvSpPr txBox="1">
              <a:spLocks noChangeArrowheads="1"/>
            </p:cNvSpPr>
            <p:nvPr/>
          </p:nvSpPr>
          <p:spPr bwMode="auto">
            <a:xfrm>
              <a:off x="2990" y="2728"/>
              <a:ext cx="268" cy="349"/>
            </a:xfrm>
            <a:prstGeom prst="rect">
              <a:avLst/>
            </a:prstGeom>
            <a:solidFill>
              <a:srgbClr val="FFFFFF"/>
            </a:solidFill>
            <a:ln w="9525">
              <a:noFill/>
              <a:miter lim="800000"/>
              <a:headEnd/>
              <a:tailEnd/>
            </a:ln>
            <a:effectLst/>
          </p:spPr>
          <p:txBody>
            <a:bodyPr wrap="none">
              <a:spAutoFit/>
            </a:bodyPr>
            <a:lstStyle/>
            <a:p>
              <a:pPr>
                <a:spcBef>
                  <a:spcPct val="50000"/>
                </a:spcBef>
              </a:pPr>
              <a:r>
                <a:rPr kumimoji="0" lang="en-US" altLang="zh-CN" sz="2100">
                  <a:solidFill>
                    <a:srgbClr val="000000"/>
                  </a:solidFill>
                </a:rPr>
                <a:t>4</a:t>
              </a:r>
            </a:p>
          </p:txBody>
        </p:sp>
        <p:sp>
          <p:nvSpPr>
            <p:cNvPr id="59488" name="Text Box 96"/>
            <p:cNvSpPr txBox="1">
              <a:spLocks noChangeArrowheads="1"/>
            </p:cNvSpPr>
            <p:nvPr/>
          </p:nvSpPr>
          <p:spPr bwMode="auto">
            <a:xfrm>
              <a:off x="2244" y="2975"/>
              <a:ext cx="268" cy="349"/>
            </a:xfrm>
            <a:prstGeom prst="rect">
              <a:avLst/>
            </a:prstGeom>
            <a:solidFill>
              <a:srgbClr val="FFFFFF"/>
            </a:solidFill>
            <a:ln w="9525">
              <a:noFill/>
              <a:miter lim="800000"/>
              <a:headEnd/>
              <a:tailEnd/>
            </a:ln>
            <a:effectLst/>
          </p:spPr>
          <p:txBody>
            <a:bodyPr wrap="none">
              <a:spAutoFit/>
            </a:bodyPr>
            <a:lstStyle/>
            <a:p>
              <a:pPr>
                <a:spcBef>
                  <a:spcPct val="50000"/>
                </a:spcBef>
              </a:pPr>
              <a:r>
                <a:rPr kumimoji="0" lang="en-US" altLang="zh-CN" sz="2100">
                  <a:solidFill>
                    <a:srgbClr val="000000"/>
                  </a:solidFill>
                </a:rPr>
                <a:t>5</a:t>
              </a:r>
            </a:p>
          </p:txBody>
        </p:sp>
        <p:sp>
          <p:nvSpPr>
            <p:cNvPr id="59489" name="Text Box 97"/>
            <p:cNvSpPr txBox="1">
              <a:spLocks noChangeArrowheads="1"/>
            </p:cNvSpPr>
            <p:nvPr/>
          </p:nvSpPr>
          <p:spPr bwMode="auto">
            <a:xfrm>
              <a:off x="1622" y="2648"/>
              <a:ext cx="268" cy="349"/>
            </a:xfrm>
            <a:prstGeom prst="rect">
              <a:avLst/>
            </a:prstGeom>
            <a:solidFill>
              <a:srgbClr val="FFFFFF"/>
            </a:solidFill>
            <a:ln w="9525">
              <a:noFill/>
              <a:miter lim="800000"/>
              <a:headEnd/>
              <a:tailEnd/>
            </a:ln>
            <a:effectLst/>
          </p:spPr>
          <p:txBody>
            <a:bodyPr wrap="none">
              <a:spAutoFit/>
            </a:bodyPr>
            <a:lstStyle/>
            <a:p>
              <a:pPr>
                <a:spcBef>
                  <a:spcPct val="50000"/>
                </a:spcBef>
              </a:pPr>
              <a:r>
                <a:rPr kumimoji="0" lang="en-US" altLang="zh-CN" sz="2100">
                  <a:solidFill>
                    <a:srgbClr val="000000"/>
                  </a:solidFill>
                </a:rPr>
                <a:t>6</a:t>
              </a:r>
            </a:p>
          </p:txBody>
        </p:sp>
        <p:sp>
          <p:nvSpPr>
            <p:cNvPr id="59490" name="Text Box 98"/>
            <p:cNvSpPr txBox="1">
              <a:spLocks noChangeArrowheads="1"/>
            </p:cNvSpPr>
            <p:nvPr/>
          </p:nvSpPr>
          <p:spPr bwMode="auto">
            <a:xfrm>
              <a:off x="1363" y="2011"/>
              <a:ext cx="268" cy="349"/>
            </a:xfrm>
            <a:prstGeom prst="rect">
              <a:avLst/>
            </a:prstGeom>
            <a:solidFill>
              <a:srgbClr val="FFFFFF"/>
            </a:solidFill>
            <a:ln w="9525">
              <a:noFill/>
              <a:miter lim="800000"/>
              <a:headEnd/>
              <a:tailEnd/>
            </a:ln>
            <a:effectLst/>
          </p:spPr>
          <p:txBody>
            <a:bodyPr wrap="none">
              <a:spAutoFit/>
            </a:bodyPr>
            <a:lstStyle/>
            <a:p>
              <a:pPr>
                <a:spcBef>
                  <a:spcPct val="50000"/>
                </a:spcBef>
              </a:pPr>
              <a:r>
                <a:rPr kumimoji="0" lang="en-US" altLang="zh-CN" sz="2100">
                  <a:solidFill>
                    <a:srgbClr val="000000"/>
                  </a:solidFill>
                </a:rPr>
                <a:t>7</a:t>
              </a:r>
            </a:p>
          </p:txBody>
        </p:sp>
        <p:sp>
          <p:nvSpPr>
            <p:cNvPr id="59491" name="Text Box 99"/>
            <p:cNvSpPr txBox="1">
              <a:spLocks noChangeArrowheads="1"/>
            </p:cNvSpPr>
            <p:nvPr/>
          </p:nvSpPr>
          <p:spPr bwMode="auto">
            <a:xfrm>
              <a:off x="1630" y="1331"/>
              <a:ext cx="268" cy="349"/>
            </a:xfrm>
            <a:prstGeom prst="rect">
              <a:avLst/>
            </a:prstGeom>
            <a:solidFill>
              <a:srgbClr val="FFFFFF"/>
            </a:solidFill>
            <a:ln w="9525">
              <a:noFill/>
              <a:miter lim="800000"/>
              <a:headEnd/>
              <a:tailEnd/>
            </a:ln>
            <a:effectLst/>
          </p:spPr>
          <p:txBody>
            <a:bodyPr wrap="none">
              <a:spAutoFit/>
            </a:bodyPr>
            <a:lstStyle/>
            <a:p>
              <a:pPr>
                <a:spcBef>
                  <a:spcPct val="50000"/>
                </a:spcBef>
              </a:pPr>
              <a:r>
                <a:rPr kumimoji="0" lang="en-US" altLang="zh-CN" sz="2100">
                  <a:solidFill>
                    <a:srgbClr val="000000"/>
                  </a:solidFill>
                </a:rPr>
                <a:t>8</a:t>
              </a:r>
            </a:p>
          </p:txBody>
        </p:sp>
        <p:sp>
          <p:nvSpPr>
            <p:cNvPr id="59492" name="AutoShape 100"/>
            <p:cNvSpPr>
              <a:spLocks noChangeArrowheads="1"/>
            </p:cNvSpPr>
            <p:nvPr/>
          </p:nvSpPr>
          <p:spPr bwMode="auto">
            <a:xfrm>
              <a:off x="2370" y="2046"/>
              <a:ext cx="73" cy="223"/>
            </a:xfrm>
            <a:prstGeom prst="upArrow">
              <a:avLst>
                <a:gd name="adj1" fmla="val 13077"/>
                <a:gd name="adj2" fmla="val 98418"/>
              </a:avLst>
            </a:prstGeom>
            <a:solidFill>
              <a:srgbClr val="FF0000"/>
            </a:solidFill>
            <a:ln w="28575">
              <a:solidFill>
                <a:srgbClr val="FF0000"/>
              </a:solidFill>
              <a:miter lim="800000"/>
              <a:headEnd/>
              <a:tailEnd/>
            </a:ln>
            <a:effectLst/>
          </p:spPr>
          <p:txBody>
            <a:bodyPr vert="eaVert" wrap="none" anchor="ctr"/>
            <a:lstStyle/>
            <a:p>
              <a:endParaRPr lang="zh-CN" altLang="en-US" sz="2100"/>
            </a:p>
          </p:txBody>
        </p:sp>
        <p:graphicFrame>
          <p:nvGraphicFramePr>
            <p:cNvPr id="59493" name="Object 101"/>
            <p:cNvGraphicFramePr>
              <a:graphicFrameLocks noChangeAspect="1"/>
            </p:cNvGraphicFramePr>
            <p:nvPr>
              <p:extLst>
                <p:ext uri="{D42A27DB-BD31-4B8C-83A1-F6EECF244321}">
                  <p14:modId xmlns:p14="http://schemas.microsoft.com/office/powerpoint/2010/main" val="909604240"/>
                </p:ext>
              </p:extLst>
            </p:nvPr>
          </p:nvGraphicFramePr>
          <p:xfrm>
            <a:off x="2396" y="2127"/>
            <a:ext cx="422" cy="352"/>
          </p:xfrm>
          <a:graphic>
            <a:graphicData uri="http://schemas.openxmlformats.org/presentationml/2006/ole">
              <mc:AlternateContent xmlns:mc="http://schemas.openxmlformats.org/markup-compatibility/2006">
                <mc:Choice xmlns:v="urn:schemas-microsoft-com:vml" Requires="v">
                  <p:oleObj spid="_x0000_s211296" name="Equation" r:id="rId9" imgW="253800" imgH="215640" progId="Equation.DSMT4">
                    <p:embed/>
                  </p:oleObj>
                </mc:Choice>
                <mc:Fallback>
                  <p:oleObj name="Equation" r:id="rId9" imgW="253800" imgH="215640" progId="Equation.DSMT4">
                    <p:embed/>
                    <p:pic>
                      <p:nvPicPr>
                        <p:cNvPr id="0" name="Picture 101"/>
                        <p:cNvPicPr>
                          <a:picLocks noChangeAspect="1" noChangeArrowheads="1"/>
                        </p:cNvPicPr>
                        <p:nvPr/>
                      </p:nvPicPr>
                      <p:blipFill>
                        <a:blip r:embed="rId10"/>
                        <a:srcRect/>
                        <a:stretch>
                          <a:fillRect/>
                        </a:stretch>
                      </p:blipFill>
                      <p:spPr bwMode="auto">
                        <a:xfrm>
                          <a:off x="2396" y="2127"/>
                          <a:ext cx="422" cy="352"/>
                        </a:xfrm>
                        <a:prstGeom prst="rect">
                          <a:avLst/>
                        </a:prstGeom>
                        <a:noFill/>
                      </p:spPr>
                    </p:pic>
                  </p:oleObj>
                </mc:Fallback>
              </mc:AlternateContent>
            </a:graphicData>
          </a:graphic>
        </p:graphicFrame>
        <p:graphicFrame>
          <p:nvGraphicFramePr>
            <p:cNvPr id="59494" name="Object 102"/>
            <p:cNvGraphicFramePr>
              <a:graphicFrameLocks noChangeAspect="1"/>
            </p:cNvGraphicFramePr>
            <p:nvPr/>
          </p:nvGraphicFramePr>
          <p:xfrm>
            <a:off x="1935" y="2216"/>
            <a:ext cx="279" cy="277"/>
          </p:xfrm>
          <a:graphic>
            <a:graphicData uri="http://schemas.openxmlformats.org/presentationml/2006/ole">
              <mc:AlternateContent xmlns:mc="http://schemas.openxmlformats.org/markup-compatibility/2006">
                <mc:Choice xmlns:v="urn:schemas-microsoft-com:vml" Requires="v">
                  <p:oleObj spid="_x0000_s211297" name="公式" r:id="rId11" imgW="164880" imgH="164880" progId="Equation.3">
                    <p:embed/>
                  </p:oleObj>
                </mc:Choice>
                <mc:Fallback>
                  <p:oleObj name="公式" r:id="rId11" imgW="164880" imgH="164880" progId="Equation.3">
                    <p:embed/>
                    <p:pic>
                      <p:nvPicPr>
                        <p:cNvPr id="0" name="Picture 102"/>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1935" y="2216"/>
                          <a:ext cx="279" cy="277"/>
                        </a:xfrm>
                        <a:prstGeom prst="rect">
                          <a:avLst/>
                        </a:prstGeom>
                        <a:solidFill>
                          <a:srgbClr val="FFFFFF"/>
                        </a:solidFill>
                      </p:spPr>
                    </p:pic>
                  </p:oleObj>
                </mc:Fallback>
              </mc:AlternateContent>
            </a:graphicData>
          </a:graphic>
        </p:graphicFrame>
      </p:grpSp>
      <p:grpSp>
        <p:nvGrpSpPr>
          <p:cNvPr id="59519" name="Group 127"/>
          <p:cNvGrpSpPr>
            <a:grpSpLocks/>
          </p:cNvGrpSpPr>
          <p:nvPr/>
        </p:nvGrpSpPr>
        <p:grpSpPr bwMode="auto">
          <a:xfrm>
            <a:off x="1679734" y="3132062"/>
            <a:ext cx="2152650" cy="322660"/>
            <a:chOff x="598" y="2605"/>
            <a:chExt cx="1808" cy="271"/>
          </a:xfrm>
        </p:grpSpPr>
        <p:grpSp>
          <p:nvGrpSpPr>
            <p:cNvPr id="59501" name="Group 109"/>
            <p:cNvGrpSpPr>
              <a:grpSpLocks/>
            </p:cNvGrpSpPr>
            <p:nvPr/>
          </p:nvGrpSpPr>
          <p:grpSpPr bwMode="auto">
            <a:xfrm>
              <a:off x="598" y="2613"/>
              <a:ext cx="222" cy="222"/>
              <a:chOff x="1713" y="714"/>
              <a:chExt cx="222" cy="222"/>
            </a:xfrm>
          </p:grpSpPr>
          <p:sp>
            <p:nvSpPr>
              <p:cNvPr id="59502" name="Oval 110"/>
              <p:cNvSpPr>
                <a:spLocks noChangeArrowheads="1"/>
              </p:cNvSpPr>
              <p:nvPr/>
            </p:nvSpPr>
            <p:spPr bwMode="auto">
              <a:xfrm>
                <a:off x="1713" y="714"/>
                <a:ext cx="222" cy="222"/>
              </a:xfrm>
              <a:prstGeom prst="ellipse">
                <a:avLst/>
              </a:prstGeom>
              <a:solidFill>
                <a:srgbClr val="FFFFFF"/>
              </a:solidFill>
              <a:ln w="28575">
                <a:solidFill>
                  <a:srgbClr val="D60093"/>
                </a:solidFill>
                <a:round/>
                <a:headEnd/>
                <a:tailEnd/>
              </a:ln>
              <a:effectLst/>
            </p:spPr>
            <p:txBody>
              <a:bodyPr wrap="none" anchor="ctr"/>
              <a:lstStyle/>
              <a:p>
                <a:endParaRPr lang="zh-CN" altLang="en-US" sz="2100"/>
              </a:p>
            </p:txBody>
          </p:sp>
          <p:sp>
            <p:nvSpPr>
              <p:cNvPr id="59503" name="Oval 111"/>
              <p:cNvSpPr>
                <a:spLocks noChangeArrowheads="1"/>
              </p:cNvSpPr>
              <p:nvPr/>
            </p:nvSpPr>
            <p:spPr bwMode="auto">
              <a:xfrm>
                <a:off x="1802" y="803"/>
                <a:ext cx="44" cy="44"/>
              </a:xfrm>
              <a:prstGeom prst="ellipse">
                <a:avLst/>
              </a:prstGeom>
              <a:solidFill>
                <a:srgbClr val="FF3300"/>
              </a:solidFill>
              <a:ln w="19050">
                <a:solidFill>
                  <a:srgbClr val="FF6600"/>
                </a:solidFill>
                <a:round/>
                <a:headEnd/>
                <a:tailEnd/>
              </a:ln>
              <a:effectLst/>
            </p:spPr>
            <p:txBody>
              <a:bodyPr wrap="none" anchor="ctr"/>
              <a:lstStyle/>
              <a:p>
                <a:endParaRPr lang="zh-CN" altLang="en-US" sz="2100"/>
              </a:p>
            </p:txBody>
          </p:sp>
        </p:grpSp>
        <p:grpSp>
          <p:nvGrpSpPr>
            <p:cNvPr id="59507" name="Group 115"/>
            <p:cNvGrpSpPr>
              <a:grpSpLocks/>
            </p:cNvGrpSpPr>
            <p:nvPr/>
          </p:nvGrpSpPr>
          <p:grpSpPr bwMode="auto">
            <a:xfrm>
              <a:off x="2095" y="2605"/>
              <a:ext cx="311" cy="271"/>
              <a:chOff x="4226" y="1371"/>
              <a:chExt cx="311" cy="271"/>
            </a:xfrm>
          </p:grpSpPr>
          <p:sp>
            <p:nvSpPr>
              <p:cNvPr id="59508" name="Oval 116"/>
              <p:cNvSpPr>
                <a:spLocks noChangeArrowheads="1"/>
              </p:cNvSpPr>
              <p:nvPr/>
            </p:nvSpPr>
            <p:spPr bwMode="auto">
              <a:xfrm>
                <a:off x="4263" y="1389"/>
                <a:ext cx="223" cy="222"/>
              </a:xfrm>
              <a:prstGeom prst="ellipse">
                <a:avLst/>
              </a:prstGeom>
              <a:solidFill>
                <a:srgbClr val="FFFFFF"/>
              </a:solidFill>
              <a:ln w="28575">
                <a:solidFill>
                  <a:srgbClr val="FF0000"/>
                </a:solidFill>
                <a:round/>
                <a:headEnd/>
                <a:tailEnd/>
              </a:ln>
              <a:effectLst/>
            </p:spPr>
            <p:txBody>
              <a:bodyPr wrap="none" anchor="ctr"/>
              <a:lstStyle/>
              <a:p>
                <a:endParaRPr lang="zh-CN" altLang="en-US" sz="2100"/>
              </a:p>
            </p:txBody>
          </p:sp>
          <p:sp>
            <p:nvSpPr>
              <p:cNvPr id="59509" name="Rectangle 117"/>
              <p:cNvSpPr>
                <a:spLocks noChangeArrowheads="1"/>
              </p:cNvSpPr>
              <p:nvPr/>
            </p:nvSpPr>
            <p:spPr bwMode="auto">
              <a:xfrm>
                <a:off x="4226" y="1371"/>
                <a:ext cx="311" cy="271"/>
              </a:xfrm>
              <a:prstGeom prst="rect">
                <a:avLst/>
              </a:prstGeom>
              <a:noFill/>
              <a:ln w="9525">
                <a:noFill/>
                <a:miter lim="800000"/>
                <a:headEnd/>
                <a:tailEnd/>
              </a:ln>
              <a:effectLst/>
            </p:spPr>
            <p:txBody>
              <a:bodyPr>
                <a:spAutoFit/>
              </a:bodyPr>
              <a:lstStyle/>
              <a:p>
                <a:r>
                  <a:rPr kumimoji="0" lang="en-US" altLang="zh-CN" sz="1500">
                    <a:solidFill>
                      <a:srgbClr val="000000"/>
                    </a:solidFill>
                  </a:rPr>
                  <a:t>×</a:t>
                </a:r>
              </a:p>
            </p:txBody>
          </p:sp>
        </p:grpSp>
      </p:grpSp>
      <p:grpSp>
        <p:nvGrpSpPr>
          <p:cNvPr id="59520" name="Group 128"/>
          <p:cNvGrpSpPr>
            <a:grpSpLocks/>
          </p:cNvGrpSpPr>
          <p:nvPr/>
        </p:nvGrpSpPr>
        <p:grpSpPr bwMode="auto">
          <a:xfrm>
            <a:off x="1897619" y="2499837"/>
            <a:ext cx="1646634" cy="1631157"/>
            <a:chOff x="781" y="2074"/>
            <a:chExt cx="1383" cy="1370"/>
          </a:xfrm>
        </p:grpSpPr>
        <p:grpSp>
          <p:nvGrpSpPr>
            <p:cNvPr id="59495" name="Group 103"/>
            <p:cNvGrpSpPr>
              <a:grpSpLocks/>
            </p:cNvGrpSpPr>
            <p:nvPr/>
          </p:nvGrpSpPr>
          <p:grpSpPr bwMode="auto">
            <a:xfrm>
              <a:off x="1853" y="2074"/>
              <a:ext cx="311" cy="271"/>
              <a:chOff x="4226" y="1371"/>
              <a:chExt cx="311" cy="271"/>
            </a:xfrm>
          </p:grpSpPr>
          <p:sp>
            <p:nvSpPr>
              <p:cNvPr id="59496" name="Oval 104"/>
              <p:cNvSpPr>
                <a:spLocks noChangeArrowheads="1"/>
              </p:cNvSpPr>
              <p:nvPr/>
            </p:nvSpPr>
            <p:spPr bwMode="auto">
              <a:xfrm>
                <a:off x="4269" y="1389"/>
                <a:ext cx="223" cy="222"/>
              </a:xfrm>
              <a:prstGeom prst="ellipse">
                <a:avLst/>
              </a:prstGeom>
              <a:solidFill>
                <a:srgbClr val="FFFFFF"/>
              </a:solidFill>
              <a:ln w="28575">
                <a:solidFill>
                  <a:srgbClr val="FF0000"/>
                </a:solidFill>
                <a:round/>
                <a:headEnd/>
                <a:tailEnd/>
              </a:ln>
              <a:effectLst/>
            </p:spPr>
            <p:txBody>
              <a:bodyPr wrap="none" anchor="ctr"/>
              <a:lstStyle/>
              <a:p>
                <a:endParaRPr lang="zh-CN" altLang="en-US" sz="2100"/>
              </a:p>
            </p:txBody>
          </p:sp>
          <p:sp>
            <p:nvSpPr>
              <p:cNvPr id="59497" name="Rectangle 105"/>
              <p:cNvSpPr>
                <a:spLocks noChangeArrowheads="1"/>
              </p:cNvSpPr>
              <p:nvPr/>
            </p:nvSpPr>
            <p:spPr bwMode="auto">
              <a:xfrm>
                <a:off x="4226" y="1371"/>
                <a:ext cx="311" cy="271"/>
              </a:xfrm>
              <a:prstGeom prst="rect">
                <a:avLst/>
              </a:prstGeom>
              <a:noFill/>
              <a:ln w="9525">
                <a:noFill/>
                <a:miter lim="800000"/>
                <a:headEnd/>
                <a:tailEnd/>
              </a:ln>
              <a:effectLst/>
            </p:spPr>
            <p:txBody>
              <a:bodyPr>
                <a:spAutoFit/>
              </a:bodyPr>
              <a:lstStyle/>
              <a:p>
                <a:r>
                  <a:rPr kumimoji="0" lang="en-US" altLang="zh-CN" sz="1500">
                    <a:solidFill>
                      <a:srgbClr val="000000"/>
                    </a:solidFill>
                  </a:rPr>
                  <a:t>×</a:t>
                </a:r>
              </a:p>
            </p:txBody>
          </p:sp>
        </p:grpSp>
        <p:grpSp>
          <p:nvGrpSpPr>
            <p:cNvPr id="59498" name="Group 106"/>
            <p:cNvGrpSpPr>
              <a:grpSpLocks/>
            </p:cNvGrpSpPr>
            <p:nvPr/>
          </p:nvGrpSpPr>
          <p:grpSpPr bwMode="auto">
            <a:xfrm>
              <a:off x="826" y="2120"/>
              <a:ext cx="222" cy="222"/>
              <a:chOff x="1713" y="714"/>
              <a:chExt cx="222" cy="222"/>
            </a:xfrm>
          </p:grpSpPr>
          <p:sp>
            <p:nvSpPr>
              <p:cNvPr id="59499" name="Oval 107"/>
              <p:cNvSpPr>
                <a:spLocks noChangeArrowheads="1"/>
              </p:cNvSpPr>
              <p:nvPr/>
            </p:nvSpPr>
            <p:spPr bwMode="auto">
              <a:xfrm>
                <a:off x="1713" y="714"/>
                <a:ext cx="222" cy="222"/>
              </a:xfrm>
              <a:prstGeom prst="ellipse">
                <a:avLst/>
              </a:prstGeom>
              <a:solidFill>
                <a:srgbClr val="FFFFFF"/>
              </a:solidFill>
              <a:ln w="28575">
                <a:solidFill>
                  <a:srgbClr val="D60093"/>
                </a:solidFill>
                <a:round/>
                <a:headEnd/>
                <a:tailEnd/>
              </a:ln>
              <a:effectLst/>
            </p:spPr>
            <p:txBody>
              <a:bodyPr wrap="none" anchor="ctr"/>
              <a:lstStyle/>
              <a:p>
                <a:endParaRPr lang="zh-CN" altLang="en-US" sz="2100"/>
              </a:p>
            </p:txBody>
          </p:sp>
          <p:sp>
            <p:nvSpPr>
              <p:cNvPr id="59500" name="Oval 108"/>
              <p:cNvSpPr>
                <a:spLocks noChangeArrowheads="1"/>
              </p:cNvSpPr>
              <p:nvPr/>
            </p:nvSpPr>
            <p:spPr bwMode="auto">
              <a:xfrm>
                <a:off x="1802" y="803"/>
                <a:ext cx="44" cy="44"/>
              </a:xfrm>
              <a:prstGeom prst="ellipse">
                <a:avLst/>
              </a:prstGeom>
              <a:solidFill>
                <a:srgbClr val="FF3300"/>
              </a:solidFill>
              <a:ln w="19050">
                <a:solidFill>
                  <a:srgbClr val="FF6600"/>
                </a:solidFill>
                <a:round/>
                <a:headEnd/>
                <a:tailEnd/>
              </a:ln>
              <a:effectLst/>
            </p:spPr>
            <p:txBody>
              <a:bodyPr wrap="none" anchor="ctr"/>
              <a:lstStyle/>
              <a:p>
                <a:endParaRPr lang="zh-CN" altLang="en-US" sz="2100"/>
              </a:p>
            </p:txBody>
          </p:sp>
        </p:grpSp>
        <p:grpSp>
          <p:nvGrpSpPr>
            <p:cNvPr id="59504" name="Group 112"/>
            <p:cNvGrpSpPr>
              <a:grpSpLocks/>
            </p:cNvGrpSpPr>
            <p:nvPr/>
          </p:nvGrpSpPr>
          <p:grpSpPr bwMode="auto">
            <a:xfrm>
              <a:off x="781" y="3103"/>
              <a:ext cx="222" cy="222"/>
              <a:chOff x="1713" y="714"/>
              <a:chExt cx="222" cy="222"/>
            </a:xfrm>
          </p:grpSpPr>
          <p:sp>
            <p:nvSpPr>
              <p:cNvPr id="59505" name="Oval 113"/>
              <p:cNvSpPr>
                <a:spLocks noChangeArrowheads="1"/>
              </p:cNvSpPr>
              <p:nvPr/>
            </p:nvSpPr>
            <p:spPr bwMode="auto">
              <a:xfrm>
                <a:off x="1713" y="714"/>
                <a:ext cx="222" cy="222"/>
              </a:xfrm>
              <a:prstGeom prst="ellipse">
                <a:avLst/>
              </a:prstGeom>
              <a:solidFill>
                <a:srgbClr val="FFFFFF"/>
              </a:solidFill>
              <a:ln w="28575">
                <a:solidFill>
                  <a:srgbClr val="D60093"/>
                </a:solidFill>
                <a:round/>
                <a:headEnd/>
                <a:tailEnd/>
              </a:ln>
              <a:effectLst/>
            </p:spPr>
            <p:txBody>
              <a:bodyPr wrap="none" anchor="ctr"/>
              <a:lstStyle/>
              <a:p>
                <a:endParaRPr lang="zh-CN" altLang="en-US" sz="2100"/>
              </a:p>
            </p:txBody>
          </p:sp>
          <p:sp>
            <p:nvSpPr>
              <p:cNvPr id="59506" name="Oval 114"/>
              <p:cNvSpPr>
                <a:spLocks noChangeArrowheads="1"/>
              </p:cNvSpPr>
              <p:nvPr/>
            </p:nvSpPr>
            <p:spPr bwMode="auto">
              <a:xfrm>
                <a:off x="1802" y="803"/>
                <a:ext cx="44" cy="44"/>
              </a:xfrm>
              <a:prstGeom prst="ellipse">
                <a:avLst/>
              </a:prstGeom>
              <a:solidFill>
                <a:srgbClr val="FF3300"/>
              </a:solidFill>
              <a:ln w="19050">
                <a:solidFill>
                  <a:srgbClr val="FF6600"/>
                </a:solidFill>
                <a:round/>
                <a:headEnd/>
                <a:tailEnd/>
              </a:ln>
              <a:effectLst/>
            </p:spPr>
            <p:txBody>
              <a:bodyPr wrap="none" anchor="ctr"/>
              <a:lstStyle/>
              <a:p>
                <a:endParaRPr lang="zh-CN" altLang="en-US" sz="2100"/>
              </a:p>
            </p:txBody>
          </p:sp>
        </p:grpSp>
        <p:grpSp>
          <p:nvGrpSpPr>
            <p:cNvPr id="59510" name="Group 118"/>
            <p:cNvGrpSpPr>
              <a:grpSpLocks/>
            </p:cNvGrpSpPr>
            <p:nvPr/>
          </p:nvGrpSpPr>
          <p:grpSpPr bwMode="auto">
            <a:xfrm>
              <a:off x="1845" y="3173"/>
              <a:ext cx="311" cy="271"/>
              <a:chOff x="4226" y="1371"/>
              <a:chExt cx="311" cy="271"/>
            </a:xfrm>
          </p:grpSpPr>
          <p:sp>
            <p:nvSpPr>
              <p:cNvPr id="59511" name="Oval 119"/>
              <p:cNvSpPr>
                <a:spLocks noChangeArrowheads="1"/>
              </p:cNvSpPr>
              <p:nvPr/>
            </p:nvSpPr>
            <p:spPr bwMode="auto">
              <a:xfrm>
                <a:off x="4263" y="1389"/>
                <a:ext cx="223" cy="222"/>
              </a:xfrm>
              <a:prstGeom prst="ellipse">
                <a:avLst/>
              </a:prstGeom>
              <a:solidFill>
                <a:srgbClr val="FFFFFF"/>
              </a:solidFill>
              <a:ln w="28575">
                <a:solidFill>
                  <a:srgbClr val="FF0000"/>
                </a:solidFill>
                <a:round/>
                <a:headEnd/>
                <a:tailEnd/>
              </a:ln>
              <a:effectLst/>
            </p:spPr>
            <p:txBody>
              <a:bodyPr wrap="none" anchor="ctr"/>
              <a:lstStyle/>
              <a:p>
                <a:endParaRPr lang="zh-CN" altLang="en-US" sz="2100"/>
              </a:p>
            </p:txBody>
          </p:sp>
          <p:sp>
            <p:nvSpPr>
              <p:cNvPr id="59512" name="Rectangle 120"/>
              <p:cNvSpPr>
                <a:spLocks noChangeArrowheads="1"/>
              </p:cNvSpPr>
              <p:nvPr/>
            </p:nvSpPr>
            <p:spPr bwMode="auto">
              <a:xfrm>
                <a:off x="4226" y="1371"/>
                <a:ext cx="311" cy="271"/>
              </a:xfrm>
              <a:prstGeom prst="rect">
                <a:avLst/>
              </a:prstGeom>
              <a:noFill/>
              <a:ln w="9525">
                <a:noFill/>
                <a:miter lim="800000"/>
                <a:headEnd/>
                <a:tailEnd/>
              </a:ln>
              <a:effectLst/>
            </p:spPr>
            <p:txBody>
              <a:bodyPr>
                <a:spAutoFit/>
              </a:bodyPr>
              <a:lstStyle/>
              <a:p>
                <a:r>
                  <a:rPr kumimoji="0" lang="en-US" altLang="zh-CN" sz="1500">
                    <a:solidFill>
                      <a:srgbClr val="000000"/>
                    </a:solidFill>
                  </a:rPr>
                  <a:t>×</a:t>
                </a:r>
              </a:p>
            </p:txBody>
          </p:sp>
        </p:grpSp>
      </p:grpSp>
      <p:grpSp>
        <p:nvGrpSpPr>
          <p:cNvPr id="59518" name="Group 126"/>
          <p:cNvGrpSpPr>
            <a:grpSpLocks/>
          </p:cNvGrpSpPr>
          <p:nvPr/>
        </p:nvGrpSpPr>
        <p:grpSpPr bwMode="auto">
          <a:xfrm>
            <a:off x="2516744" y="2320053"/>
            <a:ext cx="284559" cy="1988344"/>
            <a:chOff x="1301" y="1923"/>
            <a:chExt cx="239" cy="1670"/>
          </a:xfrm>
        </p:grpSpPr>
        <p:sp>
          <p:nvSpPr>
            <p:cNvPr id="59513" name="Oval 121"/>
            <p:cNvSpPr>
              <a:spLocks noChangeArrowheads="1"/>
            </p:cNvSpPr>
            <p:nvPr/>
          </p:nvSpPr>
          <p:spPr bwMode="auto">
            <a:xfrm>
              <a:off x="1317" y="1923"/>
              <a:ext cx="223" cy="221"/>
            </a:xfrm>
            <a:prstGeom prst="ellipse">
              <a:avLst/>
            </a:prstGeom>
            <a:solidFill>
              <a:srgbClr val="FFFFFF"/>
            </a:solidFill>
            <a:ln w="28575">
              <a:solidFill>
                <a:srgbClr val="3366FF"/>
              </a:solidFill>
              <a:round/>
              <a:headEnd/>
              <a:tailEnd/>
            </a:ln>
            <a:effectLst/>
          </p:spPr>
          <p:txBody>
            <a:bodyPr wrap="none" anchor="ctr"/>
            <a:lstStyle/>
            <a:p>
              <a:endParaRPr lang="zh-CN" altLang="en-US" sz="2100"/>
            </a:p>
          </p:txBody>
        </p:sp>
        <p:sp>
          <p:nvSpPr>
            <p:cNvPr id="59514" name="Oval 122"/>
            <p:cNvSpPr>
              <a:spLocks noChangeArrowheads="1"/>
            </p:cNvSpPr>
            <p:nvPr/>
          </p:nvSpPr>
          <p:spPr bwMode="auto">
            <a:xfrm>
              <a:off x="1301" y="3372"/>
              <a:ext cx="223" cy="221"/>
            </a:xfrm>
            <a:prstGeom prst="ellipse">
              <a:avLst/>
            </a:prstGeom>
            <a:solidFill>
              <a:srgbClr val="FFFFFF"/>
            </a:solidFill>
            <a:ln w="28575">
              <a:solidFill>
                <a:srgbClr val="3366FF"/>
              </a:solidFill>
              <a:round/>
              <a:headEnd/>
              <a:tailEnd/>
            </a:ln>
            <a:effectLst/>
          </p:spPr>
          <p:txBody>
            <a:bodyPr wrap="none" anchor="ctr"/>
            <a:lstStyle/>
            <a:p>
              <a:endParaRPr lang="zh-CN" altLang="en-US" sz="2100"/>
            </a:p>
          </p:txBody>
        </p:sp>
      </p:grpSp>
      <p:graphicFrame>
        <p:nvGraphicFramePr>
          <p:cNvPr id="2" name="Object 103"/>
          <p:cNvGraphicFramePr>
            <a:graphicFrameLocks noChangeAspect="1"/>
          </p:cNvGraphicFramePr>
          <p:nvPr>
            <p:extLst>
              <p:ext uri="{D42A27DB-BD31-4B8C-83A1-F6EECF244321}">
                <p14:modId xmlns:p14="http://schemas.microsoft.com/office/powerpoint/2010/main" val="956440549"/>
              </p:ext>
            </p:extLst>
          </p:nvPr>
        </p:nvGraphicFramePr>
        <p:xfrm>
          <a:off x="1662113" y="661988"/>
          <a:ext cx="1809750" cy="744537"/>
        </p:xfrm>
        <a:graphic>
          <a:graphicData uri="http://schemas.openxmlformats.org/presentationml/2006/ole">
            <mc:AlternateContent xmlns:mc="http://schemas.openxmlformats.org/markup-compatibility/2006">
              <mc:Choice xmlns:v="urn:schemas-microsoft-com:vml" Requires="v">
                <p:oleObj spid="_x0000_s211298" name="Equation" r:id="rId13" imgW="1117440" imgH="431640" progId="Equation.DSMT4">
                  <p:embed/>
                </p:oleObj>
              </mc:Choice>
              <mc:Fallback>
                <p:oleObj name="Equation" r:id="rId13" imgW="1117440" imgH="431640" progId="Equation.DSMT4">
                  <p:embed/>
                  <p:pic>
                    <p:nvPicPr>
                      <p:cNvPr id="0" name="Picture 103"/>
                      <p:cNvPicPr>
                        <a:picLocks noChangeAspect="1" noChangeArrowheads="1"/>
                      </p:cNvPicPr>
                      <p:nvPr/>
                    </p:nvPicPr>
                    <p:blipFill>
                      <a:blip r:embed="rId14"/>
                      <a:srcRect/>
                      <a:stretch>
                        <a:fillRect/>
                      </a:stretch>
                    </p:blipFill>
                    <p:spPr bwMode="auto">
                      <a:xfrm>
                        <a:off x="1662113" y="661988"/>
                        <a:ext cx="1809750" cy="744537"/>
                      </a:xfrm>
                      <a:prstGeom prst="rect">
                        <a:avLst/>
                      </a:prstGeom>
                      <a:noFill/>
                      <a:ln w="12700">
                        <a:noFill/>
                        <a:miter lim="800000"/>
                        <a:headEnd/>
                        <a:tailEnd/>
                      </a:ln>
                      <a:extLst/>
                    </p:spPr>
                  </p:pic>
                </p:oleObj>
              </mc:Fallback>
            </mc:AlternateContent>
          </a:graphicData>
        </a:graphic>
      </p:graphicFrame>
      <p:grpSp>
        <p:nvGrpSpPr>
          <p:cNvPr id="9" name="组合 8"/>
          <p:cNvGrpSpPr/>
          <p:nvPr/>
        </p:nvGrpSpPr>
        <p:grpSpPr>
          <a:xfrm>
            <a:off x="3644959" y="649288"/>
            <a:ext cx="4165541" cy="769937"/>
            <a:chOff x="3335945" y="865716"/>
            <a:chExt cx="5554055" cy="1026583"/>
          </a:xfrm>
        </p:grpSpPr>
        <p:graphicFrame>
          <p:nvGraphicFramePr>
            <p:cNvPr id="55" name="Object 103"/>
            <p:cNvGraphicFramePr>
              <a:graphicFrameLocks noChangeAspect="1"/>
            </p:cNvGraphicFramePr>
            <p:nvPr>
              <p:extLst>
                <p:ext uri="{D42A27DB-BD31-4B8C-83A1-F6EECF244321}">
                  <p14:modId xmlns:p14="http://schemas.microsoft.com/office/powerpoint/2010/main" val="3274100784"/>
                </p:ext>
              </p:extLst>
            </p:nvPr>
          </p:nvGraphicFramePr>
          <p:xfrm>
            <a:off x="5372100" y="865716"/>
            <a:ext cx="3517900" cy="1026583"/>
          </p:xfrm>
          <a:graphic>
            <a:graphicData uri="http://schemas.openxmlformats.org/presentationml/2006/ole">
              <mc:AlternateContent xmlns:mc="http://schemas.openxmlformats.org/markup-compatibility/2006">
                <mc:Choice xmlns:v="urn:schemas-microsoft-com:vml" Requires="v">
                  <p:oleObj spid="_x0000_s211299" name="Equation" r:id="rId15" imgW="1574640" imgH="431640" progId="Equation.DSMT4">
                    <p:embed/>
                  </p:oleObj>
                </mc:Choice>
                <mc:Fallback>
                  <p:oleObj name="Equation" r:id="rId15" imgW="1574640" imgH="431640" progId="Equation.DSMT4">
                    <p:embed/>
                    <p:pic>
                      <p:nvPicPr>
                        <p:cNvPr id="0" name="Object 103"/>
                        <p:cNvPicPr>
                          <a:picLocks noChangeAspect="1" noChangeArrowheads="1"/>
                        </p:cNvPicPr>
                        <p:nvPr/>
                      </p:nvPicPr>
                      <p:blipFill>
                        <a:blip r:embed="rId16"/>
                        <a:srcRect/>
                        <a:stretch>
                          <a:fillRect/>
                        </a:stretch>
                      </p:blipFill>
                      <p:spPr bwMode="auto">
                        <a:xfrm>
                          <a:off x="5372100" y="865716"/>
                          <a:ext cx="3517900" cy="1026583"/>
                        </a:xfrm>
                        <a:prstGeom prst="rect">
                          <a:avLst/>
                        </a:prstGeom>
                        <a:noFill/>
                        <a:ln>
                          <a:noFill/>
                        </a:ln>
                        <a:extLst/>
                      </p:spPr>
                    </p:pic>
                  </p:oleObj>
                </mc:Fallback>
              </mc:AlternateContent>
            </a:graphicData>
          </a:graphic>
        </p:graphicFrame>
        <p:grpSp>
          <p:nvGrpSpPr>
            <p:cNvPr id="8" name="组合 7"/>
            <p:cNvGrpSpPr/>
            <p:nvPr/>
          </p:nvGrpSpPr>
          <p:grpSpPr>
            <a:xfrm>
              <a:off x="3335945" y="1049651"/>
              <a:ext cx="1995170" cy="760099"/>
              <a:chOff x="3335945" y="1039491"/>
              <a:chExt cx="1995170" cy="760099"/>
            </a:xfrm>
          </p:grpSpPr>
          <p:cxnSp>
            <p:nvCxnSpPr>
              <p:cNvPr id="5" name="直接箭头连接符 4"/>
              <p:cNvCxnSpPr/>
              <p:nvPr/>
            </p:nvCxnSpPr>
            <p:spPr bwMode="auto">
              <a:xfrm>
                <a:off x="3335945" y="1410221"/>
                <a:ext cx="1995170" cy="0"/>
              </a:xfrm>
              <a:prstGeom prst="straightConnector1">
                <a:avLst/>
              </a:prstGeom>
              <a:solidFill>
                <a:schemeClr val="accent1"/>
              </a:solidFill>
              <a:ln w="44450" cap="flat" cmpd="sng" algn="ctr">
                <a:solidFill>
                  <a:schemeClr val="accent5">
                    <a:lumMod val="25000"/>
                  </a:schemeClr>
                </a:solidFill>
                <a:prstDash val="solid"/>
                <a:round/>
                <a:headEnd type="none" w="med" len="med"/>
                <a:tailEnd type="stealth" w="lg" len="lg"/>
              </a:ln>
              <a:effectLst/>
            </p:spPr>
          </p:cxnSp>
          <p:graphicFrame>
            <p:nvGraphicFramePr>
              <p:cNvPr id="62" name="Object 103"/>
              <p:cNvGraphicFramePr>
                <a:graphicFrameLocks noChangeAspect="1"/>
              </p:cNvGraphicFramePr>
              <p:nvPr>
                <p:extLst>
                  <p:ext uri="{D42A27DB-BD31-4B8C-83A1-F6EECF244321}">
                    <p14:modId xmlns:p14="http://schemas.microsoft.com/office/powerpoint/2010/main" val="4085868601"/>
                  </p:ext>
                </p:extLst>
              </p:nvPr>
            </p:nvGraphicFramePr>
            <p:xfrm>
              <a:off x="3749648" y="1039491"/>
              <a:ext cx="1236027" cy="361522"/>
            </p:xfrm>
            <a:graphic>
              <a:graphicData uri="http://schemas.openxmlformats.org/presentationml/2006/ole">
                <mc:AlternateContent xmlns:mc="http://schemas.openxmlformats.org/markup-compatibility/2006">
                  <mc:Choice xmlns:v="urn:schemas-microsoft-com:vml" Requires="v">
                    <p:oleObj spid="_x0000_s211300" name="Equation" r:id="rId17" imgW="647640" imgH="203040" progId="Equation.DSMT4">
                      <p:embed/>
                    </p:oleObj>
                  </mc:Choice>
                  <mc:Fallback>
                    <p:oleObj name="Equation" r:id="rId17" imgW="647640" imgH="203040" progId="Equation.DSMT4">
                      <p:embed/>
                      <p:pic>
                        <p:nvPicPr>
                          <p:cNvPr id="2" name="Object 103"/>
                          <p:cNvPicPr>
                            <a:picLocks noChangeAspect="1" noChangeArrowheads="1"/>
                          </p:cNvPicPr>
                          <p:nvPr/>
                        </p:nvPicPr>
                        <p:blipFill>
                          <a:blip r:embed="rId18"/>
                          <a:srcRect/>
                          <a:stretch>
                            <a:fillRect/>
                          </a:stretch>
                        </p:blipFill>
                        <p:spPr bwMode="auto">
                          <a:xfrm>
                            <a:off x="3749648" y="1039491"/>
                            <a:ext cx="1236027" cy="361522"/>
                          </a:xfrm>
                          <a:prstGeom prst="rect">
                            <a:avLst/>
                          </a:prstGeom>
                          <a:noFill/>
                          <a:ln w="12700">
                            <a:noFill/>
                            <a:miter lim="800000"/>
                            <a:headEnd/>
                            <a:tailEnd/>
                          </a:ln>
                          <a:extLst/>
                        </p:spPr>
                      </p:pic>
                    </p:oleObj>
                  </mc:Fallback>
                </mc:AlternateContent>
              </a:graphicData>
            </a:graphic>
          </p:graphicFrame>
          <p:graphicFrame>
            <p:nvGraphicFramePr>
              <p:cNvPr id="63" name="Object 103"/>
              <p:cNvGraphicFramePr>
                <a:graphicFrameLocks noChangeAspect="1"/>
              </p:cNvGraphicFramePr>
              <p:nvPr>
                <p:extLst>
                  <p:ext uri="{D42A27DB-BD31-4B8C-83A1-F6EECF244321}">
                    <p14:modId xmlns:p14="http://schemas.microsoft.com/office/powerpoint/2010/main" val="3390863632"/>
                  </p:ext>
                </p:extLst>
              </p:nvPr>
            </p:nvGraphicFramePr>
            <p:xfrm>
              <a:off x="4269423" y="1438068"/>
              <a:ext cx="668337" cy="361522"/>
            </p:xfrm>
            <a:graphic>
              <a:graphicData uri="http://schemas.openxmlformats.org/presentationml/2006/ole">
                <mc:AlternateContent xmlns:mc="http://schemas.openxmlformats.org/markup-compatibility/2006">
                  <mc:Choice xmlns:v="urn:schemas-microsoft-com:vml" Requires="v">
                    <p:oleObj spid="_x0000_s211301" name="Equation" r:id="rId19" imgW="355320" imgH="203040" progId="Equation.DSMT4">
                      <p:embed/>
                    </p:oleObj>
                  </mc:Choice>
                  <mc:Fallback>
                    <p:oleObj name="Equation" r:id="rId19" imgW="355320" imgH="203040" progId="Equation.DSMT4">
                      <p:embed/>
                      <p:pic>
                        <p:nvPicPr>
                          <p:cNvPr id="62" name="Object 103"/>
                          <p:cNvPicPr>
                            <a:picLocks noChangeAspect="1" noChangeArrowheads="1"/>
                          </p:cNvPicPr>
                          <p:nvPr/>
                        </p:nvPicPr>
                        <p:blipFill>
                          <a:blip r:embed="rId20"/>
                          <a:srcRect/>
                          <a:stretch>
                            <a:fillRect/>
                          </a:stretch>
                        </p:blipFill>
                        <p:spPr bwMode="auto">
                          <a:xfrm>
                            <a:off x="4269423" y="1438068"/>
                            <a:ext cx="668337" cy="361522"/>
                          </a:xfrm>
                          <a:prstGeom prst="rect">
                            <a:avLst/>
                          </a:prstGeom>
                          <a:noFill/>
                          <a:ln w="12700">
                            <a:noFill/>
                            <a:miter lim="800000"/>
                            <a:headEnd/>
                            <a:tailEnd/>
                          </a:ln>
                          <a:extLst/>
                        </p:spPr>
                      </p:pic>
                    </p:oleObj>
                  </mc:Fallback>
                </mc:AlternateContent>
              </a:graphicData>
            </a:graphic>
          </p:graphicFrame>
        </p:grpSp>
      </p:gr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wipe(left)">
                                      <p:cBhvr>
                                        <p:cTn id="7" dur="500"/>
                                        <p:tgtEl>
                                          <p:spTgt spid="9"/>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59432"/>
                                        </p:tgtEl>
                                        <p:attrNameLst>
                                          <p:attrName>style.visibility</p:attrName>
                                        </p:attrNameLst>
                                      </p:cBhvr>
                                      <p:to>
                                        <p:strVal val="visible"/>
                                      </p:to>
                                    </p:set>
                                    <p:animEffect transition="in" filter="wipe(down)">
                                      <p:cBhvr>
                                        <p:cTn id="12" dur="500"/>
                                        <p:tgtEl>
                                          <p:spTgt spid="59432"/>
                                        </p:tgtEl>
                                      </p:cBhvr>
                                    </p:animEffect>
                                  </p:childTnLst>
                                </p:cTn>
                              </p:par>
                            </p:childTnLst>
                          </p:cTn>
                        </p:par>
                      </p:childTnLst>
                    </p:cTn>
                  </p:par>
                  <p:par>
                    <p:cTn id="13" fill="hold">
                      <p:stCondLst>
                        <p:cond delay="indefinite"/>
                      </p:stCondLst>
                      <p:childTnLst>
                        <p:par>
                          <p:cTn id="14" fill="hold">
                            <p:stCondLst>
                              <p:cond delay="0"/>
                            </p:stCondLst>
                            <p:childTnLst>
                              <p:par>
                                <p:cTn id="15" presetID="23" presetClass="entr" presetSubtype="16" fill="hold" nodeType="clickEffect">
                                  <p:stCondLst>
                                    <p:cond delay="0"/>
                                  </p:stCondLst>
                                  <p:childTnLst>
                                    <p:set>
                                      <p:cBhvr>
                                        <p:cTn id="16" dur="1" fill="hold">
                                          <p:stCondLst>
                                            <p:cond delay="0"/>
                                          </p:stCondLst>
                                        </p:cTn>
                                        <p:tgtEl>
                                          <p:spTgt spid="59478"/>
                                        </p:tgtEl>
                                        <p:attrNameLst>
                                          <p:attrName>style.visibility</p:attrName>
                                        </p:attrNameLst>
                                      </p:cBhvr>
                                      <p:to>
                                        <p:strVal val="visible"/>
                                      </p:to>
                                    </p:set>
                                    <p:anim calcmode="lin" valueType="num">
                                      <p:cBhvr>
                                        <p:cTn id="17" dur="500" fill="hold"/>
                                        <p:tgtEl>
                                          <p:spTgt spid="59478"/>
                                        </p:tgtEl>
                                        <p:attrNameLst>
                                          <p:attrName>ppt_w</p:attrName>
                                        </p:attrNameLst>
                                      </p:cBhvr>
                                      <p:tavLst>
                                        <p:tav tm="0">
                                          <p:val>
                                            <p:fltVal val="0"/>
                                          </p:val>
                                        </p:tav>
                                        <p:tav tm="100000">
                                          <p:val>
                                            <p:strVal val="#ppt_w"/>
                                          </p:val>
                                        </p:tav>
                                      </p:tavLst>
                                    </p:anim>
                                    <p:anim calcmode="lin" valueType="num">
                                      <p:cBhvr>
                                        <p:cTn id="18" dur="500" fill="hold"/>
                                        <p:tgtEl>
                                          <p:spTgt spid="59478"/>
                                        </p:tgtEl>
                                        <p:attrNameLst>
                                          <p:attrName>ppt_h</p:attrName>
                                        </p:attrNameLst>
                                      </p:cBhvr>
                                      <p:tavLst>
                                        <p:tav tm="0">
                                          <p:val>
                                            <p:fltVal val="0"/>
                                          </p:val>
                                        </p:tav>
                                        <p:tav tm="100000">
                                          <p:val>
                                            <p:strVal val="#ppt_h"/>
                                          </p:val>
                                        </p:tav>
                                      </p:tavLst>
                                    </p:anim>
                                  </p:childTnLst>
                                </p:cTn>
                              </p:par>
                            </p:childTnLst>
                          </p:cTn>
                        </p:par>
                      </p:childTnLst>
                    </p:cTn>
                  </p:par>
                  <p:par>
                    <p:cTn id="19" fill="hold">
                      <p:stCondLst>
                        <p:cond delay="indefinite"/>
                      </p:stCondLst>
                      <p:childTnLst>
                        <p:par>
                          <p:cTn id="20" fill="hold">
                            <p:stCondLst>
                              <p:cond delay="0"/>
                            </p:stCondLst>
                            <p:childTnLst>
                              <p:par>
                                <p:cTn id="21" presetID="22" presetClass="entr" presetSubtype="8" fill="hold" nodeType="clickEffect">
                                  <p:stCondLst>
                                    <p:cond delay="0"/>
                                  </p:stCondLst>
                                  <p:childTnLst>
                                    <p:set>
                                      <p:cBhvr>
                                        <p:cTn id="22" dur="1" fill="hold">
                                          <p:stCondLst>
                                            <p:cond delay="0"/>
                                          </p:stCondLst>
                                        </p:cTn>
                                        <p:tgtEl>
                                          <p:spTgt spid="59433"/>
                                        </p:tgtEl>
                                        <p:attrNameLst>
                                          <p:attrName>style.visibility</p:attrName>
                                        </p:attrNameLst>
                                      </p:cBhvr>
                                      <p:to>
                                        <p:strVal val="visible"/>
                                      </p:to>
                                    </p:set>
                                    <p:animEffect transition="in" filter="wipe(left)">
                                      <p:cBhvr>
                                        <p:cTn id="23" dur="500"/>
                                        <p:tgtEl>
                                          <p:spTgt spid="59433"/>
                                        </p:tgtEl>
                                      </p:cBhvr>
                                    </p:animEffect>
                                  </p:childTnLst>
                                </p:cTn>
                              </p:par>
                            </p:childTnLst>
                          </p:cTn>
                        </p:par>
                      </p:childTnLst>
                    </p:cTn>
                  </p:par>
                  <p:par>
                    <p:cTn id="24" fill="hold">
                      <p:stCondLst>
                        <p:cond delay="indefinite"/>
                      </p:stCondLst>
                      <p:childTnLst>
                        <p:par>
                          <p:cTn id="25" fill="hold">
                            <p:stCondLst>
                              <p:cond delay="0"/>
                            </p:stCondLst>
                            <p:childTnLst>
                              <p:par>
                                <p:cTn id="26" presetID="22" presetClass="entr" presetSubtype="4" fill="hold" nodeType="clickEffect">
                                  <p:stCondLst>
                                    <p:cond delay="0"/>
                                  </p:stCondLst>
                                  <p:childTnLst>
                                    <p:set>
                                      <p:cBhvr>
                                        <p:cTn id="27" dur="1" fill="hold">
                                          <p:stCondLst>
                                            <p:cond delay="0"/>
                                          </p:stCondLst>
                                        </p:cTn>
                                        <p:tgtEl>
                                          <p:spTgt spid="59518"/>
                                        </p:tgtEl>
                                        <p:attrNameLst>
                                          <p:attrName>style.visibility</p:attrName>
                                        </p:attrNameLst>
                                      </p:cBhvr>
                                      <p:to>
                                        <p:strVal val="visible"/>
                                      </p:to>
                                    </p:set>
                                    <p:animEffect transition="in" filter="wipe(down)">
                                      <p:cBhvr>
                                        <p:cTn id="28" dur="500"/>
                                        <p:tgtEl>
                                          <p:spTgt spid="59518"/>
                                        </p:tgtEl>
                                      </p:cBhvr>
                                    </p:animEffect>
                                  </p:childTnLst>
                                </p:cTn>
                              </p:par>
                            </p:childTnLst>
                          </p:cTn>
                        </p:par>
                      </p:childTnLst>
                    </p:cTn>
                  </p:par>
                  <p:par>
                    <p:cTn id="29" fill="hold">
                      <p:stCondLst>
                        <p:cond delay="indefinite"/>
                      </p:stCondLst>
                      <p:childTnLst>
                        <p:par>
                          <p:cTn id="30" fill="hold">
                            <p:stCondLst>
                              <p:cond delay="0"/>
                            </p:stCondLst>
                            <p:childTnLst>
                              <p:par>
                                <p:cTn id="31" presetID="22" presetClass="entr" presetSubtype="8" fill="hold" nodeType="clickEffect">
                                  <p:stCondLst>
                                    <p:cond delay="0"/>
                                  </p:stCondLst>
                                  <p:childTnLst>
                                    <p:set>
                                      <p:cBhvr>
                                        <p:cTn id="32" dur="1" fill="hold">
                                          <p:stCondLst>
                                            <p:cond delay="0"/>
                                          </p:stCondLst>
                                        </p:cTn>
                                        <p:tgtEl>
                                          <p:spTgt spid="59515"/>
                                        </p:tgtEl>
                                        <p:attrNameLst>
                                          <p:attrName>style.visibility</p:attrName>
                                        </p:attrNameLst>
                                      </p:cBhvr>
                                      <p:to>
                                        <p:strVal val="visible"/>
                                      </p:to>
                                    </p:set>
                                    <p:animEffect transition="in" filter="wipe(left)">
                                      <p:cBhvr>
                                        <p:cTn id="33" dur="500"/>
                                        <p:tgtEl>
                                          <p:spTgt spid="59515"/>
                                        </p:tgtEl>
                                      </p:cBhvr>
                                    </p:animEffect>
                                  </p:childTnLst>
                                </p:cTn>
                              </p:par>
                            </p:childTnLst>
                          </p:cTn>
                        </p:par>
                      </p:childTnLst>
                    </p:cTn>
                  </p:par>
                  <p:par>
                    <p:cTn id="34" fill="hold">
                      <p:stCondLst>
                        <p:cond delay="indefinite"/>
                      </p:stCondLst>
                      <p:childTnLst>
                        <p:par>
                          <p:cTn id="35" fill="hold">
                            <p:stCondLst>
                              <p:cond delay="0"/>
                            </p:stCondLst>
                            <p:childTnLst>
                              <p:par>
                                <p:cTn id="36" presetID="22" presetClass="entr" presetSubtype="4" fill="hold" nodeType="clickEffect">
                                  <p:stCondLst>
                                    <p:cond delay="0"/>
                                  </p:stCondLst>
                                  <p:childTnLst>
                                    <p:set>
                                      <p:cBhvr>
                                        <p:cTn id="37" dur="1" fill="hold">
                                          <p:stCondLst>
                                            <p:cond delay="0"/>
                                          </p:stCondLst>
                                        </p:cTn>
                                        <p:tgtEl>
                                          <p:spTgt spid="59519"/>
                                        </p:tgtEl>
                                        <p:attrNameLst>
                                          <p:attrName>style.visibility</p:attrName>
                                        </p:attrNameLst>
                                      </p:cBhvr>
                                      <p:to>
                                        <p:strVal val="visible"/>
                                      </p:to>
                                    </p:set>
                                    <p:animEffect transition="in" filter="wipe(down)">
                                      <p:cBhvr>
                                        <p:cTn id="38" dur="500"/>
                                        <p:tgtEl>
                                          <p:spTgt spid="59519"/>
                                        </p:tgtEl>
                                      </p:cBhvr>
                                    </p:animEffect>
                                  </p:childTnLst>
                                </p:cTn>
                              </p:par>
                            </p:childTnLst>
                          </p:cTn>
                        </p:par>
                      </p:childTnLst>
                    </p:cTn>
                  </p:par>
                  <p:par>
                    <p:cTn id="39" fill="hold">
                      <p:stCondLst>
                        <p:cond delay="indefinite"/>
                      </p:stCondLst>
                      <p:childTnLst>
                        <p:par>
                          <p:cTn id="40" fill="hold">
                            <p:stCondLst>
                              <p:cond delay="0"/>
                            </p:stCondLst>
                            <p:childTnLst>
                              <p:par>
                                <p:cTn id="41" presetID="22" presetClass="entr" presetSubtype="8" fill="hold" nodeType="clickEffect">
                                  <p:stCondLst>
                                    <p:cond delay="0"/>
                                  </p:stCondLst>
                                  <p:childTnLst>
                                    <p:set>
                                      <p:cBhvr>
                                        <p:cTn id="42" dur="1" fill="hold">
                                          <p:stCondLst>
                                            <p:cond delay="0"/>
                                          </p:stCondLst>
                                        </p:cTn>
                                        <p:tgtEl>
                                          <p:spTgt spid="59516"/>
                                        </p:tgtEl>
                                        <p:attrNameLst>
                                          <p:attrName>style.visibility</p:attrName>
                                        </p:attrNameLst>
                                      </p:cBhvr>
                                      <p:to>
                                        <p:strVal val="visible"/>
                                      </p:to>
                                    </p:set>
                                    <p:animEffect transition="in" filter="wipe(left)">
                                      <p:cBhvr>
                                        <p:cTn id="43" dur="500"/>
                                        <p:tgtEl>
                                          <p:spTgt spid="59516"/>
                                        </p:tgtEl>
                                      </p:cBhvr>
                                    </p:animEffect>
                                  </p:childTnLst>
                                </p:cTn>
                              </p:par>
                            </p:childTnLst>
                          </p:cTn>
                        </p:par>
                      </p:childTnLst>
                    </p:cTn>
                  </p:par>
                  <p:par>
                    <p:cTn id="44" fill="hold">
                      <p:stCondLst>
                        <p:cond delay="indefinite"/>
                      </p:stCondLst>
                      <p:childTnLst>
                        <p:par>
                          <p:cTn id="45" fill="hold">
                            <p:stCondLst>
                              <p:cond delay="0"/>
                            </p:stCondLst>
                            <p:childTnLst>
                              <p:par>
                                <p:cTn id="46" presetID="22" presetClass="entr" presetSubtype="4" fill="hold" nodeType="clickEffect">
                                  <p:stCondLst>
                                    <p:cond delay="0"/>
                                  </p:stCondLst>
                                  <p:childTnLst>
                                    <p:set>
                                      <p:cBhvr>
                                        <p:cTn id="47" dur="1" fill="hold">
                                          <p:stCondLst>
                                            <p:cond delay="0"/>
                                          </p:stCondLst>
                                        </p:cTn>
                                        <p:tgtEl>
                                          <p:spTgt spid="59520"/>
                                        </p:tgtEl>
                                        <p:attrNameLst>
                                          <p:attrName>style.visibility</p:attrName>
                                        </p:attrNameLst>
                                      </p:cBhvr>
                                      <p:to>
                                        <p:strVal val="visible"/>
                                      </p:to>
                                    </p:set>
                                    <p:animEffect transition="in" filter="wipe(down)">
                                      <p:cBhvr>
                                        <p:cTn id="48" dur="500"/>
                                        <p:tgtEl>
                                          <p:spTgt spid="595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9432"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灯片编号占位符 1"/>
          <p:cNvSpPr>
            <a:spLocks noGrp="1"/>
          </p:cNvSpPr>
          <p:nvPr>
            <p:ph type="sldNum" sz="quarter" idx="10"/>
          </p:nvPr>
        </p:nvSpPr>
        <p:spPr bwMode="auto">
          <a:noFill/>
          <a:ln>
            <a:miter lim="800000"/>
            <a:headEnd/>
            <a:tailEnd/>
          </a:ln>
        </p:spPr>
        <p:txBody>
          <a:bodyPr/>
          <a:lstStyle/>
          <a:p>
            <a:fld id="{A7074242-E5B9-45C4-8235-EAAA1FB40BC4}" type="slidenum">
              <a:rPr lang="en-US" altLang="zh-CN">
                <a:ea typeface="宋体" charset="-122"/>
              </a:rPr>
              <a:pPr/>
              <a:t>20</a:t>
            </a:fld>
            <a:endParaRPr lang="en-US" altLang="zh-CN">
              <a:ea typeface="宋体" charset="-122"/>
            </a:endParaRPr>
          </a:p>
        </p:txBody>
      </p:sp>
      <p:sp>
        <p:nvSpPr>
          <p:cNvPr id="2" name="Text Box 2"/>
          <p:cNvSpPr txBox="1">
            <a:spLocks noChangeArrowheads="1"/>
          </p:cNvSpPr>
          <p:nvPr/>
        </p:nvSpPr>
        <p:spPr bwMode="auto">
          <a:xfrm>
            <a:off x="1142384" y="899310"/>
            <a:ext cx="4712494" cy="461665"/>
          </a:xfrm>
          <a:prstGeom prst="rect">
            <a:avLst/>
          </a:prstGeom>
          <a:noFill/>
          <a:ln w="9525">
            <a:noFill/>
            <a:miter lim="800000"/>
            <a:headEnd/>
            <a:tailEnd/>
          </a:ln>
          <a:effectLst/>
        </p:spPr>
        <p:txBody>
          <a:bodyPr>
            <a:spAutoFit/>
          </a:bodyPr>
          <a:lstStyle/>
          <a:p>
            <a:pPr>
              <a:spcBef>
                <a:spcPct val="50000"/>
              </a:spcBef>
            </a:pPr>
            <a:r>
              <a:rPr kumimoji="0" lang="en-US" altLang="zh-CN" sz="2400" dirty="0">
                <a:solidFill>
                  <a:srgbClr val="CC0000"/>
                </a:solidFill>
                <a:ea typeface="宋体" charset="-122"/>
              </a:rPr>
              <a:t>   </a:t>
            </a:r>
            <a:r>
              <a:rPr kumimoji="0" lang="zh-CN" altLang="en-US" sz="2400" dirty="0">
                <a:solidFill>
                  <a:srgbClr val="CC0000"/>
                </a:solidFill>
                <a:ea typeface="宋体" charset="-122"/>
              </a:rPr>
              <a:t>例</a:t>
            </a:r>
            <a:r>
              <a:rPr kumimoji="0" lang="en-US" altLang="zh-CN" sz="2400" dirty="0">
                <a:solidFill>
                  <a:srgbClr val="CC0000"/>
                </a:solidFill>
                <a:ea typeface="宋体" charset="-122"/>
              </a:rPr>
              <a:t>1</a:t>
            </a:r>
            <a:r>
              <a:rPr kumimoji="0" lang="en-US" altLang="zh-CN" sz="2400" dirty="0">
                <a:solidFill>
                  <a:srgbClr val="000000"/>
                </a:solidFill>
                <a:ea typeface="宋体" charset="-122"/>
              </a:rPr>
              <a:t>  </a:t>
            </a:r>
            <a:r>
              <a:rPr kumimoji="0" lang="zh-CN" altLang="en-US" sz="2400" dirty="0">
                <a:solidFill>
                  <a:srgbClr val="000000"/>
                </a:solidFill>
                <a:ea typeface="宋体" charset="-122"/>
              </a:rPr>
              <a:t>载流长直导线的磁场</a:t>
            </a:r>
            <a:r>
              <a:rPr kumimoji="0" lang="en-US" altLang="zh-CN" sz="2400" dirty="0">
                <a:solidFill>
                  <a:srgbClr val="000000"/>
                </a:solidFill>
                <a:ea typeface="宋体" charset="-122"/>
              </a:rPr>
              <a:t>.</a:t>
            </a:r>
          </a:p>
        </p:txBody>
      </p:sp>
      <p:grpSp>
        <p:nvGrpSpPr>
          <p:cNvPr id="3" name="Group 70"/>
          <p:cNvGrpSpPr>
            <a:grpSpLocks/>
          </p:cNvGrpSpPr>
          <p:nvPr/>
        </p:nvGrpSpPr>
        <p:grpSpPr bwMode="auto">
          <a:xfrm>
            <a:off x="1347793" y="1532334"/>
            <a:ext cx="2743200" cy="784622"/>
            <a:chOff x="2832" y="1259"/>
            <a:chExt cx="2304" cy="659"/>
          </a:xfrm>
        </p:grpSpPr>
        <p:sp>
          <p:nvSpPr>
            <p:cNvPr id="8245" name="Text Box 4"/>
            <p:cNvSpPr txBox="1">
              <a:spLocks noChangeArrowheads="1"/>
            </p:cNvSpPr>
            <p:nvPr/>
          </p:nvSpPr>
          <p:spPr bwMode="auto">
            <a:xfrm>
              <a:off x="2832" y="1363"/>
              <a:ext cx="612" cy="388"/>
            </a:xfrm>
            <a:prstGeom prst="rect">
              <a:avLst/>
            </a:prstGeom>
            <a:noFill/>
            <a:ln w="9525">
              <a:noFill/>
              <a:miter lim="800000"/>
              <a:headEnd/>
              <a:tailEnd/>
            </a:ln>
            <a:effectLst/>
          </p:spPr>
          <p:txBody>
            <a:bodyPr>
              <a:spAutoFit/>
            </a:bodyPr>
            <a:lstStyle/>
            <a:p>
              <a:pPr>
                <a:spcBef>
                  <a:spcPct val="50000"/>
                </a:spcBef>
              </a:pPr>
              <a:r>
                <a:rPr kumimoji="0" lang="zh-CN" altLang="en-US" sz="2400" smtClean="0">
                  <a:solidFill>
                    <a:srgbClr val="CC0000"/>
                  </a:solidFill>
                  <a:ea typeface="宋体" charset="-122"/>
                </a:rPr>
                <a:t>解</a:t>
              </a:r>
              <a:r>
                <a:rPr kumimoji="0" lang="en-US" altLang="zh-CN" sz="2400" smtClean="0">
                  <a:solidFill>
                    <a:srgbClr val="CC0000"/>
                  </a:solidFill>
                  <a:ea typeface="宋体" charset="-122"/>
                </a:rPr>
                <a:t>:</a:t>
              </a:r>
              <a:endParaRPr kumimoji="0" lang="zh-CN" altLang="en-US" sz="2400">
                <a:solidFill>
                  <a:srgbClr val="CC0000"/>
                </a:solidFill>
                <a:ea typeface="宋体" charset="-122"/>
              </a:endParaRPr>
            </a:p>
          </p:txBody>
        </p:sp>
        <p:graphicFrame>
          <p:nvGraphicFramePr>
            <p:cNvPr id="8246" name="Object 5"/>
            <p:cNvGraphicFramePr>
              <a:graphicFrameLocks noChangeAspect="1"/>
            </p:cNvGraphicFramePr>
            <p:nvPr/>
          </p:nvGraphicFramePr>
          <p:xfrm>
            <a:off x="3267" y="1259"/>
            <a:ext cx="1869" cy="659"/>
          </p:xfrm>
          <a:graphic>
            <a:graphicData uri="http://schemas.openxmlformats.org/presentationml/2006/ole">
              <mc:AlternateContent xmlns:mc="http://schemas.openxmlformats.org/markup-compatibility/2006">
                <mc:Choice xmlns:v="urn:schemas-microsoft-com:vml" Requires="v">
                  <p:oleObj spid="_x0000_s215442" name="公式" r:id="rId3" imgW="1117115" imgH="393529" progId="Equation.3">
                    <p:embed/>
                  </p:oleObj>
                </mc:Choice>
                <mc:Fallback>
                  <p:oleObj name="公式" r:id="rId3" imgW="1117115" imgH="393529" progId="Equation.3">
                    <p:embed/>
                    <p:pic>
                      <p:nvPicPr>
                        <p:cNvPr id="0" name="Object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267" y="1259"/>
                          <a:ext cx="1869" cy="659"/>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graphicFrame>
        <p:nvGraphicFramePr>
          <p:cNvPr id="13318" name="Object 6"/>
          <p:cNvGraphicFramePr>
            <a:graphicFrameLocks noChangeAspect="1"/>
          </p:cNvGraphicFramePr>
          <p:nvPr/>
        </p:nvGraphicFramePr>
        <p:xfrm>
          <a:off x="1630168" y="3703237"/>
          <a:ext cx="2971800" cy="765572"/>
        </p:xfrm>
        <a:graphic>
          <a:graphicData uri="http://schemas.openxmlformats.org/presentationml/2006/ole">
            <mc:AlternateContent xmlns:mc="http://schemas.openxmlformats.org/markup-compatibility/2006">
              <mc:Choice xmlns:v="urn:schemas-microsoft-com:vml" Requires="v">
                <p:oleObj spid="_x0000_s215443" name="公式" r:id="rId5" imgW="1637589" imgH="393529" progId="Equation.3">
                  <p:embed/>
                </p:oleObj>
              </mc:Choice>
              <mc:Fallback>
                <p:oleObj name="公式" r:id="rId5" imgW="1637589" imgH="393529" progId="Equation.3">
                  <p:embed/>
                  <p:pic>
                    <p:nvPicPr>
                      <p:cNvPr id="0" name="Object 6"/>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630168" y="3703237"/>
                        <a:ext cx="2971800" cy="76557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8198" name="Rectangle 7"/>
          <p:cNvSpPr>
            <a:spLocks noChangeArrowheads="1"/>
          </p:cNvSpPr>
          <p:nvPr/>
        </p:nvSpPr>
        <p:spPr bwMode="auto">
          <a:xfrm>
            <a:off x="656846" y="168544"/>
            <a:ext cx="5543550" cy="507831"/>
          </a:xfrm>
          <a:prstGeom prst="rect">
            <a:avLst/>
          </a:prstGeom>
          <a:noFill/>
          <a:ln w="9525">
            <a:noFill/>
            <a:miter lim="800000"/>
            <a:headEnd/>
            <a:tailEnd/>
          </a:ln>
          <a:effectLst/>
        </p:spPr>
        <p:txBody>
          <a:bodyPr>
            <a:spAutoFit/>
          </a:bodyPr>
          <a:lstStyle/>
          <a:p>
            <a:pPr>
              <a:spcBef>
                <a:spcPct val="50000"/>
              </a:spcBef>
            </a:pPr>
            <a:r>
              <a:rPr kumimoji="0" lang="zh-CN" altLang="en-US" sz="2700">
                <a:solidFill>
                  <a:srgbClr val="CC0000"/>
                </a:solidFill>
                <a:ea typeface="宋体" charset="-122"/>
              </a:rPr>
              <a:t>二、毕</a:t>
            </a:r>
            <a:r>
              <a:rPr kumimoji="0" lang="zh-CN" altLang="en-US" sz="2700" dirty="0">
                <a:solidFill>
                  <a:srgbClr val="CC0000"/>
                </a:solidFill>
                <a:ea typeface="宋体" charset="-122"/>
              </a:rPr>
              <a:t>奥－萨伐尔定律应用举例</a:t>
            </a:r>
          </a:p>
        </p:txBody>
      </p:sp>
      <p:grpSp>
        <p:nvGrpSpPr>
          <p:cNvPr id="4" name="Group 57"/>
          <p:cNvGrpSpPr>
            <a:grpSpLocks/>
          </p:cNvGrpSpPr>
          <p:nvPr/>
        </p:nvGrpSpPr>
        <p:grpSpPr bwMode="auto">
          <a:xfrm>
            <a:off x="1733401" y="2648502"/>
            <a:ext cx="3144441" cy="479823"/>
            <a:chOff x="3116" y="1933"/>
            <a:chExt cx="2641" cy="403"/>
          </a:xfrm>
          <a:noFill/>
        </p:grpSpPr>
        <p:sp>
          <p:nvSpPr>
            <p:cNvPr id="13365" name="Text Box 53"/>
            <p:cNvSpPr txBox="1">
              <a:spLocks noChangeArrowheads="1"/>
            </p:cNvSpPr>
            <p:nvPr/>
          </p:nvSpPr>
          <p:spPr bwMode="auto">
            <a:xfrm>
              <a:off x="3116" y="1933"/>
              <a:ext cx="2641" cy="403"/>
            </a:xfrm>
            <a:prstGeom prst="rect">
              <a:avLst/>
            </a:prstGeom>
            <a:grpFill/>
            <a:ln w="9525">
              <a:solidFill>
                <a:srgbClr val="FF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square">
              <a:spAutoFit/>
            </a:bodyPr>
            <a:lstStyle/>
            <a:p>
              <a:pPr>
                <a:lnSpc>
                  <a:spcPct val="120000"/>
                </a:lnSpc>
                <a:defRPr/>
              </a:pPr>
              <a:r>
                <a:rPr kumimoji="0" lang="en-US" altLang="zh-CN" sz="2100" dirty="0">
                  <a:solidFill>
                    <a:srgbClr val="000000"/>
                  </a:solidFill>
                </a:rPr>
                <a:t>       </a:t>
              </a:r>
              <a:r>
                <a:rPr kumimoji="0" lang="zh-CN" altLang="en-US" sz="2100" dirty="0">
                  <a:solidFill>
                    <a:srgbClr val="000000"/>
                  </a:solidFill>
                </a:rPr>
                <a:t>的方向垂直屏幕向内</a:t>
              </a:r>
            </a:p>
          </p:txBody>
        </p:sp>
        <p:graphicFrame>
          <p:nvGraphicFramePr>
            <p:cNvPr id="8244" name="Object 54"/>
            <p:cNvGraphicFramePr>
              <a:graphicFrameLocks noChangeAspect="1"/>
            </p:cNvGraphicFramePr>
            <p:nvPr>
              <p:extLst>
                <p:ext uri="{D42A27DB-BD31-4B8C-83A1-F6EECF244321}">
                  <p14:modId xmlns:p14="http://schemas.microsoft.com/office/powerpoint/2010/main" val="2507240426"/>
                </p:ext>
              </p:extLst>
            </p:nvPr>
          </p:nvGraphicFramePr>
          <p:xfrm>
            <a:off x="3186" y="1992"/>
            <a:ext cx="310" cy="282"/>
          </p:xfrm>
          <a:graphic>
            <a:graphicData uri="http://schemas.openxmlformats.org/presentationml/2006/ole">
              <mc:AlternateContent xmlns:mc="http://schemas.openxmlformats.org/markup-compatibility/2006">
                <mc:Choice xmlns:v="urn:schemas-microsoft-com:vml" Requires="v">
                  <p:oleObj spid="_x0000_s215444" name="Equation" r:id="rId7" imgW="215640" imgH="177480" progId="Equation.DSMT4">
                    <p:embed/>
                  </p:oleObj>
                </mc:Choice>
                <mc:Fallback>
                  <p:oleObj name="Equation" r:id="rId7" imgW="215640" imgH="177480" progId="Equation.DSMT4">
                    <p:embed/>
                    <p:pic>
                      <p:nvPicPr>
                        <p:cNvPr id="0" name="Object 54"/>
                        <p:cNvPicPr>
                          <a:picLocks noChangeAspect="1" noChangeArrowheads="1"/>
                        </p:cNvPicPr>
                        <p:nvPr/>
                      </p:nvPicPr>
                      <p:blipFill>
                        <a:blip r:embed="rId8"/>
                        <a:srcRect/>
                        <a:stretch>
                          <a:fillRect/>
                        </a:stretch>
                      </p:blipFill>
                      <p:spPr bwMode="auto">
                        <a:xfrm>
                          <a:off x="3186" y="1992"/>
                          <a:ext cx="310" cy="282"/>
                        </a:xfrm>
                        <a:prstGeom prst="rect">
                          <a:avLst/>
                        </a:prstGeom>
                        <a:noFill/>
                        <a:ln>
                          <a:noFill/>
                        </a:ln>
                        <a:extLst>
                          <a:ext uri="{909E8E84-426E-40DD-AFC4-6F175D3DCCD1}">
                            <a14:hiddenFill xmlns:a14="http://schemas.microsoft.com/office/drawing/2010/main">
                              <a:solidFill>
                                <a:schemeClr val="accent2"/>
                              </a:solidFill>
                            </a14:hiddenFill>
                          </a:ext>
                          <a:ext uri="{91240B29-F687-4F45-9708-019B960494DF}">
                            <a14:hiddenLine xmlns:a14="http://schemas.microsoft.com/office/drawing/2010/main" w="9525">
                              <a:solidFill>
                                <a:srgbClr val="CC00CC"/>
                              </a:solidFill>
                              <a:miter lim="800000"/>
                              <a:headEnd/>
                              <a:tailEnd/>
                            </a14:hiddenLine>
                          </a:ext>
                        </a:extLst>
                      </p:spPr>
                    </p:pic>
                  </p:oleObj>
                </mc:Fallback>
              </mc:AlternateContent>
            </a:graphicData>
          </a:graphic>
        </p:graphicFrame>
      </p:grpSp>
      <p:sp>
        <p:nvSpPr>
          <p:cNvPr id="8228" name="Line 11"/>
          <p:cNvSpPr>
            <a:spLocks noChangeShapeType="1"/>
          </p:cNvSpPr>
          <p:nvPr/>
        </p:nvSpPr>
        <p:spPr bwMode="auto">
          <a:xfrm>
            <a:off x="6435775" y="3147236"/>
            <a:ext cx="1643063" cy="0"/>
          </a:xfrm>
          <a:prstGeom prst="line">
            <a:avLst/>
          </a:prstGeom>
          <a:noFill/>
          <a:ln w="12700">
            <a:solidFill>
              <a:srgbClr val="000000"/>
            </a:solidFill>
            <a:round/>
            <a:headEnd/>
            <a:tailEnd type="triangle" w="sm" len="lg"/>
          </a:ln>
          <a:effectLst/>
        </p:spPr>
        <p:txBody>
          <a:bodyPr wrap="none" anchor="ctr"/>
          <a:lstStyle/>
          <a:p>
            <a:pPr eaLnBrk="0" hangingPunct="0"/>
            <a:endParaRPr kumimoji="0" lang="zh-CN" altLang="en-US" sz="1350" b="0">
              <a:solidFill>
                <a:prstClr val="black"/>
              </a:solidFill>
              <a:latin typeface="Arial" charset="0"/>
              <a:ea typeface="宋体" charset="-122"/>
            </a:endParaRPr>
          </a:p>
        </p:txBody>
      </p:sp>
      <p:sp>
        <p:nvSpPr>
          <p:cNvPr id="8229" name="Line 12"/>
          <p:cNvSpPr>
            <a:spLocks noChangeShapeType="1"/>
          </p:cNvSpPr>
          <p:nvPr/>
        </p:nvSpPr>
        <p:spPr bwMode="auto">
          <a:xfrm flipV="1">
            <a:off x="6400850" y="1257714"/>
            <a:ext cx="0" cy="1914525"/>
          </a:xfrm>
          <a:prstGeom prst="line">
            <a:avLst/>
          </a:prstGeom>
          <a:noFill/>
          <a:ln w="12700">
            <a:solidFill>
              <a:srgbClr val="000000"/>
            </a:solidFill>
            <a:round/>
            <a:headEnd/>
            <a:tailEnd type="triangle" w="sm" len="lg"/>
          </a:ln>
          <a:effectLst/>
        </p:spPr>
        <p:txBody>
          <a:bodyPr wrap="none" anchor="ctr"/>
          <a:lstStyle/>
          <a:p>
            <a:pPr eaLnBrk="0" hangingPunct="0"/>
            <a:endParaRPr kumimoji="0" lang="zh-CN" altLang="en-US" sz="1350" b="0">
              <a:solidFill>
                <a:prstClr val="black"/>
              </a:solidFill>
              <a:latin typeface="Arial" charset="0"/>
              <a:ea typeface="宋体" charset="-122"/>
            </a:endParaRPr>
          </a:p>
        </p:txBody>
      </p:sp>
      <p:graphicFrame>
        <p:nvGraphicFramePr>
          <p:cNvPr id="8231" name="Object 14"/>
          <p:cNvGraphicFramePr>
            <a:graphicFrameLocks noChangeAspect="1"/>
          </p:cNvGraphicFramePr>
          <p:nvPr>
            <p:extLst>
              <p:ext uri="{D42A27DB-BD31-4B8C-83A1-F6EECF244321}">
                <p14:modId xmlns:p14="http://schemas.microsoft.com/office/powerpoint/2010/main" val="1132834070"/>
              </p:ext>
            </p:extLst>
          </p:nvPr>
        </p:nvGraphicFramePr>
        <p:xfrm>
          <a:off x="8039547" y="3147236"/>
          <a:ext cx="203597" cy="246459"/>
        </p:xfrm>
        <a:graphic>
          <a:graphicData uri="http://schemas.openxmlformats.org/presentationml/2006/ole">
            <mc:AlternateContent xmlns:mc="http://schemas.openxmlformats.org/markup-compatibility/2006">
              <mc:Choice xmlns:v="urn:schemas-microsoft-com:vml" Requires="v">
                <p:oleObj spid="_x0000_s215445" name="公式" r:id="rId9" imgW="190417" imgH="241195" progId="Equation.3">
                  <p:embed/>
                </p:oleObj>
              </mc:Choice>
              <mc:Fallback>
                <p:oleObj name="公式" r:id="rId9" imgW="190417" imgH="241195" progId="Equation.3">
                  <p:embed/>
                  <p:pic>
                    <p:nvPicPr>
                      <p:cNvPr id="0" name="Object 14"/>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8039547" y="3147236"/>
                        <a:ext cx="203597" cy="246459"/>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8233" name="Object 16"/>
          <p:cNvGraphicFramePr>
            <a:graphicFrameLocks noChangeAspect="1"/>
          </p:cNvGraphicFramePr>
          <p:nvPr>
            <p:extLst>
              <p:ext uri="{D42A27DB-BD31-4B8C-83A1-F6EECF244321}">
                <p14:modId xmlns:p14="http://schemas.microsoft.com/office/powerpoint/2010/main" val="3067121532"/>
              </p:ext>
            </p:extLst>
          </p:nvPr>
        </p:nvGraphicFramePr>
        <p:xfrm>
          <a:off x="6195268" y="1316055"/>
          <a:ext cx="205979" cy="204788"/>
        </p:xfrm>
        <a:graphic>
          <a:graphicData uri="http://schemas.openxmlformats.org/presentationml/2006/ole">
            <mc:AlternateContent xmlns:mc="http://schemas.openxmlformats.org/markup-compatibility/2006">
              <mc:Choice xmlns:v="urn:schemas-microsoft-com:vml" Requires="v">
                <p:oleObj spid="_x0000_s215446" name="Equation" r:id="rId11" imgW="164885" imgH="164885" progId="Equation.3">
                  <p:embed/>
                </p:oleObj>
              </mc:Choice>
              <mc:Fallback>
                <p:oleObj name="Equation" r:id="rId11" imgW="164885" imgH="164885" progId="Equation.3">
                  <p:embed/>
                  <p:pic>
                    <p:nvPicPr>
                      <p:cNvPr id="0" name="Object 16"/>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6195268" y="1316055"/>
                        <a:ext cx="205979" cy="20478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5" name="AutoShape 17"/>
          <p:cNvSpPr>
            <a:spLocks noChangeArrowheads="1"/>
          </p:cNvSpPr>
          <p:nvPr/>
        </p:nvSpPr>
        <p:spPr bwMode="auto">
          <a:xfrm>
            <a:off x="6345684" y="1674433"/>
            <a:ext cx="96441" cy="2202656"/>
          </a:xfrm>
          <a:prstGeom prst="can">
            <a:avLst>
              <a:gd name="adj" fmla="val 82370"/>
            </a:avLst>
          </a:prstGeom>
          <a:ln>
            <a:headEnd/>
            <a:tailEnd/>
          </a:ln>
          <a:extLst/>
        </p:spPr>
        <p:style>
          <a:lnRef idx="1">
            <a:schemeClr val="dk1"/>
          </a:lnRef>
          <a:fillRef idx="2">
            <a:schemeClr val="dk1"/>
          </a:fillRef>
          <a:effectRef idx="1">
            <a:schemeClr val="dk1"/>
          </a:effectRef>
          <a:fontRef idx="minor">
            <a:schemeClr val="dk1"/>
          </a:fontRef>
        </p:style>
        <p:txBody>
          <a:bodyPr wrap="none" anchor="ctr"/>
          <a:lstStyle/>
          <a:p>
            <a:pPr>
              <a:defRPr/>
            </a:pPr>
            <a:endParaRPr kumimoji="0" lang="zh-CN" altLang="en-US" sz="1350" b="0">
              <a:solidFill>
                <a:prstClr val="black"/>
              </a:solidFill>
              <a:latin typeface="Arial" charset="0"/>
            </a:endParaRPr>
          </a:p>
        </p:txBody>
      </p:sp>
      <p:graphicFrame>
        <p:nvGraphicFramePr>
          <p:cNvPr id="8236" name="Object 19"/>
          <p:cNvGraphicFramePr>
            <a:graphicFrameLocks noChangeAspect="1"/>
          </p:cNvGraphicFramePr>
          <p:nvPr>
            <p:extLst>
              <p:ext uri="{D42A27DB-BD31-4B8C-83A1-F6EECF244321}">
                <p14:modId xmlns:p14="http://schemas.microsoft.com/office/powerpoint/2010/main" val="1427163951"/>
              </p:ext>
            </p:extLst>
          </p:nvPr>
        </p:nvGraphicFramePr>
        <p:xfrm>
          <a:off x="6146452" y="2853152"/>
          <a:ext cx="157163" cy="229790"/>
        </p:xfrm>
        <a:graphic>
          <a:graphicData uri="http://schemas.openxmlformats.org/presentationml/2006/ole">
            <mc:AlternateContent xmlns:mc="http://schemas.openxmlformats.org/markup-compatibility/2006">
              <mc:Choice xmlns:v="urn:schemas-microsoft-com:vml" Requires="v">
                <p:oleObj spid="_x0000_s215447" name="Equation" r:id="rId13" imgW="164880" imgH="228600" progId="Equation.3">
                  <p:embed/>
                </p:oleObj>
              </mc:Choice>
              <mc:Fallback>
                <p:oleObj name="Equation" r:id="rId13" imgW="164880" imgH="228600" progId="Equation.3">
                  <p:embed/>
                  <p:pic>
                    <p:nvPicPr>
                      <p:cNvPr id="0" name="Object 19"/>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6146452" y="2853152"/>
                        <a:ext cx="157163" cy="22979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8237" name="Text Box 20"/>
          <p:cNvSpPr txBox="1">
            <a:spLocks noChangeArrowheads="1"/>
          </p:cNvSpPr>
          <p:nvPr/>
        </p:nvSpPr>
        <p:spPr bwMode="auto">
          <a:xfrm>
            <a:off x="7547819" y="3150808"/>
            <a:ext cx="965597" cy="461665"/>
          </a:xfrm>
          <a:prstGeom prst="rect">
            <a:avLst/>
          </a:prstGeom>
          <a:noFill/>
          <a:ln w="9525">
            <a:noFill/>
            <a:miter lim="800000"/>
            <a:headEnd/>
            <a:tailEnd/>
          </a:ln>
          <a:effectLst/>
        </p:spPr>
        <p:txBody>
          <a:bodyPr>
            <a:spAutoFit/>
          </a:bodyPr>
          <a:lstStyle/>
          <a:p>
            <a:pPr>
              <a:spcBef>
                <a:spcPct val="50000"/>
              </a:spcBef>
            </a:pPr>
            <a:r>
              <a:rPr kumimoji="0" lang="en-US" altLang="zh-CN" sz="2400" b="0" i="1" dirty="0">
                <a:solidFill>
                  <a:srgbClr val="000000"/>
                </a:solidFill>
                <a:ea typeface="宋体" charset="-122"/>
              </a:rPr>
              <a:t>P</a:t>
            </a:r>
          </a:p>
        </p:txBody>
      </p:sp>
      <p:sp>
        <p:nvSpPr>
          <p:cNvPr id="8238" name="Text Box 21"/>
          <p:cNvSpPr txBox="1">
            <a:spLocks noChangeArrowheads="1"/>
          </p:cNvSpPr>
          <p:nvPr/>
        </p:nvSpPr>
        <p:spPr bwMode="auto">
          <a:xfrm>
            <a:off x="6050013" y="3569908"/>
            <a:ext cx="869156" cy="415498"/>
          </a:xfrm>
          <a:prstGeom prst="rect">
            <a:avLst/>
          </a:prstGeom>
          <a:noFill/>
          <a:ln w="9525">
            <a:noFill/>
            <a:miter lim="800000"/>
            <a:headEnd/>
            <a:tailEnd/>
          </a:ln>
          <a:effectLst/>
        </p:spPr>
        <p:txBody>
          <a:bodyPr>
            <a:spAutoFit/>
          </a:bodyPr>
          <a:lstStyle/>
          <a:p>
            <a:pPr>
              <a:spcBef>
                <a:spcPct val="50000"/>
              </a:spcBef>
            </a:pPr>
            <a:r>
              <a:rPr kumimoji="0" lang="en-US" altLang="zh-CN" sz="2100" b="0" i="1">
                <a:solidFill>
                  <a:srgbClr val="000000"/>
                </a:solidFill>
                <a:ea typeface="宋体" charset="-122"/>
              </a:rPr>
              <a:t>C</a:t>
            </a:r>
          </a:p>
        </p:txBody>
      </p:sp>
      <p:sp>
        <p:nvSpPr>
          <p:cNvPr id="8239" name="Text Box 22"/>
          <p:cNvSpPr txBox="1">
            <a:spLocks noChangeArrowheads="1"/>
          </p:cNvSpPr>
          <p:nvPr/>
        </p:nvSpPr>
        <p:spPr bwMode="auto">
          <a:xfrm>
            <a:off x="6011913" y="1527986"/>
            <a:ext cx="773906" cy="415498"/>
          </a:xfrm>
          <a:prstGeom prst="rect">
            <a:avLst/>
          </a:prstGeom>
          <a:noFill/>
          <a:ln w="9525">
            <a:noFill/>
            <a:miter lim="800000"/>
            <a:headEnd/>
            <a:tailEnd/>
          </a:ln>
          <a:effectLst/>
        </p:spPr>
        <p:txBody>
          <a:bodyPr>
            <a:spAutoFit/>
          </a:bodyPr>
          <a:lstStyle/>
          <a:p>
            <a:pPr>
              <a:spcBef>
                <a:spcPct val="50000"/>
              </a:spcBef>
            </a:pPr>
            <a:r>
              <a:rPr kumimoji="0" lang="en-US" altLang="zh-CN" sz="2100" b="0" i="1">
                <a:solidFill>
                  <a:srgbClr val="000000"/>
                </a:solidFill>
                <a:ea typeface="宋体" charset="-122"/>
              </a:rPr>
              <a:t>D</a:t>
            </a:r>
          </a:p>
        </p:txBody>
      </p:sp>
      <p:graphicFrame>
        <p:nvGraphicFramePr>
          <p:cNvPr id="8240" name="Object 23"/>
          <p:cNvGraphicFramePr>
            <a:graphicFrameLocks noChangeAspect="1"/>
          </p:cNvGraphicFramePr>
          <p:nvPr>
            <p:extLst>
              <p:ext uri="{D42A27DB-BD31-4B8C-83A1-F6EECF244321}">
                <p14:modId xmlns:p14="http://schemas.microsoft.com/office/powerpoint/2010/main" val="393542314"/>
              </p:ext>
            </p:extLst>
          </p:nvPr>
        </p:nvGraphicFramePr>
        <p:xfrm>
          <a:off x="6461968" y="3147236"/>
          <a:ext cx="176213" cy="217884"/>
        </p:xfrm>
        <a:graphic>
          <a:graphicData uri="http://schemas.openxmlformats.org/presentationml/2006/ole">
            <mc:AlternateContent xmlns:mc="http://schemas.openxmlformats.org/markup-compatibility/2006">
              <mc:Choice xmlns:v="urn:schemas-microsoft-com:vml" Requires="v">
                <p:oleObj spid="_x0000_s215448" name="Equation" r:id="rId15" imgW="164880" imgH="190440" progId="Equation.3">
                  <p:embed/>
                </p:oleObj>
              </mc:Choice>
              <mc:Fallback>
                <p:oleObj name="Equation" r:id="rId15" imgW="164880" imgH="190440" progId="Equation.3">
                  <p:embed/>
                  <p:pic>
                    <p:nvPicPr>
                      <p:cNvPr id="0" name="Object 23"/>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6461968" y="3147236"/>
                        <a:ext cx="176213" cy="217884"/>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8241" name="Object 24"/>
          <p:cNvGraphicFramePr>
            <a:graphicFrameLocks noChangeAspect="1"/>
          </p:cNvGraphicFramePr>
          <p:nvPr>
            <p:extLst>
              <p:ext uri="{D42A27DB-BD31-4B8C-83A1-F6EECF244321}">
                <p14:modId xmlns:p14="http://schemas.microsoft.com/office/powerpoint/2010/main" val="1341257557"/>
              </p:ext>
            </p:extLst>
          </p:nvPr>
        </p:nvGraphicFramePr>
        <p:xfrm>
          <a:off x="6907857" y="3062702"/>
          <a:ext cx="264319" cy="409575"/>
        </p:xfrm>
        <a:graphic>
          <a:graphicData uri="http://schemas.openxmlformats.org/presentationml/2006/ole">
            <mc:AlternateContent xmlns:mc="http://schemas.openxmlformats.org/markup-compatibility/2006">
              <mc:Choice xmlns:v="urn:schemas-microsoft-com:vml" Requires="v">
                <p:oleObj spid="_x0000_s215449" name="Equation" r:id="rId17" imgW="139680" imgH="228600" progId="Equation.3">
                  <p:embed/>
                </p:oleObj>
              </mc:Choice>
              <mc:Fallback>
                <p:oleObj name="Equation" r:id="rId17" imgW="139680" imgH="228600" progId="Equation.3">
                  <p:embed/>
                  <p:pic>
                    <p:nvPicPr>
                      <p:cNvPr id="0" name="Object 24"/>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6907857" y="3062702"/>
                        <a:ext cx="264319" cy="4095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nvGrpSpPr>
          <p:cNvPr id="8" name="Group 29"/>
          <p:cNvGrpSpPr>
            <a:grpSpLocks/>
          </p:cNvGrpSpPr>
          <p:nvPr/>
        </p:nvGrpSpPr>
        <p:grpSpPr bwMode="auto">
          <a:xfrm>
            <a:off x="6435775" y="3172239"/>
            <a:ext cx="1159669" cy="666750"/>
            <a:chOff x="960" y="3081"/>
            <a:chExt cx="1152" cy="624"/>
          </a:xfrm>
        </p:grpSpPr>
        <p:sp>
          <p:nvSpPr>
            <p:cNvPr id="8224" name="Line 30"/>
            <p:cNvSpPr>
              <a:spLocks noChangeShapeType="1"/>
            </p:cNvSpPr>
            <p:nvPr/>
          </p:nvSpPr>
          <p:spPr bwMode="auto">
            <a:xfrm flipV="1">
              <a:off x="960" y="3081"/>
              <a:ext cx="1152" cy="624"/>
            </a:xfrm>
            <a:prstGeom prst="line">
              <a:avLst/>
            </a:prstGeom>
            <a:noFill/>
            <a:ln w="22225">
              <a:solidFill>
                <a:srgbClr val="0000FF"/>
              </a:solidFill>
              <a:prstDash val="dash"/>
              <a:round/>
              <a:headEnd/>
              <a:tailEnd/>
            </a:ln>
            <a:effectLst/>
          </p:spPr>
          <p:txBody>
            <a:bodyPr wrap="none" anchor="ctr"/>
            <a:lstStyle/>
            <a:p>
              <a:pPr eaLnBrk="0" hangingPunct="0"/>
              <a:endParaRPr kumimoji="0" lang="zh-CN" altLang="en-US" sz="1350" b="0">
                <a:solidFill>
                  <a:prstClr val="black"/>
                </a:solidFill>
                <a:latin typeface="Arial" charset="0"/>
                <a:ea typeface="宋体" charset="-122"/>
              </a:endParaRPr>
            </a:p>
          </p:txBody>
        </p:sp>
        <p:sp>
          <p:nvSpPr>
            <p:cNvPr id="8225" name="Arc 31"/>
            <p:cNvSpPr>
              <a:spLocks/>
            </p:cNvSpPr>
            <p:nvPr/>
          </p:nvSpPr>
          <p:spPr bwMode="auto">
            <a:xfrm>
              <a:off x="960" y="3551"/>
              <a:ext cx="163" cy="154"/>
            </a:xfrm>
            <a:custGeom>
              <a:avLst/>
              <a:gdLst>
                <a:gd name="T0" fmla="*/ 0 w 18329"/>
                <a:gd name="T1" fmla="*/ 0 h 21600"/>
                <a:gd name="T2" fmla="*/ 0 w 18329"/>
                <a:gd name="T3" fmla="*/ 0 h 21600"/>
                <a:gd name="T4" fmla="*/ 0 w 18329"/>
                <a:gd name="T5" fmla="*/ 0 h 21600"/>
                <a:gd name="T6" fmla="*/ 0 60000 65536"/>
                <a:gd name="T7" fmla="*/ 0 60000 65536"/>
                <a:gd name="T8" fmla="*/ 0 60000 65536"/>
              </a:gdLst>
              <a:ahLst/>
              <a:cxnLst>
                <a:cxn ang="T6">
                  <a:pos x="T0" y="T1"/>
                </a:cxn>
                <a:cxn ang="T7">
                  <a:pos x="T2" y="T3"/>
                </a:cxn>
                <a:cxn ang="T8">
                  <a:pos x="T4" y="T5"/>
                </a:cxn>
              </a:cxnLst>
              <a:rect l="0" t="0" r="r" b="b"/>
              <a:pathLst>
                <a:path w="18329" h="21600" fill="none" extrusionOk="0">
                  <a:moveTo>
                    <a:pt x="-1" y="0"/>
                  </a:moveTo>
                  <a:cubicBezTo>
                    <a:pt x="7455" y="0"/>
                    <a:pt x="14384" y="3845"/>
                    <a:pt x="18329" y="10171"/>
                  </a:cubicBezTo>
                </a:path>
                <a:path w="18329" h="21600" stroke="0" extrusionOk="0">
                  <a:moveTo>
                    <a:pt x="-1" y="0"/>
                  </a:moveTo>
                  <a:cubicBezTo>
                    <a:pt x="7455" y="0"/>
                    <a:pt x="14384" y="3845"/>
                    <a:pt x="18329" y="10171"/>
                  </a:cubicBezTo>
                  <a:lnTo>
                    <a:pt x="0" y="21600"/>
                  </a:lnTo>
                  <a:lnTo>
                    <a:pt x="-1" y="0"/>
                  </a:lnTo>
                  <a:close/>
                </a:path>
              </a:pathLst>
            </a:custGeom>
            <a:noFill/>
            <a:ln w="28575">
              <a:solidFill>
                <a:srgbClr val="FF6600"/>
              </a:solidFill>
              <a:round/>
              <a:headEnd/>
              <a:tailEnd/>
            </a:ln>
            <a:effectLst/>
          </p:spPr>
          <p:txBody>
            <a:bodyPr wrap="none" anchor="ctr"/>
            <a:lstStyle/>
            <a:p>
              <a:pPr eaLnBrk="0" hangingPunct="0"/>
              <a:endParaRPr kumimoji="0" lang="zh-CN" altLang="en-US" sz="1350" b="0">
                <a:solidFill>
                  <a:prstClr val="black"/>
                </a:solidFill>
                <a:latin typeface="Arial" charset="0"/>
                <a:ea typeface="宋体" charset="-122"/>
              </a:endParaRPr>
            </a:p>
          </p:txBody>
        </p:sp>
        <p:graphicFrame>
          <p:nvGraphicFramePr>
            <p:cNvPr id="8226" name="Object 32"/>
            <p:cNvGraphicFramePr>
              <a:graphicFrameLocks noChangeAspect="1"/>
            </p:cNvGraphicFramePr>
            <p:nvPr/>
          </p:nvGraphicFramePr>
          <p:xfrm>
            <a:off x="960" y="3321"/>
            <a:ext cx="216" cy="307"/>
          </p:xfrm>
          <a:graphic>
            <a:graphicData uri="http://schemas.openxmlformats.org/presentationml/2006/ole">
              <mc:AlternateContent xmlns:mc="http://schemas.openxmlformats.org/markup-compatibility/2006">
                <mc:Choice xmlns:v="urn:schemas-microsoft-com:vml" Requires="v">
                  <p:oleObj spid="_x0000_s215450" name="公式" r:id="rId19" imgW="152280" imgH="215640" progId="Equation.3">
                    <p:embed/>
                  </p:oleObj>
                </mc:Choice>
                <mc:Fallback>
                  <p:oleObj name="公式" r:id="rId19" imgW="152280" imgH="215640" progId="Equation.3">
                    <p:embed/>
                    <p:pic>
                      <p:nvPicPr>
                        <p:cNvPr id="0" name="Object 32"/>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960" y="3321"/>
                          <a:ext cx="216" cy="30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grpSp>
        <p:nvGrpSpPr>
          <p:cNvPr id="10" name="Group 36"/>
          <p:cNvGrpSpPr>
            <a:grpSpLocks/>
          </p:cNvGrpSpPr>
          <p:nvPr/>
        </p:nvGrpSpPr>
        <p:grpSpPr bwMode="auto">
          <a:xfrm>
            <a:off x="6342117" y="1465970"/>
            <a:ext cx="1302142" cy="1716985"/>
            <a:chOff x="867" y="1481"/>
            <a:chExt cx="1293" cy="1609"/>
          </a:xfrm>
        </p:grpSpPr>
        <p:sp>
          <p:nvSpPr>
            <p:cNvPr id="8219" name="Line 37"/>
            <p:cNvSpPr>
              <a:spLocks noChangeShapeType="1"/>
            </p:cNvSpPr>
            <p:nvPr/>
          </p:nvSpPr>
          <p:spPr bwMode="auto">
            <a:xfrm>
              <a:off x="960" y="1680"/>
              <a:ext cx="1200" cy="1410"/>
            </a:xfrm>
            <a:prstGeom prst="line">
              <a:avLst/>
            </a:prstGeom>
            <a:noFill/>
            <a:ln w="22225">
              <a:solidFill>
                <a:srgbClr val="0000FF"/>
              </a:solidFill>
              <a:prstDash val="dash"/>
              <a:round/>
              <a:headEnd/>
              <a:tailEnd/>
            </a:ln>
            <a:effectLst/>
          </p:spPr>
          <p:txBody>
            <a:bodyPr wrap="none" anchor="ctr"/>
            <a:lstStyle/>
            <a:p>
              <a:pPr eaLnBrk="0" hangingPunct="0"/>
              <a:endParaRPr kumimoji="0" lang="zh-CN" altLang="en-US" sz="1350" b="0">
                <a:solidFill>
                  <a:prstClr val="black"/>
                </a:solidFill>
                <a:latin typeface="Arial" charset="0"/>
                <a:ea typeface="宋体" charset="-122"/>
              </a:endParaRPr>
            </a:p>
          </p:txBody>
        </p:sp>
        <p:graphicFrame>
          <p:nvGraphicFramePr>
            <p:cNvPr id="8220" name="Object 38"/>
            <p:cNvGraphicFramePr>
              <a:graphicFrameLocks noChangeAspect="1"/>
            </p:cNvGraphicFramePr>
            <p:nvPr/>
          </p:nvGraphicFramePr>
          <p:xfrm>
            <a:off x="1104" y="1545"/>
            <a:ext cx="234" cy="307"/>
          </p:xfrm>
          <a:graphic>
            <a:graphicData uri="http://schemas.openxmlformats.org/presentationml/2006/ole">
              <mc:AlternateContent xmlns:mc="http://schemas.openxmlformats.org/markup-compatibility/2006">
                <mc:Choice xmlns:v="urn:schemas-microsoft-com:vml" Requires="v">
                  <p:oleObj spid="_x0000_s215451" name="公式" r:id="rId21" imgW="164880" imgH="215640" progId="Equation.3">
                    <p:embed/>
                  </p:oleObj>
                </mc:Choice>
                <mc:Fallback>
                  <p:oleObj name="公式" r:id="rId21" imgW="164880" imgH="215640" progId="Equation.3">
                    <p:embed/>
                    <p:pic>
                      <p:nvPicPr>
                        <p:cNvPr id="0" name="Object 38"/>
                        <p:cNvPicPr>
                          <a:picLocks noChangeAspect="1" noChangeArrowheads="1"/>
                        </p:cNvPicPr>
                        <p:nvPr/>
                      </p:nvPicPr>
                      <p:blipFill>
                        <a:blip r:embed="rId22">
                          <a:extLst>
                            <a:ext uri="{28A0092B-C50C-407E-A947-70E740481C1C}">
                              <a14:useLocalDpi xmlns:a14="http://schemas.microsoft.com/office/drawing/2010/main" val="0"/>
                            </a:ext>
                          </a:extLst>
                        </a:blip>
                        <a:srcRect/>
                        <a:stretch>
                          <a:fillRect/>
                        </a:stretch>
                      </p:blipFill>
                      <p:spPr bwMode="auto">
                        <a:xfrm>
                          <a:off x="1104" y="1545"/>
                          <a:ext cx="234" cy="30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8221" name="Arc 39"/>
            <p:cNvSpPr>
              <a:spLocks/>
            </p:cNvSpPr>
            <p:nvPr/>
          </p:nvSpPr>
          <p:spPr bwMode="auto">
            <a:xfrm rot="1541040">
              <a:off x="867" y="1481"/>
              <a:ext cx="225" cy="250"/>
            </a:xfrm>
            <a:custGeom>
              <a:avLst/>
              <a:gdLst>
                <a:gd name="T0" fmla="*/ 0 w 21525"/>
                <a:gd name="T1" fmla="*/ 0 h 21600"/>
                <a:gd name="T2" fmla="*/ 0 w 21525"/>
                <a:gd name="T3" fmla="*/ 0 h 21600"/>
                <a:gd name="T4" fmla="*/ 0 w 21525"/>
                <a:gd name="T5" fmla="*/ 0 h 21600"/>
                <a:gd name="T6" fmla="*/ 0 60000 65536"/>
                <a:gd name="T7" fmla="*/ 0 60000 65536"/>
                <a:gd name="T8" fmla="*/ 0 60000 65536"/>
              </a:gdLst>
              <a:ahLst/>
              <a:cxnLst>
                <a:cxn ang="T6">
                  <a:pos x="T0" y="T1"/>
                </a:cxn>
                <a:cxn ang="T7">
                  <a:pos x="T2" y="T3"/>
                </a:cxn>
                <a:cxn ang="T8">
                  <a:pos x="T4" y="T5"/>
                </a:cxn>
              </a:cxnLst>
              <a:rect l="0" t="0" r="r" b="b"/>
              <a:pathLst>
                <a:path w="21525" h="21600" fill="none" extrusionOk="0">
                  <a:moveTo>
                    <a:pt x="-1" y="0"/>
                  </a:moveTo>
                  <a:cubicBezTo>
                    <a:pt x="11229" y="0"/>
                    <a:pt x="20586" y="8605"/>
                    <a:pt x="21524" y="19796"/>
                  </a:cubicBezTo>
                </a:path>
                <a:path w="21525" h="21600" stroke="0" extrusionOk="0">
                  <a:moveTo>
                    <a:pt x="-1" y="0"/>
                  </a:moveTo>
                  <a:cubicBezTo>
                    <a:pt x="11229" y="0"/>
                    <a:pt x="20586" y="8605"/>
                    <a:pt x="21524" y="19796"/>
                  </a:cubicBezTo>
                  <a:lnTo>
                    <a:pt x="0" y="21600"/>
                  </a:lnTo>
                  <a:lnTo>
                    <a:pt x="-1" y="0"/>
                  </a:lnTo>
                  <a:close/>
                </a:path>
              </a:pathLst>
            </a:custGeom>
            <a:noFill/>
            <a:ln w="28575">
              <a:solidFill>
                <a:srgbClr val="FF6600"/>
              </a:solidFill>
              <a:round/>
              <a:headEnd/>
              <a:tailEnd/>
            </a:ln>
            <a:effectLst/>
          </p:spPr>
          <p:txBody>
            <a:bodyPr wrap="none" anchor="ctr"/>
            <a:lstStyle/>
            <a:p>
              <a:pPr eaLnBrk="0" hangingPunct="0"/>
              <a:endParaRPr kumimoji="0" lang="zh-CN" altLang="en-US" sz="1350" b="0">
                <a:solidFill>
                  <a:prstClr val="black"/>
                </a:solidFill>
                <a:latin typeface="Arial" charset="0"/>
                <a:ea typeface="宋体" charset="-122"/>
              </a:endParaRPr>
            </a:p>
          </p:txBody>
        </p:sp>
      </p:grpSp>
      <p:grpSp>
        <p:nvGrpSpPr>
          <p:cNvPr id="15" name="组合 14"/>
          <p:cNvGrpSpPr/>
          <p:nvPr/>
        </p:nvGrpSpPr>
        <p:grpSpPr>
          <a:xfrm>
            <a:off x="6403569" y="2045908"/>
            <a:ext cx="1240691" cy="1126331"/>
            <a:chOff x="6384172" y="3398437"/>
            <a:chExt cx="1654254" cy="1501775"/>
          </a:xfrm>
        </p:grpSpPr>
        <p:grpSp>
          <p:nvGrpSpPr>
            <p:cNvPr id="9" name="Group 59"/>
            <p:cNvGrpSpPr>
              <a:grpSpLocks/>
            </p:cNvGrpSpPr>
            <p:nvPr/>
          </p:nvGrpSpPr>
          <p:grpSpPr bwMode="auto">
            <a:xfrm>
              <a:off x="6427113" y="3715937"/>
              <a:ext cx="1611313" cy="1184275"/>
              <a:chOff x="1044" y="2251"/>
              <a:chExt cx="1015" cy="746"/>
            </a:xfrm>
          </p:grpSpPr>
          <p:graphicFrame>
            <p:nvGraphicFramePr>
              <p:cNvPr id="8223" name="Object 35"/>
              <p:cNvGraphicFramePr>
                <a:graphicFrameLocks noChangeAspect="1"/>
              </p:cNvGraphicFramePr>
              <p:nvPr/>
            </p:nvGraphicFramePr>
            <p:xfrm>
              <a:off x="1328" y="2251"/>
              <a:ext cx="202" cy="257"/>
            </p:xfrm>
            <a:graphic>
              <a:graphicData uri="http://schemas.openxmlformats.org/presentationml/2006/ole">
                <mc:AlternateContent xmlns:mc="http://schemas.openxmlformats.org/markup-compatibility/2006">
                  <mc:Choice xmlns:v="urn:schemas-microsoft-com:vml" Requires="v">
                    <p:oleObj spid="_x0000_s215452" name="公式" r:id="rId23" imgW="126720" imgH="152280" progId="Equation.3">
                      <p:embed/>
                    </p:oleObj>
                  </mc:Choice>
                  <mc:Fallback>
                    <p:oleObj name="公式" r:id="rId23" imgW="126720" imgH="152280" progId="Equation.3">
                      <p:embed/>
                      <p:pic>
                        <p:nvPicPr>
                          <p:cNvPr id="0" name="Object 35"/>
                          <p:cNvPicPr>
                            <a:picLocks noChangeAspect="1" noChangeArrowheads="1"/>
                          </p:cNvPicPr>
                          <p:nvPr/>
                        </p:nvPicPr>
                        <p:blipFill>
                          <a:blip r:embed="rId24">
                            <a:extLst>
                              <a:ext uri="{28A0092B-C50C-407E-A947-70E740481C1C}">
                                <a14:useLocalDpi xmlns:a14="http://schemas.microsoft.com/office/drawing/2010/main" val="0"/>
                              </a:ext>
                            </a:extLst>
                          </a:blip>
                          <a:srcRect/>
                          <a:stretch>
                            <a:fillRect/>
                          </a:stretch>
                        </p:blipFill>
                        <p:spPr bwMode="auto">
                          <a:xfrm>
                            <a:off x="1328" y="2251"/>
                            <a:ext cx="202" cy="25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8222" name="Line 34"/>
              <p:cNvSpPr>
                <a:spLocks noChangeShapeType="1"/>
              </p:cNvSpPr>
              <p:nvPr/>
            </p:nvSpPr>
            <p:spPr bwMode="auto">
              <a:xfrm>
                <a:off x="1044" y="2266"/>
                <a:ext cx="1015" cy="731"/>
              </a:xfrm>
              <a:prstGeom prst="line">
                <a:avLst/>
              </a:prstGeom>
              <a:noFill/>
              <a:ln w="38100">
                <a:solidFill>
                  <a:srgbClr val="FF6600"/>
                </a:solidFill>
                <a:round/>
                <a:headEnd/>
                <a:tailEnd type="triangle" w="med" len="lg"/>
              </a:ln>
              <a:effectLst/>
            </p:spPr>
            <p:txBody>
              <a:bodyPr wrap="none" anchor="ctr"/>
              <a:lstStyle/>
              <a:p>
                <a:pPr eaLnBrk="0" hangingPunct="0"/>
                <a:endParaRPr kumimoji="0" lang="zh-CN" altLang="en-US" sz="1350" b="0">
                  <a:solidFill>
                    <a:prstClr val="black"/>
                  </a:solidFill>
                  <a:latin typeface="Arial" charset="0"/>
                  <a:ea typeface="宋体" charset="-122"/>
                </a:endParaRPr>
              </a:p>
            </p:txBody>
          </p:sp>
        </p:grpSp>
        <p:grpSp>
          <p:nvGrpSpPr>
            <p:cNvPr id="11" name="Group 40"/>
            <p:cNvGrpSpPr>
              <a:grpSpLocks/>
            </p:cNvGrpSpPr>
            <p:nvPr/>
          </p:nvGrpSpPr>
          <p:grpSpPr bwMode="auto">
            <a:xfrm>
              <a:off x="6384172" y="3398437"/>
              <a:ext cx="485866" cy="488950"/>
              <a:chOff x="928" y="2025"/>
              <a:chExt cx="362" cy="344"/>
            </a:xfrm>
          </p:grpSpPr>
          <p:graphicFrame>
            <p:nvGraphicFramePr>
              <p:cNvPr id="8217" name="Object 41"/>
              <p:cNvGraphicFramePr>
                <a:graphicFrameLocks noChangeAspect="1"/>
              </p:cNvGraphicFramePr>
              <p:nvPr/>
            </p:nvGraphicFramePr>
            <p:xfrm>
              <a:off x="1056" y="2025"/>
              <a:ext cx="234" cy="344"/>
            </p:xfrm>
            <a:graphic>
              <a:graphicData uri="http://schemas.openxmlformats.org/presentationml/2006/ole">
                <mc:AlternateContent xmlns:mc="http://schemas.openxmlformats.org/markup-compatibility/2006">
                  <mc:Choice xmlns:v="urn:schemas-microsoft-com:vml" Requires="v">
                    <p:oleObj spid="_x0000_s215453" name="公式" r:id="rId25" imgW="164880" imgH="241200" progId="Equation.3">
                      <p:embed/>
                    </p:oleObj>
                  </mc:Choice>
                  <mc:Fallback>
                    <p:oleObj name="公式" r:id="rId25" imgW="164880" imgH="241200" progId="Equation.3">
                      <p:embed/>
                      <p:pic>
                        <p:nvPicPr>
                          <p:cNvPr id="0" name="Object 41"/>
                          <p:cNvPicPr>
                            <a:picLocks noChangeAspect="1" noChangeArrowheads="1"/>
                          </p:cNvPicPr>
                          <p:nvPr/>
                        </p:nvPicPr>
                        <p:blipFill>
                          <a:blip r:embed="rId26">
                            <a:extLst>
                              <a:ext uri="{28A0092B-C50C-407E-A947-70E740481C1C}">
                                <a14:useLocalDpi xmlns:a14="http://schemas.microsoft.com/office/drawing/2010/main" val="0"/>
                              </a:ext>
                            </a:extLst>
                          </a:blip>
                          <a:srcRect/>
                          <a:stretch>
                            <a:fillRect/>
                          </a:stretch>
                        </p:blipFill>
                        <p:spPr bwMode="auto">
                          <a:xfrm>
                            <a:off x="1056" y="2025"/>
                            <a:ext cx="234" cy="344"/>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8218" name="Arc 42"/>
              <p:cNvSpPr>
                <a:spLocks/>
              </p:cNvSpPr>
              <p:nvPr/>
            </p:nvSpPr>
            <p:spPr bwMode="auto">
              <a:xfrm rot="1162039">
                <a:off x="928" y="2112"/>
                <a:ext cx="152" cy="171"/>
              </a:xfrm>
              <a:custGeom>
                <a:avLst/>
                <a:gdLst>
                  <a:gd name="T0" fmla="*/ 0 w 21600"/>
                  <a:gd name="T1" fmla="*/ 0 h 24610"/>
                  <a:gd name="T2" fmla="*/ 0 w 21600"/>
                  <a:gd name="T3" fmla="*/ 0 h 24610"/>
                  <a:gd name="T4" fmla="*/ 0 w 21600"/>
                  <a:gd name="T5" fmla="*/ 0 h 24610"/>
                  <a:gd name="T6" fmla="*/ 0 60000 65536"/>
                  <a:gd name="T7" fmla="*/ 0 60000 65536"/>
                  <a:gd name="T8" fmla="*/ 0 60000 65536"/>
                </a:gdLst>
                <a:ahLst/>
                <a:cxnLst>
                  <a:cxn ang="T6">
                    <a:pos x="T0" y="T1"/>
                  </a:cxn>
                  <a:cxn ang="T7">
                    <a:pos x="T2" y="T3"/>
                  </a:cxn>
                  <a:cxn ang="T8">
                    <a:pos x="T4" y="T5"/>
                  </a:cxn>
                </a:cxnLst>
                <a:rect l="0" t="0" r="r" b="b"/>
                <a:pathLst>
                  <a:path w="21600" h="24610" fill="none" extrusionOk="0">
                    <a:moveTo>
                      <a:pt x="-1" y="0"/>
                    </a:moveTo>
                    <a:cubicBezTo>
                      <a:pt x="11929" y="0"/>
                      <a:pt x="21600" y="9670"/>
                      <a:pt x="21600" y="21600"/>
                    </a:cubicBezTo>
                    <a:cubicBezTo>
                      <a:pt x="21600" y="22607"/>
                      <a:pt x="21529" y="23612"/>
                      <a:pt x="21389" y="24610"/>
                    </a:cubicBezTo>
                  </a:path>
                  <a:path w="21600" h="24610" stroke="0" extrusionOk="0">
                    <a:moveTo>
                      <a:pt x="-1" y="0"/>
                    </a:moveTo>
                    <a:cubicBezTo>
                      <a:pt x="11929" y="0"/>
                      <a:pt x="21600" y="9670"/>
                      <a:pt x="21600" y="21600"/>
                    </a:cubicBezTo>
                    <a:cubicBezTo>
                      <a:pt x="21600" y="22607"/>
                      <a:pt x="21529" y="23612"/>
                      <a:pt x="21389" y="24610"/>
                    </a:cubicBezTo>
                    <a:lnTo>
                      <a:pt x="0" y="21600"/>
                    </a:lnTo>
                    <a:lnTo>
                      <a:pt x="-1" y="0"/>
                    </a:lnTo>
                    <a:close/>
                  </a:path>
                </a:pathLst>
              </a:custGeom>
              <a:noFill/>
              <a:ln w="28575">
                <a:solidFill>
                  <a:srgbClr val="009900"/>
                </a:solidFill>
                <a:round/>
                <a:headEnd/>
                <a:tailEnd/>
              </a:ln>
              <a:effectLst/>
            </p:spPr>
            <p:txBody>
              <a:bodyPr wrap="none" anchor="ctr"/>
              <a:lstStyle/>
              <a:p>
                <a:pPr eaLnBrk="0" hangingPunct="0"/>
                <a:endParaRPr kumimoji="0" lang="zh-CN" altLang="en-US" sz="1350" b="0">
                  <a:solidFill>
                    <a:prstClr val="black"/>
                  </a:solidFill>
                  <a:latin typeface="Arial" charset="0"/>
                  <a:ea typeface="宋体" charset="-122"/>
                </a:endParaRPr>
              </a:p>
            </p:txBody>
          </p:sp>
        </p:grpSp>
      </p:grpSp>
      <p:grpSp>
        <p:nvGrpSpPr>
          <p:cNvPr id="14" name="组合 13"/>
          <p:cNvGrpSpPr/>
          <p:nvPr/>
        </p:nvGrpSpPr>
        <p:grpSpPr>
          <a:xfrm>
            <a:off x="6001196" y="2088772"/>
            <a:ext cx="586979" cy="1054895"/>
            <a:chOff x="5847675" y="3455587"/>
            <a:chExt cx="782638" cy="1406525"/>
          </a:xfrm>
        </p:grpSpPr>
        <p:sp>
          <p:nvSpPr>
            <p:cNvPr id="8235" name="Line 18"/>
            <p:cNvSpPr>
              <a:spLocks noChangeShapeType="1"/>
            </p:cNvSpPr>
            <p:nvPr/>
          </p:nvSpPr>
          <p:spPr bwMode="auto">
            <a:xfrm flipV="1">
              <a:off x="6369963" y="3500037"/>
              <a:ext cx="0" cy="227012"/>
            </a:xfrm>
            <a:prstGeom prst="line">
              <a:avLst/>
            </a:prstGeom>
            <a:noFill/>
            <a:ln w="38100">
              <a:solidFill>
                <a:srgbClr val="FF0000"/>
              </a:solidFill>
              <a:round/>
              <a:headEnd w="sm" len="sm"/>
              <a:tailEnd type="triangle" w="sm" len="sm"/>
            </a:ln>
            <a:effectLst/>
          </p:spPr>
          <p:txBody>
            <a:bodyPr wrap="none" anchor="ctr"/>
            <a:lstStyle/>
            <a:p>
              <a:pPr eaLnBrk="0" hangingPunct="0"/>
              <a:endParaRPr kumimoji="0" lang="zh-CN" altLang="en-US" sz="1350" b="0">
                <a:solidFill>
                  <a:prstClr val="black"/>
                </a:solidFill>
                <a:latin typeface="Arial" charset="0"/>
                <a:ea typeface="宋体" charset="-122"/>
              </a:endParaRPr>
            </a:p>
          </p:txBody>
        </p:sp>
        <p:grpSp>
          <p:nvGrpSpPr>
            <p:cNvPr id="12" name="Group 62"/>
            <p:cNvGrpSpPr>
              <a:grpSpLocks/>
            </p:cNvGrpSpPr>
            <p:nvPr/>
          </p:nvGrpSpPr>
          <p:grpSpPr bwMode="auto">
            <a:xfrm>
              <a:off x="5847675" y="3455587"/>
              <a:ext cx="782638" cy="1406525"/>
              <a:chOff x="679" y="2087"/>
              <a:chExt cx="493" cy="886"/>
            </a:xfrm>
          </p:grpSpPr>
          <p:grpSp>
            <p:nvGrpSpPr>
              <p:cNvPr id="13" name="Group 44"/>
              <p:cNvGrpSpPr>
                <a:grpSpLocks/>
              </p:cNvGrpSpPr>
              <p:nvPr/>
            </p:nvGrpSpPr>
            <p:grpSpPr bwMode="auto">
              <a:xfrm>
                <a:off x="1025" y="2258"/>
                <a:ext cx="147" cy="715"/>
                <a:chOff x="949" y="2265"/>
                <a:chExt cx="176" cy="800"/>
              </a:xfrm>
            </p:grpSpPr>
            <p:sp>
              <p:nvSpPr>
                <p:cNvPr id="8213" name="Line 45"/>
                <p:cNvSpPr>
                  <a:spLocks noChangeShapeType="1"/>
                </p:cNvSpPr>
                <p:nvPr/>
              </p:nvSpPr>
              <p:spPr bwMode="auto">
                <a:xfrm>
                  <a:off x="976" y="2265"/>
                  <a:ext cx="53" cy="0"/>
                </a:xfrm>
                <a:prstGeom prst="line">
                  <a:avLst/>
                </a:prstGeom>
                <a:noFill/>
                <a:ln w="9525">
                  <a:solidFill>
                    <a:schemeClr val="tx1"/>
                  </a:solidFill>
                  <a:round/>
                  <a:headEnd/>
                  <a:tailEnd/>
                </a:ln>
                <a:effectLst/>
              </p:spPr>
              <p:txBody>
                <a:bodyPr wrap="none"/>
                <a:lstStyle/>
                <a:p>
                  <a:pPr eaLnBrk="0" hangingPunct="0"/>
                  <a:endParaRPr kumimoji="0" lang="zh-CN" altLang="en-US" sz="1350" b="0">
                    <a:solidFill>
                      <a:prstClr val="black"/>
                    </a:solidFill>
                    <a:latin typeface="Arial" charset="0"/>
                    <a:ea typeface="宋体" charset="-122"/>
                  </a:endParaRPr>
                </a:p>
              </p:txBody>
            </p:sp>
            <p:sp>
              <p:nvSpPr>
                <p:cNvPr id="8214" name="Line 46"/>
                <p:cNvSpPr>
                  <a:spLocks noChangeShapeType="1"/>
                </p:cNvSpPr>
                <p:nvPr/>
              </p:nvSpPr>
              <p:spPr bwMode="auto">
                <a:xfrm flipV="1">
                  <a:off x="1029" y="2265"/>
                  <a:ext cx="0" cy="369"/>
                </a:xfrm>
                <a:prstGeom prst="line">
                  <a:avLst/>
                </a:prstGeom>
                <a:noFill/>
                <a:ln w="19050">
                  <a:solidFill>
                    <a:srgbClr val="FF00FF"/>
                  </a:solidFill>
                  <a:round/>
                  <a:headEnd/>
                  <a:tailEnd type="triangle" w="sm" len="lg"/>
                </a:ln>
                <a:effectLst/>
              </p:spPr>
              <p:txBody>
                <a:bodyPr wrap="none"/>
                <a:lstStyle/>
                <a:p>
                  <a:pPr eaLnBrk="0" hangingPunct="0"/>
                  <a:endParaRPr kumimoji="0" lang="zh-CN" altLang="en-US" sz="1350" b="0">
                    <a:solidFill>
                      <a:prstClr val="black"/>
                    </a:solidFill>
                    <a:latin typeface="Arial" charset="0"/>
                    <a:ea typeface="宋体" charset="-122"/>
                  </a:endParaRPr>
                </a:p>
              </p:txBody>
            </p:sp>
            <p:graphicFrame>
              <p:nvGraphicFramePr>
                <p:cNvPr id="8215" name="Object 47"/>
                <p:cNvGraphicFramePr>
                  <a:graphicFrameLocks noChangeAspect="1"/>
                </p:cNvGraphicFramePr>
                <p:nvPr>
                  <p:extLst>
                    <p:ext uri="{D42A27DB-BD31-4B8C-83A1-F6EECF244321}">
                      <p14:modId xmlns:p14="http://schemas.microsoft.com/office/powerpoint/2010/main" val="1053660566"/>
                    </p:ext>
                  </p:extLst>
                </p:nvPr>
              </p:nvGraphicFramePr>
              <p:xfrm>
                <a:off x="949" y="2612"/>
                <a:ext cx="176" cy="177"/>
              </p:xfrm>
              <a:graphic>
                <a:graphicData uri="http://schemas.openxmlformats.org/presentationml/2006/ole">
                  <mc:AlternateContent xmlns:mc="http://schemas.openxmlformats.org/markup-compatibility/2006">
                    <mc:Choice xmlns:v="urn:schemas-microsoft-com:vml" Requires="v">
                      <p:oleObj spid="_x0000_s215454" name="Equation" r:id="rId27" imgW="164885" imgH="164885" progId="Equation.3">
                        <p:embed/>
                      </p:oleObj>
                    </mc:Choice>
                    <mc:Fallback>
                      <p:oleObj name="Equation" r:id="rId27" imgW="164885" imgH="164885" progId="Equation.3">
                        <p:embed/>
                        <p:pic>
                          <p:nvPicPr>
                            <p:cNvPr id="0" name="Object 47"/>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949" y="2612"/>
                              <a:ext cx="176" cy="17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8216" name="Line 48"/>
                <p:cNvSpPr>
                  <a:spLocks noChangeShapeType="1"/>
                </p:cNvSpPr>
                <p:nvPr/>
              </p:nvSpPr>
              <p:spPr bwMode="auto">
                <a:xfrm>
                  <a:off x="1029" y="2777"/>
                  <a:ext cx="0" cy="288"/>
                </a:xfrm>
                <a:prstGeom prst="line">
                  <a:avLst/>
                </a:prstGeom>
                <a:noFill/>
                <a:ln w="19050">
                  <a:solidFill>
                    <a:srgbClr val="FF00FF"/>
                  </a:solidFill>
                  <a:round/>
                  <a:headEnd/>
                  <a:tailEnd type="triangle" w="sm" len="lg"/>
                </a:ln>
                <a:effectLst/>
              </p:spPr>
              <p:txBody>
                <a:bodyPr wrap="none"/>
                <a:lstStyle/>
                <a:p>
                  <a:pPr eaLnBrk="0" hangingPunct="0"/>
                  <a:endParaRPr kumimoji="0" lang="zh-CN" altLang="en-US" sz="1350" b="0">
                    <a:solidFill>
                      <a:prstClr val="black"/>
                    </a:solidFill>
                    <a:latin typeface="Arial" charset="0"/>
                    <a:ea typeface="宋体" charset="-122"/>
                  </a:endParaRPr>
                </a:p>
              </p:txBody>
            </p:sp>
          </p:grpSp>
          <p:graphicFrame>
            <p:nvGraphicFramePr>
              <p:cNvPr id="8211" name="Object 50"/>
              <p:cNvGraphicFramePr>
                <a:graphicFrameLocks noChangeAspect="1"/>
              </p:cNvGraphicFramePr>
              <p:nvPr>
                <p:extLst>
                  <p:ext uri="{D42A27DB-BD31-4B8C-83A1-F6EECF244321}">
                    <p14:modId xmlns:p14="http://schemas.microsoft.com/office/powerpoint/2010/main" val="1141664229"/>
                  </p:ext>
                </p:extLst>
              </p:nvPr>
            </p:nvGraphicFramePr>
            <p:xfrm>
              <a:off x="679" y="2087"/>
              <a:ext cx="284" cy="282"/>
            </p:xfrm>
            <a:graphic>
              <a:graphicData uri="http://schemas.openxmlformats.org/presentationml/2006/ole">
                <mc:AlternateContent xmlns:mc="http://schemas.openxmlformats.org/markup-compatibility/2006">
                  <mc:Choice xmlns:v="urn:schemas-microsoft-com:vml" Requires="v">
                    <p:oleObj spid="_x0000_s215455" name="Equation" r:id="rId28" imgW="190335" imgH="177646" progId="Equation.3">
                      <p:embed/>
                    </p:oleObj>
                  </mc:Choice>
                  <mc:Fallback>
                    <p:oleObj name="Equation" r:id="rId28" imgW="190335" imgH="177646" progId="Equation.3">
                      <p:embed/>
                      <p:pic>
                        <p:nvPicPr>
                          <p:cNvPr id="0" name="Object 50"/>
                          <p:cNvPicPr>
                            <a:picLocks noChangeAspect="1" noChangeArrowheads="1"/>
                          </p:cNvPicPr>
                          <p:nvPr/>
                        </p:nvPicPr>
                        <p:blipFill>
                          <a:blip r:embed="rId29">
                            <a:extLst>
                              <a:ext uri="{28A0092B-C50C-407E-A947-70E740481C1C}">
                                <a14:useLocalDpi xmlns:a14="http://schemas.microsoft.com/office/drawing/2010/main" val="0"/>
                              </a:ext>
                            </a:extLst>
                          </a:blip>
                          <a:srcRect/>
                          <a:stretch>
                            <a:fillRect/>
                          </a:stretch>
                        </p:blipFill>
                        <p:spPr bwMode="auto">
                          <a:xfrm>
                            <a:off x="679" y="2087"/>
                            <a:ext cx="284" cy="28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grpSp>
      <p:graphicFrame>
        <p:nvGraphicFramePr>
          <p:cNvPr id="52" name="Object 38"/>
          <p:cNvGraphicFramePr>
            <a:graphicFrameLocks noChangeAspect="1"/>
          </p:cNvGraphicFramePr>
          <p:nvPr>
            <p:extLst>
              <p:ext uri="{D42A27DB-BD31-4B8C-83A1-F6EECF244321}">
                <p14:modId xmlns:p14="http://schemas.microsoft.com/office/powerpoint/2010/main" val="2679091759"/>
              </p:ext>
            </p:extLst>
          </p:nvPr>
        </p:nvGraphicFramePr>
        <p:xfrm>
          <a:off x="7503527" y="3029245"/>
          <a:ext cx="217885" cy="251222"/>
        </p:xfrm>
        <a:graphic>
          <a:graphicData uri="http://schemas.openxmlformats.org/presentationml/2006/ole">
            <mc:AlternateContent xmlns:mc="http://schemas.openxmlformats.org/markup-compatibility/2006">
              <mc:Choice xmlns:v="urn:schemas-microsoft-com:vml" Requires="v">
                <p:oleObj spid="_x0000_s215456" name="Equation" r:id="rId30" imgW="152280" imgH="164880" progId="Equation.DSMT4">
                  <p:embed/>
                </p:oleObj>
              </mc:Choice>
              <mc:Fallback>
                <p:oleObj name="Equation" r:id="rId30" imgW="152280" imgH="164880" progId="Equation.DSMT4">
                  <p:embed/>
                  <p:pic>
                    <p:nvPicPr>
                      <p:cNvPr id="0" name="Picture 19"/>
                      <p:cNvPicPr>
                        <a:picLocks noChangeAspect="1" noChangeArrowheads="1"/>
                      </p:cNvPicPr>
                      <p:nvPr/>
                    </p:nvPicPr>
                    <p:blipFill>
                      <a:blip r:embed="rId31">
                        <a:extLst>
                          <a:ext uri="{28A0092B-C50C-407E-A947-70E740481C1C}">
                            <a14:useLocalDpi xmlns:a14="http://schemas.microsoft.com/office/drawing/2010/main" val="0"/>
                          </a:ext>
                        </a:extLst>
                      </a:blip>
                      <a:srcRect/>
                      <a:stretch>
                        <a:fillRect/>
                      </a:stretch>
                    </p:blipFill>
                    <p:spPr bwMode="auto">
                      <a:xfrm>
                        <a:off x="7503527" y="3029245"/>
                        <a:ext cx="217885" cy="251222"/>
                      </a:xfrm>
                      <a:prstGeom prst="rect">
                        <a:avLst/>
                      </a:prstGeom>
                      <a:solidFill>
                        <a:schemeClr val="bg1">
                          <a:alpha val="0"/>
                        </a:schemeClr>
                      </a:solidFill>
                    </p:spPr>
                  </p:pic>
                </p:oleObj>
              </mc:Fallback>
            </mc:AlternateContent>
          </a:graphicData>
        </a:graphic>
      </p:graphicFrame>
      <p:sp>
        <p:nvSpPr>
          <p:cNvPr id="16" name="椭圆 15"/>
          <p:cNvSpPr/>
          <p:nvPr/>
        </p:nvSpPr>
        <p:spPr>
          <a:xfrm>
            <a:off x="7595444" y="3136569"/>
            <a:ext cx="34289" cy="3428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100"/>
          </a:p>
        </p:txBody>
      </p:sp>
      <p:sp>
        <p:nvSpPr>
          <p:cNvPr id="17" name="椭圆形标注 16"/>
          <p:cNvSpPr/>
          <p:nvPr/>
        </p:nvSpPr>
        <p:spPr>
          <a:xfrm>
            <a:off x="5539473" y="4484703"/>
            <a:ext cx="2021056" cy="429404"/>
          </a:xfrm>
          <a:prstGeom prst="wedgeEllipseCallout">
            <a:avLst>
              <a:gd name="adj1" fmla="val -94279"/>
              <a:gd name="adj2" fmla="val -139150"/>
            </a:avLst>
          </a:prstGeom>
          <a:noFill/>
          <a:ln w="952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800" dirty="0">
                <a:solidFill>
                  <a:schemeClr val="tx1"/>
                </a:solidFill>
                <a:hlinkClick r:id="rId32" action="ppaction://hlinksldjump"/>
              </a:rPr>
              <a:t>似曾相识？</a:t>
            </a:r>
            <a:endParaRPr lang="zh-CN" altLang="en-US" sz="1800" dirty="0">
              <a:solidFill>
                <a:schemeClr val="tx1"/>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wipe(down)">
                                      <p:cBhvr>
                                        <p:cTn id="7" dur="500"/>
                                        <p:tgtEl>
                                          <p:spTgt spid="14"/>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15"/>
                                        </p:tgtEl>
                                        <p:attrNameLst>
                                          <p:attrName>style.visibility</p:attrName>
                                        </p:attrNameLst>
                                      </p:cBhvr>
                                      <p:to>
                                        <p:strVal val="visible"/>
                                      </p:to>
                                    </p:set>
                                    <p:animEffect transition="in" filter="wipe(left)">
                                      <p:cBhvr>
                                        <p:cTn id="12" dur="500"/>
                                        <p:tgtEl>
                                          <p:spTgt spid="15"/>
                                        </p:tgtEl>
                                      </p:cBhvr>
                                    </p:animEffect>
                                  </p:childTnLst>
                                </p:cTn>
                              </p:par>
                            </p:childTnLst>
                          </p:cTn>
                        </p:par>
                      </p:childTnLst>
                    </p:cTn>
                  </p:par>
                  <p:par>
                    <p:cTn id="13" fill="hold">
                      <p:stCondLst>
                        <p:cond delay="indefinite"/>
                      </p:stCondLst>
                      <p:childTnLst>
                        <p:par>
                          <p:cTn id="14" fill="hold">
                            <p:stCondLst>
                              <p:cond delay="0"/>
                            </p:stCondLst>
                            <p:childTnLst>
                              <p:par>
                                <p:cTn id="15" presetID="4" presetClass="entr" presetSubtype="16" fill="hold" nodeType="clickEffect">
                                  <p:stCondLst>
                                    <p:cond delay="0"/>
                                  </p:stCondLst>
                                  <p:childTnLst>
                                    <p:set>
                                      <p:cBhvr>
                                        <p:cTn id="16" dur="1" fill="hold">
                                          <p:stCondLst>
                                            <p:cond delay="0"/>
                                          </p:stCondLst>
                                        </p:cTn>
                                        <p:tgtEl>
                                          <p:spTgt spid="52"/>
                                        </p:tgtEl>
                                        <p:attrNameLst>
                                          <p:attrName>style.visibility</p:attrName>
                                        </p:attrNameLst>
                                      </p:cBhvr>
                                      <p:to>
                                        <p:strVal val="visible"/>
                                      </p:to>
                                    </p:set>
                                    <p:animEffect transition="in" filter="box(in)">
                                      <p:cBhvr>
                                        <p:cTn id="17" dur="500"/>
                                        <p:tgtEl>
                                          <p:spTgt spid="52"/>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nodeType="clickEffect">
                                  <p:stCondLst>
                                    <p:cond delay="0"/>
                                  </p:stCondLst>
                                  <p:childTnLst>
                                    <p:set>
                                      <p:cBhvr>
                                        <p:cTn id="21" dur="1" fill="hold">
                                          <p:stCondLst>
                                            <p:cond delay="0"/>
                                          </p:stCondLst>
                                        </p:cTn>
                                        <p:tgtEl>
                                          <p:spTgt spid="3"/>
                                        </p:tgtEl>
                                        <p:attrNameLst>
                                          <p:attrName>style.visibility</p:attrName>
                                        </p:attrNameLst>
                                      </p:cBhvr>
                                      <p:to>
                                        <p:strVal val="visible"/>
                                      </p:to>
                                    </p:set>
                                    <p:animEffect transition="in" filter="blinds(horizontal)">
                                      <p:cBhvr>
                                        <p:cTn id="22" dur="500"/>
                                        <p:tgtEl>
                                          <p:spTgt spid="3"/>
                                        </p:tgtEl>
                                      </p:cBhvr>
                                    </p:animEffect>
                                  </p:childTnLst>
                                </p:cTn>
                              </p:par>
                            </p:childTnLst>
                          </p:cTn>
                        </p:par>
                        <p:par>
                          <p:cTn id="23" fill="hold">
                            <p:stCondLst>
                              <p:cond delay="500"/>
                            </p:stCondLst>
                            <p:childTnLst>
                              <p:par>
                                <p:cTn id="24" presetID="4" presetClass="entr" presetSubtype="32" fill="hold" nodeType="afterEffect">
                                  <p:stCondLst>
                                    <p:cond delay="0"/>
                                  </p:stCondLst>
                                  <p:childTnLst>
                                    <p:set>
                                      <p:cBhvr>
                                        <p:cTn id="25" dur="1" fill="hold">
                                          <p:stCondLst>
                                            <p:cond delay="0"/>
                                          </p:stCondLst>
                                        </p:cTn>
                                        <p:tgtEl>
                                          <p:spTgt spid="4"/>
                                        </p:tgtEl>
                                        <p:attrNameLst>
                                          <p:attrName>style.visibility</p:attrName>
                                        </p:attrNameLst>
                                      </p:cBhvr>
                                      <p:to>
                                        <p:strVal val="visible"/>
                                      </p:to>
                                    </p:set>
                                    <p:animEffect transition="in" filter="box(out)">
                                      <p:cBhvr>
                                        <p:cTn id="26" dur="500"/>
                                        <p:tgtEl>
                                          <p:spTgt spid="4"/>
                                        </p:tgtEl>
                                      </p:cBhvr>
                                    </p:animEffect>
                                  </p:childTnLst>
                                </p:cTn>
                              </p:par>
                            </p:childTnLst>
                          </p:cTn>
                        </p:par>
                      </p:childTnLst>
                    </p:cTn>
                  </p:par>
                  <p:par>
                    <p:cTn id="27" fill="hold">
                      <p:stCondLst>
                        <p:cond delay="indefinite"/>
                      </p:stCondLst>
                      <p:childTnLst>
                        <p:par>
                          <p:cTn id="28" fill="hold">
                            <p:stCondLst>
                              <p:cond delay="0"/>
                            </p:stCondLst>
                            <p:childTnLst>
                              <p:par>
                                <p:cTn id="29" presetID="3" presetClass="entr" presetSubtype="5" fill="hold" nodeType="clickEffect">
                                  <p:stCondLst>
                                    <p:cond delay="0"/>
                                  </p:stCondLst>
                                  <p:childTnLst>
                                    <p:set>
                                      <p:cBhvr>
                                        <p:cTn id="30" dur="1" fill="hold">
                                          <p:stCondLst>
                                            <p:cond delay="0"/>
                                          </p:stCondLst>
                                        </p:cTn>
                                        <p:tgtEl>
                                          <p:spTgt spid="13318"/>
                                        </p:tgtEl>
                                        <p:attrNameLst>
                                          <p:attrName>style.visibility</p:attrName>
                                        </p:attrNameLst>
                                      </p:cBhvr>
                                      <p:to>
                                        <p:strVal val="visible"/>
                                      </p:to>
                                    </p:set>
                                    <p:animEffect transition="in" filter="blinds(vertical)">
                                      <p:cBhvr>
                                        <p:cTn id="31" dur="500"/>
                                        <p:tgtEl>
                                          <p:spTgt spid="13318"/>
                                        </p:tgtEl>
                                      </p:cBhvr>
                                    </p:animEffect>
                                  </p:childTnLst>
                                </p:cTn>
                              </p:par>
                            </p:childTnLst>
                          </p:cTn>
                        </p:par>
                      </p:childTnLst>
                    </p:cTn>
                  </p:par>
                  <p:par>
                    <p:cTn id="32" fill="hold">
                      <p:stCondLst>
                        <p:cond delay="indefinite"/>
                      </p:stCondLst>
                      <p:childTnLst>
                        <p:par>
                          <p:cTn id="33" fill="hold">
                            <p:stCondLst>
                              <p:cond delay="0"/>
                            </p:stCondLst>
                            <p:childTnLst>
                              <p:par>
                                <p:cTn id="34" presetID="22" presetClass="entr" presetSubtype="8" fill="hold" nodeType="clickEffect">
                                  <p:stCondLst>
                                    <p:cond delay="0"/>
                                  </p:stCondLst>
                                  <p:childTnLst>
                                    <p:set>
                                      <p:cBhvr>
                                        <p:cTn id="35" dur="1" fill="hold">
                                          <p:stCondLst>
                                            <p:cond delay="0"/>
                                          </p:stCondLst>
                                        </p:cTn>
                                        <p:tgtEl>
                                          <p:spTgt spid="8"/>
                                        </p:tgtEl>
                                        <p:attrNameLst>
                                          <p:attrName>style.visibility</p:attrName>
                                        </p:attrNameLst>
                                      </p:cBhvr>
                                      <p:to>
                                        <p:strVal val="visible"/>
                                      </p:to>
                                    </p:set>
                                    <p:animEffect transition="in" filter="wipe(left)">
                                      <p:cBhvr>
                                        <p:cTn id="36" dur="500"/>
                                        <p:tgtEl>
                                          <p:spTgt spid="8"/>
                                        </p:tgtEl>
                                      </p:cBhvr>
                                    </p:animEffect>
                                  </p:childTnLst>
                                </p:cTn>
                              </p:par>
                            </p:childTnLst>
                          </p:cTn>
                        </p:par>
                      </p:childTnLst>
                    </p:cTn>
                  </p:par>
                  <p:par>
                    <p:cTn id="37" fill="hold">
                      <p:stCondLst>
                        <p:cond delay="indefinite"/>
                      </p:stCondLst>
                      <p:childTnLst>
                        <p:par>
                          <p:cTn id="38" fill="hold">
                            <p:stCondLst>
                              <p:cond delay="0"/>
                            </p:stCondLst>
                            <p:childTnLst>
                              <p:par>
                                <p:cTn id="39" presetID="22" presetClass="entr" presetSubtype="8" fill="hold" nodeType="clickEffect">
                                  <p:stCondLst>
                                    <p:cond delay="0"/>
                                  </p:stCondLst>
                                  <p:childTnLst>
                                    <p:set>
                                      <p:cBhvr>
                                        <p:cTn id="40" dur="1" fill="hold">
                                          <p:stCondLst>
                                            <p:cond delay="0"/>
                                          </p:stCondLst>
                                        </p:cTn>
                                        <p:tgtEl>
                                          <p:spTgt spid="10"/>
                                        </p:tgtEl>
                                        <p:attrNameLst>
                                          <p:attrName>style.visibility</p:attrName>
                                        </p:attrNameLst>
                                      </p:cBhvr>
                                      <p:to>
                                        <p:strVal val="visible"/>
                                      </p:to>
                                    </p:set>
                                    <p:animEffect transition="in" filter="wipe(left)">
                                      <p:cBhvr>
                                        <p:cTn id="41" dur="500"/>
                                        <p:tgtEl>
                                          <p:spTgt spid="10"/>
                                        </p:tgtEl>
                                      </p:cBhvr>
                                    </p:animEffect>
                                  </p:childTnLst>
                                </p:cTn>
                              </p:par>
                            </p:childTnLst>
                          </p:cTn>
                        </p:par>
                      </p:childTnLst>
                    </p:cTn>
                  </p:par>
                  <p:par>
                    <p:cTn id="42" fill="hold">
                      <p:stCondLst>
                        <p:cond delay="indefinite"/>
                      </p:stCondLst>
                      <p:childTnLst>
                        <p:par>
                          <p:cTn id="43" fill="hold">
                            <p:stCondLst>
                              <p:cond delay="0"/>
                            </p:stCondLst>
                            <p:childTnLst>
                              <p:par>
                                <p:cTn id="44" presetID="22" presetClass="entr" presetSubtype="2" fill="hold" grpId="0" nodeType="clickEffect">
                                  <p:stCondLst>
                                    <p:cond delay="0"/>
                                  </p:stCondLst>
                                  <p:childTnLst>
                                    <p:set>
                                      <p:cBhvr>
                                        <p:cTn id="45" dur="1" fill="hold">
                                          <p:stCondLst>
                                            <p:cond delay="0"/>
                                          </p:stCondLst>
                                        </p:cTn>
                                        <p:tgtEl>
                                          <p:spTgt spid="17"/>
                                        </p:tgtEl>
                                        <p:attrNameLst>
                                          <p:attrName>style.visibility</p:attrName>
                                        </p:attrNameLst>
                                      </p:cBhvr>
                                      <p:to>
                                        <p:strVal val="visible"/>
                                      </p:to>
                                    </p:set>
                                    <p:animEffect transition="in" filter="wipe(right)">
                                      <p:cBhvr>
                                        <p:cTn id="46"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animBg="1"/>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4340" name="Object 4"/>
          <p:cNvGraphicFramePr>
            <a:graphicFrameLocks noChangeAspect="1"/>
          </p:cNvGraphicFramePr>
          <p:nvPr>
            <p:extLst>
              <p:ext uri="{D42A27DB-BD31-4B8C-83A1-F6EECF244321}">
                <p14:modId xmlns:p14="http://schemas.microsoft.com/office/powerpoint/2010/main" val="441310010"/>
              </p:ext>
            </p:extLst>
          </p:nvPr>
        </p:nvGraphicFramePr>
        <p:xfrm>
          <a:off x="1262062" y="1509713"/>
          <a:ext cx="3176588" cy="952500"/>
        </p:xfrm>
        <a:graphic>
          <a:graphicData uri="http://schemas.openxmlformats.org/presentationml/2006/ole">
            <mc:AlternateContent xmlns:mc="http://schemas.openxmlformats.org/markup-compatibility/2006">
              <mc:Choice xmlns:v="urn:schemas-microsoft-com:vml" Requires="v">
                <p:oleObj spid="_x0000_s210850" name="Equation" r:id="rId3" imgW="1320480" imgH="431640" progId="Equation.DSMT4">
                  <p:embed/>
                </p:oleObj>
              </mc:Choice>
              <mc:Fallback>
                <p:oleObj name="Equation" r:id="rId3" imgW="1320480" imgH="431640" progId="Equation.DSMT4">
                  <p:embed/>
                  <p:pic>
                    <p:nvPicPr>
                      <p:cNvPr id="0" name="Object 4"/>
                      <p:cNvPicPr>
                        <a:picLocks noChangeAspect="1" noChangeArrowheads="1"/>
                      </p:cNvPicPr>
                      <p:nvPr/>
                    </p:nvPicPr>
                    <p:blipFill>
                      <a:blip r:embed="rId4"/>
                      <a:srcRect/>
                      <a:stretch>
                        <a:fillRect/>
                      </a:stretch>
                    </p:blipFill>
                    <p:spPr bwMode="auto">
                      <a:xfrm>
                        <a:off x="1262062" y="1509713"/>
                        <a:ext cx="3176588" cy="9525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9222" name="Object 98"/>
          <p:cNvGraphicFramePr>
            <a:graphicFrameLocks noChangeAspect="1"/>
          </p:cNvGraphicFramePr>
          <p:nvPr>
            <p:extLst>
              <p:ext uri="{D42A27DB-BD31-4B8C-83A1-F6EECF244321}">
                <p14:modId xmlns:p14="http://schemas.microsoft.com/office/powerpoint/2010/main" val="1716811857"/>
              </p:ext>
            </p:extLst>
          </p:nvPr>
        </p:nvGraphicFramePr>
        <p:xfrm>
          <a:off x="1335881" y="378131"/>
          <a:ext cx="3028950" cy="779860"/>
        </p:xfrm>
        <a:graphic>
          <a:graphicData uri="http://schemas.openxmlformats.org/presentationml/2006/ole">
            <mc:AlternateContent xmlns:mc="http://schemas.openxmlformats.org/markup-compatibility/2006">
              <mc:Choice xmlns:v="urn:schemas-microsoft-com:vml" Requires="v">
                <p:oleObj spid="_x0000_s210851" name="公式" r:id="rId5" imgW="1637589" imgH="393529" progId="Equation.3">
                  <p:embed/>
                </p:oleObj>
              </mc:Choice>
              <mc:Fallback>
                <p:oleObj name="公式" r:id="rId5" imgW="1637589" imgH="393529" progId="Equation.3">
                  <p:embed/>
                  <p:pic>
                    <p:nvPicPr>
                      <p:cNvPr id="0" name="Object 98"/>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335881" y="378131"/>
                        <a:ext cx="3028950" cy="77986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4435" name="Object 99"/>
          <p:cNvGraphicFramePr>
            <a:graphicFrameLocks noChangeAspect="1"/>
          </p:cNvGraphicFramePr>
          <p:nvPr>
            <p:extLst>
              <p:ext uri="{D42A27DB-BD31-4B8C-83A1-F6EECF244321}">
                <p14:modId xmlns:p14="http://schemas.microsoft.com/office/powerpoint/2010/main" val="2999373560"/>
              </p:ext>
            </p:extLst>
          </p:nvPr>
        </p:nvGraphicFramePr>
        <p:xfrm>
          <a:off x="1601391" y="2813935"/>
          <a:ext cx="2931319" cy="908447"/>
        </p:xfrm>
        <a:graphic>
          <a:graphicData uri="http://schemas.openxmlformats.org/presentationml/2006/ole">
            <mc:AlternateContent xmlns:mc="http://schemas.openxmlformats.org/markup-compatibility/2006">
              <mc:Choice xmlns:v="urn:schemas-microsoft-com:vml" Requires="v">
                <p:oleObj spid="_x0000_s210852" name="Equation" r:id="rId7" imgW="1460160" imgH="431640" progId="Equation.DSMT4">
                  <p:embed/>
                </p:oleObj>
              </mc:Choice>
              <mc:Fallback>
                <p:oleObj name="Equation" r:id="rId7" imgW="1460160" imgH="431640" progId="Equation.DSMT4">
                  <p:embed/>
                  <p:pic>
                    <p:nvPicPr>
                      <p:cNvPr id="0" name="Object 99"/>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601391" y="2813935"/>
                        <a:ext cx="2931319" cy="90844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nvGrpSpPr>
          <p:cNvPr id="95" name="组合 94"/>
          <p:cNvGrpSpPr/>
          <p:nvPr/>
        </p:nvGrpSpPr>
        <p:grpSpPr>
          <a:xfrm>
            <a:off x="5312331" y="216694"/>
            <a:ext cx="1949054" cy="1385888"/>
            <a:chOff x="8054975" y="288925"/>
            <a:chExt cx="2598738" cy="1847850"/>
          </a:xfrm>
        </p:grpSpPr>
        <p:graphicFrame>
          <p:nvGraphicFramePr>
            <p:cNvPr id="51" name="Object 98"/>
            <p:cNvGraphicFramePr>
              <a:graphicFrameLocks noChangeAspect="1"/>
            </p:cNvGraphicFramePr>
            <p:nvPr/>
          </p:nvGraphicFramePr>
          <p:xfrm>
            <a:off x="8054975" y="1498600"/>
            <a:ext cx="2598738" cy="638175"/>
          </p:xfrm>
          <a:graphic>
            <a:graphicData uri="http://schemas.openxmlformats.org/presentationml/2006/ole">
              <mc:AlternateContent xmlns:mc="http://schemas.openxmlformats.org/markup-compatibility/2006">
                <mc:Choice xmlns:v="urn:schemas-microsoft-com:vml" Requires="v">
                  <p:oleObj spid="_x0000_s210853" name="公式" r:id="rId9" imgW="1054080" imgH="241200" progId="Equation.DSMT4">
                    <p:embed/>
                  </p:oleObj>
                </mc:Choice>
                <mc:Fallback>
                  <p:oleObj name="公式" r:id="rId9" imgW="1054080" imgH="241200" progId="Equation.DSMT4">
                    <p:embed/>
                    <p:pic>
                      <p:nvPicPr>
                        <p:cNvPr id="0" name="Picture 60"/>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8054975" y="1498600"/>
                          <a:ext cx="2598738" cy="638175"/>
                        </a:xfrm>
                        <a:prstGeom prst="rect">
                          <a:avLst/>
                        </a:prstGeom>
                        <a:noFill/>
                        <a:ln w="9525">
                          <a:solidFill>
                            <a:srgbClr val="FF0000"/>
                          </a:solidFill>
                          <a:miter lim="800000"/>
                          <a:headEnd/>
                          <a:tailEnd/>
                        </a:ln>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52" name="Object 98"/>
            <p:cNvGraphicFramePr>
              <a:graphicFrameLocks noChangeAspect="1"/>
            </p:cNvGraphicFramePr>
            <p:nvPr/>
          </p:nvGraphicFramePr>
          <p:xfrm>
            <a:off x="8054975" y="893763"/>
            <a:ext cx="1909762" cy="604837"/>
          </p:xfrm>
          <a:graphic>
            <a:graphicData uri="http://schemas.openxmlformats.org/presentationml/2006/ole">
              <mc:AlternateContent xmlns:mc="http://schemas.openxmlformats.org/markup-compatibility/2006">
                <mc:Choice xmlns:v="urn:schemas-microsoft-com:vml" Requires="v">
                  <p:oleObj spid="_x0000_s210854" name="公式" r:id="rId11" imgW="774360" imgH="228600" progId="Equation.DSMT4">
                    <p:embed/>
                  </p:oleObj>
                </mc:Choice>
                <mc:Fallback>
                  <p:oleObj name="公式" r:id="rId11" imgW="774360" imgH="228600" progId="Equation.DSMT4">
                    <p:embed/>
                    <p:pic>
                      <p:nvPicPr>
                        <p:cNvPr id="0" name="Picture 61"/>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8054975" y="893763"/>
                          <a:ext cx="1909762" cy="604837"/>
                        </a:xfrm>
                        <a:prstGeom prst="rect">
                          <a:avLst/>
                        </a:prstGeom>
                        <a:noFill/>
                        <a:ln w="9525">
                          <a:solidFill>
                            <a:srgbClr val="FF0000"/>
                          </a:solidFill>
                          <a:miter lim="800000"/>
                          <a:headEnd/>
                          <a:tailEnd/>
                        </a:ln>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53" name="Object 98"/>
            <p:cNvGraphicFramePr>
              <a:graphicFrameLocks noChangeAspect="1"/>
            </p:cNvGraphicFramePr>
            <p:nvPr/>
          </p:nvGraphicFramePr>
          <p:xfrm>
            <a:off x="8054975" y="288925"/>
            <a:ext cx="1878013" cy="604838"/>
          </p:xfrm>
          <a:graphic>
            <a:graphicData uri="http://schemas.openxmlformats.org/presentationml/2006/ole">
              <mc:AlternateContent xmlns:mc="http://schemas.openxmlformats.org/markup-compatibility/2006">
                <mc:Choice xmlns:v="urn:schemas-microsoft-com:vml" Requires="v">
                  <p:oleObj spid="_x0000_s210855" name="公式" r:id="rId13" imgW="761760" imgH="228600" progId="Equation.DSMT4">
                    <p:embed/>
                  </p:oleObj>
                </mc:Choice>
                <mc:Fallback>
                  <p:oleObj name="公式" r:id="rId13" imgW="761760" imgH="228600" progId="Equation.DSMT4">
                    <p:embed/>
                    <p:pic>
                      <p:nvPicPr>
                        <p:cNvPr id="0" name="Picture 62"/>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8054975" y="288925"/>
                          <a:ext cx="1878013" cy="604838"/>
                        </a:xfrm>
                        <a:prstGeom prst="rect">
                          <a:avLst/>
                        </a:prstGeom>
                        <a:noFill/>
                        <a:ln w="9525">
                          <a:solidFill>
                            <a:srgbClr val="FF0000"/>
                          </a:solidFill>
                          <a:miter lim="800000"/>
                          <a:headEnd/>
                          <a:tailEnd/>
                        </a:ln>
                        <a:extLst>
                          <a:ext uri="{909E8E84-426E-40DD-AFC4-6F175D3DCCD1}">
                            <a14:hiddenFill xmlns:a14="http://schemas.microsoft.com/office/drawing/2010/main">
                              <a:solidFill>
                                <a:srgbClr val="FFFFFF"/>
                              </a:solidFill>
                            </a14:hiddenFill>
                          </a:ext>
                        </a:extLst>
                      </p:spPr>
                    </p:pic>
                  </p:oleObj>
                </mc:Fallback>
              </mc:AlternateContent>
            </a:graphicData>
          </a:graphic>
        </p:graphicFrame>
      </p:grpSp>
      <p:grpSp>
        <p:nvGrpSpPr>
          <p:cNvPr id="50" name="Group 57"/>
          <p:cNvGrpSpPr>
            <a:grpSpLocks/>
          </p:cNvGrpSpPr>
          <p:nvPr/>
        </p:nvGrpSpPr>
        <p:grpSpPr bwMode="auto">
          <a:xfrm>
            <a:off x="1483966" y="4074104"/>
            <a:ext cx="3144441" cy="479822"/>
            <a:chOff x="3116" y="1933"/>
            <a:chExt cx="2641" cy="403"/>
          </a:xfrm>
          <a:noFill/>
        </p:grpSpPr>
        <p:sp>
          <p:nvSpPr>
            <p:cNvPr id="54" name="Text Box 53"/>
            <p:cNvSpPr txBox="1">
              <a:spLocks noChangeArrowheads="1"/>
            </p:cNvSpPr>
            <p:nvPr/>
          </p:nvSpPr>
          <p:spPr bwMode="auto">
            <a:xfrm>
              <a:off x="3116" y="1933"/>
              <a:ext cx="2641" cy="403"/>
            </a:xfrm>
            <a:prstGeom prst="rect">
              <a:avLst/>
            </a:prstGeom>
            <a:grpFill/>
            <a:ln w="9525">
              <a:no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square">
              <a:spAutoFit/>
            </a:bodyPr>
            <a:lstStyle/>
            <a:p>
              <a:pPr>
                <a:lnSpc>
                  <a:spcPct val="120000"/>
                </a:lnSpc>
                <a:defRPr/>
              </a:pPr>
              <a:r>
                <a:rPr kumimoji="0" lang="en-US" altLang="zh-CN" sz="2100" dirty="0">
                  <a:solidFill>
                    <a:srgbClr val="000000"/>
                  </a:solidFill>
                </a:rPr>
                <a:t>       </a:t>
              </a:r>
              <a:r>
                <a:rPr kumimoji="0" lang="zh-CN" altLang="en-US" sz="2100" dirty="0">
                  <a:solidFill>
                    <a:srgbClr val="000000"/>
                  </a:solidFill>
                </a:rPr>
                <a:t>的方向垂直屏幕向内</a:t>
              </a:r>
            </a:p>
          </p:txBody>
        </p:sp>
        <p:graphicFrame>
          <p:nvGraphicFramePr>
            <p:cNvPr id="55" name="Object 54"/>
            <p:cNvGraphicFramePr>
              <a:graphicFrameLocks noChangeAspect="1"/>
            </p:cNvGraphicFramePr>
            <p:nvPr>
              <p:extLst>
                <p:ext uri="{D42A27DB-BD31-4B8C-83A1-F6EECF244321}">
                  <p14:modId xmlns:p14="http://schemas.microsoft.com/office/powerpoint/2010/main" val="3455711614"/>
                </p:ext>
              </p:extLst>
            </p:nvPr>
          </p:nvGraphicFramePr>
          <p:xfrm>
            <a:off x="3303" y="1970"/>
            <a:ext cx="219" cy="301"/>
          </p:xfrm>
          <a:graphic>
            <a:graphicData uri="http://schemas.openxmlformats.org/presentationml/2006/ole">
              <mc:AlternateContent xmlns:mc="http://schemas.openxmlformats.org/markup-compatibility/2006">
                <mc:Choice xmlns:v="urn:schemas-microsoft-com:vml" Requires="v">
                  <p:oleObj spid="_x0000_s210856" name="Equation" r:id="rId15" imgW="152280" imgH="190440" progId="Equation.DSMT4">
                    <p:embed/>
                  </p:oleObj>
                </mc:Choice>
                <mc:Fallback>
                  <p:oleObj name="Equation" r:id="rId15" imgW="152280" imgH="190440" progId="Equation.DSMT4">
                    <p:embed/>
                    <p:pic>
                      <p:nvPicPr>
                        <p:cNvPr id="0" name=""/>
                        <p:cNvPicPr>
                          <a:picLocks noChangeAspect="1" noChangeArrowheads="1"/>
                        </p:cNvPicPr>
                        <p:nvPr/>
                      </p:nvPicPr>
                      <p:blipFill>
                        <a:blip r:embed="rId16"/>
                        <a:srcRect/>
                        <a:stretch>
                          <a:fillRect/>
                        </a:stretch>
                      </p:blipFill>
                      <p:spPr bwMode="auto">
                        <a:xfrm>
                          <a:off x="3303" y="1970"/>
                          <a:ext cx="219" cy="301"/>
                        </a:xfrm>
                        <a:prstGeom prst="rect">
                          <a:avLst/>
                        </a:prstGeom>
                        <a:noFill/>
                        <a:ln>
                          <a:noFill/>
                        </a:ln>
                        <a:extLst>
                          <a:ext uri="{909E8E84-426E-40DD-AFC4-6F175D3DCCD1}">
                            <a14:hiddenFill xmlns:a14="http://schemas.microsoft.com/office/drawing/2010/main">
                              <a:solidFill>
                                <a:schemeClr val="accent2"/>
                              </a:solidFill>
                            </a14:hiddenFill>
                          </a:ext>
                          <a:ext uri="{91240B29-F687-4F45-9708-019B960494DF}">
                            <a14:hiddenLine xmlns:a14="http://schemas.microsoft.com/office/drawing/2010/main" w="9525">
                              <a:solidFill>
                                <a:srgbClr val="CC00CC"/>
                              </a:solidFill>
                              <a:miter lim="800000"/>
                              <a:headEnd/>
                              <a:tailEnd/>
                            </a14:hiddenLine>
                          </a:ext>
                        </a:extLst>
                      </p:spPr>
                    </p:pic>
                  </p:oleObj>
                </mc:Fallback>
              </mc:AlternateContent>
            </a:graphicData>
          </a:graphic>
        </p:graphicFrame>
      </p:grpSp>
      <p:pic>
        <p:nvPicPr>
          <p:cNvPr id="2" name="图片 1"/>
          <p:cNvPicPr>
            <a:picLocks noChangeAspect="1"/>
          </p:cNvPicPr>
          <p:nvPr/>
        </p:nvPicPr>
        <p:blipFill>
          <a:blip r:embed="rId17"/>
          <a:stretch>
            <a:fillRect/>
          </a:stretch>
        </p:blipFill>
        <p:spPr>
          <a:xfrm>
            <a:off x="5768609" y="1868295"/>
            <a:ext cx="2578832" cy="2969009"/>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5" fill="hold" nodeType="clickEffect">
                                  <p:stCondLst>
                                    <p:cond delay="0"/>
                                  </p:stCondLst>
                                  <p:childTnLst>
                                    <p:set>
                                      <p:cBhvr>
                                        <p:cTn id="6" dur="1" fill="hold">
                                          <p:stCondLst>
                                            <p:cond delay="0"/>
                                          </p:stCondLst>
                                        </p:cTn>
                                        <p:tgtEl>
                                          <p:spTgt spid="14340"/>
                                        </p:tgtEl>
                                        <p:attrNameLst>
                                          <p:attrName>style.visibility</p:attrName>
                                        </p:attrNameLst>
                                      </p:cBhvr>
                                      <p:to>
                                        <p:strVal val="visible"/>
                                      </p:to>
                                    </p:set>
                                    <p:animEffect transition="in" filter="blinds(vertical)">
                                      <p:cBhvr>
                                        <p:cTn id="7" dur="500"/>
                                        <p:tgtEl>
                                          <p:spTgt spid="14340"/>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5" fill="hold" nodeType="clickEffect">
                                  <p:stCondLst>
                                    <p:cond delay="0"/>
                                  </p:stCondLst>
                                  <p:childTnLst>
                                    <p:set>
                                      <p:cBhvr>
                                        <p:cTn id="11" dur="1" fill="hold">
                                          <p:stCondLst>
                                            <p:cond delay="0"/>
                                          </p:stCondLst>
                                        </p:cTn>
                                        <p:tgtEl>
                                          <p:spTgt spid="14435"/>
                                        </p:tgtEl>
                                        <p:attrNameLst>
                                          <p:attrName>style.visibility</p:attrName>
                                        </p:attrNameLst>
                                      </p:cBhvr>
                                      <p:to>
                                        <p:strVal val="visible"/>
                                      </p:to>
                                    </p:set>
                                    <p:animEffect transition="in" filter="blinds(vertical)">
                                      <p:cBhvr>
                                        <p:cTn id="12" dur="500"/>
                                        <p:tgtEl>
                                          <p:spTgt spid="14435"/>
                                        </p:tgtEl>
                                      </p:cBhvr>
                                    </p:animEffect>
                                  </p:childTnLst>
                                </p:cTn>
                              </p:par>
                            </p:childTnLst>
                          </p:cTn>
                        </p:par>
                        <p:par>
                          <p:cTn id="13" fill="hold">
                            <p:stCondLst>
                              <p:cond delay="500"/>
                            </p:stCondLst>
                            <p:childTnLst>
                              <p:par>
                                <p:cTn id="14" presetID="4" presetClass="entr" presetSubtype="32" fill="hold" nodeType="afterEffect">
                                  <p:stCondLst>
                                    <p:cond delay="0"/>
                                  </p:stCondLst>
                                  <p:childTnLst>
                                    <p:set>
                                      <p:cBhvr>
                                        <p:cTn id="15" dur="1" fill="hold">
                                          <p:stCondLst>
                                            <p:cond delay="0"/>
                                          </p:stCondLst>
                                        </p:cTn>
                                        <p:tgtEl>
                                          <p:spTgt spid="50"/>
                                        </p:tgtEl>
                                        <p:attrNameLst>
                                          <p:attrName>style.visibility</p:attrName>
                                        </p:attrNameLst>
                                      </p:cBhvr>
                                      <p:to>
                                        <p:strVal val="visible"/>
                                      </p:to>
                                    </p:set>
                                    <p:animEffect transition="in" filter="box(out)">
                                      <p:cBhvr>
                                        <p:cTn id="16" dur="500"/>
                                        <p:tgtEl>
                                          <p:spTgt spid="5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5891" name="Object 51"/>
          <p:cNvGraphicFramePr>
            <a:graphicFrameLocks noChangeAspect="1"/>
          </p:cNvGraphicFramePr>
          <p:nvPr>
            <p:extLst>
              <p:ext uri="{D42A27DB-BD31-4B8C-83A1-F6EECF244321}">
                <p14:modId xmlns:p14="http://schemas.microsoft.com/office/powerpoint/2010/main" val="2807265674"/>
              </p:ext>
            </p:extLst>
          </p:nvPr>
        </p:nvGraphicFramePr>
        <p:xfrm>
          <a:off x="2967061" y="1981319"/>
          <a:ext cx="1433513" cy="857250"/>
        </p:xfrm>
        <a:graphic>
          <a:graphicData uri="http://schemas.openxmlformats.org/presentationml/2006/ole">
            <mc:AlternateContent xmlns:mc="http://schemas.openxmlformats.org/markup-compatibility/2006">
              <mc:Choice xmlns:v="urn:schemas-microsoft-com:vml" Requires="v">
                <p:oleObj spid="_x0000_s219256" name="Equation" r:id="rId3" imgW="647640" imgH="431640" progId="Equation.DSMT4">
                  <p:embed/>
                </p:oleObj>
              </mc:Choice>
              <mc:Fallback>
                <p:oleObj name="Equation" r:id="rId3" imgW="647640" imgH="431640" progId="Equation.DSMT4">
                  <p:embed/>
                  <p:pic>
                    <p:nvPicPr>
                      <p:cNvPr id="0" name="Object 5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967061" y="1981319"/>
                        <a:ext cx="1433513" cy="8572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Lst>
                    </p:spPr>
                  </p:pic>
                </p:oleObj>
              </mc:Fallback>
            </mc:AlternateContent>
          </a:graphicData>
        </a:graphic>
      </p:graphicFrame>
      <p:graphicFrame>
        <p:nvGraphicFramePr>
          <p:cNvPr id="35892" name="Object 52"/>
          <p:cNvGraphicFramePr>
            <a:graphicFrameLocks noChangeAspect="1"/>
          </p:cNvGraphicFramePr>
          <p:nvPr/>
        </p:nvGraphicFramePr>
        <p:xfrm>
          <a:off x="1582365" y="1979144"/>
          <a:ext cx="940594" cy="853679"/>
        </p:xfrm>
        <a:graphic>
          <a:graphicData uri="http://schemas.openxmlformats.org/presentationml/2006/ole">
            <mc:AlternateContent xmlns:mc="http://schemas.openxmlformats.org/markup-compatibility/2006">
              <mc:Choice xmlns:v="urn:schemas-microsoft-com:vml" Requires="v">
                <p:oleObj spid="_x0000_s219257" name="公式" r:id="rId5" imgW="482600" imgH="457200" progId="Equation.3">
                  <p:embed/>
                </p:oleObj>
              </mc:Choice>
              <mc:Fallback>
                <p:oleObj name="公式" r:id="rId5" imgW="482600" imgH="457200" progId="Equation.3">
                  <p:embed/>
                  <p:pic>
                    <p:nvPicPr>
                      <p:cNvPr id="0" name="Object 52"/>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582365" y="1979144"/>
                        <a:ext cx="940594" cy="853679"/>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0245" name="Object 53"/>
          <p:cNvGraphicFramePr>
            <a:graphicFrameLocks noChangeAspect="1"/>
          </p:cNvGraphicFramePr>
          <p:nvPr>
            <p:extLst>
              <p:ext uri="{D42A27DB-BD31-4B8C-83A1-F6EECF244321}">
                <p14:modId xmlns:p14="http://schemas.microsoft.com/office/powerpoint/2010/main" val="3367903126"/>
              </p:ext>
            </p:extLst>
          </p:nvPr>
        </p:nvGraphicFramePr>
        <p:xfrm>
          <a:off x="3081285" y="205302"/>
          <a:ext cx="3365444" cy="899072"/>
        </p:xfrm>
        <a:graphic>
          <a:graphicData uri="http://schemas.openxmlformats.org/presentationml/2006/ole">
            <mc:AlternateContent xmlns:mc="http://schemas.openxmlformats.org/markup-compatibility/2006">
              <mc:Choice xmlns:v="urn:schemas-microsoft-com:vml" Requires="v">
                <p:oleObj spid="_x0000_s219258" name="Equation" r:id="rId7" imgW="1638000" imgH="431640" progId="Equation.DSMT4">
                  <p:embed/>
                </p:oleObj>
              </mc:Choice>
              <mc:Fallback>
                <p:oleObj name="Equation" r:id="rId7" imgW="1638000" imgH="431640" progId="Equation.DSMT4">
                  <p:embed/>
                  <p:pic>
                    <p:nvPicPr>
                      <p:cNvPr id="0" name="Object 53"/>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081285" y="205302"/>
                        <a:ext cx="3365444" cy="89907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5894" name="Rectangle 54"/>
          <p:cNvSpPr>
            <a:spLocks noChangeArrowheads="1"/>
          </p:cNvSpPr>
          <p:nvPr/>
        </p:nvSpPr>
        <p:spPr bwMode="auto">
          <a:xfrm>
            <a:off x="1424011" y="1350101"/>
            <a:ext cx="3348038" cy="461665"/>
          </a:xfrm>
          <a:prstGeom prst="rect">
            <a:avLst/>
          </a:prstGeom>
          <a:noFill/>
          <a:ln w="9525">
            <a:noFill/>
            <a:miter lim="800000"/>
            <a:headEnd/>
            <a:tailEnd/>
          </a:ln>
          <a:effectLst/>
        </p:spPr>
        <p:txBody>
          <a:bodyPr>
            <a:spAutoFit/>
          </a:bodyPr>
          <a:lstStyle/>
          <a:p>
            <a:pPr>
              <a:spcBef>
                <a:spcPct val="50000"/>
              </a:spcBef>
            </a:pPr>
            <a:r>
              <a:rPr kumimoji="0" lang="zh-CN" altLang="en-US" sz="2400" dirty="0">
                <a:solidFill>
                  <a:srgbClr val="CC0000"/>
                </a:solidFill>
                <a:ea typeface="宋体" charset="-122"/>
              </a:rPr>
              <a:t>无限长</a:t>
            </a:r>
            <a:r>
              <a:rPr kumimoji="0" lang="zh-CN" altLang="en-US" sz="2400" dirty="0">
                <a:solidFill>
                  <a:srgbClr val="000000"/>
                </a:solidFill>
                <a:ea typeface="宋体" charset="-122"/>
              </a:rPr>
              <a:t>载流长直导线</a:t>
            </a:r>
          </a:p>
        </p:txBody>
      </p:sp>
      <p:graphicFrame>
        <p:nvGraphicFramePr>
          <p:cNvPr id="35926" name="Object 86"/>
          <p:cNvGraphicFramePr>
            <a:graphicFrameLocks noChangeAspect="1"/>
          </p:cNvGraphicFramePr>
          <p:nvPr/>
        </p:nvGraphicFramePr>
        <p:xfrm>
          <a:off x="2953941" y="3756423"/>
          <a:ext cx="1543050" cy="872728"/>
        </p:xfrm>
        <a:graphic>
          <a:graphicData uri="http://schemas.openxmlformats.org/presentationml/2006/ole">
            <mc:AlternateContent xmlns:mc="http://schemas.openxmlformats.org/markup-compatibility/2006">
              <mc:Choice xmlns:v="urn:schemas-microsoft-com:vml" Requires="v">
                <p:oleObj spid="_x0000_s219259" name="Equation" r:id="rId9" imgW="698400" imgH="444240" progId="Equation.DSMT4">
                  <p:embed/>
                </p:oleObj>
              </mc:Choice>
              <mc:Fallback>
                <p:oleObj name="Equation" r:id="rId9" imgW="698400" imgH="444240" progId="Equation.DSMT4">
                  <p:embed/>
                  <p:pic>
                    <p:nvPicPr>
                      <p:cNvPr id="0" name="Object 86"/>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2953941" y="3756423"/>
                        <a:ext cx="1543050" cy="87272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Lst>
                    </p:spPr>
                  </p:pic>
                </p:oleObj>
              </mc:Fallback>
            </mc:AlternateContent>
          </a:graphicData>
        </a:graphic>
      </p:graphicFrame>
      <p:graphicFrame>
        <p:nvGraphicFramePr>
          <p:cNvPr id="35938" name="Object 98"/>
          <p:cNvGraphicFramePr>
            <a:graphicFrameLocks noChangeAspect="1"/>
          </p:cNvGraphicFramePr>
          <p:nvPr/>
        </p:nvGraphicFramePr>
        <p:xfrm>
          <a:off x="1613470" y="3598882"/>
          <a:ext cx="834629" cy="1134666"/>
        </p:xfrm>
        <a:graphic>
          <a:graphicData uri="http://schemas.openxmlformats.org/presentationml/2006/ole">
            <mc:AlternateContent xmlns:mc="http://schemas.openxmlformats.org/markup-compatibility/2006">
              <mc:Choice xmlns:v="urn:schemas-microsoft-com:vml" Requires="v">
                <p:oleObj spid="_x0000_s219260" name="公式" r:id="rId11" imgW="495085" imgH="634725" progId="Equation.3">
                  <p:embed/>
                </p:oleObj>
              </mc:Choice>
              <mc:Fallback>
                <p:oleObj name="公式" r:id="rId11" imgW="495085" imgH="634725" progId="Equation.3">
                  <p:embed/>
                  <p:pic>
                    <p:nvPicPr>
                      <p:cNvPr id="0" name="Object 98"/>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1613470" y="3598882"/>
                        <a:ext cx="834629" cy="1134666"/>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5925" name="Rectangle 85"/>
          <p:cNvSpPr>
            <a:spLocks noChangeArrowheads="1"/>
          </p:cNvSpPr>
          <p:nvPr/>
        </p:nvSpPr>
        <p:spPr bwMode="auto">
          <a:xfrm>
            <a:off x="1468064" y="3102888"/>
            <a:ext cx="3371850" cy="461665"/>
          </a:xfrm>
          <a:prstGeom prst="rect">
            <a:avLst/>
          </a:prstGeom>
          <a:noFill/>
          <a:ln w="9525">
            <a:noFill/>
            <a:miter lim="800000"/>
            <a:headEnd/>
            <a:tailEnd/>
          </a:ln>
          <a:effectLst/>
        </p:spPr>
        <p:txBody>
          <a:bodyPr>
            <a:spAutoFit/>
          </a:bodyPr>
          <a:lstStyle/>
          <a:p>
            <a:pPr>
              <a:spcBef>
                <a:spcPct val="50000"/>
              </a:spcBef>
            </a:pPr>
            <a:r>
              <a:rPr kumimoji="0" lang="zh-CN" altLang="en-US" sz="2400">
                <a:solidFill>
                  <a:srgbClr val="CC0000"/>
                </a:solidFill>
                <a:ea typeface="宋体" charset="-122"/>
              </a:rPr>
              <a:t>半无限长</a:t>
            </a:r>
            <a:r>
              <a:rPr kumimoji="0" lang="zh-CN" altLang="en-US" sz="2400">
                <a:solidFill>
                  <a:srgbClr val="000000"/>
                </a:solidFill>
                <a:ea typeface="宋体" charset="-122"/>
              </a:rPr>
              <a:t>载流长直导线</a:t>
            </a:r>
          </a:p>
        </p:txBody>
      </p:sp>
      <p:grpSp>
        <p:nvGrpSpPr>
          <p:cNvPr id="38" name="组合 37"/>
          <p:cNvGrpSpPr/>
          <p:nvPr/>
        </p:nvGrpSpPr>
        <p:grpSpPr>
          <a:xfrm>
            <a:off x="6108352" y="1761718"/>
            <a:ext cx="2705100" cy="2970609"/>
            <a:chOff x="5590500" y="2276075"/>
            <a:chExt cx="3606800" cy="3960812"/>
          </a:xfrm>
        </p:grpSpPr>
        <p:grpSp>
          <p:nvGrpSpPr>
            <p:cNvPr id="39" name="Group 68"/>
            <p:cNvGrpSpPr>
              <a:grpSpLocks/>
            </p:cNvGrpSpPr>
            <p:nvPr/>
          </p:nvGrpSpPr>
          <p:grpSpPr bwMode="auto">
            <a:xfrm>
              <a:off x="5590500" y="2276075"/>
              <a:ext cx="3606800" cy="3960812"/>
              <a:chOff x="517" y="1253"/>
              <a:chExt cx="2272" cy="2495"/>
            </a:xfrm>
          </p:grpSpPr>
          <p:grpSp>
            <p:nvGrpSpPr>
              <p:cNvPr id="41" name="Group 67"/>
              <p:cNvGrpSpPr>
                <a:grpSpLocks/>
              </p:cNvGrpSpPr>
              <p:nvPr/>
            </p:nvGrpSpPr>
            <p:grpSpPr bwMode="auto">
              <a:xfrm>
                <a:off x="517" y="1253"/>
                <a:ext cx="2272" cy="2495"/>
                <a:chOff x="517" y="1253"/>
                <a:chExt cx="2272" cy="2495"/>
              </a:xfrm>
            </p:grpSpPr>
            <p:sp>
              <p:nvSpPr>
                <p:cNvPr id="65" name="Rectangle 10"/>
                <p:cNvSpPr>
                  <a:spLocks noChangeArrowheads="1"/>
                </p:cNvSpPr>
                <p:nvPr/>
              </p:nvSpPr>
              <p:spPr bwMode="auto">
                <a:xfrm>
                  <a:off x="517" y="1253"/>
                  <a:ext cx="2069" cy="2495"/>
                </a:xfrm>
                <a:prstGeom prst="rect">
                  <a:avLst/>
                </a:prstGeom>
                <a:solidFill>
                  <a:schemeClr val="bg1"/>
                </a:solidFill>
                <a:ln w="9525">
                  <a:noFill/>
                  <a:miter lim="800000"/>
                  <a:headEnd/>
                  <a:tailEnd/>
                </a:ln>
                <a:effectLst/>
              </p:spPr>
              <p:txBody>
                <a:bodyPr wrap="none" anchor="ctr"/>
                <a:lstStyle/>
                <a:p>
                  <a:endParaRPr kumimoji="0" lang="zh-CN" altLang="en-US" sz="1350" b="0">
                    <a:solidFill>
                      <a:prstClr val="black"/>
                    </a:solidFill>
                    <a:latin typeface="Arial" charset="0"/>
                    <a:ea typeface="宋体" charset="-122"/>
                  </a:endParaRPr>
                </a:p>
              </p:txBody>
            </p:sp>
            <p:sp>
              <p:nvSpPr>
                <p:cNvPr id="66" name="Line 11"/>
                <p:cNvSpPr>
                  <a:spLocks noChangeShapeType="1"/>
                </p:cNvSpPr>
                <p:nvPr/>
              </p:nvSpPr>
              <p:spPr bwMode="auto">
                <a:xfrm>
                  <a:off x="1044" y="2885"/>
                  <a:ext cx="1380" cy="0"/>
                </a:xfrm>
                <a:prstGeom prst="line">
                  <a:avLst/>
                </a:prstGeom>
                <a:noFill/>
                <a:ln w="12700">
                  <a:solidFill>
                    <a:srgbClr val="000000"/>
                  </a:solidFill>
                  <a:round/>
                  <a:headEnd/>
                  <a:tailEnd type="triangle" w="sm" len="lg"/>
                </a:ln>
                <a:effectLst/>
              </p:spPr>
              <p:txBody>
                <a:bodyPr wrap="none" anchor="ctr"/>
                <a:lstStyle/>
                <a:p>
                  <a:pPr eaLnBrk="0" hangingPunct="0"/>
                  <a:endParaRPr kumimoji="0" lang="zh-CN" altLang="en-US" sz="1350" b="0">
                    <a:solidFill>
                      <a:prstClr val="black"/>
                    </a:solidFill>
                    <a:latin typeface="Arial" charset="0"/>
                    <a:ea typeface="宋体" charset="-122"/>
                  </a:endParaRPr>
                </a:p>
              </p:txBody>
            </p:sp>
            <p:sp>
              <p:nvSpPr>
                <p:cNvPr id="67" name="Line 12"/>
                <p:cNvSpPr>
                  <a:spLocks noChangeShapeType="1"/>
                </p:cNvSpPr>
                <p:nvPr/>
              </p:nvSpPr>
              <p:spPr bwMode="auto">
                <a:xfrm flipV="1">
                  <a:off x="1020" y="1298"/>
                  <a:ext cx="0" cy="1608"/>
                </a:xfrm>
                <a:prstGeom prst="line">
                  <a:avLst/>
                </a:prstGeom>
                <a:noFill/>
                <a:ln w="12700">
                  <a:solidFill>
                    <a:srgbClr val="000000"/>
                  </a:solidFill>
                  <a:round/>
                  <a:headEnd/>
                  <a:tailEnd type="triangle" w="sm" len="lg"/>
                </a:ln>
                <a:effectLst/>
              </p:spPr>
              <p:txBody>
                <a:bodyPr wrap="none" anchor="ctr"/>
                <a:lstStyle/>
                <a:p>
                  <a:pPr eaLnBrk="0" hangingPunct="0"/>
                  <a:endParaRPr kumimoji="0" lang="zh-CN" altLang="en-US" sz="1350" b="0">
                    <a:solidFill>
                      <a:prstClr val="black"/>
                    </a:solidFill>
                    <a:latin typeface="Arial" charset="0"/>
                    <a:ea typeface="宋体" charset="-122"/>
                  </a:endParaRPr>
                </a:p>
              </p:txBody>
            </p:sp>
            <p:graphicFrame>
              <p:nvGraphicFramePr>
                <p:cNvPr id="68" name="Object 14"/>
                <p:cNvGraphicFramePr>
                  <a:graphicFrameLocks noChangeAspect="1"/>
                </p:cNvGraphicFramePr>
                <p:nvPr/>
              </p:nvGraphicFramePr>
              <p:xfrm>
                <a:off x="2391" y="2885"/>
                <a:ext cx="171" cy="207"/>
              </p:xfrm>
              <a:graphic>
                <a:graphicData uri="http://schemas.openxmlformats.org/presentationml/2006/ole">
                  <mc:AlternateContent xmlns:mc="http://schemas.openxmlformats.org/markup-compatibility/2006">
                    <mc:Choice xmlns:v="urn:schemas-microsoft-com:vml" Requires="v">
                      <p:oleObj spid="_x0000_s219261" name="公式" r:id="rId13" imgW="190417" imgH="241195" progId="Equation.3">
                        <p:embed/>
                      </p:oleObj>
                    </mc:Choice>
                    <mc:Fallback>
                      <p:oleObj name="公式" r:id="rId13" imgW="190417" imgH="241195" progId="Equation.3">
                        <p:embed/>
                        <p:pic>
                          <p:nvPicPr>
                            <p:cNvPr id="0" name="Object 14"/>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2391" y="2885"/>
                              <a:ext cx="171" cy="20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69" name="Object 16"/>
                <p:cNvGraphicFramePr>
                  <a:graphicFrameLocks noChangeAspect="1"/>
                </p:cNvGraphicFramePr>
                <p:nvPr/>
              </p:nvGraphicFramePr>
              <p:xfrm>
                <a:off x="842" y="1347"/>
                <a:ext cx="173" cy="172"/>
              </p:xfrm>
              <a:graphic>
                <a:graphicData uri="http://schemas.openxmlformats.org/presentationml/2006/ole">
                  <mc:AlternateContent xmlns:mc="http://schemas.openxmlformats.org/markup-compatibility/2006">
                    <mc:Choice xmlns:v="urn:schemas-microsoft-com:vml" Requires="v">
                      <p:oleObj spid="_x0000_s219262" name="Equation" r:id="rId15" imgW="164885" imgH="164885" progId="Equation.3">
                        <p:embed/>
                      </p:oleObj>
                    </mc:Choice>
                    <mc:Fallback>
                      <p:oleObj name="Equation" r:id="rId15" imgW="164885" imgH="164885" progId="Equation.3">
                        <p:embed/>
                        <p:pic>
                          <p:nvPicPr>
                            <p:cNvPr id="0" name="Object 16"/>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842" y="1347"/>
                              <a:ext cx="173" cy="17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70" name="AutoShape 17"/>
                <p:cNvSpPr>
                  <a:spLocks noChangeArrowheads="1"/>
                </p:cNvSpPr>
                <p:nvPr/>
              </p:nvSpPr>
              <p:spPr bwMode="auto">
                <a:xfrm>
                  <a:off x="963" y="1648"/>
                  <a:ext cx="81" cy="1850"/>
                </a:xfrm>
                <a:prstGeom prst="can">
                  <a:avLst>
                    <a:gd name="adj" fmla="val 82370"/>
                  </a:avLst>
                </a:prstGeom>
                <a:ln>
                  <a:headEnd/>
                  <a:tailEnd/>
                </a:ln>
                <a:extLst/>
              </p:spPr>
              <p:style>
                <a:lnRef idx="1">
                  <a:schemeClr val="dk1"/>
                </a:lnRef>
                <a:fillRef idx="2">
                  <a:schemeClr val="dk1"/>
                </a:fillRef>
                <a:effectRef idx="1">
                  <a:schemeClr val="dk1"/>
                </a:effectRef>
                <a:fontRef idx="minor">
                  <a:schemeClr val="dk1"/>
                </a:fontRef>
              </p:style>
              <p:txBody>
                <a:bodyPr wrap="none" anchor="ctr"/>
                <a:lstStyle/>
                <a:p>
                  <a:pPr>
                    <a:defRPr/>
                  </a:pPr>
                  <a:endParaRPr kumimoji="0" lang="zh-CN" altLang="en-US" sz="1350" b="0">
                    <a:solidFill>
                      <a:prstClr val="black"/>
                    </a:solidFill>
                    <a:latin typeface="Arial" charset="0"/>
                  </a:endParaRPr>
                </a:p>
              </p:txBody>
            </p:sp>
            <p:graphicFrame>
              <p:nvGraphicFramePr>
                <p:cNvPr id="72" name="Object 19"/>
                <p:cNvGraphicFramePr>
                  <a:graphicFrameLocks noChangeAspect="1"/>
                </p:cNvGraphicFramePr>
                <p:nvPr/>
              </p:nvGraphicFramePr>
              <p:xfrm>
                <a:off x="801" y="2638"/>
                <a:ext cx="132" cy="193"/>
              </p:xfrm>
              <a:graphic>
                <a:graphicData uri="http://schemas.openxmlformats.org/presentationml/2006/ole">
                  <mc:AlternateContent xmlns:mc="http://schemas.openxmlformats.org/markup-compatibility/2006">
                    <mc:Choice xmlns:v="urn:schemas-microsoft-com:vml" Requires="v">
                      <p:oleObj spid="_x0000_s219263" name="Equation" r:id="rId17" imgW="164880" imgH="228600" progId="Equation.3">
                        <p:embed/>
                      </p:oleObj>
                    </mc:Choice>
                    <mc:Fallback>
                      <p:oleObj name="Equation" r:id="rId17" imgW="164880" imgH="228600" progId="Equation.3">
                        <p:embed/>
                        <p:pic>
                          <p:nvPicPr>
                            <p:cNvPr id="0" name="Object 19"/>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801" y="2638"/>
                              <a:ext cx="132" cy="19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73" name="Text Box 20"/>
                <p:cNvSpPr txBox="1">
                  <a:spLocks noChangeArrowheads="1"/>
                </p:cNvSpPr>
                <p:nvPr/>
              </p:nvSpPr>
              <p:spPr bwMode="auto">
                <a:xfrm>
                  <a:off x="1978" y="2888"/>
                  <a:ext cx="811" cy="388"/>
                </a:xfrm>
                <a:prstGeom prst="rect">
                  <a:avLst/>
                </a:prstGeom>
                <a:noFill/>
                <a:ln w="9525">
                  <a:noFill/>
                  <a:miter lim="800000"/>
                  <a:headEnd/>
                  <a:tailEnd/>
                </a:ln>
                <a:effectLst/>
              </p:spPr>
              <p:txBody>
                <a:bodyPr>
                  <a:spAutoFit/>
                </a:bodyPr>
                <a:lstStyle/>
                <a:p>
                  <a:pPr>
                    <a:spcBef>
                      <a:spcPct val="50000"/>
                    </a:spcBef>
                  </a:pPr>
                  <a:r>
                    <a:rPr kumimoji="0" lang="en-US" altLang="zh-CN" sz="2400" b="0" i="1">
                      <a:solidFill>
                        <a:srgbClr val="000000"/>
                      </a:solidFill>
                      <a:ea typeface="宋体" charset="-122"/>
                    </a:rPr>
                    <a:t>P</a:t>
                  </a:r>
                </a:p>
              </p:txBody>
            </p:sp>
            <p:sp>
              <p:nvSpPr>
                <p:cNvPr id="74" name="Text Box 21"/>
                <p:cNvSpPr txBox="1">
                  <a:spLocks noChangeArrowheads="1"/>
                </p:cNvSpPr>
                <p:nvPr/>
              </p:nvSpPr>
              <p:spPr bwMode="auto">
                <a:xfrm>
                  <a:off x="720" y="3240"/>
                  <a:ext cx="730" cy="349"/>
                </a:xfrm>
                <a:prstGeom prst="rect">
                  <a:avLst/>
                </a:prstGeom>
                <a:noFill/>
                <a:ln w="9525">
                  <a:noFill/>
                  <a:miter lim="800000"/>
                  <a:headEnd/>
                  <a:tailEnd/>
                </a:ln>
                <a:effectLst/>
              </p:spPr>
              <p:txBody>
                <a:bodyPr>
                  <a:spAutoFit/>
                </a:bodyPr>
                <a:lstStyle/>
                <a:p>
                  <a:pPr>
                    <a:spcBef>
                      <a:spcPct val="50000"/>
                    </a:spcBef>
                  </a:pPr>
                  <a:r>
                    <a:rPr kumimoji="0" lang="en-US" altLang="zh-CN" sz="2100" b="0" i="1">
                      <a:solidFill>
                        <a:srgbClr val="000000"/>
                      </a:solidFill>
                      <a:ea typeface="宋体" charset="-122"/>
                    </a:rPr>
                    <a:t>C</a:t>
                  </a:r>
                </a:p>
              </p:txBody>
            </p:sp>
            <p:sp>
              <p:nvSpPr>
                <p:cNvPr id="75" name="Text Box 22"/>
                <p:cNvSpPr txBox="1">
                  <a:spLocks noChangeArrowheads="1"/>
                </p:cNvSpPr>
                <p:nvPr/>
              </p:nvSpPr>
              <p:spPr bwMode="auto">
                <a:xfrm>
                  <a:off x="688" y="1525"/>
                  <a:ext cx="650" cy="349"/>
                </a:xfrm>
                <a:prstGeom prst="rect">
                  <a:avLst/>
                </a:prstGeom>
                <a:noFill/>
                <a:ln w="9525">
                  <a:noFill/>
                  <a:miter lim="800000"/>
                  <a:headEnd/>
                  <a:tailEnd/>
                </a:ln>
                <a:effectLst/>
              </p:spPr>
              <p:txBody>
                <a:bodyPr>
                  <a:spAutoFit/>
                </a:bodyPr>
                <a:lstStyle/>
                <a:p>
                  <a:pPr>
                    <a:spcBef>
                      <a:spcPct val="50000"/>
                    </a:spcBef>
                  </a:pPr>
                  <a:r>
                    <a:rPr kumimoji="0" lang="en-US" altLang="zh-CN" sz="2100" b="0" i="1">
                      <a:solidFill>
                        <a:srgbClr val="000000"/>
                      </a:solidFill>
                      <a:ea typeface="宋体" charset="-122"/>
                    </a:rPr>
                    <a:t>D</a:t>
                  </a:r>
                </a:p>
              </p:txBody>
            </p:sp>
            <p:graphicFrame>
              <p:nvGraphicFramePr>
                <p:cNvPr id="76" name="Object 23"/>
                <p:cNvGraphicFramePr>
                  <a:graphicFrameLocks noChangeAspect="1"/>
                </p:cNvGraphicFramePr>
                <p:nvPr/>
              </p:nvGraphicFramePr>
              <p:xfrm>
                <a:off x="1066" y="2885"/>
                <a:ext cx="148" cy="183"/>
              </p:xfrm>
              <a:graphic>
                <a:graphicData uri="http://schemas.openxmlformats.org/presentationml/2006/ole">
                  <mc:AlternateContent xmlns:mc="http://schemas.openxmlformats.org/markup-compatibility/2006">
                    <mc:Choice xmlns:v="urn:schemas-microsoft-com:vml" Requires="v">
                      <p:oleObj spid="_x0000_s219264" name="Equation" r:id="rId19" imgW="164880" imgH="190440" progId="Equation.3">
                        <p:embed/>
                      </p:oleObj>
                    </mc:Choice>
                    <mc:Fallback>
                      <p:oleObj name="Equation" r:id="rId19" imgW="164880" imgH="190440" progId="Equation.3">
                        <p:embed/>
                        <p:pic>
                          <p:nvPicPr>
                            <p:cNvPr id="0" name="Object 23"/>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1066" y="2885"/>
                              <a:ext cx="148" cy="18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77" name="Object 24"/>
                <p:cNvGraphicFramePr>
                  <a:graphicFrameLocks noChangeAspect="1"/>
                </p:cNvGraphicFramePr>
                <p:nvPr/>
              </p:nvGraphicFramePr>
              <p:xfrm>
                <a:off x="1350" y="2814"/>
                <a:ext cx="222" cy="344"/>
              </p:xfrm>
              <a:graphic>
                <a:graphicData uri="http://schemas.openxmlformats.org/presentationml/2006/ole">
                  <mc:AlternateContent xmlns:mc="http://schemas.openxmlformats.org/markup-compatibility/2006">
                    <mc:Choice xmlns:v="urn:schemas-microsoft-com:vml" Requires="v">
                      <p:oleObj spid="_x0000_s219265" name="Equation" r:id="rId21" imgW="139680" imgH="228600" progId="Equation.3">
                        <p:embed/>
                      </p:oleObj>
                    </mc:Choice>
                    <mc:Fallback>
                      <p:oleObj name="Equation" r:id="rId21" imgW="139680" imgH="228600" progId="Equation.3">
                        <p:embed/>
                        <p:pic>
                          <p:nvPicPr>
                            <p:cNvPr id="0" name="Object 24"/>
                            <p:cNvPicPr>
                              <a:picLocks noChangeAspect="1" noChangeArrowheads="1"/>
                            </p:cNvPicPr>
                            <p:nvPr/>
                          </p:nvPicPr>
                          <p:blipFill>
                            <a:blip r:embed="rId22">
                              <a:extLst>
                                <a:ext uri="{28A0092B-C50C-407E-A947-70E740481C1C}">
                                  <a14:useLocalDpi xmlns:a14="http://schemas.microsoft.com/office/drawing/2010/main" val="0"/>
                                </a:ext>
                              </a:extLst>
                            </a:blip>
                            <a:srcRect/>
                            <a:stretch>
                              <a:fillRect/>
                            </a:stretch>
                          </p:blipFill>
                          <p:spPr bwMode="auto">
                            <a:xfrm>
                              <a:off x="1350" y="2814"/>
                              <a:ext cx="222" cy="344"/>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grpSp>
            <p:nvGrpSpPr>
              <p:cNvPr id="42" name="Group 29"/>
              <p:cNvGrpSpPr>
                <a:grpSpLocks/>
              </p:cNvGrpSpPr>
              <p:nvPr/>
            </p:nvGrpSpPr>
            <p:grpSpPr bwMode="auto">
              <a:xfrm>
                <a:off x="1044" y="2906"/>
                <a:ext cx="974" cy="560"/>
                <a:chOff x="960" y="3081"/>
                <a:chExt cx="1152" cy="624"/>
              </a:xfrm>
            </p:grpSpPr>
            <p:sp>
              <p:nvSpPr>
                <p:cNvPr id="62" name="Line 30"/>
                <p:cNvSpPr>
                  <a:spLocks noChangeShapeType="1"/>
                </p:cNvSpPr>
                <p:nvPr/>
              </p:nvSpPr>
              <p:spPr bwMode="auto">
                <a:xfrm flipV="1">
                  <a:off x="960" y="3081"/>
                  <a:ext cx="1152" cy="624"/>
                </a:xfrm>
                <a:prstGeom prst="line">
                  <a:avLst/>
                </a:prstGeom>
                <a:noFill/>
                <a:ln w="22225">
                  <a:solidFill>
                    <a:srgbClr val="0000FF"/>
                  </a:solidFill>
                  <a:prstDash val="dash"/>
                  <a:round/>
                  <a:headEnd/>
                  <a:tailEnd/>
                </a:ln>
                <a:effectLst/>
              </p:spPr>
              <p:txBody>
                <a:bodyPr wrap="none" anchor="ctr"/>
                <a:lstStyle/>
                <a:p>
                  <a:pPr eaLnBrk="0" hangingPunct="0"/>
                  <a:endParaRPr kumimoji="0" lang="zh-CN" altLang="en-US" sz="1350" b="0">
                    <a:solidFill>
                      <a:prstClr val="black"/>
                    </a:solidFill>
                    <a:latin typeface="Arial" charset="0"/>
                    <a:ea typeface="宋体" charset="-122"/>
                  </a:endParaRPr>
                </a:p>
              </p:txBody>
            </p:sp>
            <p:sp>
              <p:nvSpPr>
                <p:cNvPr id="63" name="Arc 31"/>
                <p:cNvSpPr>
                  <a:spLocks/>
                </p:cNvSpPr>
                <p:nvPr/>
              </p:nvSpPr>
              <p:spPr bwMode="auto">
                <a:xfrm>
                  <a:off x="960" y="3551"/>
                  <a:ext cx="163" cy="154"/>
                </a:xfrm>
                <a:custGeom>
                  <a:avLst/>
                  <a:gdLst>
                    <a:gd name="T0" fmla="*/ 0 w 18329"/>
                    <a:gd name="T1" fmla="*/ 0 h 21600"/>
                    <a:gd name="T2" fmla="*/ 0 w 18329"/>
                    <a:gd name="T3" fmla="*/ 0 h 21600"/>
                    <a:gd name="T4" fmla="*/ 0 w 18329"/>
                    <a:gd name="T5" fmla="*/ 0 h 21600"/>
                    <a:gd name="T6" fmla="*/ 0 60000 65536"/>
                    <a:gd name="T7" fmla="*/ 0 60000 65536"/>
                    <a:gd name="T8" fmla="*/ 0 60000 65536"/>
                  </a:gdLst>
                  <a:ahLst/>
                  <a:cxnLst>
                    <a:cxn ang="T6">
                      <a:pos x="T0" y="T1"/>
                    </a:cxn>
                    <a:cxn ang="T7">
                      <a:pos x="T2" y="T3"/>
                    </a:cxn>
                    <a:cxn ang="T8">
                      <a:pos x="T4" y="T5"/>
                    </a:cxn>
                  </a:cxnLst>
                  <a:rect l="0" t="0" r="r" b="b"/>
                  <a:pathLst>
                    <a:path w="18329" h="21600" fill="none" extrusionOk="0">
                      <a:moveTo>
                        <a:pt x="-1" y="0"/>
                      </a:moveTo>
                      <a:cubicBezTo>
                        <a:pt x="7455" y="0"/>
                        <a:pt x="14384" y="3845"/>
                        <a:pt x="18329" y="10171"/>
                      </a:cubicBezTo>
                    </a:path>
                    <a:path w="18329" h="21600" stroke="0" extrusionOk="0">
                      <a:moveTo>
                        <a:pt x="-1" y="0"/>
                      </a:moveTo>
                      <a:cubicBezTo>
                        <a:pt x="7455" y="0"/>
                        <a:pt x="14384" y="3845"/>
                        <a:pt x="18329" y="10171"/>
                      </a:cubicBezTo>
                      <a:lnTo>
                        <a:pt x="0" y="21600"/>
                      </a:lnTo>
                      <a:lnTo>
                        <a:pt x="-1" y="0"/>
                      </a:lnTo>
                      <a:close/>
                    </a:path>
                  </a:pathLst>
                </a:custGeom>
                <a:noFill/>
                <a:ln w="28575">
                  <a:solidFill>
                    <a:srgbClr val="FF6600"/>
                  </a:solidFill>
                  <a:round/>
                  <a:headEnd/>
                  <a:tailEnd/>
                </a:ln>
                <a:effectLst/>
              </p:spPr>
              <p:txBody>
                <a:bodyPr wrap="none" anchor="ctr"/>
                <a:lstStyle/>
                <a:p>
                  <a:pPr eaLnBrk="0" hangingPunct="0"/>
                  <a:endParaRPr kumimoji="0" lang="zh-CN" altLang="en-US" sz="1350" b="0">
                    <a:solidFill>
                      <a:prstClr val="black"/>
                    </a:solidFill>
                    <a:latin typeface="Arial" charset="0"/>
                    <a:ea typeface="宋体" charset="-122"/>
                  </a:endParaRPr>
                </a:p>
              </p:txBody>
            </p:sp>
            <p:graphicFrame>
              <p:nvGraphicFramePr>
                <p:cNvPr id="64" name="Object 32"/>
                <p:cNvGraphicFramePr>
                  <a:graphicFrameLocks noChangeAspect="1"/>
                </p:cNvGraphicFramePr>
                <p:nvPr/>
              </p:nvGraphicFramePr>
              <p:xfrm>
                <a:off x="960" y="3321"/>
                <a:ext cx="216" cy="307"/>
              </p:xfrm>
              <a:graphic>
                <a:graphicData uri="http://schemas.openxmlformats.org/presentationml/2006/ole">
                  <mc:AlternateContent xmlns:mc="http://schemas.openxmlformats.org/markup-compatibility/2006">
                    <mc:Choice xmlns:v="urn:schemas-microsoft-com:vml" Requires="v">
                      <p:oleObj spid="_x0000_s219266" name="公式" r:id="rId23" imgW="152280" imgH="215640" progId="Equation.3">
                        <p:embed/>
                      </p:oleObj>
                    </mc:Choice>
                    <mc:Fallback>
                      <p:oleObj name="公式" r:id="rId23" imgW="152280" imgH="215640" progId="Equation.3">
                        <p:embed/>
                        <p:pic>
                          <p:nvPicPr>
                            <p:cNvPr id="0" name="Object 32"/>
                            <p:cNvPicPr>
                              <a:picLocks noChangeAspect="1" noChangeArrowheads="1"/>
                            </p:cNvPicPr>
                            <p:nvPr/>
                          </p:nvPicPr>
                          <p:blipFill>
                            <a:blip r:embed="rId24">
                              <a:extLst>
                                <a:ext uri="{28A0092B-C50C-407E-A947-70E740481C1C}">
                                  <a14:useLocalDpi xmlns:a14="http://schemas.microsoft.com/office/drawing/2010/main" val="0"/>
                                </a:ext>
                              </a:extLst>
                            </a:blip>
                            <a:srcRect/>
                            <a:stretch>
                              <a:fillRect/>
                            </a:stretch>
                          </p:blipFill>
                          <p:spPr bwMode="auto">
                            <a:xfrm>
                              <a:off x="960" y="3321"/>
                              <a:ext cx="216" cy="30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grpSp>
            <p:nvGrpSpPr>
              <p:cNvPr id="44" name="Group 36"/>
              <p:cNvGrpSpPr>
                <a:grpSpLocks/>
              </p:cNvGrpSpPr>
              <p:nvPr/>
            </p:nvGrpSpPr>
            <p:grpSpPr bwMode="auto">
              <a:xfrm>
                <a:off x="1044" y="1524"/>
                <a:ext cx="1015" cy="1391"/>
                <a:chOff x="960" y="1538"/>
                <a:chExt cx="1200" cy="1552"/>
              </a:xfrm>
            </p:grpSpPr>
            <p:sp>
              <p:nvSpPr>
                <p:cNvPr id="57" name="Line 37"/>
                <p:cNvSpPr>
                  <a:spLocks noChangeShapeType="1"/>
                </p:cNvSpPr>
                <p:nvPr/>
              </p:nvSpPr>
              <p:spPr bwMode="auto">
                <a:xfrm>
                  <a:off x="960" y="1680"/>
                  <a:ext cx="1200" cy="1410"/>
                </a:xfrm>
                <a:prstGeom prst="line">
                  <a:avLst/>
                </a:prstGeom>
                <a:noFill/>
                <a:ln w="22225">
                  <a:solidFill>
                    <a:srgbClr val="0000FF"/>
                  </a:solidFill>
                  <a:prstDash val="dash"/>
                  <a:round/>
                  <a:headEnd/>
                  <a:tailEnd/>
                </a:ln>
                <a:effectLst/>
              </p:spPr>
              <p:txBody>
                <a:bodyPr wrap="none" anchor="ctr"/>
                <a:lstStyle/>
                <a:p>
                  <a:pPr eaLnBrk="0" hangingPunct="0"/>
                  <a:endParaRPr kumimoji="0" lang="zh-CN" altLang="en-US" sz="1350" b="0">
                    <a:solidFill>
                      <a:prstClr val="black"/>
                    </a:solidFill>
                    <a:latin typeface="Arial" charset="0"/>
                    <a:ea typeface="宋体" charset="-122"/>
                  </a:endParaRPr>
                </a:p>
              </p:txBody>
            </p:sp>
            <p:graphicFrame>
              <p:nvGraphicFramePr>
                <p:cNvPr id="58" name="Object 38"/>
                <p:cNvGraphicFramePr>
                  <a:graphicFrameLocks noChangeAspect="1"/>
                </p:cNvGraphicFramePr>
                <p:nvPr/>
              </p:nvGraphicFramePr>
              <p:xfrm>
                <a:off x="1104" y="1545"/>
                <a:ext cx="234" cy="307"/>
              </p:xfrm>
              <a:graphic>
                <a:graphicData uri="http://schemas.openxmlformats.org/presentationml/2006/ole">
                  <mc:AlternateContent xmlns:mc="http://schemas.openxmlformats.org/markup-compatibility/2006">
                    <mc:Choice xmlns:v="urn:schemas-microsoft-com:vml" Requires="v">
                      <p:oleObj spid="_x0000_s219267" name="公式" r:id="rId25" imgW="164880" imgH="215640" progId="Equation.3">
                        <p:embed/>
                      </p:oleObj>
                    </mc:Choice>
                    <mc:Fallback>
                      <p:oleObj name="公式" r:id="rId25" imgW="164880" imgH="215640" progId="Equation.3">
                        <p:embed/>
                        <p:pic>
                          <p:nvPicPr>
                            <p:cNvPr id="0" name="Object 38"/>
                            <p:cNvPicPr>
                              <a:picLocks noChangeAspect="1" noChangeArrowheads="1"/>
                            </p:cNvPicPr>
                            <p:nvPr/>
                          </p:nvPicPr>
                          <p:blipFill>
                            <a:blip r:embed="rId26">
                              <a:extLst>
                                <a:ext uri="{28A0092B-C50C-407E-A947-70E740481C1C}">
                                  <a14:useLocalDpi xmlns:a14="http://schemas.microsoft.com/office/drawing/2010/main" val="0"/>
                                </a:ext>
                              </a:extLst>
                            </a:blip>
                            <a:srcRect/>
                            <a:stretch>
                              <a:fillRect/>
                            </a:stretch>
                          </p:blipFill>
                          <p:spPr bwMode="auto">
                            <a:xfrm>
                              <a:off x="1104" y="1545"/>
                              <a:ext cx="234" cy="30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59" name="Arc 39"/>
                <p:cNvSpPr>
                  <a:spLocks/>
                </p:cNvSpPr>
                <p:nvPr/>
              </p:nvSpPr>
              <p:spPr bwMode="auto">
                <a:xfrm>
                  <a:off x="960" y="1538"/>
                  <a:ext cx="95" cy="288"/>
                </a:xfrm>
                <a:custGeom>
                  <a:avLst/>
                  <a:gdLst>
                    <a:gd name="T0" fmla="*/ 0 w 21525"/>
                    <a:gd name="T1" fmla="*/ 0 h 21600"/>
                    <a:gd name="T2" fmla="*/ 0 w 21525"/>
                    <a:gd name="T3" fmla="*/ 0 h 21600"/>
                    <a:gd name="T4" fmla="*/ 0 w 21525"/>
                    <a:gd name="T5" fmla="*/ 0 h 21600"/>
                    <a:gd name="T6" fmla="*/ 0 60000 65536"/>
                    <a:gd name="T7" fmla="*/ 0 60000 65536"/>
                    <a:gd name="T8" fmla="*/ 0 60000 65536"/>
                  </a:gdLst>
                  <a:ahLst/>
                  <a:cxnLst>
                    <a:cxn ang="T6">
                      <a:pos x="T0" y="T1"/>
                    </a:cxn>
                    <a:cxn ang="T7">
                      <a:pos x="T2" y="T3"/>
                    </a:cxn>
                    <a:cxn ang="T8">
                      <a:pos x="T4" y="T5"/>
                    </a:cxn>
                  </a:cxnLst>
                  <a:rect l="0" t="0" r="r" b="b"/>
                  <a:pathLst>
                    <a:path w="21525" h="21600" fill="none" extrusionOk="0">
                      <a:moveTo>
                        <a:pt x="-1" y="0"/>
                      </a:moveTo>
                      <a:cubicBezTo>
                        <a:pt x="11229" y="0"/>
                        <a:pt x="20586" y="8605"/>
                        <a:pt x="21524" y="19796"/>
                      </a:cubicBezTo>
                    </a:path>
                    <a:path w="21525" h="21600" stroke="0" extrusionOk="0">
                      <a:moveTo>
                        <a:pt x="-1" y="0"/>
                      </a:moveTo>
                      <a:cubicBezTo>
                        <a:pt x="11229" y="0"/>
                        <a:pt x="20586" y="8605"/>
                        <a:pt x="21524" y="19796"/>
                      </a:cubicBezTo>
                      <a:lnTo>
                        <a:pt x="0" y="21600"/>
                      </a:lnTo>
                      <a:lnTo>
                        <a:pt x="-1" y="0"/>
                      </a:lnTo>
                      <a:close/>
                    </a:path>
                  </a:pathLst>
                </a:custGeom>
                <a:noFill/>
                <a:ln w="28575">
                  <a:solidFill>
                    <a:srgbClr val="FF6600"/>
                  </a:solidFill>
                  <a:round/>
                  <a:headEnd/>
                  <a:tailEnd/>
                </a:ln>
                <a:effectLst/>
              </p:spPr>
              <p:txBody>
                <a:bodyPr wrap="none" anchor="ctr"/>
                <a:lstStyle/>
                <a:p>
                  <a:pPr eaLnBrk="0" hangingPunct="0"/>
                  <a:endParaRPr kumimoji="0" lang="zh-CN" altLang="en-US" sz="1350" b="0">
                    <a:solidFill>
                      <a:prstClr val="black"/>
                    </a:solidFill>
                    <a:latin typeface="Arial" charset="0"/>
                    <a:ea typeface="宋体" charset="-122"/>
                  </a:endParaRPr>
                </a:p>
              </p:txBody>
            </p:sp>
          </p:grpSp>
        </p:grpSp>
        <p:graphicFrame>
          <p:nvGraphicFramePr>
            <p:cNvPr id="40" name="Object 38"/>
            <p:cNvGraphicFramePr>
              <a:graphicFrameLocks noChangeAspect="1"/>
            </p:cNvGraphicFramePr>
            <p:nvPr>
              <p:extLst>
                <p:ext uri="{D42A27DB-BD31-4B8C-83A1-F6EECF244321}">
                  <p14:modId xmlns:p14="http://schemas.microsoft.com/office/powerpoint/2010/main" val="1301223484"/>
                </p:ext>
              </p:extLst>
            </p:nvPr>
          </p:nvGraphicFramePr>
          <p:xfrm>
            <a:off x="7863205" y="4689793"/>
            <a:ext cx="290513" cy="334962"/>
          </p:xfrm>
          <a:graphic>
            <a:graphicData uri="http://schemas.openxmlformats.org/presentationml/2006/ole">
              <mc:AlternateContent xmlns:mc="http://schemas.openxmlformats.org/markup-compatibility/2006">
                <mc:Choice xmlns:v="urn:schemas-microsoft-com:vml" Requires="v">
                  <p:oleObj spid="_x0000_s219268" name="Equation" r:id="rId27" imgW="152280" imgH="164880" progId="Equation.DSMT4">
                    <p:embed/>
                  </p:oleObj>
                </mc:Choice>
                <mc:Fallback>
                  <p:oleObj name="Equation" r:id="rId27" imgW="152280" imgH="164880" progId="Equation.DSMT4">
                    <p:embed/>
                    <p:pic>
                      <p:nvPicPr>
                        <p:cNvPr id="0" name="Picture 26"/>
                        <p:cNvPicPr>
                          <a:picLocks noChangeAspect="1" noChangeArrowheads="1"/>
                        </p:cNvPicPr>
                        <p:nvPr/>
                      </p:nvPicPr>
                      <p:blipFill>
                        <a:blip r:embed="rId28">
                          <a:extLst>
                            <a:ext uri="{28A0092B-C50C-407E-A947-70E740481C1C}">
                              <a14:useLocalDpi xmlns:a14="http://schemas.microsoft.com/office/drawing/2010/main" val="0"/>
                            </a:ext>
                          </a:extLst>
                        </a:blip>
                        <a:srcRect/>
                        <a:stretch>
                          <a:fillRect/>
                        </a:stretch>
                      </p:blipFill>
                      <p:spPr bwMode="auto">
                        <a:xfrm>
                          <a:off x="7863205" y="4689793"/>
                          <a:ext cx="290513" cy="334962"/>
                        </a:xfrm>
                        <a:prstGeom prst="rect">
                          <a:avLst/>
                        </a:prstGeom>
                        <a:solidFill>
                          <a:schemeClr val="bg1">
                            <a:alpha val="0"/>
                          </a:schemeClr>
                        </a:solidFill>
                      </p:spPr>
                    </p:pic>
                  </p:oleObj>
                </mc:Fallback>
              </mc:AlternateContent>
            </a:graphicData>
          </a:graphic>
        </p:graphicFrame>
      </p:grpSp>
      <p:sp>
        <p:nvSpPr>
          <p:cNvPr id="34" name="Line 18"/>
          <p:cNvSpPr>
            <a:spLocks noChangeShapeType="1"/>
          </p:cNvSpPr>
          <p:nvPr/>
        </p:nvSpPr>
        <p:spPr bwMode="auto">
          <a:xfrm flipV="1">
            <a:off x="6692949" y="3287784"/>
            <a:ext cx="0" cy="392745"/>
          </a:xfrm>
          <a:prstGeom prst="line">
            <a:avLst/>
          </a:prstGeom>
          <a:noFill/>
          <a:ln w="38100">
            <a:solidFill>
              <a:srgbClr val="FF0000"/>
            </a:solidFill>
            <a:round/>
            <a:headEnd/>
            <a:tailEnd type="triangle" w="sm" len="sm"/>
          </a:ln>
          <a:effectLst/>
        </p:spPr>
        <p:txBody>
          <a:bodyPr wrap="none" anchor="ctr"/>
          <a:lstStyle/>
          <a:p>
            <a:pPr eaLnBrk="0" hangingPunct="0"/>
            <a:endParaRPr kumimoji="0" lang="zh-CN" altLang="en-US" sz="1350" b="0">
              <a:solidFill>
                <a:prstClr val="black"/>
              </a:solidFill>
              <a:latin typeface="Arial" charset="0"/>
              <a:ea typeface="宋体" charset="-122"/>
            </a:endParaRPr>
          </a:p>
        </p:txBody>
      </p:sp>
      <p:grpSp>
        <p:nvGrpSpPr>
          <p:cNvPr id="3" name="组合 2"/>
          <p:cNvGrpSpPr/>
          <p:nvPr/>
        </p:nvGrpSpPr>
        <p:grpSpPr>
          <a:xfrm>
            <a:off x="1541206" y="43333"/>
            <a:ext cx="1295324" cy="1295324"/>
            <a:chOff x="530941" y="57777"/>
            <a:chExt cx="1727099" cy="1727099"/>
          </a:xfrm>
        </p:grpSpPr>
        <p:sp>
          <p:nvSpPr>
            <p:cNvPr id="2" name="爆炸形 2 1"/>
            <p:cNvSpPr/>
            <p:nvPr/>
          </p:nvSpPr>
          <p:spPr>
            <a:xfrm rot="2281733">
              <a:off x="530941" y="57777"/>
              <a:ext cx="1727099" cy="1727099"/>
            </a:xfrm>
            <a:prstGeom prst="irregularSeal2">
              <a:avLst/>
            </a:prstGeom>
            <a:noFill/>
            <a:ln>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100"/>
            </a:p>
          </p:txBody>
        </p:sp>
        <p:graphicFrame>
          <p:nvGraphicFramePr>
            <p:cNvPr id="35" name="Object 51"/>
            <p:cNvGraphicFramePr>
              <a:graphicFrameLocks noChangeAspect="1"/>
            </p:cNvGraphicFramePr>
            <p:nvPr>
              <p:extLst>
                <p:ext uri="{D42A27DB-BD31-4B8C-83A1-F6EECF244321}">
                  <p14:modId xmlns:p14="http://schemas.microsoft.com/office/powerpoint/2010/main" val="1735812965"/>
                </p:ext>
              </p:extLst>
            </p:nvPr>
          </p:nvGraphicFramePr>
          <p:xfrm>
            <a:off x="858658" y="652245"/>
            <a:ext cx="1049338" cy="538162"/>
          </p:xfrm>
          <a:graphic>
            <a:graphicData uri="http://schemas.openxmlformats.org/presentationml/2006/ole">
              <mc:AlternateContent xmlns:mc="http://schemas.openxmlformats.org/markup-compatibility/2006">
                <mc:Choice xmlns:v="urn:schemas-microsoft-com:vml" Requires="v">
                  <p:oleObj spid="_x0000_s219269" name="Equation" r:id="rId29" imgW="355320" imgH="203040" progId="Equation.DSMT4">
                    <p:embed/>
                  </p:oleObj>
                </mc:Choice>
                <mc:Fallback>
                  <p:oleObj name="Equation" r:id="rId29" imgW="355320" imgH="203040" progId="Equation.DSMT4">
                    <p:embed/>
                    <p:pic>
                      <p:nvPicPr>
                        <p:cNvPr id="35891" name="Object 51"/>
                        <p:cNvPicPr>
                          <a:picLocks noChangeAspect="1" noChangeArrowheads="1"/>
                        </p:cNvPicPr>
                        <p:nvPr/>
                      </p:nvPicPr>
                      <p:blipFill>
                        <a:blip r:embed="rId30"/>
                        <a:srcRect/>
                        <a:stretch>
                          <a:fillRect/>
                        </a:stretch>
                      </p:blipFill>
                      <p:spPr bwMode="auto">
                        <a:xfrm>
                          <a:off x="858658" y="652245"/>
                          <a:ext cx="1049338" cy="53816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Lst>
                      </p:spPr>
                    </p:pic>
                  </p:oleObj>
                </mc:Fallback>
              </mc:AlternateContent>
            </a:graphicData>
          </a:graphic>
        </p:graphicFrame>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35894"/>
                                        </p:tgtEl>
                                        <p:attrNameLst>
                                          <p:attrName>style.visibility</p:attrName>
                                        </p:attrNameLst>
                                      </p:cBhvr>
                                      <p:to>
                                        <p:strVal val="visible"/>
                                      </p:to>
                                    </p:set>
                                    <p:animEffect transition="in" filter="blinds(horizontal)">
                                      <p:cBhvr>
                                        <p:cTn id="7" dur="500"/>
                                        <p:tgtEl>
                                          <p:spTgt spid="35894"/>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5" fill="hold" nodeType="clickEffect">
                                  <p:stCondLst>
                                    <p:cond delay="0"/>
                                  </p:stCondLst>
                                  <p:childTnLst>
                                    <p:set>
                                      <p:cBhvr>
                                        <p:cTn id="11" dur="1" fill="hold">
                                          <p:stCondLst>
                                            <p:cond delay="0"/>
                                          </p:stCondLst>
                                        </p:cTn>
                                        <p:tgtEl>
                                          <p:spTgt spid="35892"/>
                                        </p:tgtEl>
                                        <p:attrNameLst>
                                          <p:attrName>style.visibility</p:attrName>
                                        </p:attrNameLst>
                                      </p:cBhvr>
                                      <p:to>
                                        <p:strVal val="visible"/>
                                      </p:to>
                                    </p:set>
                                    <p:animEffect transition="in" filter="blinds(vertical)">
                                      <p:cBhvr>
                                        <p:cTn id="12" dur="500"/>
                                        <p:tgtEl>
                                          <p:spTgt spid="35892"/>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5" fill="hold" nodeType="clickEffect">
                                  <p:stCondLst>
                                    <p:cond delay="0"/>
                                  </p:stCondLst>
                                  <p:childTnLst>
                                    <p:set>
                                      <p:cBhvr>
                                        <p:cTn id="16" dur="1" fill="hold">
                                          <p:stCondLst>
                                            <p:cond delay="0"/>
                                          </p:stCondLst>
                                        </p:cTn>
                                        <p:tgtEl>
                                          <p:spTgt spid="35891"/>
                                        </p:tgtEl>
                                        <p:attrNameLst>
                                          <p:attrName>style.visibility</p:attrName>
                                        </p:attrNameLst>
                                      </p:cBhvr>
                                      <p:to>
                                        <p:strVal val="visible"/>
                                      </p:to>
                                    </p:set>
                                    <p:animEffect transition="in" filter="blinds(vertical)">
                                      <p:cBhvr>
                                        <p:cTn id="17" dur="500"/>
                                        <p:tgtEl>
                                          <p:spTgt spid="35891"/>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35925"/>
                                        </p:tgtEl>
                                        <p:attrNameLst>
                                          <p:attrName>style.visibility</p:attrName>
                                        </p:attrNameLst>
                                      </p:cBhvr>
                                      <p:to>
                                        <p:strVal val="visible"/>
                                      </p:to>
                                    </p:set>
                                    <p:animEffect transition="in" filter="blinds(horizontal)">
                                      <p:cBhvr>
                                        <p:cTn id="22" dur="500"/>
                                        <p:tgtEl>
                                          <p:spTgt spid="35925"/>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3" presetClass="entr" presetSubtype="10" fill="hold" nodeType="clickEffect">
                                  <p:stCondLst>
                                    <p:cond delay="0"/>
                                  </p:stCondLst>
                                  <p:childTnLst>
                                    <p:set>
                                      <p:cBhvr>
                                        <p:cTn id="26" dur="1" fill="hold">
                                          <p:stCondLst>
                                            <p:cond delay="0"/>
                                          </p:stCondLst>
                                        </p:cTn>
                                        <p:tgtEl>
                                          <p:spTgt spid="35938"/>
                                        </p:tgtEl>
                                        <p:attrNameLst>
                                          <p:attrName>style.visibility</p:attrName>
                                        </p:attrNameLst>
                                      </p:cBhvr>
                                      <p:to>
                                        <p:strVal val="visible"/>
                                      </p:to>
                                    </p:set>
                                    <p:animEffect transition="in" filter="blinds(horizontal)">
                                      <p:cBhvr>
                                        <p:cTn id="27" dur="500"/>
                                        <p:tgtEl>
                                          <p:spTgt spid="35938"/>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3" presetClass="entr" presetSubtype="10" fill="hold" nodeType="clickEffect">
                                  <p:stCondLst>
                                    <p:cond delay="0"/>
                                  </p:stCondLst>
                                  <p:childTnLst>
                                    <p:set>
                                      <p:cBhvr>
                                        <p:cTn id="31" dur="1" fill="hold">
                                          <p:stCondLst>
                                            <p:cond delay="0"/>
                                          </p:stCondLst>
                                        </p:cTn>
                                        <p:tgtEl>
                                          <p:spTgt spid="35926"/>
                                        </p:tgtEl>
                                        <p:attrNameLst>
                                          <p:attrName>style.visibility</p:attrName>
                                        </p:attrNameLst>
                                      </p:cBhvr>
                                      <p:to>
                                        <p:strVal val="visible"/>
                                      </p:to>
                                    </p:set>
                                    <p:animEffect transition="in" filter="blinds(horizontal)">
                                      <p:cBhvr>
                                        <p:cTn id="32" dur="500"/>
                                        <p:tgtEl>
                                          <p:spTgt spid="359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894" grpId="0" autoUpdateAnimBg="0"/>
      <p:bldP spid="35925" grpId="0" autoUpdateAnimBg="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灯片编号占位符 1"/>
          <p:cNvSpPr>
            <a:spLocks noGrp="1"/>
          </p:cNvSpPr>
          <p:nvPr>
            <p:ph type="sldNum" sz="quarter" idx="10"/>
          </p:nvPr>
        </p:nvSpPr>
        <p:spPr bwMode="auto">
          <a:noFill/>
          <a:ln>
            <a:miter lim="800000"/>
            <a:headEnd/>
            <a:tailEnd/>
          </a:ln>
        </p:spPr>
        <p:txBody>
          <a:bodyPr/>
          <a:lstStyle/>
          <a:p>
            <a:fld id="{FFD413DE-F10F-409E-AFF4-82248F9E36EE}" type="slidenum">
              <a:rPr lang="en-US" altLang="zh-CN">
                <a:ea typeface="宋体" charset="-122"/>
              </a:rPr>
              <a:pPr/>
              <a:t>23</a:t>
            </a:fld>
            <a:endParaRPr lang="en-US" altLang="zh-CN">
              <a:ea typeface="宋体" charset="-122"/>
            </a:endParaRPr>
          </a:p>
        </p:txBody>
      </p:sp>
      <p:sp>
        <p:nvSpPr>
          <p:cNvPr id="11267" name="Rectangle 5"/>
          <p:cNvSpPr>
            <a:spLocks noChangeArrowheads="1"/>
          </p:cNvSpPr>
          <p:nvPr/>
        </p:nvSpPr>
        <p:spPr bwMode="auto">
          <a:xfrm>
            <a:off x="1709738" y="591750"/>
            <a:ext cx="4355306" cy="461665"/>
          </a:xfrm>
          <a:prstGeom prst="rect">
            <a:avLst/>
          </a:prstGeom>
          <a:noFill/>
          <a:ln w="9525">
            <a:noFill/>
            <a:miter lim="800000"/>
            <a:headEnd/>
            <a:tailEnd/>
          </a:ln>
          <a:effectLst/>
        </p:spPr>
        <p:txBody>
          <a:bodyPr>
            <a:spAutoFit/>
          </a:bodyPr>
          <a:lstStyle/>
          <a:p>
            <a:pPr>
              <a:spcBef>
                <a:spcPct val="50000"/>
              </a:spcBef>
              <a:buFontTx/>
              <a:buBlip>
                <a:blip r:embed="rId3"/>
              </a:buBlip>
            </a:pPr>
            <a:r>
              <a:rPr kumimoji="0" lang="en-US" altLang="zh-CN" sz="2400">
                <a:solidFill>
                  <a:srgbClr val="000000"/>
                </a:solidFill>
                <a:ea typeface="宋体" charset="-122"/>
              </a:rPr>
              <a:t>   </a:t>
            </a:r>
            <a:r>
              <a:rPr kumimoji="0" lang="zh-CN" altLang="en-US" sz="2400">
                <a:solidFill>
                  <a:srgbClr val="000000"/>
                </a:solidFill>
                <a:ea typeface="宋体" charset="-122"/>
              </a:rPr>
              <a:t>无限长载流长直导线的磁场</a:t>
            </a:r>
          </a:p>
        </p:txBody>
      </p:sp>
      <p:grpSp>
        <p:nvGrpSpPr>
          <p:cNvPr id="2" name="Group 47"/>
          <p:cNvGrpSpPr>
            <a:grpSpLocks/>
          </p:cNvGrpSpPr>
          <p:nvPr/>
        </p:nvGrpSpPr>
        <p:grpSpPr bwMode="auto">
          <a:xfrm>
            <a:off x="1788319" y="1524000"/>
            <a:ext cx="5657850" cy="1428750"/>
            <a:chOff x="542" y="1822"/>
            <a:chExt cx="4752" cy="1200"/>
          </a:xfrm>
        </p:grpSpPr>
        <p:grpSp>
          <p:nvGrpSpPr>
            <p:cNvPr id="3" name="Group 46"/>
            <p:cNvGrpSpPr>
              <a:grpSpLocks/>
            </p:cNvGrpSpPr>
            <p:nvPr/>
          </p:nvGrpSpPr>
          <p:grpSpPr bwMode="auto">
            <a:xfrm>
              <a:off x="542" y="1822"/>
              <a:ext cx="4656" cy="1200"/>
              <a:chOff x="542" y="1822"/>
              <a:chExt cx="4656" cy="1200"/>
            </a:xfrm>
          </p:grpSpPr>
          <p:grpSp>
            <p:nvGrpSpPr>
              <p:cNvPr id="4" name="Group 20"/>
              <p:cNvGrpSpPr>
                <a:grpSpLocks/>
              </p:cNvGrpSpPr>
              <p:nvPr/>
            </p:nvGrpSpPr>
            <p:grpSpPr bwMode="auto">
              <a:xfrm>
                <a:off x="542" y="1822"/>
                <a:ext cx="4656" cy="1200"/>
                <a:chOff x="576" y="864"/>
                <a:chExt cx="4704" cy="1200"/>
              </a:xfrm>
            </p:grpSpPr>
            <p:sp>
              <p:nvSpPr>
                <p:cNvPr id="11285" name="Rectangle 21"/>
                <p:cNvSpPr>
                  <a:spLocks noChangeArrowheads="1"/>
                </p:cNvSpPr>
                <p:nvPr/>
              </p:nvSpPr>
              <p:spPr bwMode="auto">
                <a:xfrm>
                  <a:off x="576" y="864"/>
                  <a:ext cx="4704" cy="1200"/>
                </a:xfrm>
                <a:prstGeom prst="rect">
                  <a:avLst/>
                </a:prstGeom>
                <a:solidFill>
                  <a:schemeClr val="bg1"/>
                </a:solidFill>
                <a:ln w="9525">
                  <a:noFill/>
                  <a:miter lim="800000"/>
                  <a:headEnd/>
                  <a:tailEnd/>
                </a:ln>
                <a:effectLst/>
              </p:spPr>
              <p:txBody>
                <a:bodyPr wrap="none" anchor="ctr"/>
                <a:lstStyle/>
                <a:p>
                  <a:endParaRPr kumimoji="0" lang="zh-CN" altLang="en-US" sz="1350" b="0">
                    <a:solidFill>
                      <a:prstClr val="black"/>
                    </a:solidFill>
                    <a:latin typeface="Arial" charset="0"/>
                    <a:ea typeface="宋体" charset="-122"/>
                  </a:endParaRPr>
                </a:p>
              </p:txBody>
            </p:sp>
            <p:grpSp>
              <p:nvGrpSpPr>
                <p:cNvPr id="5" name="Group 22"/>
                <p:cNvGrpSpPr>
                  <a:grpSpLocks/>
                </p:cNvGrpSpPr>
                <p:nvPr/>
              </p:nvGrpSpPr>
              <p:grpSpPr bwMode="auto">
                <a:xfrm>
                  <a:off x="2855" y="1344"/>
                  <a:ext cx="144" cy="144"/>
                  <a:chOff x="4176" y="960"/>
                  <a:chExt cx="144" cy="144"/>
                </a:xfrm>
              </p:grpSpPr>
              <p:sp>
                <p:nvSpPr>
                  <p:cNvPr id="11295" name="Oval 23"/>
                  <p:cNvSpPr>
                    <a:spLocks noChangeArrowheads="1"/>
                  </p:cNvSpPr>
                  <p:nvPr/>
                </p:nvSpPr>
                <p:spPr bwMode="auto">
                  <a:xfrm>
                    <a:off x="4176" y="960"/>
                    <a:ext cx="144" cy="144"/>
                  </a:xfrm>
                  <a:prstGeom prst="ellipse">
                    <a:avLst/>
                  </a:prstGeom>
                  <a:solidFill>
                    <a:srgbClr val="FFFFFF"/>
                  </a:solidFill>
                  <a:ln w="9525">
                    <a:solidFill>
                      <a:schemeClr val="tx1"/>
                    </a:solidFill>
                    <a:round/>
                    <a:headEnd/>
                    <a:tailEnd/>
                  </a:ln>
                  <a:effectLst/>
                </p:spPr>
                <p:txBody>
                  <a:bodyPr wrap="none" anchor="ctr"/>
                  <a:lstStyle/>
                  <a:p>
                    <a:endParaRPr kumimoji="0" lang="zh-CN" altLang="en-US" sz="1350" b="0">
                      <a:solidFill>
                        <a:prstClr val="black"/>
                      </a:solidFill>
                      <a:latin typeface="Arial" charset="0"/>
                      <a:ea typeface="宋体" charset="-122"/>
                    </a:endParaRPr>
                  </a:p>
                </p:txBody>
              </p:sp>
              <p:sp>
                <p:nvSpPr>
                  <p:cNvPr id="11296" name="Oval 24"/>
                  <p:cNvSpPr>
                    <a:spLocks noChangeArrowheads="1"/>
                  </p:cNvSpPr>
                  <p:nvPr/>
                </p:nvSpPr>
                <p:spPr bwMode="auto">
                  <a:xfrm>
                    <a:off x="4224" y="1008"/>
                    <a:ext cx="48" cy="48"/>
                  </a:xfrm>
                  <a:prstGeom prst="ellipse">
                    <a:avLst/>
                  </a:prstGeom>
                  <a:solidFill>
                    <a:srgbClr val="FF3300"/>
                  </a:solidFill>
                  <a:ln w="9525">
                    <a:solidFill>
                      <a:schemeClr val="tx1"/>
                    </a:solidFill>
                    <a:round/>
                    <a:headEnd/>
                    <a:tailEnd/>
                  </a:ln>
                  <a:effectLst/>
                </p:spPr>
                <p:txBody>
                  <a:bodyPr wrap="none" anchor="ctr"/>
                  <a:lstStyle/>
                  <a:p>
                    <a:endParaRPr kumimoji="0" lang="zh-CN" altLang="en-US" sz="1350" b="0">
                      <a:solidFill>
                        <a:prstClr val="black"/>
                      </a:solidFill>
                      <a:latin typeface="Arial" charset="0"/>
                      <a:ea typeface="宋体" charset="-122"/>
                    </a:endParaRPr>
                  </a:p>
                </p:txBody>
              </p:sp>
            </p:grpSp>
            <p:sp>
              <p:nvSpPr>
                <p:cNvPr id="11287" name="Oval 25"/>
                <p:cNvSpPr>
                  <a:spLocks noChangeArrowheads="1"/>
                </p:cNvSpPr>
                <p:nvPr/>
              </p:nvSpPr>
              <p:spPr bwMode="auto">
                <a:xfrm>
                  <a:off x="2711" y="1200"/>
                  <a:ext cx="432" cy="432"/>
                </a:xfrm>
                <a:prstGeom prst="ellipse">
                  <a:avLst/>
                </a:prstGeom>
                <a:noFill/>
                <a:ln w="9525">
                  <a:solidFill>
                    <a:srgbClr val="0000FF"/>
                  </a:solidFill>
                  <a:prstDash val="sysDash"/>
                  <a:round/>
                  <a:headEnd/>
                  <a:tailEnd/>
                </a:ln>
                <a:effectLst/>
              </p:spPr>
              <p:txBody>
                <a:bodyPr wrap="none" anchor="ctr"/>
                <a:lstStyle/>
                <a:p>
                  <a:endParaRPr kumimoji="0" lang="zh-CN" altLang="en-US" sz="1350" b="0">
                    <a:solidFill>
                      <a:prstClr val="black"/>
                    </a:solidFill>
                    <a:latin typeface="Arial" charset="0"/>
                    <a:ea typeface="宋体" charset="-122"/>
                  </a:endParaRPr>
                </a:p>
              </p:txBody>
            </p:sp>
            <p:sp>
              <p:nvSpPr>
                <p:cNvPr id="11288" name="Oval 26"/>
                <p:cNvSpPr>
                  <a:spLocks noChangeArrowheads="1"/>
                </p:cNvSpPr>
                <p:nvPr/>
              </p:nvSpPr>
              <p:spPr bwMode="auto">
                <a:xfrm>
                  <a:off x="2423" y="934"/>
                  <a:ext cx="1008" cy="960"/>
                </a:xfrm>
                <a:prstGeom prst="ellipse">
                  <a:avLst/>
                </a:prstGeom>
                <a:noFill/>
                <a:ln w="9525">
                  <a:solidFill>
                    <a:srgbClr val="0000FF"/>
                  </a:solidFill>
                  <a:prstDash val="sysDash"/>
                  <a:round/>
                  <a:headEnd/>
                  <a:tailEnd/>
                </a:ln>
                <a:effectLst/>
              </p:spPr>
              <p:txBody>
                <a:bodyPr wrap="none" anchor="ctr"/>
                <a:lstStyle/>
                <a:p>
                  <a:endParaRPr kumimoji="0" lang="zh-CN" altLang="en-US" sz="1350" b="0">
                    <a:solidFill>
                      <a:prstClr val="black"/>
                    </a:solidFill>
                    <a:latin typeface="Arial" charset="0"/>
                    <a:ea typeface="宋体" charset="-122"/>
                  </a:endParaRPr>
                </a:p>
              </p:txBody>
            </p:sp>
            <p:sp>
              <p:nvSpPr>
                <p:cNvPr id="11289" name="Oval 27"/>
                <p:cNvSpPr>
                  <a:spLocks noChangeArrowheads="1"/>
                </p:cNvSpPr>
                <p:nvPr/>
              </p:nvSpPr>
              <p:spPr bwMode="auto">
                <a:xfrm>
                  <a:off x="2807" y="1296"/>
                  <a:ext cx="240" cy="240"/>
                </a:xfrm>
                <a:prstGeom prst="ellipse">
                  <a:avLst/>
                </a:prstGeom>
                <a:noFill/>
                <a:ln w="9525">
                  <a:solidFill>
                    <a:srgbClr val="0000FF"/>
                  </a:solidFill>
                  <a:prstDash val="sysDash"/>
                  <a:round/>
                  <a:headEnd/>
                  <a:tailEnd/>
                </a:ln>
                <a:effectLst/>
              </p:spPr>
              <p:txBody>
                <a:bodyPr wrap="none" anchor="ctr"/>
                <a:lstStyle/>
                <a:p>
                  <a:endParaRPr kumimoji="0" lang="zh-CN" altLang="en-US" sz="1350" b="0">
                    <a:solidFill>
                      <a:prstClr val="black"/>
                    </a:solidFill>
                    <a:latin typeface="Arial" charset="0"/>
                    <a:ea typeface="宋体" charset="-122"/>
                  </a:endParaRPr>
                </a:p>
              </p:txBody>
            </p:sp>
            <p:sp>
              <p:nvSpPr>
                <p:cNvPr id="11290" name="Line 28"/>
                <p:cNvSpPr>
                  <a:spLocks noChangeShapeType="1"/>
                </p:cNvSpPr>
                <p:nvPr/>
              </p:nvSpPr>
              <p:spPr bwMode="auto">
                <a:xfrm flipV="1">
                  <a:off x="3427" y="1392"/>
                  <a:ext cx="0" cy="96"/>
                </a:xfrm>
                <a:prstGeom prst="line">
                  <a:avLst/>
                </a:prstGeom>
                <a:noFill/>
                <a:ln w="38100">
                  <a:solidFill>
                    <a:srgbClr val="CC00CC"/>
                  </a:solidFill>
                  <a:round/>
                  <a:headEnd/>
                  <a:tailEnd type="stealth" w="med" len="lg"/>
                </a:ln>
                <a:effectLst/>
              </p:spPr>
              <p:txBody>
                <a:bodyPr wrap="none" anchor="ctr"/>
                <a:lstStyle/>
                <a:p>
                  <a:pPr eaLnBrk="0" hangingPunct="0"/>
                  <a:endParaRPr kumimoji="0" lang="zh-CN" altLang="en-US" sz="1350" b="0">
                    <a:solidFill>
                      <a:prstClr val="black"/>
                    </a:solidFill>
                    <a:latin typeface="Arial" charset="0"/>
                    <a:ea typeface="宋体" charset="-122"/>
                  </a:endParaRPr>
                </a:p>
              </p:txBody>
            </p:sp>
            <p:sp>
              <p:nvSpPr>
                <p:cNvPr id="11291" name="Line 29"/>
                <p:cNvSpPr>
                  <a:spLocks noChangeShapeType="1"/>
                </p:cNvSpPr>
                <p:nvPr/>
              </p:nvSpPr>
              <p:spPr bwMode="auto">
                <a:xfrm flipV="1">
                  <a:off x="3135" y="1344"/>
                  <a:ext cx="0" cy="96"/>
                </a:xfrm>
                <a:prstGeom prst="line">
                  <a:avLst/>
                </a:prstGeom>
                <a:noFill/>
                <a:ln w="38100">
                  <a:solidFill>
                    <a:srgbClr val="CC00CC"/>
                  </a:solidFill>
                  <a:round/>
                  <a:headEnd/>
                  <a:tailEnd type="stealth" w="med" len="lg"/>
                </a:ln>
                <a:effectLst/>
              </p:spPr>
              <p:txBody>
                <a:bodyPr wrap="none" anchor="ctr"/>
                <a:lstStyle/>
                <a:p>
                  <a:pPr eaLnBrk="0" hangingPunct="0"/>
                  <a:endParaRPr kumimoji="0" lang="zh-CN" altLang="en-US" sz="1350" b="0">
                    <a:solidFill>
                      <a:prstClr val="black"/>
                    </a:solidFill>
                    <a:latin typeface="Arial" charset="0"/>
                    <a:ea typeface="宋体" charset="-122"/>
                  </a:endParaRPr>
                </a:p>
              </p:txBody>
            </p:sp>
            <p:sp>
              <p:nvSpPr>
                <p:cNvPr id="11292" name="Line 30"/>
                <p:cNvSpPr>
                  <a:spLocks noChangeShapeType="1"/>
                </p:cNvSpPr>
                <p:nvPr/>
              </p:nvSpPr>
              <p:spPr bwMode="auto">
                <a:xfrm flipV="1">
                  <a:off x="3046" y="1343"/>
                  <a:ext cx="0" cy="48"/>
                </a:xfrm>
                <a:prstGeom prst="line">
                  <a:avLst/>
                </a:prstGeom>
                <a:noFill/>
                <a:ln w="28575">
                  <a:solidFill>
                    <a:srgbClr val="CC00CC"/>
                  </a:solidFill>
                  <a:round/>
                  <a:headEnd/>
                  <a:tailEnd type="stealth" w="med" len="lg"/>
                </a:ln>
                <a:effectLst/>
              </p:spPr>
              <p:txBody>
                <a:bodyPr wrap="none" anchor="ctr"/>
                <a:lstStyle/>
                <a:p>
                  <a:pPr eaLnBrk="0" hangingPunct="0"/>
                  <a:endParaRPr kumimoji="0" lang="zh-CN" altLang="en-US" sz="1350" b="0">
                    <a:solidFill>
                      <a:prstClr val="black"/>
                    </a:solidFill>
                    <a:latin typeface="Arial" charset="0"/>
                    <a:ea typeface="宋体" charset="-122"/>
                  </a:endParaRPr>
                </a:p>
              </p:txBody>
            </p:sp>
            <p:sp>
              <p:nvSpPr>
                <p:cNvPr id="11293" name="Text Box 31"/>
                <p:cNvSpPr txBox="1">
                  <a:spLocks noChangeArrowheads="1"/>
                </p:cNvSpPr>
                <p:nvPr/>
              </p:nvSpPr>
              <p:spPr bwMode="auto">
                <a:xfrm>
                  <a:off x="2807" y="912"/>
                  <a:ext cx="233" cy="349"/>
                </a:xfrm>
                <a:prstGeom prst="rect">
                  <a:avLst/>
                </a:prstGeom>
                <a:noFill/>
                <a:ln w="9525">
                  <a:noFill/>
                  <a:miter lim="800000"/>
                  <a:headEnd/>
                  <a:tailEnd/>
                </a:ln>
                <a:effectLst/>
              </p:spPr>
              <p:txBody>
                <a:bodyPr wrap="none">
                  <a:spAutoFit/>
                </a:bodyPr>
                <a:lstStyle/>
                <a:p>
                  <a:pPr>
                    <a:spcBef>
                      <a:spcPct val="50000"/>
                    </a:spcBef>
                  </a:pPr>
                  <a:r>
                    <a:rPr kumimoji="0" lang="en-US" altLang="zh-CN" sz="2100" b="0" i="1">
                      <a:solidFill>
                        <a:srgbClr val="000000"/>
                      </a:solidFill>
                      <a:ea typeface="宋体" charset="-122"/>
                    </a:rPr>
                    <a:t>I</a:t>
                  </a:r>
                </a:p>
              </p:txBody>
            </p:sp>
            <p:sp>
              <p:nvSpPr>
                <p:cNvPr id="11294" name="Text Box 32"/>
                <p:cNvSpPr txBox="1">
                  <a:spLocks noChangeArrowheads="1"/>
                </p:cNvSpPr>
                <p:nvPr/>
              </p:nvSpPr>
              <p:spPr bwMode="auto">
                <a:xfrm>
                  <a:off x="3431" y="1296"/>
                  <a:ext cx="553" cy="349"/>
                </a:xfrm>
                <a:prstGeom prst="rect">
                  <a:avLst/>
                </a:prstGeom>
                <a:noFill/>
                <a:ln w="9525">
                  <a:noFill/>
                  <a:miter lim="800000"/>
                  <a:headEnd/>
                  <a:tailEnd/>
                </a:ln>
                <a:effectLst/>
              </p:spPr>
              <p:txBody>
                <a:bodyPr>
                  <a:spAutoFit/>
                </a:bodyPr>
                <a:lstStyle/>
                <a:p>
                  <a:pPr>
                    <a:spcBef>
                      <a:spcPct val="50000"/>
                    </a:spcBef>
                  </a:pPr>
                  <a:r>
                    <a:rPr kumimoji="0" lang="en-US" altLang="zh-CN" sz="2100" b="0" i="1">
                      <a:solidFill>
                        <a:srgbClr val="000000"/>
                      </a:solidFill>
                      <a:ea typeface="宋体" charset="-122"/>
                    </a:rPr>
                    <a:t>B</a:t>
                  </a:r>
                </a:p>
              </p:txBody>
            </p:sp>
          </p:grpSp>
          <p:sp>
            <p:nvSpPr>
              <p:cNvPr id="16417" name="Rectangle 33"/>
              <p:cNvSpPr>
                <a:spLocks noChangeArrowheads="1"/>
              </p:cNvSpPr>
              <p:nvPr/>
            </p:nvSpPr>
            <p:spPr bwMode="auto">
              <a:xfrm>
                <a:off x="542" y="1822"/>
                <a:ext cx="1378" cy="1200"/>
              </a:xfrm>
              <a:prstGeom prst="rect">
                <a:avLst/>
              </a:prstGeom>
              <a:noFill/>
              <a:ln w="9525">
                <a:no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kumimoji="0" lang="zh-CN" altLang="en-US" sz="1350" b="0">
                  <a:solidFill>
                    <a:prstClr val="black"/>
                  </a:solidFill>
                  <a:latin typeface="Arial" charset="0"/>
                </a:endParaRPr>
              </a:p>
            </p:txBody>
          </p:sp>
          <p:graphicFrame>
            <p:nvGraphicFramePr>
              <p:cNvPr id="11284" name="Object 34"/>
              <p:cNvGraphicFramePr>
                <a:graphicFrameLocks noChangeAspect="1"/>
              </p:cNvGraphicFramePr>
              <p:nvPr/>
            </p:nvGraphicFramePr>
            <p:xfrm>
              <a:off x="612" y="2104"/>
              <a:ext cx="1225" cy="725"/>
            </p:xfrm>
            <a:graphic>
              <a:graphicData uri="http://schemas.openxmlformats.org/presentationml/2006/ole">
                <mc:AlternateContent xmlns:mc="http://schemas.openxmlformats.org/markup-compatibility/2006">
                  <mc:Choice xmlns:v="urn:schemas-microsoft-com:vml" Requires="v">
                    <p:oleObj spid="_x0000_s169278" name="Equation" r:id="rId4" imgW="634680" imgH="431640" progId="Equation.DSMT4">
                      <p:embed/>
                    </p:oleObj>
                  </mc:Choice>
                  <mc:Fallback>
                    <p:oleObj name="Equation" r:id="rId4" imgW="634680" imgH="431640" progId="Equation.DSMT4">
                      <p:embed/>
                      <p:pic>
                        <p:nvPicPr>
                          <p:cNvPr id="0" name="Object 3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12" y="2104"/>
                            <a:ext cx="1225" cy="725"/>
                          </a:xfrm>
                          <a:prstGeom prst="rect">
                            <a:avLst/>
                          </a:prstGeom>
                          <a:noFill/>
                          <a:ln>
                            <a:noFill/>
                          </a:ln>
                          <a:extLst>
                            <a:ext uri="{909E8E84-426E-40DD-AFC4-6F175D3DCCD1}">
                              <a14:hiddenFill xmlns:a14="http://schemas.microsoft.com/office/drawing/2010/main">
                                <a:gradFill rotWithShape="0">
                                  <a:gsLst>
                                    <a:gs pos="0">
                                      <a:srgbClr val="C2C29B"/>
                                    </a:gs>
                                    <a:gs pos="50000">
                                      <a:srgbClr val="FFFFCC"/>
                                    </a:gs>
                                    <a:gs pos="100000">
                                      <a:srgbClr val="C2C29B"/>
                                    </a:gs>
                                  </a:gsLst>
                                  <a:lin ang="5400000" scaled="1"/>
                                </a:gradFill>
                              </a14:hiddenFill>
                            </a:ext>
                            <a:ext uri="{91240B29-F687-4F45-9708-019B960494DF}">
                              <a14:hiddenLine xmlns:a14="http://schemas.microsoft.com/office/drawing/2010/main" w="19050">
                                <a:solidFill>
                                  <a:srgbClr val="9900CC"/>
                                </a:solidFill>
                                <a:miter lim="800000"/>
                                <a:headEnd/>
                                <a:tailEnd/>
                              </a14:hiddenLine>
                            </a:ext>
                          </a:extLst>
                        </p:spPr>
                      </p:pic>
                    </p:oleObj>
                  </mc:Fallback>
                </mc:AlternateContent>
              </a:graphicData>
            </a:graphic>
          </p:graphicFrame>
          <p:graphicFrame>
            <p:nvGraphicFramePr>
              <p:cNvPr id="33" name="Object 34"/>
              <p:cNvGraphicFramePr>
                <a:graphicFrameLocks noChangeAspect="1"/>
              </p:cNvGraphicFramePr>
              <p:nvPr>
                <p:extLst>
                  <p:ext uri="{D42A27DB-BD31-4B8C-83A1-F6EECF244321}">
                    <p14:modId xmlns:p14="http://schemas.microsoft.com/office/powerpoint/2010/main" val="451653110"/>
                  </p:ext>
                </p:extLst>
              </p:nvPr>
            </p:nvGraphicFramePr>
            <p:xfrm>
              <a:off x="4290" y="2296"/>
              <a:ext cx="166" cy="145"/>
            </p:xfrm>
            <a:graphic>
              <a:graphicData uri="http://schemas.openxmlformats.org/presentationml/2006/ole">
                <mc:AlternateContent xmlns:mc="http://schemas.openxmlformats.org/markup-compatibility/2006">
                  <mc:Choice xmlns:v="urn:schemas-microsoft-com:vml" Requires="v">
                    <p:oleObj spid="_x0000_s169279" name="Equation" r:id="rId6" imgW="126720" imgH="126720" progId="Equation.DSMT4">
                      <p:embed/>
                    </p:oleObj>
                  </mc:Choice>
                  <mc:Fallback>
                    <p:oleObj name="Equation" r:id="rId6" imgW="126720" imgH="126720" progId="Equation.DSMT4">
                      <p:embed/>
                      <p:pic>
                        <p:nvPicPr>
                          <p:cNvPr id="0" name="Picture 3"/>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290" y="2296"/>
                            <a:ext cx="166" cy="145"/>
                          </a:xfrm>
                          <a:prstGeom prst="rect">
                            <a:avLst/>
                          </a:prstGeom>
                          <a:noFill/>
                          <a:ln>
                            <a:noFill/>
                          </a:ln>
                          <a:extLst>
                            <a:ext uri="{909E8E84-426E-40DD-AFC4-6F175D3DCCD1}">
                              <a14:hiddenFill xmlns:a14="http://schemas.microsoft.com/office/drawing/2010/main">
                                <a:gradFill rotWithShape="0">
                                  <a:gsLst>
                                    <a:gs pos="0">
                                      <a:srgbClr val="C2C29B"/>
                                    </a:gs>
                                    <a:gs pos="50000">
                                      <a:srgbClr val="FFFFCC"/>
                                    </a:gs>
                                    <a:gs pos="100000">
                                      <a:srgbClr val="C2C29B"/>
                                    </a:gs>
                                  </a:gsLst>
                                  <a:lin ang="5400000" scaled="1"/>
                                </a:gradFill>
                              </a14:hiddenFill>
                            </a:ext>
                            <a:ext uri="{91240B29-F687-4F45-9708-019B960494DF}">
                              <a14:hiddenLine xmlns:a14="http://schemas.microsoft.com/office/drawing/2010/main" w="19050">
                                <a:solidFill>
                                  <a:srgbClr val="9900CC"/>
                                </a:solidFill>
                                <a:miter lim="800000"/>
                                <a:headEnd/>
                                <a:tailEnd/>
                              </a14:hiddenLine>
                            </a:ext>
                          </a:extLst>
                        </p:spPr>
                      </p:pic>
                    </p:oleObj>
                  </mc:Fallback>
                </mc:AlternateContent>
              </a:graphicData>
            </a:graphic>
          </p:graphicFrame>
        </p:grpSp>
        <p:grpSp>
          <p:nvGrpSpPr>
            <p:cNvPr id="6" name="Group 35"/>
            <p:cNvGrpSpPr>
              <a:grpSpLocks/>
            </p:cNvGrpSpPr>
            <p:nvPr/>
          </p:nvGrpSpPr>
          <p:grpSpPr bwMode="auto">
            <a:xfrm>
              <a:off x="3848" y="1865"/>
              <a:ext cx="1446" cy="982"/>
              <a:chOff x="3930" y="912"/>
              <a:chExt cx="1446" cy="982"/>
            </a:xfrm>
          </p:grpSpPr>
          <p:sp>
            <p:nvSpPr>
              <p:cNvPr id="11272" name="Oval 36"/>
              <p:cNvSpPr>
                <a:spLocks noChangeArrowheads="1"/>
              </p:cNvSpPr>
              <p:nvPr/>
            </p:nvSpPr>
            <p:spPr bwMode="auto">
              <a:xfrm>
                <a:off x="4368" y="1344"/>
                <a:ext cx="144" cy="144"/>
              </a:xfrm>
              <a:prstGeom prst="ellipse">
                <a:avLst/>
              </a:prstGeom>
              <a:noFill/>
              <a:ln w="9525">
                <a:solidFill>
                  <a:schemeClr val="tx1"/>
                </a:solidFill>
                <a:round/>
                <a:headEnd/>
                <a:tailEnd/>
              </a:ln>
              <a:effectLst/>
            </p:spPr>
            <p:txBody>
              <a:bodyPr wrap="none" anchor="ctr"/>
              <a:lstStyle/>
              <a:p>
                <a:endParaRPr kumimoji="0" lang="zh-CN" altLang="en-US" sz="1350" b="0">
                  <a:solidFill>
                    <a:prstClr val="black"/>
                  </a:solidFill>
                  <a:latin typeface="Arial" charset="0"/>
                  <a:ea typeface="宋体" charset="-122"/>
                </a:endParaRPr>
              </a:p>
            </p:txBody>
          </p:sp>
          <p:sp>
            <p:nvSpPr>
              <p:cNvPr id="11273" name="Oval 37"/>
              <p:cNvSpPr>
                <a:spLocks noChangeArrowheads="1"/>
              </p:cNvSpPr>
              <p:nvPr/>
            </p:nvSpPr>
            <p:spPr bwMode="auto">
              <a:xfrm>
                <a:off x="4224" y="1200"/>
                <a:ext cx="432" cy="432"/>
              </a:xfrm>
              <a:prstGeom prst="ellipse">
                <a:avLst/>
              </a:prstGeom>
              <a:noFill/>
              <a:ln w="9525">
                <a:solidFill>
                  <a:srgbClr val="0000FF"/>
                </a:solidFill>
                <a:prstDash val="sysDash"/>
                <a:round/>
                <a:headEnd/>
                <a:tailEnd/>
              </a:ln>
              <a:effectLst/>
            </p:spPr>
            <p:txBody>
              <a:bodyPr wrap="none" anchor="ctr"/>
              <a:lstStyle/>
              <a:p>
                <a:endParaRPr kumimoji="0" lang="zh-CN" altLang="en-US" sz="1350" b="0">
                  <a:solidFill>
                    <a:prstClr val="black"/>
                  </a:solidFill>
                  <a:latin typeface="Arial" charset="0"/>
                  <a:ea typeface="宋体" charset="-122"/>
                </a:endParaRPr>
              </a:p>
            </p:txBody>
          </p:sp>
          <p:sp>
            <p:nvSpPr>
              <p:cNvPr id="11274" name="Oval 38"/>
              <p:cNvSpPr>
                <a:spLocks noChangeArrowheads="1"/>
              </p:cNvSpPr>
              <p:nvPr/>
            </p:nvSpPr>
            <p:spPr bwMode="auto">
              <a:xfrm>
                <a:off x="3930" y="934"/>
                <a:ext cx="1008" cy="960"/>
              </a:xfrm>
              <a:prstGeom prst="ellipse">
                <a:avLst/>
              </a:prstGeom>
              <a:noFill/>
              <a:ln w="9525">
                <a:solidFill>
                  <a:srgbClr val="0000FF"/>
                </a:solidFill>
                <a:prstDash val="sysDash"/>
                <a:round/>
                <a:headEnd/>
                <a:tailEnd/>
              </a:ln>
              <a:effectLst/>
            </p:spPr>
            <p:txBody>
              <a:bodyPr wrap="none" anchor="ctr"/>
              <a:lstStyle/>
              <a:p>
                <a:endParaRPr kumimoji="0" lang="zh-CN" altLang="en-US" sz="1350" b="0">
                  <a:solidFill>
                    <a:prstClr val="black"/>
                  </a:solidFill>
                  <a:latin typeface="Arial" charset="0"/>
                  <a:ea typeface="宋体" charset="-122"/>
                </a:endParaRPr>
              </a:p>
            </p:txBody>
          </p:sp>
          <p:sp>
            <p:nvSpPr>
              <p:cNvPr id="11275" name="Oval 39"/>
              <p:cNvSpPr>
                <a:spLocks noChangeArrowheads="1"/>
              </p:cNvSpPr>
              <p:nvPr/>
            </p:nvSpPr>
            <p:spPr bwMode="auto">
              <a:xfrm>
                <a:off x="4320" y="1296"/>
                <a:ext cx="240" cy="240"/>
              </a:xfrm>
              <a:prstGeom prst="ellipse">
                <a:avLst/>
              </a:prstGeom>
              <a:noFill/>
              <a:ln w="9525">
                <a:solidFill>
                  <a:srgbClr val="0000FF"/>
                </a:solidFill>
                <a:prstDash val="sysDash"/>
                <a:round/>
                <a:headEnd/>
                <a:tailEnd/>
              </a:ln>
              <a:effectLst/>
            </p:spPr>
            <p:txBody>
              <a:bodyPr wrap="none" anchor="ctr"/>
              <a:lstStyle/>
              <a:p>
                <a:endParaRPr kumimoji="0" lang="zh-CN" altLang="en-US" sz="1350" b="0">
                  <a:solidFill>
                    <a:prstClr val="black"/>
                  </a:solidFill>
                  <a:latin typeface="Arial" charset="0"/>
                  <a:ea typeface="宋体" charset="-122"/>
                </a:endParaRPr>
              </a:p>
            </p:txBody>
          </p:sp>
          <p:sp>
            <p:nvSpPr>
              <p:cNvPr id="11276" name="Text Box 40"/>
              <p:cNvSpPr txBox="1">
                <a:spLocks noChangeArrowheads="1"/>
              </p:cNvSpPr>
              <p:nvPr/>
            </p:nvSpPr>
            <p:spPr bwMode="auto">
              <a:xfrm>
                <a:off x="4321" y="912"/>
                <a:ext cx="230" cy="349"/>
              </a:xfrm>
              <a:prstGeom prst="rect">
                <a:avLst/>
              </a:prstGeom>
              <a:noFill/>
              <a:ln w="9525">
                <a:noFill/>
                <a:miter lim="800000"/>
                <a:headEnd/>
                <a:tailEnd/>
              </a:ln>
              <a:effectLst/>
            </p:spPr>
            <p:txBody>
              <a:bodyPr wrap="none">
                <a:spAutoFit/>
              </a:bodyPr>
              <a:lstStyle/>
              <a:p>
                <a:pPr>
                  <a:spcBef>
                    <a:spcPct val="50000"/>
                  </a:spcBef>
                </a:pPr>
                <a:r>
                  <a:rPr kumimoji="0" lang="en-US" altLang="zh-CN" sz="2100" b="0" i="1" dirty="0">
                    <a:solidFill>
                      <a:srgbClr val="000000"/>
                    </a:solidFill>
                    <a:ea typeface="宋体" charset="-122"/>
                  </a:rPr>
                  <a:t>I</a:t>
                </a:r>
              </a:p>
            </p:txBody>
          </p:sp>
          <p:sp>
            <p:nvSpPr>
              <p:cNvPr id="11277" name="Text Box 41"/>
              <p:cNvSpPr txBox="1">
                <a:spLocks noChangeArrowheads="1"/>
              </p:cNvSpPr>
              <p:nvPr/>
            </p:nvSpPr>
            <p:spPr bwMode="auto">
              <a:xfrm>
                <a:off x="4896" y="1296"/>
                <a:ext cx="480" cy="349"/>
              </a:xfrm>
              <a:prstGeom prst="rect">
                <a:avLst/>
              </a:prstGeom>
              <a:noFill/>
              <a:ln w="9525">
                <a:noFill/>
                <a:miter lim="800000"/>
                <a:headEnd/>
                <a:tailEnd/>
              </a:ln>
              <a:effectLst/>
            </p:spPr>
            <p:txBody>
              <a:bodyPr>
                <a:spAutoFit/>
              </a:bodyPr>
              <a:lstStyle/>
              <a:p>
                <a:pPr>
                  <a:spcBef>
                    <a:spcPct val="50000"/>
                  </a:spcBef>
                </a:pPr>
                <a:r>
                  <a:rPr kumimoji="0" lang="en-US" altLang="zh-CN" sz="2100" b="0" i="1" dirty="0">
                    <a:solidFill>
                      <a:srgbClr val="000000"/>
                    </a:solidFill>
                    <a:ea typeface="宋体" charset="-122"/>
                  </a:rPr>
                  <a:t>B</a:t>
                </a:r>
              </a:p>
            </p:txBody>
          </p:sp>
          <p:sp>
            <p:nvSpPr>
              <p:cNvPr id="11279" name="Line 43"/>
              <p:cNvSpPr>
                <a:spLocks noChangeShapeType="1"/>
              </p:cNvSpPr>
              <p:nvPr/>
            </p:nvSpPr>
            <p:spPr bwMode="auto">
              <a:xfrm>
                <a:off x="4935" y="1440"/>
                <a:ext cx="0" cy="48"/>
              </a:xfrm>
              <a:prstGeom prst="line">
                <a:avLst/>
              </a:prstGeom>
              <a:noFill/>
              <a:ln w="38100">
                <a:solidFill>
                  <a:srgbClr val="CC00CC"/>
                </a:solidFill>
                <a:round/>
                <a:headEnd/>
                <a:tailEnd type="stealth" w="med" len="lg"/>
              </a:ln>
              <a:effectLst/>
            </p:spPr>
            <p:txBody>
              <a:bodyPr wrap="none" anchor="ctr"/>
              <a:lstStyle/>
              <a:p>
                <a:pPr eaLnBrk="0" hangingPunct="0"/>
                <a:endParaRPr kumimoji="0" lang="zh-CN" altLang="en-US" sz="1350" b="0">
                  <a:solidFill>
                    <a:prstClr val="black"/>
                  </a:solidFill>
                  <a:latin typeface="Arial" charset="0"/>
                  <a:ea typeface="宋体" charset="-122"/>
                </a:endParaRPr>
              </a:p>
            </p:txBody>
          </p:sp>
          <p:sp>
            <p:nvSpPr>
              <p:cNvPr id="11280" name="Line 44"/>
              <p:cNvSpPr>
                <a:spLocks noChangeShapeType="1"/>
              </p:cNvSpPr>
              <p:nvPr/>
            </p:nvSpPr>
            <p:spPr bwMode="auto">
              <a:xfrm>
                <a:off x="4651" y="1436"/>
                <a:ext cx="0" cy="48"/>
              </a:xfrm>
              <a:prstGeom prst="line">
                <a:avLst/>
              </a:prstGeom>
              <a:noFill/>
              <a:ln w="28575">
                <a:solidFill>
                  <a:srgbClr val="CC00CC"/>
                </a:solidFill>
                <a:round/>
                <a:headEnd/>
                <a:tailEnd type="stealth" w="med" len="lg"/>
              </a:ln>
              <a:effectLst/>
            </p:spPr>
            <p:txBody>
              <a:bodyPr wrap="none" anchor="ctr"/>
              <a:lstStyle/>
              <a:p>
                <a:pPr eaLnBrk="0" hangingPunct="0"/>
                <a:endParaRPr kumimoji="0" lang="zh-CN" altLang="en-US" sz="1350" b="0">
                  <a:solidFill>
                    <a:prstClr val="black"/>
                  </a:solidFill>
                  <a:latin typeface="Arial" charset="0"/>
                  <a:ea typeface="宋体" charset="-122"/>
                </a:endParaRPr>
              </a:p>
            </p:txBody>
          </p:sp>
          <p:sp>
            <p:nvSpPr>
              <p:cNvPr id="11281" name="Line 45"/>
              <p:cNvSpPr>
                <a:spLocks noChangeShapeType="1"/>
              </p:cNvSpPr>
              <p:nvPr/>
            </p:nvSpPr>
            <p:spPr bwMode="auto">
              <a:xfrm>
                <a:off x="4560" y="1440"/>
                <a:ext cx="0" cy="48"/>
              </a:xfrm>
              <a:prstGeom prst="line">
                <a:avLst/>
              </a:prstGeom>
              <a:noFill/>
              <a:ln w="28575">
                <a:solidFill>
                  <a:srgbClr val="CC00CC"/>
                </a:solidFill>
                <a:round/>
                <a:headEnd/>
                <a:tailEnd type="stealth" w="med" len="lg"/>
              </a:ln>
              <a:effectLst/>
            </p:spPr>
            <p:txBody>
              <a:bodyPr wrap="none" anchor="ctr"/>
              <a:lstStyle/>
              <a:p>
                <a:pPr eaLnBrk="0" hangingPunct="0"/>
                <a:endParaRPr kumimoji="0" lang="zh-CN" altLang="en-US" sz="1350" b="0">
                  <a:solidFill>
                    <a:prstClr val="black"/>
                  </a:solidFill>
                  <a:latin typeface="Arial" charset="0"/>
                  <a:ea typeface="宋体" charset="-122"/>
                </a:endParaRPr>
              </a:p>
            </p:txBody>
          </p:sp>
        </p:grpSp>
      </p:grpSp>
      <p:sp>
        <p:nvSpPr>
          <p:cNvPr id="16432" name="Text Box 48"/>
          <p:cNvSpPr txBox="1">
            <a:spLocks noChangeArrowheads="1"/>
          </p:cNvSpPr>
          <p:nvPr/>
        </p:nvSpPr>
        <p:spPr bwMode="auto">
          <a:xfrm>
            <a:off x="1714500" y="3604557"/>
            <a:ext cx="5372100" cy="461665"/>
          </a:xfrm>
          <a:prstGeom prst="rect">
            <a:avLst/>
          </a:prstGeom>
          <a:noFill/>
          <a:ln w="9525">
            <a:noFill/>
            <a:miter lim="800000"/>
            <a:headEnd/>
            <a:tailEnd/>
          </a:ln>
          <a:effectLst/>
        </p:spPr>
        <p:txBody>
          <a:bodyPr>
            <a:spAutoFit/>
          </a:bodyPr>
          <a:lstStyle/>
          <a:p>
            <a:pPr>
              <a:spcBef>
                <a:spcPct val="50000"/>
              </a:spcBef>
              <a:buFontTx/>
              <a:buBlip>
                <a:blip r:embed="rId3"/>
              </a:buBlip>
            </a:pPr>
            <a:r>
              <a:rPr kumimoji="0" lang="en-US" altLang="zh-CN" sz="2400" dirty="0">
                <a:solidFill>
                  <a:srgbClr val="000000"/>
                </a:solidFill>
                <a:ea typeface="宋体" charset="-122"/>
              </a:rPr>
              <a:t>   </a:t>
            </a:r>
            <a:r>
              <a:rPr kumimoji="0" lang="zh-CN" altLang="en-US" sz="2400" dirty="0">
                <a:solidFill>
                  <a:srgbClr val="000000"/>
                </a:solidFill>
                <a:ea typeface="宋体" charset="-122"/>
              </a:rPr>
              <a:t>电流与磁感强度成</a:t>
            </a:r>
            <a:r>
              <a:rPr kumimoji="0" lang="zh-CN" altLang="en-US" sz="2400" dirty="0">
                <a:solidFill>
                  <a:srgbClr val="CC0000"/>
                </a:solidFill>
                <a:ea typeface="宋体" charset="-122"/>
              </a:rPr>
              <a:t>右手螺旋关系</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6432"/>
                                        </p:tgtEl>
                                        <p:attrNameLst>
                                          <p:attrName>style.visibility</p:attrName>
                                        </p:attrNameLst>
                                      </p:cBhvr>
                                      <p:to>
                                        <p:strVal val="visible"/>
                                      </p:to>
                                    </p:set>
                                    <p:animEffect transition="in" filter="blinds(horizontal)">
                                      <p:cBhvr>
                                        <p:cTn id="7" dur="500"/>
                                        <p:tgtEl>
                                          <p:spTgt spid="164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432" grpId="0" autoUpdateAnimBg="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灯片编号占位符 1"/>
          <p:cNvSpPr>
            <a:spLocks noGrp="1"/>
          </p:cNvSpPr>
          <p:nvPr>
            <p:ph type="sldNum" sz="quarter" idx="10"/>
          </p:nvPr>
        </p:nvSpPr>
        <p:spPr bwMode="auto">
          <a:noFill/>
          <a:ln>
            <a:miter lim="800000"/>
            <a:headEnd/>
            <a:tailEnd/>
          </a:ln>
        </p:spPr>
        <p:txBody>
          <a:bodyPr/>
          <a:lstStyle/>
          <a:p>
            <a:fld id="{7248584E-D6ED-4E02-B8E3-4650928E7477}" type="slidenum">
              <a:rPr lang="en-US" altLang="zh-CN">
                <a:ea typeface="宋体" charset="-122"/>
              </a:rPr>
              <a:pPr/>
              <a:t>24</a:t>
            </a:fld>
            <a:endParaRPr lang="en-US" altLang="zh-CN">
              <a:ea typeface="宋体" charset="-122"/>
            </a:endParaRPr>
          </a:p>
        </p:txBody>
      </p:sp>
      <p:sp>
        <p:nvSpPr>
          <p:cNvPr id="12291" name="Rectangle 61"/>
          <p:cNvSpPr>
            <a:spLocks noChangeArrowheads="1"/>
          </p:cNvSpPr>
          <p:nvPr/>
        </p:nvSpPr>
        <p:spPr bwMode="auto">
          <a:xfrm>
            <a:off x="301228" y="258501"/>
            <a:ext cx="5705475" cy="461665"/>
          </a:xfrm>
          <a:prstGeom prst="rect">
            <a:avLst/>
          </a:prstGeom>
          <a:noFill/>
          <a:ln w="9525">
            <a:noFill/>
            <a:miter lim="800000"/>
            <a:headEnd/>
            <a:tailEnd/>
          </a:ln>
          <a:effectLst/>
        </p:spPr>
        <p:txBody>
          <a:bodyPr>
            <a:spAutoFit/>
          </a:bodyPr>
          <a:lstStyle/>
          <a:p>
            <a:pPr>
              <a:spcBef>
                <a:spcPct val="50000"/>
              </a:spcBef>
            </a:pPr>
            <a:r>
              <a:rPr kumimoji="0" lang="en-US" altLang="zh-CN" sz="2400" dirty="0">
                <a:solidFill>
                  <a:srgbClr val="000000"/>
                </a:solidFill>
                <a:ea typeface="宋体" charset="-122"/>
              </a:rPr>
              <a:t>  </a:t>
            </a:r>
            <a:r>
              <a:rPr kumimoji="0" lang="zh-CN" altLang="zh-CN" sz="2400" dirty="0">
                <a:solidFill>
                  <a:srgbClr val="CC0000"/>
                </a:solidFill>
                <a:ea typeface="宋体" charset="-122"/>
              </a:rPr>
              <a:t>例</a:t>
            </a:r>
            <a:r>
              <a:rPr kumimoji="0" lang="en-US" altLang="zh-CN" sz="2400" dirty="0">
                <a:solidFill>
                  <a:srgbClr val="CC0000"/>
                </a:solidFill>
                <a:ea typeface="宋体" charset="-122"/>
              </a:rPr>
              <a:t>2   </a:t>
            </a:r>
            <a:r>
              <a:rPr kumimoji="0" lang="zh-CN" altLang="zh-CN" sz="2400" dirty="0">
                <a:solidFill>
                  <a:srgbClr val="000000"/>
                </a:solidFill>
                <a:ea typeface="宋体" charset="-122"/>
              </a:rPr>
              <a:t>圆形载流导线</a:t>
            </a:r>
            <a:r>
              <a:rPr kumimoji="0" lang="zh-CN" altLang="en-US" sz="2400" dirty="0">
                <a:solidFill>
                  <a:srgbClr val="000000"/>
                </a:solidFill>
                <a:ea typeface="宋体" charset="-122"/>
              </a:rPr>
              <a:t>轴线上</a:t>
            </a:r>
            <a:r>
              <a:rPr kumimoji="0" lang="zh-CN" altLang="zh-CN" sz="2400" dirty="0">
                <a:solidFill>
                  <a:srgbClr val="000000"/>
                </a:solidFill>
                <a:ea typeface="宋体" charset="-122"/>
              </a:rPr>
              <a:t>的磁场</a:t>
            </a:r>
            <a:r>
              <a:rPr kumimoji="0" lang="en-US" altLang="zh-CN" sz="2400" dirty="0">
                <a:solidFill>
                  <a:srgbClr val="000000"/>
                </a:solidFill>
                <a:ea typeface="宋体" charset="-122"/>
              </a:rPr>
              <a:t>.</a:t>
            </a:r>
          </a:p>
        </p:txBody>
      </p:sp>
      <p:graphicFrame>
        <p:nvGraphicFramePr>
          <p:cNvPr id="12293" name="Object 71"/>
          <p:cNvGraphicFramePr>
            <a:graphicFrameLocks noChangeAspect="1"/>
          </p:cNvGraphicFramePr>
          <p:nvPr>
            <p:extLst>
              <p:ext uri="{D42A27DB-BD31-4B8C-83A1-F6EECF244321}">
                <p14:modId xmlns:p14="http://schemas.microsoft.com/office/powerpoint/2010/main" val="175978494"/>
              </p:ext>
            </p:extLst>
          </p:nvPr>
        </p:nvGraphicFramePr>
        <p:xfrm>
          <a:off x="6501693" y="3317300"/>
          <a:ext cx="264319" cy="261938"/>
        </p:xfrm>
        <a:graphic>
          <a:graphicData uri="http://schemas.openxmlformats.org/presentationml/2006/ole">
            <mc:AlternateContent xmlns:mc="http://schemas.openxmlformats.org/markup-compatibility/2006">
              <mc:Choice xmlns:v="urn:schemas-microsoft-com:vml" Requires="v">
                <p:oleObj spid="_x0000_s218334" name="公式" r:id="rId3" imgW="177646" imgH="190335" progId="Equation.3">
                  <p:embed/>
                </p:oleObj>
              </mc:Choice>
              <mc:Fallback>
                <p:oleObj name="公式" r:id="rId3" imgW="177646" imgH="190335" progId="Equation.3">
                  <p:embed/>
                  <p:pic>
                    <p:nvPicPr>
                      <p:cNvPr id="0" name="Object 7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501693" y="3317300"/>
                        <a:ext cx="264319" cy="26193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2294" name="Object 72"/>
          <p:cNvGraphicFramePr>
            <a:graphicFrameLocks noChangeAspect="1"/>
          </p:cNvGraphicFramePr>
          <p:nvPr>
            <p:extLst>
              <p:ext uri="{D42A27DB-BD31-4B8C-83A1-F6EECF244321}">
                <p14:modId xmlns:p14="http://schemas.microsoft.com/office/powerpoint/2010/main" val="1297563160"/>
              </p:ext>
            </p:extLst>
          </p:nvPr>
        </p:nvGraphicFramePr>
        <p:xfrm>
          <a:off x="8216193" y="3369688"/>
          <a:ext cx="264319" cy="261938"/>
        </p:xfrm>
        <a:graphic>
          <a:graphicData uri="http://schemas.openxmlformats.org/presentationml/2006/ole">
            <mc:AlternateContent xmlns:mc="http://schemas.openxmlformats.org/markup-compatibility/2006">
              <mc:Choice xmlns:v="urn:schemas-microsoft-com:vml" Requires="v">
                <p:oleObj spid="_x0000_s218335" name="公式" r:id="rId5" imgW="177646" imgH="190335" progId="Equation.3">
                  <p:embed/>
                </p:oleObj>
              </mc:Choice>
              <mc:Fallback>
                <p:oleObj name="公式" r:id="rId5" imgW="177646" imgH="190335" progId="Equation.3">
                  <p:embed/>
                  <p:pic>
                    <p:nvPicPr>
                      <p:cNvPr id="0" name="Object 7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216193" y="3369688"/>
                        <a:ext cx="264319" cy="26193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2338" name="Oval 75"/>
          <p:cNvSpPr>
            <a:spLocks noChangeArrowheads="1"/>
          </p:cNvSpPr>
          <p:nvPr/>
        </p:nvSpPr>
        <p:spPr bwMode="auto">
          <a:xfrm rot="52875">
            <a:off x="5015793" y="2375517"/>
            <a:ext cx="914400" cy="1778794"/>
          </a:xfrm>
          <a:prstGeom prst="ellipse">
            <a:avLst/>
          </a:prstGeom>
          <a:noFill/>
          <a:ln w="25400">
            <a:solidFill>
              <a:schemeClr val="bg1">
                <a:lumMod val="50000"/>
              </a:schemeClr>
            </a:solidFill>
            <a:round/>
            <a:headEnd/>
            <a:tailEnd/>
          </a:ln>
          <a:effectLst/>
        </p:spPr>
        <p:txBody>
          <a:bodyPr wrap="none" anchor="ctr"/>
          <a:lstStyle/>
          <a:p>
            <a:endParaRPr kumimoji="0" lang="zh-CN" altLang="en-US" sz="1350" b="0">
              <a:solidFill>
                <a:prstClr val="black"/>
              </a:solidFill>
              <a:latin typeface="Arial" charset="0"/>
              <a:ea typeface="宋体" charset="-122"/>
            </a:endParaRPr>
          </a:p>
        </p:txBody>
      </p:sp>
      <p:sp>
        <p:nvSpPr>
          <p:cNvPr id="12296" name="Line 78"/>
          <p:cNvSpPr>
            <a:spLocks noChangeShapeType="1"/>
          </p:cNvSpPr>
          <p:nvPr/>
        </p:nvSpPr>
        <p:spPr bwMode="auto">
          <a:xfrm flipH="1" flipV="1">
            <a:off x="5424177" y="2390996"/>
            <a:ext cx="48816" cy="926304"/>
          </a:xfrm>
          <a:prstGeom prst="line">
            <a:avLst/>
          </a:prstGeom>
          <a:noFill/>
          <a:ln w="28575">
            <a:solidFill>
              <a:srgbClr val="333399"/>
            </a:solidFill>
            <a:round/>
            <a:headEnd/>
            <a:tailEnd type="triangle" w="sm" len="lg"/>
          </a:ln>
          <a:effectLst/>
        </p:spPr>
        <p:txBody>
          <a:bodyPr wrap="none" anchor="ctr"/>
          <a:lstStyle/>
          <a:p>
            <a:pPr eaLnBrk="0" hangingPunct="0"/>
            <a:endParaRPr kumimoji="0" lang="zh-CN" altLang="en-US" sz="1350" b="0">
              <a:solidFill>
                <a:prstClr val="black"/>
              </a:solidFill>
              <a:latin typeface="Arial" charset="0"/>
              <a:ea typeface="宋体" charset="-122"/>
            </a:endParaRPr>
          </a:p>
        </p:txBody>
      </p:sp>
      <p:graphicFrame>
        <p:nvGraphicFramePr>
          <p:cNvPr id="12297" name="Object 79"/>
          <p:cNvGraphicFramePr>
            <a:graphicFrameLocks noChangeAspect="1"/>
          </p:cNvGraphicFramePr>
          <p:nvPr>
            <p:extLst>
              <p:ext uri="{D42A27DB-BD31-4B8C-83A1-F6EECF244321}">
                <p14:modId xmlns:p14="http://schemas.microsoft.com/office/powerpoint/2010/main" val="2120574973"/>
              </p:ext>
            </p:extLst>
          </p:nvPr>
        </p:nvGraphicFramePr>
        <p:xfrm>
          <a:off x="5172955" y="2767232"/>
          <a:ext cx="242888" cy="235744"/>
        </p:xfrm>
        <a:graphic>
          <a:graphicData uri="http://schemas.openxmlformats.org/presentationml/2006/ole">
            <mc:AlternateContent xmlns:mc="http://schemas.openxmlformats.org/markup-compatibility/2006">
              <mc:Choice xmlns:v="urn:schemas-microsoft-com:vml" Requires="v">
                <p:oleObj spid="_x0000_s218336" name="Equation" r:id="rId6" imgW="215806" imgH="228501" progId="Equation.3">
                  <p:embed/>
                </p:oleObj>
              </mc:Choice>
              <mc:Fallback>
                <p:oleObj name="Equation" r:id="rId6" imgW="215806" imgH="228501" progId="Equation.3">
                  <p:embed/>
                  <p:pic>
                    <p:nvPicPr>
                      <p:cNvPr id="0" name="Object 79"/>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172955" y="2767232"/>
                        <a:ext cx="242888" cy="235744"/>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2298" name="Line 80"/>
          <p:cNvSpPr>
            <a:spLocks noChangeShapeType="1"/>
          </p:cNvSpPr>
          <p:nvPr/>
        </p:nvSpPr>
        <p:spPr bwMode="auto">
          <a:xfrm>
            <a:off x="5472993" y="3317301"/>
            <a:ext cx="2971800" cy="0"/>
          </a:xfrm>
          <a:prstGeom prst="line">
            <a:avLst/>
          </a:prstGeom>
          <a:noFill/>
          <a:ln w="12700">
            <a:solidFill>
              <a:srgbClr val="000000"/>
            </a:solidFill>
            <a:round/>
            <a:headEnd/>
            <a:tailEnd type="triangle" w="sm" len="lg"/>
          </a:ln>
          <a:effectLst/>
        </p:spPr>
        <p:txBody>
          <a:bodyPr wrap="none" anchor="ctr"/>
          <a:lstStyle/>
          <a:p>
            <a:pPr eaLnBrk="0" hangingPunct="0"/>
            <a:endParaRPr kumimoji="0" lang="zh-CN" altLang="en-US" sz="1350" b="0">
              <a:solidFill>
                <a:prstClr val="black"/>
              </a:solidFill>
              <a:latin typeface="Arial" charset="0"/>
              <a:ea typeface="宋体" charset="-122"/>
            </a:endParaRPr>
          </a:p>
        </p:txBody>
      </p:sp>
      <p:sp>
        <p:nvSpPr>
          <p:cNvPr id="12299" name="Line 81"/>
          <p:cNvSpPr>
            <a:spLocks noChangeShapeType="1"/>
          </p:cNvSpPr>
          <p:nvPr/>
        </p:nvSpPr>
        <p:spPr bwMode="auto">
          <a:xfrm>
            <a:off x="6787443" y="3422076"/>
            <a:ext cx="971550" cy="0"/>
          </a:xfrm>
          <a:prstGeom prst="line">
            <a:avLst/>
          </a:prstGeom>
          <a:noFill/>
          <a:ln w="12700">
            <a:solidFill>
              <a:srgbClr val="333399"/>
            </a:solidFill>
            <a:round/>
            <a:headEnd/>
            <a:tailEnd type="triangle" w="sm" len="lg"/>
          </a:ln>
          <a:effectLst/>
        </p:spPr>
        <p:txBody>
          <a:bodyPr wrap="none"/>
          <a:lstStyle/>
          <a:p>
            <a:pPr eaLnBrk="0" hangingPunct="0"/>
            <a:endParaRPr kumimoji="0" lang="zh-CN" altLang="en-US" sz="1350" b="0">
              <a:solidFill>
                <a:prstClr val="black"/>
              </a:solidFill>
              <a:latin typeface="Arial" charset="0"/>
              <a:ea typeface="宋体" charset="-122"/>
            </a:endParaRPr>
          </a:p>
        </p:txBody>
      </p:sp>
      <p:sp>
        <p:nvSpPr>
          <p:cNvPr id="12300" name="Line 82"/>
          <p:cNvSpPr>
            <a:spLocks noChangeShapeType="1"/>
          </p:cNvSpPr>
          <p:nvPr/>
        </p:nvSpPr>
        <p:spPr bwMode="auto">
          <a:xfrm flipH="1">
            <a:off x="5472993" y="3422076"/>
            <a:ext cx="971550" cy="0"/>
          </a:xfrm>
          <a:prstGeom prst="line">
            <a:avLst/>
          </a:prstGeom>
          <a:noFill/>
          <a:ln w="12700">
            <a:solidFill>
              <a:srgbClr val="333399"/>
            </a:solidFill>
            <a:round/>
            <a:headEnd/>
            <a:tailEnd type="triangle" w="sm" len="lg"/>
          </a:ln>
          <a:effectLst/>
        </p:spPr>
        <p:txBody>
          <a:bodyPr wrap="none"/>
          <a:lstStyle/>
          <a:p>
            <a:pPr eaLnBrk="0" hangingPunct="0"/>
            <a:endParaRPr kumimoji="0" lang="zh-CN" altLang="en-US" sz="1350" b="0">
              <a:solidFill>
                <a:prstClr val="black"/>
              </a:solidFill>
              <a:latin typeface="Arial" charset="0"/>
              <a:ea typeface="宋体" charset="-122"/>
            </a:endParaRPr>
          </a:p>
        </p:txBody>
      </p:sp>
      <p:sp>
        <p:nvSpPr>
          <p:cNvPr id="12301" name="Text Box 83"/>
          <p:cNvSpPr txBox="1">
            <a:spLocks noChangeArrowheads="1"/>
          </p:cNvSpPr>
          <p:nvPr/>
        </p:nvSpPr>
        <p:spPr bwMode="auto">
          <a:xfrm>
            <a:off x="7747087" y="3212525"/>
            <a:ext cx="526256" cy="415498"/>
          </a:xfrm>
          <a:prstGeom prst="rect">
            <a:avLst/>
          </a:prstGeom>
          <a:noFill/>
          <a:ln w="9525">
            <a:noFill/>
            <a:miter lim="800000"/>
            <a:headEnd/>
            <a:tailEnd/>
          </a:ln>
          <a:effectLst/>
        </p:spPr>
        <p:txBody>
          <a:bodyPr>
            <a:spAutoFit/>
          </a:bodyPr>
          <a:lstStyle/>
          <a:p>
            <a:r>
              <a:rPr kumimoji="0" lang="en-US" altLang="zh-CN" sz="2100" b="0" i="1">
                <a:solidFill>
                  <a:srgbClr val="1C1C1C"/>
                </a:solidFill>
                <a:ea typeface="宋体" charset="-122"/>
              </a:rPr>
              <a:t>p</a:t>
            </a:r>
          </a:p>
        </p:txBody>
      </p:sp>
      <p:sp>
        <p:nvSpPr>
          <p:cNvPr id="12303" name="Line 85"/>
          <p:cNvSpPr>
            <a:spLocks noChangeShapeType="1"/>
          </p:cNvSpPr>
          <p:nvPr/>
        </p:nvSpPr>
        <p:spPr bwMode="auto">
          <a:xfrm>
            <a:off x="7758993" y="3317301"/>
            <a:ext cx="0" cy="209550"/>
          </a:xfrm>
          <a:prstGeom prst="line">
            <a:avLst/>
          </a:prstGeom>
          <a:noFill/>
          <a:ln w="12700">
            <a:solidFill>
              <a:schemeClr val="tx1"/>
            </a:solidFill>
            <a:round/>
            <a:headEnd/>
            <a:tailEnd/>
          </a:ln>
          <a:effectLst/>
        </p:spPr>
        <p:txBody>
          <a:bodyPr wrap="none"/>
          <a:lstStyle/>
          <a:p>
            <a:pPr eaLnBrk="0" hangingPunct="0"/>
            <a:endParaRPr kumimoji="0" lang="zh-CN" altLang="en-US" sz="1350" b="0">
              <a:solidFill>
                <a:prstClr val="black"/>
              </a:solidFill>
              <a:latin typeface="Arial" charset="0"/>
              <a:ea typeface="宋体" charset="-122"/>
            </a:endParaRPr>
          </a:p>
        </p:txBody>
      </p:sp>
      <p:sp>
        <p:nvSpPr>
          <p:cNvPr id="12304" name="Line 86"/>
          <p:cNvSpPr>
            <a:spLocks noChangeShapeType="1"/>
          </p:cNvSpPr>
          <p:nvPr/>
        </p:nvSpPr>
        <p:spPr bwMode="auto">
          <a:xfrm>
            <a:off x="5472993" y="3317301"/>
            <a:ext cx="0" cy="209550"/>
          </a:xfrm>
          <a:prstGeom prst="line">
            <a:avLst/>
          </a:prstGeom>
          <a:noFill/>
          <a:ln w="9525">
            <a:solidFill>
              <a:schemeClr val="tx1"/>
            </a:solidFill>
            <a:round/>
            <a:headEnd/>
            <a:tailEnd/>
          </a:ln>
          <a:effectLst/>
        </p:spPr>
        <p:txBody>
          <a:bodyPr wrap="none"/>
          <a:lstStyle/>
          <a:p>
            <a:pPr eaLnBrk="0" hangingPunct="0"/>
            <a:endParaRPr kumimoji="0" lang="zh-CN" altLang="en-US" sz="1350" b="0">
              <a:solidFill>
                <a:prstClr val="black"/>
              </a:solidFill>
              <a:latin typeface="Arial" charset="0"/>
              <a:ea typeface="宋体" charset="-122"/>
            </a:endParaRPr>
          </a:p>
        </p:txBody>
      </p:sp>
      <p:sp>
        <p:nvSpPr>
          <p:cNvPr id="12305" name="Rectangle 87"/>
          <p:cNvSpPr>
            <a:spLocks noChangeArrowheads="1"/>
          </p:cNvSpPr>
          <p:nvPr/>
        </p:nvSpPr>
        <p:spPr bwMode="auto">
          <a:xfrm>
            <a:off x="4901493" y="2008804"/>
            <a:ext cx="3600450" cy="2250281"/>
          </a:xfrm>
          <a:prstGeom prst="rect">
            <a:avLst/>
          </a:prstGeom>
          <a:noFill/>
          <a:ln w="9525">
            <a:noFill/>
            <a:miter lim="800000"/>
            <a:headEnd/>
            <a:tailEnd/>
          </a:ln>
          <a:effectLst/>
        </p:spPr>
        <p:txBody>
          <a:bodyPr wrap="none" anchor="ctr"/>
          <a:lstStyle/>
          <a:p>
            <a:endParaRPr kumimoji="0" lang="zh-CN" altLang="en-US" sz="1350" b="0">
              <a:solidFill>
                <a:prstClr val="black"/>
              </a:solidFill>
              <a:latin typeface="Arial" charset="0"/>
              <a:ea typeface="宋体" charset="-122"/>
            </a:endParaRPr>
          </a:p>
        </p:txBody>
      </p:sp>
      <p:graphicFrame>
        <p:nvGraphicFramePr>
          <p:cNvPr id="12306" name="Object 102"/>
          <p:cNvGraphicFramePr>
            <a:graphicFrameLocks noChangeAspect="1"/>
          </p:cNvGraphicFramePr>
          <p:nvPr>
            <p:extLst>
              <p:ext uri="{D42A27DB-BD31-4B8C-83A1-F6EECF244321}">
                <p14:modId xmlns:p14="http://schemas.microsoft.com/office/powerpoint/2010/main" val="1295863289"/>
              </p:ext>
            </p:extLst>
          </p:nvPr>
        </p:nvGraphicFramePr>
        <p:xfrm>
          <a:off x="5205102" y="3251816"/>
          <a:ext cx="210741" cy="222647"/>
        </p:xfrm>
        <a:graphic>
          <a:graphicData uri="http://schemas.openxmlformats.org/presentationml/2006/ole">
            <mc:AlternateContent xmlns:mc="http://schemas.openxmlformats.org/markup-compatibility/2006">
              <mc:Choice xmlns:v="urn:schemas-microsoft-com:vml" Requires="v">
                <p:oleObj spid="_x0000_s218337" name="Equation" r:id="rId8" imgW="164957" imgH="190335" progId="Equation.3">
                  <p:embed/>
                </p:oleObj>
              </mc:Choice>
              <mc:Fallback>
                <p:oleObj name="Equation" r:id="rId8" imgW="164957" imgH="190335" progId="Equation.3">
                  <p:embed/>
                  <p:pic>
                    <p:nvPicPr>
                      <p:cNvPr id="0" name="Object 102"/>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5205102" y="3251816"/>
                        <a:ext cx="210741" cy="22264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2336" name="Object 110"/>
          <p:cNvGraphicFramePr>
            <a:graphicFrameLocks noChangeAspect="1"/>
          </p:cNvGraphicFramePr>
          <p:nvPr>
            <p:extLst>
              <p:ext uri="{D42A27DB-BD31-4B8C-83A1-F6EECF244321}">
                <p14:modId xmlns:p14="http://schemas.microsoft.com/office/powerpoint/2010/main" val="2857389558"/>
              </p:ext>
            </p:extLst>
          </p:nvPr>
        </p:nvGraphicFramePr>
        <p:xfrm>
          <a:off x="5408799" y="2008806"/>
          <a:ext cx="457200" cy="308372"/>
        </p:xfrm>
        <a:graphic>
          <a:graphicData uri="http://schemas.openxmlformats.org/presentationml/2006/ole">
            <mc:AlternateContent xmlns:mc="http://schemas.openxmlformats.org/markup-compatibility/2006">
              <mc:Choice xmlns:v="urn:schemas-microsoft-com:vml" Requires="v">
                <p:oleObj spid="_x0000_s218338" name="Equation" r:id="rId10" imgW="393480" imgH="291960" progId="Equation.3">
                  <p:embed/>
                </p:oleObj>
              </mc:Choice>
              <mc:Fallback>
                <p:oleObj name="Equation" r:id="rId10" imgW="393480" imgH="291960" progId="Equation.3">
                  <p:embed/>
                  <p:pic>
                    <p:nvPicPr>
                      <p:cNvPr id="0" name="Object 110"/>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5408799" y="2008806"/>
                        <a:ext cx="457200" cy="30837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2308" name="Text Box 112"/>
          <p:cNvSpPr txBox="1">
            <a:spLocks noChangeArrowheads="1"/>
          </p:cNvSpPr>
          <p:nvPr/>
        </p:nvSpPr>
        <p:spPr bwMode="auto">
          <a:xfrm>
            <a:off x="464343" y="950224"/>
            <a:ext cx="981242" cy="461665"/>
          </a:xfrm>
          <a:prstGeom prst="rect">
            <a:avLst/>
          </a:prstGeom>
          <a:noFill/>
          <a:ln w="9525">
            <a:noFill/>
            <a:miter lim="800000"/>
            <a:headEnd/>
            <a:tailEnd/>
          </a:ln>
          <a:effectLst/>
        </p:spPr>
        <p:txBody>
          <a:bodyPr wrap="square">
            <a:spAutoFit/>
          </a:bodyPr>
          <a:lstStyle/>
          <a:p>
            <a:pPr>
              <a:spcBef>
                <a:spcPct val="50000"/>
              </a:spcBef>
            </a:pPr>
            <a:r>
              <a:rPr kumimoji="0" lang="zh-CN" altLang="en-US" sz="2400">
                <a:solidFill>
                  <a:srgbClr val="CC0000"/>
                </a:solidFill>
                <a:ea typeface="宋体" charset="-122"/>
              </a:rPr>
              <a:t>解：</a:t>
            </a:r>
            <a:endParaRPr kumimoji="0" lang="zh-CN" altLang="en-US" sz="2400" dirty="0">
              <a:solidFill>
                <a:srgbClr val="000000"/>
              </a:solidFill>
              <a:ea typeface="宋体" charset="-122"/>
            </a:endParaRPr>
          </a:p>
        </p:txBody>
      </p:sp>
      <p:graphicFrame>
        <p:nvGraphicFramePr>
          <p:cNvPr id="17521" name="Object 113"/>
          <p:cNvGraphicFramePr>
            <a:graphicFrameLocks noChangeAspect="1"/>
          </p:cNvGraphicFramePr>
          <p:nvPr>
            <p:extLst>
              <p:ext uri="{D42A27DB-BD31-4B8C-83A1-F6EECF244321}">
                <p14:modId xmlns:p14="http://schemas.microsoft.com/office/powerpoint/2010/main" val="312715888"/>
              </p:ext>
            </p:extLst>
          </p:nvPr>
        </p:nvGraphicFramePr>
        <p:xfrm>
          <a:off x="4090150" y="895273"/>
          <a:ext cx="2612231" cy="544480"/>
        </p:xfrm>
        <a:graphic>
          <a:graphicData uri="http://schemas.openxmlformats.org/presentationml/2006/ole">
            <mc:AlternateContent xmlns:mc="http://schemas.openxmlformats.org/markup-compatibility/2006">
              <mc:Choice xmlns:v="urn:schemas-microsoft-com:vml" Requires="v">
                <p:oleObj spid="_x0000_s218339" name="Equation" r:id="rId12" imgW="1434960" imgH="304560" progId="Equation.DSMT4">
                  <p:embed/>
                </p:oleObj>
              </mc:Choice>
              <mc:Fallback>
                <p:oleObj name="Equation" r:id="rId12" imgW="1434960" imgH="304560" progId="Equation.DSMT4">
                  <p:embed/>
                  <p:pic>
                    <p:nvPicPr>
                      <p:cNvPr id="0" name="Object 113"/>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4090150" y="895273"/>
                        <a:ext cx="2612231" cy="54448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7522" name="Object 114"/>
          <p:cNvGraphicFramePr>
            <a:graphicFrameLocks noChangeAspect="1"/>
          </p:cNvGraphicFramePr>
          <p:nvPr>
            <p:extLst>
              <p:ext uri="{D42A27DB-BD31-4B8C-83A1-F6EECF244321}">
                <p14:modId xmlns:p14="http://schemas.microsoft.com/office/powerpoint/2010/main" val="3511597740"/>
              </p:ext>
            </p:extLst>
          </p:nvPr>
        </p:nvGraphicFramePr>
        <p:xfrm>
          <a:off x="957263" y="3752703"/>
          <a:ext cx="1344433" cy="817067"/>
        </p:xfrm>
        <a:graphic>
          <a:graphicData uri="http://schemas.openxmlformats.org/presentationml/2006/ole">
            <mc:AlternateContent xmlns:mc="http://schemas.openxmlformats.org/markup-compatibility/2006">
              <mc:Choice xmlns:v="urn:schemas-microsoft-com:vml" Requires="v">
                <p:oleObj spid="_x0000_s218340" name="Equation" r:id="rId14" imgW="647640" imgH="393480" progId="Equation.DSMT4">
                  <p:embed/>
                </p:oleObj>
              </mc:Choice>
              <mc:Fallback>
                <p:oleObj name="Equation" r:id="rId14" imgW="647640" imgH="393480" progId="Equation.DSMT4">
                  <p:embed/>
                  <p:pic>
                    <p:nvPicPr>
                      <p:cNvPr id="0" name="Object 114"/>
                      <p:cNvPicPr>
                        <a:picLocks noChangeAspect="1" noChangeArrowheads="1"/>
                      </p:cNvPicPr>
                      <p:nvPr/>
                    </p:nvPicPr>
                    <p:blipFill>
                      <a:blip r:embed="rId15"/>
                      <a:srcRect/>
                      <a:stretch>
                        <a:fillRect/>
                      </a:stretch>
                    </p:blipFill>
                    <p:spPr bwMode="auto">
                      <a:xfrm>
                        <a:off x="957263" y="3752703"/>
                        <a:ext cx="1344433" cy="817067"/>
                      </a:xfrm>
                      <a:prstGeom prst="rect">
                        <a:avLst/>
                      </a:prstGeom>
                      <a:noFill/>
                      <a:ln w="9525">
                        <a:solidFill>
                          <a:srgbClr val="FF0000"/>
                        </a:solidFill>
                        <a:miter lim="800000"/>
                        <a:headEnd/>
                        <a:tailEnd/>
                      </a:ln>
                      <a:extLst/>
                    </p:spPr>
                  </p:pic>
                </p:oleObj>
              </mc:Fallback>
            </mc:AlternateContent>
          </a:graphicData>
        </a:graphic>
      </p:graphicFrame>
      <p:graphicFrame>
        <p:nvGraphicFramePr>
          <p:cNvPr id="17523" name="Object 115"/>
          <p:cNvGraphicFramePr>
            <a:graphicFrameLocks noChangeAspect="1"/>
          </p:cNvGraphicFramePr>
          <p:nvPr>
            <p:extLst>
              <p:ext uri="{D42A27DB-BD31-4B8C-83A1-F6EECF244321}">
                <p14:modId xmlns:p14="http://schemas.microsoft.com/office/powerpoint/2010/main" val="3422577068"/>
              </p:ext>
            </p:extLst>
          </p:nvPr>
        </p:nvGraphicFramePr>
        <p:xfrm>
          <a:off x="868846" y="1522380"/>
          <a:ext cx="2035517" cy="892151"/>
        </p:xfrm>
        <a:graphic>
          <a:graphicData uri="http://schemas.openxmlformats.org/presentationml/2006/ole">
            <mc:AlternateContent xmlns:mc="http://schemas.openxmlformats.org/markup-compatibility/2006">
              <mc:Choice xmlns:v="urn:schemas-microsoft-com:vml" Requires="v">
                <p:oleObj spid="_x0000_s218341" name="公式" r:id="rId16" imgW="799753" imgH="393529" progId="Equation.3">
                  <p:embed/>
                </p:oleObj>
              </mc:Choice>
              <mc:Fallback>
                <p:oleObj name="公式" r:id="rId16" imgW="799753" imgH="393529" progId="Equation.3">
                  <p:embed/>
                  <p:pic>
                    <p:nvPicPr>
                      <p:cNvPr id="0" name="Object 115"/>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868846" y="1522380"/>
                        <a:ext cx="2035517" cy="892151"/>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7524" name="Object 116"/>
          <p:cNvGraphicFramePr>
            <a:graphicFrameLocks noChangeAspect="1"/>
          </p:cNvGraphicFramePr>
          <p:nvPr>
            <p:extLst>
              <p:ext uri="{D42A27DB-BD31-4B8C-83A1-F6EECF244321}">
                <p14:modId xmlns:p14="http://schemas.microsoft.com/office/powerpoint/2010/main" val="3251703915"/>
              </p:ext>
            </p:extLst>
          </p:nvPr>
        </p:nvGraphicFramePr>
        <p:xfrm>
          <a:off x="868846" y="2661731"/>
          <a:ext cx="2633663" cy="781050"/>
        </p:xfrm>
        <a:graphic>
          <a:graphicData uri="http://schemas.openxmlformats.org/presentationml/2006/ole">
            <mc:AlternateContent xmlns:mc="http://schemas.openxmlformats.org/markup-compatibility/2006">
              <mc:Choice xmlns:v="urn:schemas-microsoft-com:vml" Requires="v">
                <p:oleObj spid="_x0000_s218342" name="Equation" r:id="rId18" imgW="1257120" imgH="393480" progId="Equation.DSMT4">
                  <p:embed/>
                </p:oleObj>
              </mc:Choice>
              <mc:Fallback>
                <p:oleObj name="Equation" r:id="rId18" imgW="1257120" imgH="393480" progId="Equation.DSMT4">
                  <p:embed/>
                  <p:pic>
                    <p:nvPicPr>
                      <p:cNvPr id="0" name="Object 116"/>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868846" y="2661731"/>
                        <a:ext cx="2633663" cy="7810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2314" name="Text Box 118"/>
          <p:cNvSpPr txBox="1">
            <a:spLocks noChangeArrowheads="1"/>
          </p:cNvSpPr>
          <p:nvPr/>
        </p:nvSpPr>
        <p:spPr bwMode="auto">
          <a:xfrm rot="21305103">
            <a:off x="4583417" y="3109108"/>
            <a:ext cx="287258" cy="461665"/>
          </a:xfrm>
          <a:prstGeom prst="rect">
            <a:avLst/>
          </a:prstGeom>
          <a:noFill/>
          <a:ln w="9525">
            <a:noFill/>
            <a:miter lim="800000"/>
            <a:headEnd/>
            <a:tailEnd/>
          </a:ln>
          <a:effectLst/>
        </p:spPr>
        <p:txBody>
          <a:bodyPr wrap="none">
            <a:spAutoFit/>
          </a:bodyPr>
          <a:lstStyle/>
          <a:p>
            <a:r>
              <a:rPr kumimoji="0" lang="en-US" altLang="zh-CN" sz="2400" b="0" i="1" dirty="0">
                <a:solidFill>
                  <a:srgbClr val="FF0000"/>
                </a:solidFill>
                <a:ea typeface="宋体" charset="-122"/>
              </a:rPr>
              <a:t>I</a:t>
            </a:r>
          </a:p>
        </p:txBody>
      </p:sp>
      <p:grpSp>
        <p:nvGrpSpPr>
          <p:cNvPr id="4" name="Group 120"/>
          <p:cNvGrpSpPr>
            <a:grpSpLocks/>
          </p:cNvGrpSpPr>
          <p:nvPr/>
        </p:nvGrpSpPr>
        <p:grpSpPr bwMode="auto">
          <a:xfrm>
            <a:off x="5415842" y="2390996"/>
            <a:ext cx="2981326" cy="966788"/>
            <a:chOff x="817" y="1999"/>
            <a:chExt cx="2504" cy="812"/>
          </a:xfrm>
        </p:grpSpPr>
        <p:grpSp>
          <p:nvGrpSpPr>
            <p:cNvPr id="5" name="Group 88"/>
            <p:cNvGrpSpPr>
              <a:grpSpLocks/>
            </p:cNvGrpSpPr>
            <p:nvPr/>
          </p:nvGrpSpPr>
          <p:grpSpPr bwMode="auto">
            <a:xfrm>
              <a:off x="1958" y="2557"/>
              <a:ext cx="347" cy="220"/>
              <a:chOff x="1813" y="1440"/>
              <a:chExt cx="347" cy="240"/>
            </a:xfrm>
          </p:grpSpPr>
          <p:sp>
            <p:nvSpPr>
              <p:cNvPr id="12334" name="Arc 89"/>
              <p:cNvSpPr>
                <a:spLocks/>
              </p:cNvSpPr>
              <p:nvPr/>
            </p:nvSpPr>
            <p:spPr bwMode="auto">
              <a:xfrm flipH="1">
                <a:off x="2064" y="1472"/>
                <a:ext cx="96" cy="208"/>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Lst>
                <a:ahLst/>
                <a:cxnLst>
                  <a:cxn ang="T6">
                    <a:pos x="T0" y="T1"/>
                  </a:cxn>
                  <a:cxn ang="T7">
                    <a:pos x="T2" y="T3"/>
                  </a:cxn>
                  <a:cxn ang="T8">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noFill/>
              <a:ln w="12700">
                <a:solidFill>
                  <a:srgbClr val="00CC00"/>
                </a:solidFill>
                <a:round/>
                <a:headEnd/>
                <a:tailEnd type="none" w="sm" len="lg"/>
              </a:ln>
              <a:effectLst/>
            </p:spPr>
            <p:txBody>
              <a:bodyPr wrap="none" anchor="ctr"/>
              <a:lstStyle/>
              <a:p>
                <a:pPr eaLnBrk="0" hangingPunct="0"/>
                <a:endParaRPr kumimoji="0" lang="zh-CN" altLang="en-US" sz="1350" b="0">
                  <a:solidFill>
                    <a:prstClr val="black"/>
                  </a:solidFill>
                  <a:latin typeface="Arial" charset="0"/>
                  <a:ea typeface="宋体" charset="-122"/>
                </a:endParaRPr>
              </a:p>
            </p:txBody>
          </p:sp>
          <p:graphicFrame>
            <p:nvGraphicFramePr>
              <p:cNvPr id="12335" name="Object 90"/>
              <p:cNvGraphicFramePr>
                <a:graphicFrameLocks noChangeAspect="1"/>
              </p:cNvGraphicFramePr>
              <p:nvPr/>
            </p:nvGraphicFramePr>
            <p:xfrm>
              <a:off x="1813" y="1440"/>
              <a:ext cx="232" cy="237"/>
            </p:xfrm>
            <a:graphic>
              <a:graphicData uri="http://schemas.openxmlformats.org/presentationml/2006/ole">
                <mc:AlternateContent xmlns:mc="http://schemas.openxmlformats.org/markup-compatibility/2006">
                  <mc:Choice xmlns:v="urn:schemas-microsoft-com:vml" Requires="v">
                    <p:oleObj spid="_x0000_s218343" name="Equation" r:id="rId20" imgW="139680" imgH="164880" progId="Equation.3">
                      <p:embed/>
                    </p:oleObj>
                  </mc:Choice>
                  <mc:Fallback>
                    <p:oleObj name="Equation" r:id="rId20" imgW="139680" imgH="164880" progId="Equation.3">
                      <p:embed/>
                      <p:pic>
                        <p:nvPicPr>
                          <p:cNvPr id="0" name="Object 90"/>
                          <p:cNvPicPr>
                            <a:picLocks noChangeAspect="1" noChangeArrowheads="1"/>
                          </p:cNvPicPr>
                          <p:nvPr/>
                        </p:nvPicPr>
                        <p:blipFill>
                          <a:blip r:embed="rId21">
                            <a:extLst>
                              <a:ext uri="{28A0092B-C50C-407E-A947-70E740481C1C}">
                                <a14:useLocalDpi xmlns:a14="http://schemas.microsoft.com/office/drawing/2010/main" val="0"/>
                              </a:ext>
                            </a:extLst>
                          </a:blip>
                          <a:srcRect/>
                          <a:stretch>
                            <a:fillRect/>
                          </a:stretch>
                        </p:blipFill>
                        <p:spPr bwMode="auto">
                          <a:xfrm>
                            <a:off x="1813" y="1440"/>
                            <a:ext cx="232" cy="23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grpSp>
          <p:nvGrpSpPr>
            <p:cNvPr id="6" name="Group 91"/>
            <p:cNvGrpSpPr>
              <a:grpSpLocks/>
            </p:cNvGrpSpPr>
            <p:nvPr/>
          </p:nvGrpSpPr>
          <p:grpSpPr bwMode="auto">
            <a:xfrm>
              <a:off x="2774" y="2161"/>
              <a:ext cx="233" cy="616"/>
              <a:chOff x="2629" y="1008"/>
              <a:chExt cx="233" cy="672"/>
            </a:xfrm>
          </p:grpSpPr>
          <p:sp>
            <p:nvSpPr>
              <p:cNvPr id="12330" name="Line 92"/>
              <p:cNvSpPr>
                <a:spLocks noChangeShapeType="1"/>
              </p:cNvSpPr>
              <p:nvPr/>
            </p:nvSpPr>
            <p:spPr bwMode="auto">
              <a:xfrm flipV="1">
                <a:off x="2640" y="1008"/>
                <a:ext cx="0" cy="672"/>
              </a:xfrm>
              <a:prstGeom prst="line">
                <a:avLst/>
              </a:prstGeom>
              <a:noFill/>
              <a:ln w="9525">
                <a:solidFill>
                  <a:schemeClr val="tx1"/>
                </a:solidFill>
                <a:prstDash val="sysDash"/>
                <a:round/>
                <a:headEnd/>
                <a:tailEnd type="none" w="sm" len="lg"/>
              </a:ln>
              <a:effectLst/>
            </p:spPr>
            <p:txBody>
              <a:bodyPr wrap="none" anchor="ctr"/>
              <a:lstStyle/>
              <a:p>
                <a:pPr eaLnBrk="0" hangingPunct="0"/>
                <a:endParaRPr kumimoji="0" lang="zh-CN" altLang="en-US" sz="1350" b="0">
                  <a:solidFill>
                    <a:prstClr val="black"/>
                  </a:solidFill>
                  <a:latin typeface="Arial" charset="0"/>
                  <a:ea typeface="宋体" charset="-122"/>
                </a:endParaRPr>
              </a:p>
            </p:txBody>
          </p:sp>
          <p:grpSp>
            <p:nvGrpSpPr>
              <p:cNvPr id="7" name="Group 93"/>
              <p:cNvGrpSpPr>
                <a:grpSpLocks/>
              </p:cNvGrpSpPr>
              <p:nvPr/>
            </p:nvGrpSpPr>
            <p:grpSpPr bwMode="auto">
              <a:xfrm>
                <a:off x="2629" y="1114"/>
                <a:ext cx="233" cy="424"/>
                <a:chOff x="2533" y="1114"/>
                <a:chExt cx="233" cy="424"/>
              </a:xfrm>
            </p:grpSpPr>
            <p:sp>
              <p:nvSpPr>
                <p:cNvPr id="12332" name="Arc 94"/>
                <p:cNvSpPr>
                  <a:spLocks/>
                </p:cNvSpPr>
                <p:nvPr/>
              </p:nvSpPr>
              <p:spPr bwMode="auto">
                <a:xfrm rot="5400000" flipH="1">
                  <a:off x="2544" y="1442"/>
                  <a:ext cx="96" cy="96"/>
                </a:xfrm>
                <a:custGeom>
                  <a:avLst/>
                  <a:gdLst>
                    <a:gd name="T0" fmla="*/ 0 w 21600"/>
                    <a:gd name="T1" fmla="*/ 0 h 16294"/>
                    <a:gd name="T2" fmla="*/ 0 w 21600"/>
                    <a:gd name="T3" fmla="*/ 0 h 16294"/>
                    <a:gd name="T4" fmla="*/ 0 w 21600"/>
                    <a:gd name="T5" fmla="*/ 0 h 16294"/>
                    <a:gd name="T6" fmla="*/ 0 60000 65536"/>
                    <a:gd name="T7" fmla="*/ 0 60000 65536"/>
                    <a:gd name="T8" fmla="*/ 0 60000 65536"/>
                  </a:gdLst>
                  <a:ahLst/>
                  <a:cxnLst>
                    <a:cxn ang="T6">
                      <a:pos x="T0" y="T1"/>
                    </a:cxn>
                    <a:cxn ang="T7">
                      <a:pos x="T2" y="T3"/>
                    </a:cxn>
                    <a:cxn ang="T8">
                      <a:pos x="T4" y="T5"/>
                    </a:cxn>
                  </a:cxnLst>
                  <a:rect l="0" t="0" r="r" b="b"/>
                  <a:pathLst>
                    <a:path w="21600" h="16294" fill="none" extrusionOk="0">
                      <a:moveTo>
                        <a:pt x="14179" y="0"/>
                      </a:moveTo>
                      <a:cubicBezTo>
                        <a:pt x="18893" y="4102"/>
                        <a:pt x="21600" y="10045"/>
                        <a:pt x="21600" y="16294"/>
                      </a:cubicBezTo>
                    </a:path>
                    <a:path w="21600" h="16294" stroke="0" extrusionOk="0">
                      <a:moveTo>
                        <a:pt x="14179" y="0"/>
                      </a:moveTo>
                      <a:cubicBezTo>
                        <a:pt x="18893" y="4102"/>
                        <a:pt x="21600" y="10045"/>
                        <a:pt x="21600" y="16294"/>
                      </a:cubicBezTo>
                      <a:lnTo>
                        <a:pt x="0" y="16294"/>
                      </a:lnTo>
                      <a:lnTo>
                        <a:pt x="14179" y="0"/>
                      </a:lnTo>
                      <a:close/>
                    </a:path>
                  </a:pathLst>
                </a:custGeom>
                <a:noFill/>
                <a:ln w="12700">
                  <a:solidFill>
                    <a:srgbClr val="00CC00"/>
                  </a:solidFill>
                  <a:round/>
                  <a:headEnd/>
                  <a:tailEnd type="none" w="sm" len="lg"/>
                </a:ln>
                <a:effectLst/>
              </p:spPr>
              <p:txBody>
                <a:bodyPr wrap="none" anchor="ctr"/>
                <a:lstStyle/>
                <a:p>
                  <a:pPr eaLnBrk="0" hangingPunct="0"/>
                  <a:endParaRPr kumimoji="0" lang="zh-CN" altLang="en-US" sz="1350" b="0">
                    <a:solidFill>
                      <a:prstClr val="black"/>
                    </a:solidFill>
                    <a:latin typeface="Arial" charset="0"/>
                    <a:ea typeface="宋体" charset="-122"/>
                  </a:endParaRPr>
                </a:p>
              </p:txBody>
            </p:sp>
            <p:graphicFrame>
              <p:nvGraphicFramePr>
                <p:cNvPr id="12333" name="Object 95"/>
                <p:cNvGraphicFramePr>
                  <a:graphicFrameLocks noChangeAspect="1"/>
                </p:cNvGraphicFramePr>
                <p:nvPr/>
              </p:nvGraphicFramePr>
              <p:xfrm>
                <a:off x="2533" y="1114"/>
                <a:ext cx="233" cy="275"/>
              </p:xfrm>
              <a:graphic>
                <a:graphicData uri="http://schemas.openxmlformats.org/presentationml/2006/ole">
                  <mc:AlternateContent xmlns:mc="http://schemas.openxmlformats.org/markup-compatibility/2006">
                    <mc:Choice xmlns:v="urn:schemas-microsoft-com:vml" Requires="v">
                      <p:oleObj spid="_x0000_s218344" name="Equation" r:id="rId22" imgW="139680" imgH="164880" progId="Equation.3">
                        <p:embed/>
                      </p:oleObj>
                    </mc:Choice>
                    <mc:Fallback>
                      <p:oleObj name="Equation" r:id="rId22" imgW="139680" imgH="164880" progId="Equation.3">
                        <p:embed/>
                        <p:pic>
                          <p:nvPicPr>
                            <p:cNvPr id="0" name="Object 95"/>
                            <p:cNvPicPr>
                              <a:picLocks noChangeAspect="1" noChangeArrowheads="1"/>
                            </p:cNvPicPr>
                            <p:nvPr/>
                          </p:nvPicPr>
                          <p:blipFill>
                            <a:blip r:embed="rId21">
                              <a:extLst>
                                <a:ext uri="{28A0092B-C50C-407E-A947-70E740481C1C}">
                                  <a14:useLocalDpi xmlns:a14="http://schemas.microsoft.com/office/drawing/2010/main" val="0"/>
                                </a:ext>
                              </a:extLst>
                            </a:blip>
                            <a:srcRect/>
                            <a:stretch>
                              <a:fillRect/>
                            </a:stretch>
                          </p:blipFill>
                          <p:spPr bwMode="auto">
                            <a:xfrm>
                              <a:off x="2533" y="1114"/>
                              <a:ext cx="233" cy="2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grpSp>
        <p:grpSp>
          <p:nvGrpSpPr>
            <p:cNvPr id="8" name="Group 96"/>
            <p:cNvGrpSpPr>
              <a:grpSpLocks/>
            </p:cNvGrpSpPr>
            <p:nvPr/>
          </p:nvGrpSpPr>
          <p:grpSpPr bwMode="auto">
            <a:xfrm>
              <a:off x="2873" y="2558"/>
              <a:ext cx="344" cy="222"/>
              <a:chOff x="2728" y="1440"/>
              <a:chExt cx="344" cy="242"/>
            </a:xfrm>
          </p:grpSpPr>
          <p:sp>
            <p:nvSpPr>
              <p:cNvPr id="12328" name="Arc 97"/>
              <p:cNvSpPr>
                <a:spLocks/>
              </p:cNvSpPr>
              <p:nvPr/>
            </p:nvSpPr>
            <p:spPr bwMode="auto">
              <a:xfrm>
                <a:off x="2728" y="1518"/>
                <a:ext cx="108" cy="164"/>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Lst>
                <a:ahLst/>
                <a:cxnLst>
                  <a:cxn ang="T6">
                    <a:pos x="T0" y="T1"/>
                  </a:cxn>
                  <a:cxn ang="T7">
                    <a:pos x="T2" y="T3"/>
                  </a:cxn>
                  <a:cxn ang="T8">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noFill/>
              <a:ln w="12700">
                <a:solidFill>
                  <a:schemeClr val="tx1"/>
                </a:solidFill>
                <a:round/>
                <a:headEnd/>
                <a:tailEnd/>
              </a:ln>
              <a:effectLst/>
            </p:spPr>
            <p:txBody>
              <a:bodyPr wrap="none" anchor="ctr"/>
              <a:lstStyle/>
              <a:p>
                <a:pPr eaLnBrk="0" hangingPunct="0"/>
                <a:endParaRPr kumimoji="0" lang="zh-CN" altLang="en-US" sz="1350" b="0">
                  <a:solidFill>
                    <a:prstClr val="black"/>
                  </a:solidFill>
                  <a:latin typeface="Arial" charset="0"/>
                  <a:ea typeface="宋体" charset="-122"/>
                </a:endParaRPr>
              </a:p>
            </p:txBody>
          </p:sp>
          <p:graphicFrame>
            <p:nvGraphicFramePr>
              <p:cNvPr id="12329" name="Object 98"/>
              <p:cNvGraphicFramePr>
                <a:graphicFrameLocks noChangeAspect="1"/>
              </p:cNvGraphicFramePr>
              <p:nvPr/>
            </p:nvGraphicFramePr>
            <p:xfrm>
              <a:off x="2840" y="1440"/>
              <a:ext cx="232" cy="200"/>
            </p:xfrm>
            <a:graphic>
              <a:graphicData uri="http://schemas.openxmlformats.org/presentationml/2006/ole">
                <mc:AlternateContent xmlns:mc="http://schemas.openxmlformats.org/markup-compatibility/2006">
                  <mc:Choice xmlns:v="urn:schemas-microsoft-com:vml" Requires="v">
                    <p:oleObj spid="_x0000_s218345" name="Equation" r:id="rId23" imgW="139680" imgH="139680" progId="Equation.3">
                      <p:embed/>
                    </p:oleObj>
                  </mc:Choice>
                  <mc:Fallback>
                    <p:oleObj name="Equation" r:id="rId23" imgW="139680" imgH="139680" progId="Equation.3">
                      <p:embed/>
                      <p:pic>
                        <p:nvPicPr>
                          <p:cNvPr id="0" name="Object 98"/>
                          <p:cNvPicPr>
                            <a:picLocks noChangeAspect="1" noChangeArrowheads="1"/>
                          </p:cNvPicPr>
                          <p:nvPr/>
                        </p:nvPicPr>
                        <p:blipFill>
                          <a:blip r:embed="rId24">
                            <a:extLst>
                              <a:ext uri="{28A0092B-C50C-407E-A947-70E740481C1C}">
                                <a14:useLocalDpi xmlns:a14="http://schemas.microsoft.com/office/drawing/2010/main" val="0"/>
                              </a:ext>
                            </a:extLst>
                          </a:blip>
                          <a:srcRect/>
                          <a:stretch>
                            <a:fillRect/>
                          </a:stretch>
                        </p:blipFill>
                        <p:spPr bwMode="auto">
                          <a:xfrm>
                            <a:off x="2840" y="1440"/>
                            <a:ext cx="232" cy="2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sp>
          <p:nvSpPr>
            <p:cNvPr id="12320" name="Freeform 100"/>
            <p:cNvSpPr>
              <a:spLocks/>
            </p:cNvSpPr>
            <p:nvPr/>
          </p:nvSpPr>
          <p:spPr bwMode="auto">
            <a:xfrm>
              <a:off x="2674" y="2603"/>
              <a:ext cx="58" cy="141"/>
            </a:xfrm>
            <a:custGeom>
              <a:avLst/>
              <a:gdLst>
                <a:gd name="T0" fmla="*/ 0 w 84"/>
                <a:gd name="T1" fmla="*/ 94 h 144"/>
                <a:gd name="T2" fmla="*/ 165 w 84"/>
                <a:gd name="T3" fmla="*/ 0 h 144"/>
                <a:gd name="T4" fmla="*/ 0 60000 65536"/>
                <a:gd name="T5" fmla="*/ 0 60000 65536"/>
              </a:gdLst>
              <a:ahLst/>
              <a:cxnLst>
                <a:cxn ang="T4">
                  <a:pos x="T0" y="T1"/>
                </a:cxn>
                <a:cxn ang="T5">
                  <a:pos x="T2" y="T3"/>
                </a:cxn>
              </a:cxnLst>
              <a:rect l="0" t="0" r="r" b="b"/>
              <a:pathLst>
                <a:path w="84" h="144">
                  <a:moveTo>
                    <a:pt x="0" y="144"/>
                  </a:moveTo>
                  <a:lnTo>
                    <a:pt x="84" y="0"/>
                  </a:lnTo>
                </a:path>
              </a:pathLst>
            </a:custGeom>
            <a:noFill/>
            <a:ln w="9525">
              <a:solidFill>
                <a:schemeClr val="tx1"/>
              </a:solidFill>
              <a:round/>
              <a:headEnd/>
              <a:tailEnd/>
            </a:ln>
            <a:effectLst/>
          </p:spPr>
          <p:txBody>
            <a:bodyPr wrap="none"/>
            <a:lstStyle/>
            <a:p>
              <a:pPr eaLnBrk="0" hangingPunct="0"/>
              <a:endParaRPr kumimoji="0" lang="zh-CN" altLang="en-US" sz="1350" b="0">
                <a:solidFill>
                  <a:prstClr val="black"/>
                </a:solidFill>
                <a:latin typeface="Arial" charset="0"/>
                <a:ea typeface="宋体" charset="-122"/>
              </a:endParaRPr>
            </a:p>
          </p:txBody>
        </p:sp>
        <p:sp>
          <p:nvSpPr>
            <p:cNvPr id="12321" name="Freeform 101"/>
            <p:cNvSpPr>
              <a:spLocks/>
            </p:cNvSpPr>
            <p:nvPr/>
          </p:nvSpPr>
          <p:spPr bwMode="auto">
            <a:xfrm rot="21348342">
              <a:off x="2730" y="2596"/>
              <a:ext cx="133" cy="68"/>
            </a:xfrm>
            <a:custGeom>
              <a:avLst/>
              <a:gdLst>
                <a:gd name="T0" fmla="*/ 0 w 228"/>
                <a:gd name="T1" fmla="*/ 0 h 112"/>
                <a:gd name="T2" fmla="*/ 16 w 228"/>
                <a:gd name="T3" fmla="*/ 9 h 112"/>
                <a:gd name="T4" fmla="*/ 0 60000 65536"/>
                <a:gd name="T5" fmla="*/ 0 60000 65536"/>
              </a:gdLst>
              <a:ahLst/>
              <a:cxnLst>
                <a:cxn ang="T4">
                  <a:pos x="T0" y="T1"/>
                </a:cxn>
                <a:cxn ang="T5">
                  <a:pos x="T2" y="T3"/>
                </a:cxn>
              </a:cxnLst>
              <a:rect l="0" t="0" r="r" b="b"/>
              <a:pathLst>
                <a:path w="228" h="112">
                  <a:moveTo>
                    <a:pt x="0" y="0"/>
                  </a:moveTo>
                  <a:lnTo>
                    <a:pt x="228" y="112"/>
                  </a:lnTo>
                </a:path>
              </a:pathLst>
            </a:custGeom>
            <a:noFill/>
            <a:ln w="9525">
              <a:solidFill>
                <a:schemeClr val="tx1"/>
              </a:solidFill>
              <a:round/>
              <a:headEnd/>
              <a:tailEnd/>
            </a:ln>
            <a:effectLst/>
          </p:spPr>
          <p:txBody>
            <a:bodyPr wrap="none"/>
            <a:lstStyle/>
            <a:p>
              <a:pPr eaLnBrk="0" hangingPunct="0"/>
              <a:endParaRPr kumimoji="0" lang="zh-CN" altLang="en-US" sz="1350" b="0">
                <a:solidFill>
                  <a:prstClr val="black"/>
                </a:solidFill>
                <a:latin typeface="Arial" charset="0"/>
                <a:ea typeface="宋体" charset="-122"/>
              </a:endParaRPr>
            </a:p>
          </p:txBody>
        </p:sp>
        <p:grpSp>
          <p:nvGrpSpPr>
            <p:cNvPr id="9" name="Group 103"/>
            <p:cNvGrpSpPr>
              <a:grpSpLocks/>
            </p:cNvGrpSpPr>
            <p:nvPr/>
          </p:nvGrpSpPr>
          <p:grpSpPr bwMode="auto">
            <a:xfrm>
              <a:off x="817" y="1999"/>
              <a:ext cx="2504" cy="812"/>
              <a:chOff x="969" y="1583"/>
              <a:chExt cx="2504" cy="812"/>
            </a:xfrm>
          </p:grpSpPr>
          <p:graphicFrame>
            <p:nvGraphicFramePr>
              <p:cNvPr id="12323" name="Object 104"/>
              <p:cNvGraphicFramePr>
                <a:graphicFrameLocks noChangeAspect="1"/>
              </p:cNvGraphicFramePr>
              <p:nvPr>
                <p:extLst>
                  <p:ext uri="{D42A27DB-BD31-4B8C-83A1-F6EECF244321}">
                    <p14:modId xmlns:p14="http://schemas.microsoft.com/office/powerpoint/2010/main" val="1523081455"/>
                  </p:ext>
                </p:extLst>
              </p:nvPr>
            </p:nvGraphicFramePr>
            <p:xfrm>
              <a:off x="3137" y="1729"/>
              <a:ext cx="336" cy="261"/>
            </p:xfrm>
            <a:graphic>
              <a:graphicData uri="http://schemas.openxmlformats.org/presentationml/2006/ole">
                <mc:AlternateContent xmlns:mc="http://schemas.openxmlformats.org/markup-compatibility/2006">
                  <mc:Choice xmlns:v="urn:schemas-microsoft-com:vml" Requires="v">
                    <p:oleObj spid="_x0000_s218346" name="Equation" r:id="rId25" imgW="330120" imgH="279360" progId="Equation.3">
                      <p:embed/>
                    </p:oleObj>
                  </mc:Choice>
                  <mc:Fallback>
                    <p:oleObj name="Equation" r:id="rId25" imgW="330120" imgH="279360" progId="Equation.3">
                      <p:embed/>
                      <p:pic>
                        <p:nvPicPr>
                          <p:cNvPr id="0" name="Object 104"/>
                          <p:cNvPicPr>
                            <a:picLocks noChangeAspect="1" noChangeArrowheads="1"/>
                          </p:cNvPicPr>
                          <p:nvPr/>
                        </p:nvPicPr>
                        <p:blipFill>
                          <a:blip r:embed="rId26">
                            <a:extLst>
                              <a:ext uri="{28A0092B-C50C-407E-A947-70E740481C1C}">
                                <a14:useLocalDpi xmlns:a14="http://schemas.microsoft.com/office/drawing/2010/main" val="0"/>
                              </a:ext>
                            </a:extLst>
                          </a:blip>
                          <a:srcRect/>
                          <a:stretch>
                            <a:fillRect/>
                          </a:stretch>
                        </p:blipFill>
                        <p:spPr bwMode="auto">
                          <a:xfrm>
                            <a:off x="3137" y="1729"/>
                            <a:ext cx="336" cy="261"/>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2324" name="Object 105"/>
              <p:cNvGraphicFramePr>
                <a:graphicFrameLocks noChangeAspect="1"/>
              </p:cNvGraphicFramePr>
              <p:nvPr/>
            </p:nvGraphicFramePr>
            <p:xfrm>
              <a:off x="2024" y="1797"/>
              <a:ext cx="258" cy="263"/>
            </p:xfrm>
            <a:graphic>
              <a:graphicData uri="http://schemas.openxmlformats.org/presentationml/2006/ole">
                <mc:AlternateContent xmlns:mc="http://schemas.openxmlformats.org/markup-compatibility/2006">
                  <mc:Choice xmlns:v="urn:schemas-microsoft-com:vml" Requires="v">
                    <p:oleObj spid="_x0000_s218347" name="公式" r:id="rId27" imgW="114102" imgH="126780" progId="Equation.3">
                      <p:embed/>
                    </p:oleObj>
                  </mc:Choice>
                  <mc:Fallback>
                    <p:oleObj name="公式" r:id="rId27" imgW="114102" imgH="126780" progId="Equation.3">
                      <p:embed/>
                      <p:pic>
                        <p:nvPicPr>
                          <p:cNvPr id="0" name="Object 105"/>
                          <p:cNvPicPr>
                            <a:picLocks noChangeAspect="1" noChangeArrowheads="1"/>
                          </p:cNvPicPr>
                          <p:nvPr/>
                        </p:nvPicPr>
                        <p:blipFill>
                          <a:blip r:embed="rId28">
                            <a:extLst>
                              <a:ext uri="{28A0092B-C50C-407E-A947-70E740481C1C}">
                                <a14:useLocalDpi xmlns:a14="http://schemas.microsoft.com/office/drawing/2010/main" val="0"/>
                              </a:ext>
                            </a:extLst>
                          </a:blip>
                          <a:srcRect/>
                          <a:stretch>
                            <a:fillRect/>
                          </a:stretch>
                        </p:blipFill>
                        <p:spPr bwMode="auto">
                          <a:xfrm>
                            <a:off x="2024" y="1797"/>
                            <a:ext cx="258" cy="26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nvGrpSpPr>
              <p:cNvPr id="10" name="Group 106"/>
              <p:cNvGrpSpPr>
                <a:grpSpLocks/>
              </p:cNvGrpSpPr>
              <p:nvPr/>
            </p:nvGrpSpPr>
            <p:grpSpPr bwMode="auto">
              <a:xfrm>
                <a:off x="969" y="1583"/>
                <a:ext cx="2122" cy="812"/>
                <a:chOff x="969" y="1583"/>
                <a:chExt cx="2122" cy="812"/>
              </a:xfrm>
            </p:grpSpPr>
            <p:sp>
              <p:nvSpPr>
                <p:cNvPr id="12326" name="Line 107"/>
                <p:cNvSpPr>
                  <a:spLocks noChangeShapeType="1"/>
                </p:cNvSpPr>
                <p:nvPr/>
              </p:nvSpPr>
              <p:spPr bwMode="auto">
                <a:xfrm rot="5400000" flipH="1" flipV="1">
                  <a:off x="2834" y="2137"/>
                  <a:ext cx="370" cy="145"/>
                </a:xfrm>
                <a:prstGeom prst="line">
                  <a:avLst/>
                </a:prstGeom>
                <a:noFill/>
                <a:ln w="15875">
                  <a:solidFill>
                    <a:srgbClr val="CC00CC"/>
                  </a:solidFill>
                  <a:round/>
                  <a:headEnd/>
                  <a:tailEnd type="triangle" w="med" len="lg"/>
                </a:ln>
                <a:effectLst/>
              </p:spPr>
              <p:txBody>
                <a:bodyPr wrap="none" anchor="ctr"/>
                <a:lstStyle/>
                <a:p>
                  <a:pPr eaLnBrk="0" hangingPunct="0"/>
                  <a:endParaRPr kumimoji="0" lang="zh-CN" altLang="en-US" sz="1350" b="0">
                    <a:solidFill>
                      <a:prstClr val="black"/>
                    </a:solidFill>
                    <a:latin typeface="Arial" charset="0"/>
                    <a:ea typeface="宋体" charset="-122"/>
                  </a:endParaRPr>
                </a:p>
              </p:txBody>
            </p:sp>
            <p:sp>
              <p:nvSpPr>
                <p:cNvPr id="12327" name="Line 108"/>
                <p:cNvSpPr>
                  <a:spLocks noChangeShapeType="1"/>
                </p:cNvSpPr>
                <p:nvPr/>
              </p:nvSpPr>
              <p:spPr bwMode="auto">
                <a:xfrm>
                  <a:off x="969" y="1583"/>
                  <a:ext cx="1967" cy="785"/>
                </a:xfrm>
                <a:prstGeom prst="line">
                  <a:avLst/>
                </a:prstGeom>
                <a:noFill/>
                <a:ln w="15875">
                  <a:solidFill>
                    <a:srgbClr val="6600FF"/>
                  </a:solidFill>
                  <a:round/>
                  <a:headEnd/>
                  <a:tailEnd type="triangle" w="med" len="lg"/>
                </a:ln>
                <a:effectLst/>
              </p:spPr>
              <p:txBody>
                <a:bodyPr wrap="none" anchor="ctr"/>
                <a:lstStyle/>
                <a:p>
                  <a:pPr eaLnBrk="0" hangingPunct="0"/>
                  <a:endParaRPr kumimoji="0" lang="zh-CN" altLang="en-US" sz="1350" b="0">
                    <a:solidFill>
                      <a:prstClr val="black"/>
                    </a:solidFill>
                    <a:latin typeface="Arial" charset="0"/>
                    <a:ea typeface="宋体" charset="-122"/>
                  </a:endParaRPr>
                </a:p>
              </p:txBody>
            </p:sp>
          </p:grpSp>
        </p:grpSp>
      </p:grpSp>
      <p:sp>
        <p:nvSpPr>
          <p:cNvPr id="17529" name="Rectangle 121"/>
          <p:cNvSpPr>
            <a:spLocks noChangeArrowheads="1"/>
          </p:cNvSpPr>
          <p:nvPr/>
        </p:nvSpPr>
        <p:spPr bwMode="auto">
          <a:xfrm>
            <a:off x="929878" y="950223"/>
            <a:ext cx="3314700" cy="461665"/>
          </a:xfrm>
          <a:prstGeom prst="rect">
            <a:avLst/>
          </a:prstGeom>
          <a:noFill/>
          <a:ln w="9525">
            <a:noFill/>
            <a:miter lim="800000"/>
            <a:headEnd/>
            <a:tailEnd/>
          </a:ln>
          <a:effectLst/>
        </p:spPr>
        <p:txBody>
          <a:bodyPr>
            <a:spAutoFit/>
          </a:bodyPr>
          <a:lstStyle/>
          <a:p>
            <a:pPr>
              <a:spcBef>
                <a:spcPct val="50000"/>
              </a:spcBef>
            </a:pPr>
            <a:r>
              <a:rPr kumimoji="0" lang="zh-CN" altLang="zh-CN" sz="2400" dirty="0">
                <a:solidFill>
                  <a:srgbClr val="000000"/>
                </a:solidFill>
                <a:ea typeface="宋体" charset="-122"/>
              </a:rPr>
              <a:t>分析点</a:t>
            </a:r>
            <a:r>
              <a:rPr kumimoji="0" lang="en-US" altLang="zh-CN" sz="2400" b="0" dirty="0">
                <a:solidFill>
                  <a:srgbClr val="000000"/>
                </a:solidFill>
                <a:ea typeface="宋体" charset="-122"/>
              </a:rPr>
              <a:t>P</a:t>
            </a:r>
            <a:r>
              <a:rPr kumimoji="0" lang="zh-CN" altLang="en-US" sz="2400" dirty="0">
                <a:solidFill>
                  <a:srgbClr val="000000"/>
                </a:solidFill>
                <a:ea typeface="宋体" charset="-122"/>
              </a:rPr>
              <a:t>处磁场方向得：</a:t>
            </a:r>
          </a:p>
        </p:txBody>
      </p:sp>
      <p:sp>
        <p:nvSpPr>
          <p:cNvPr id="53" name="弧形 52"/>
          <p:cNvSpPr/>
          <p:nvPr/>
        </p:nvSpPr>
        <p:spPr>
          <a:xfrm rot="403272">
            <a:off x="4888820" y="2769236"/>
            <a:ext cx="379239" cy="964568"/>
          </a:xfrm>
          <a:prstGeom prst="arc">
            <a:avLst>
              <a:gd name="adj1" fmla="val 6267672"/>
              <a:gd name="adj2" fmla="val 12369057"/>
            </a:avLst>
          </a:prstGeom>
          <a:ln w="15875">
            <a:solidFill>
              <a:srgbClr val="FF0000"/>
            </a:solidFill>
            <a:headEnd type="stealth" w="med" len="med"/>
            <a:tailEnd type="none" w="med" len="med"/>
          </a:ln>
        </p:spPr>
        <p:style>
          <a:lnRef idx="1">
            <a:schemeClr val="accent2"/>
          </a:lnRef>
          <a:fillRef idx="0">
            <a:schemeClr val="accent2"/>
          </a:fillRef>
          <a:effectRef idx="0">
            <a:schemeClr val="accent2"/>
          </a:effectRef>
          <a:fontRef idx="minor">
            <a:schemeClr val="tx1"/>
          </a:fontRef>
        </p:style>
        <p:txBody>
          <a:bodyPr rot="0" spcFirstLastPara="0" vert="horz" wrap="square" lIns="68580" tIns="34290" rIns="68580" bIns="34290" numCol="1" spcCol="0" rtlCol="0" fromWordArt="0" anchor="ctr" anchorCtr="0" forceAA="0" compatLnSpc="1">
            <a:prstTxWarp prst="textNoShape">
              <a:avLst/>
            </a:prstTxWarp>
            <a:noAutofit/>
          </a:bodyPr>
          <a:lstStyle>
            <a:defPPr>
              <a:defRPr lang="en-US"/>
            </a:defPPr>
            <a:lvl1pPr algn="l" rtl="0" fontAlgn="base">
              <a:spcBef>
                <a:spcPct val="0"/>
              </a:spcBef>
              <a:spcAft>
                <a:spcPct val="0"/>
              </a:spcAft>
              <a:defRPr sz="2400" kern="1200">
                <a:solidFill>
                  <a:schemeClr val="tx1"/>
                </a:solidFill>
                <a:latin typeface="+mn-lt"/>
                <a:ea typeface="+mn-ea"/>
                <a:cs typeface="+mn-cs"/>
              </a:defRPr>
            </a:lvl1pPr>
            <a:lvl2pPr marL="457200" algn="l" rtl="0" fontAlgn="base">
              <a:spcBef>
                <a:spcPct val="0"/>
              </a:spcBef>
              <a:spcAft>
                <a:spcPct val="0"/>
              </a:spcAft>
              <a:defRPr sz="2400" kern="1200">
                <a:solidFill>
                  <a:schemeClr val="tx1"/>
                </a:solidFill>
                <a:latin typeface="+mn-lt"/>
                <a:ea typeface="+mn-ea"/>
                <a:cs typeface="+mn-cs"/>
              </a:defRPr>
            </a:lvl2pPr>
            <a:lvl3pPr marL="914400" algn="l" rtl="0" fontAlgn="base">
              <a:spcBef>
                <a:spcPct val="0"/>
              </a:spcBef>
              <a:spcAft>
                <a:spcPct val="0"/>
              </a:spcAft>
              <a:defRPr sz="2400" kern="1200">
                <a:solidFill>
                  <a:schemeClr val="tx1"/>
                </a:solidFill>
                <a:latin typeface="+mn-lt"/>
                <a:ea typeface="+mn-ea"/>
                <a:cs typeface="+mn-cs"/>
              </a:defRPr>
            </a:lvl3pPr>
            <a:lvl4pPr marL="1371600" algn="l" rtl="0" fontAlgn="base">
              <a:spcBef>
                <a:spcPct val="0"/>
              </a:spcBef>
              <a:spcAft>
                <a:spcPct val="0"/>
              </a:spcAft>
              <a:defRPr sz="2400" kern="1200">
                <a:solidFill>
                  <a:schemeClr val="tx1"/>
                </a:solidFill>
                <a:latin typeface="+mn-lt"/>
                <a:ea typeface="+mn-ea"/>
                <a:cs typeface="+mn-cs"/>
              </a:defRPr>
            </a:lvl4pPr>
            <a:lvl5pPr marL="1828800" algn="l" rtl="0" fontAlgn="base">
              <a:spcBef>
                <a:spcPct val="0"/>
              </a:spcBef>
              <a:spcAft>
                <a:spcPct val="0"/>
              </a:spcAft>
              <a:defRPr sz="2400" kern="1200">
                <a:solidFill>
                  <a:schemeClr val="tx1"/>
                </a:solidFill>
                <a:latin typeface="+mn-lt"/>
                <a:ea typeface="+mn-ea"/>
                <a:cs typeface="+mn-cs"/>
              </a:defRPr>
            </a:lvl5pPr>
            <a:lvl6pPr marL="2286000" algn="l" defTabSz="914400" rtl="0" eaLnBrk="1" latinLnBrk="0" hangingPunct="1">
              <a:defRPr sz="2400" kern="1200">
                <a:solidFill>
                  <a:schemeClr val="tx1"/>
                </a:solidFill>
                <a:latin typeface="+mn-lt"/>
                <a:ea typeface="+mn-ea"/>
                <a:cs typeface="+mn-cs"/>
              </a:defRPr>
            </a:lvl6pPr>
            <a:lvl7pPr marL="2743200" algn="l" defTabSz="914400" rtl="0" eaLnBrk="1" latinLnBrk="0" hangingPunct="1">
              <a:defRPr sz="2400" kern="1200">
                <a:solidFill>
                  <a:schemeClr val="tx1"/>
                </a:solidFill>
                <a:latin typeface="+mn-lt"/>
                <a:ea typeface="+mn-ea"/>
                <a:cs typeface="+mn-cs"/>
              </a:defRPr>
            </a:lvl7pPr>
            <a:lvl8pPr marL="3200400" algn="l" defTabSz="914400" rtl="0" eaLnBrk="1" latinLnBrk="0" hangingPunct="1">
              <a:defRPr sz="2400" kern="1200">
                <a:solidFill>
                  <a:schemeClr val="tx1"/>
                </a:solidFill>
                <a:latin typeface="+mn-lt"/>
                <a:ea typeface="+mn-ea"/>
                <a:cs typeface="+mn-cs"/>
              </a:defRPr>
            </a:lvl8pPr>
            <a:lvl9pPr marL="3657600" algn="l" defTabSz="914400" rtl="0" eaLnBrk="1" latinLnBrk="0" hangingPunct="1">
              <a:defRPr sz="2400" kern="1200">
                <a:solidFill>
                  <a:schemeClr val="tx1"/>
                </a:solidFill>
                <a:latin typeface="+mn-lt"/>
                <a:ea typeface="+mn-ea"/>
                <a:cs typeface="+mn-cs"/>
              </a:defRPr>
            </a:lvl9pPr>
          </a:lstStyle>
          <a:p>
            <a:pPr algn="ctr"/>
            <a:endParaRPr lang="zh-CN" altLang="en-US" sz="1800"/>
          </a:p>
        </p:txBody>
      </p:sp>
      <p:sp>
        <p:nvSpPr>
          <p:cNvPr id="54" name="AutoShape 275"/>
          <p:cNvSpPr>
            <a:spLocks noChangeArrowheads="1"/>
          </p:cNvSpPr>
          <p:nvPr/>
        </p:nvSpPr>
        <p:spPr bwMode="auto">
          <a:xfrm rot="9690748">
            <a:off x="5305492" y="2343941"/>
            <a:ext cx="185094" cy="100090"/>
          </a:xfrm>
          <a:prstGeom prst="rightArrow">
            <a:avLst>
              <a:gd name="adj1" fmla="val 52056"/>
              <a:gd name="adj2" fmla="val 88300"/>
            </a:avLst>
          </a:prstGeom>
          <a:solidFill>
            <a:srgbClr val="C00000"/>
          </a:solidFill>
          <a:ln w="28575">
            <a:noFill/>
            <a:miter lim="800000"/>
            <a:headEnd/>
            <a:tailEnd/>
          </a:ln>
          <a:effectLst/>
        </p:spPr>
        <p:txBody>
          <a:bodyPr wrap="none" anchor="ctr"/>
          <a:lstStyle/>
          <a:p>
            <a:endParaRPr kumimoji="0" lang="zh-CN" altLang="en-US" sz="1350" b="0">
              <a:solidFill>
                <a:prstClr val="black"/>
              </a:solidFill>
              <a:latin typeface="Arial" charset="0"/>
              <a:ea typeface="宋体" charset="-122"/>
            </a:endParaRPr>
          </a:p>
        </p:txBody>
      </p:sp>
      <p:sp>
        <p:nvSpPr>
          <p:cNvPr id="3" name="椭圆 2"/>
          <p:cNvSpPr/>
          <p:nvPr/>
        </p:nvSpPr>
        <p:spPr>
          <a:xfrm flipV="1">
            <a:off x="7728869" y="3289020"/>
            <a:ext cx="59234" cy="59234"/>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100"/>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2" fill="hold" grpId="0" nodeType="clickEffect">
                                  <p:stCondLst>
                                    <p:cond delay="0"/>
                                  </p:stCondLst>
                                  <p:childTnLst>
                                    <p:set>
                                      <p:cBhvr>
                                        <p:cTn id="6" dur="1" fill="hold">
                                          <p:stCondLst>
                                            <p:cond delay="0"/>
                                          </p:stCondLst>
                                        </p:cTn>
                                        <p:tgtEl>
                                          <p:spTgt spid="54"/>
                                        </p:tgtEl>
                                        <p:attrNameLst>
                                          <p:attrName>style.visibility</p:attrName>
                                        </p:attrNameLst>
                                      </p:cBhvr>
                                      <p:to>
                                        <p:strVal val="visible"/>
                                      </p:to>
                                    </p:set>
                                    <p:animEffect transition="in" filter="wipe(right)">
                                      <p:cBhvr>
                                        <p:cTn id="7" dur="500"/>
                                        <p:tgtEl>
                                          <p:spTgt spid="54"/>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wipe(left)">
                                      <p:cBhvr>
                                        <p:cTn id="12" dur="5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17529"/>
                                        </p:tgtEl>
                                        <p:attrNameLst>
                                          <p:attrName>style.visibility</p:attrName>
                                        </p:attrNameLst>
                                      </p:cBhvr>
                                      <p:to>
                                        <p:strVal val="visible"/>
                                      </p:to>
                                    </p:set>
                                    <p:animEffect transition="in" filter="blinds(horizontal)">
                                      <p:cBhvr>
                                        <p:cTn id="17" dur="500"/>
                                        <p:tgtEl>
                                          <p:spTgt spid="17529"/>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3" presetClass="entr" presetSubtype="10" fill="hold" nodeType="clickEffect">
                                  <p:stCondLst>
                                    <p:cond delay="0"/>
                                  </p:stCondLst>
                                  <p:childTnLst>
                                    <p:set>
                                      <p:cBhvr>
                                        <p:cTn id="21" dur="1" fill="hold">
                                          <p:stCondLst>
                                            <p:cond delay="0"/>
                                          </p:stCondLst>
                                        </p:cTn>
                                        <p:tgtEl>
                                          <p:spTgt spid="17521"/>
                                        </p:tgtEl>
                                        <p:attrNameLst>
                                          <p:attrName>style.visibility</p:attrName>
                                        </p:attrNameLst>
                                      </p:cBhvr>
                                      <p:to>
                                        <p:strVal val="visible"/>
                                      </p:to>
                                    </p:set>
                                    <p:animEffect transition="in" filter="blinds(horizontal)">
                                      <p:cBhvr>
                                        <p:cTn id="22" dur="500"/>
                                        <p:tgtEl>
                                          <p:spTgt spid="17521"/>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3" presetClass="entr" presetSubtype="10" fill="hold" nodeType="clickEffect">
                                  <p:stCondLst>
                                    <p:cond delay="0"/>
                                  </p:stCondLst>
                                  <p:childTnLst>
                                    <p:set>
                                      <p:cBhvr>
                                        <p:cTn id="26" dur="1" fill="hold">
                                          <p:stCondLst>
                                            <p:cond delay="0"/>
                                          </p:stCondLst>
                                        </p:cTn>
                                        <p:tgtEl>
                                          <p:spTgt spid="17523"/>
                                        </p:tgtEl>
                                        <p:attrNameLst>
                                          <p:attrName>style.visibility</p:attrName>
                                        </p:attrNameLst>
                                      </p:cBhvr>
                                      <p:to>
                                        <p:strVal val="visible"/>
                                      </p:to>
                                    </p:set>
                                    <p:animEffect transition="in" filter="blinds(horizontal)">
                                      <p:cBhvr>
                                        <p:cTn id="27" dur="500"/>
                                        <p:tgtEl>
                                          <p:spTgt spid="17523"/>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3" presetClass="entr" presetSubtype="5" fill="hold" nodeType="clickEffect">
                                  <p:stCondLst>
                                    <p:cond delay="0"/>
                                  </p:stCondLst>
                                  <p:childTnLst>
                                    <p:set>
                                      <p:cBhvr>
                                        <p:cTn id="31" dur="1" fill="hold">
                                          <p:stCondLst>
                                            <p:cond delay="0"/>
                                          </p:stCondLst>
                                        </p:cTn>
                                        <p:tgtEl>
                                          <p:spTgt spid="17524"/>
                                        </p:tgtEl>
                                        <p:attrNameLst>
                                          <p:attrName>style.visibility</p:attrName>
                                        </p:attrNameLst>
                                      </p:cBhvr>
                                      <p:to>
                                        <p:strVal val="visible"/>
                                      </p:to>
                                    </p:set>
                                    <p:animEffect transition="in" filter="blinds(vertical)">
                                      <p:cBhvr>
                                        <p:cTn id="32" dur="500"/>
                                        <p:tgtEl>
                                          <p:spTgt spid="17524"/>
                                        </p:tgtEl>
                                      </p:cBhvr>
                                    </p:animEffect>
                                  </p:childTnLst>
                                </p:cTn>
                              </p:par>
                            </p:childTnLst>
                          </p:cTn>
                        </p:par>
                      </p:childTnLst>
                    </p:cTn>
                  </p:par>
                  <p:par>
                    <p:cTn id="33" fill="hold">
                      <p:stCondLst>
                        <p:cond delay="indefinite"/>
                      </p:stCondLst>
                      <p:childTnLst>
                        <p:par>
                          <p:cTn id="34" fill="hold">
                            <p:stCondLst>
                              <p:cond delay="0"/>
                            </p:stCondLst>
                            <p:childTnLst>
                              <p:par>
                                <p:cTn id="35" presetID="3" presetClass="entr" presetSubtype="5" fill="hold" nodeType="clickEffect">
                                  <p:stCondLst>
                                    <p:cond delay="0"/>
                                  </p:stCondLst>
                                  <p:childTnLst>
                                    <p:set>
                                      <p:cBhvr>
                                        <p:cTn id="36" dur="1" fill="hold">
                                          <p:stCondLst>
                                            <p:cond delay="0"/>
                                          </p:stCondLst>
                                        </p:cTn>
                                        <p:tgtEl>
                                          <p:spTgt spid="17522"/>
                                        </p:tgtEl>
                                        <p:attrNameLst>
                                          <p:attrName>style.visibility</p:attrName>
                                        </p:attrNameLst>
                                      </p:cBhvr>
                                      <p:to>
                                        <p:strVal val="visible"/>
                                      </p:to>
                                    </p:set>
                                    <p:animEffect transition="in" filter="blinds(vertical)">
                                      <p:cBhvr>
                                        <p:cTn id="37" dur="500"/>
                                        <p:tgtEl>
                                          <p:spTgt spid="175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529" grpId="0" autoUpdateAnimBg="0"/>
      <p:bldP spid="54" grpId="0" animBg="1"/>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3315" name="Object 249"/>
          <p:cNvGraphicFramePr>
            <a:graphicFrameLocks noChangeAspect="1"/>
          </p:cNvGraphicFramePr>
          <p:nvPr>
            <p:extLst>
              <p:ext uri="{D42A27DB-BD31-4B8C-83A1-F6EECF244321}">
                <p14:modId xmlns:p14="http://schemas.microsoft.com/office/powerpoint/2010/main" val="3509285511"/>
              </p:ext>
            </p:extLst>
          </p:nvPr>
        </p:nvGraphicFramePr>
        <p:xfrm>
          <a:off x="1044179" y="344091"/>
          <a:ext cx="2597944" cy="819150"/>
        </p:xfrm>
        <a:graphic>
          <a:graphicData uri="http://schemas.openxmlformats.org/presentationml/2006/ole">
            <mc:AlternateContent xmlns:mc="http://schemas.openxmlformats.org/markup-compatibility/2006">
              <mc:Choice xmlns:v="urn:schemas-microsoft-com:vml" Requires="v">
                <p:oleObj spid="_x0000_s212492" name="Equation" r:id="rId3" imgW="1257120" imgH="393480" progId="Equation.DSMT4">
                  <p:embed/>
                </p:oleObj>
              </mc:Choice>
              <mc:Fallback>
                <p:oleObj name="Equation" r:id="rId3" imgW="1257120" imgH="393480" progId="Equation.DSMT4">
                  <p:embed/>
                  <p:pic>
                    <p:nvPicPr>
                      <p:cNvPr id="0" name="Object 249"/>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44179" y="344091"/>
                        <a:ext cx="2597944" cy="8191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8682" name="Object 250"/>
          <p:cNvGraphicFramePr>
            <a:graphicFrameLocks noChangeAspect="1"/>
          </p:cNvGraphicFramePr>
          <p:nvPr>
            <p:extLst>
              <p:ext uri="{D42A27DB-BD31-4B8C-83A1-F6EECF244321}">
                <p14:modId xmlns:p14="http://schemas.microsoft.com/office/powerpoint/2010/main" val="1606059039"/>
              </p:ext>
            </p:extLst>
          </p:nvPr>
        </p:nvGraphicFramePr>
        <p:xfrm>
          <a:off x="1006365" y="1521275"/>
          <a:ext cx="2489537" cy="826901"/>
        </p:xfrm>
        <a:graphic>
          <a:graphicData uri="http://schemas.openxmlformats.org/presentationml/2006/ole">
            <mc:AlternateContent xmlns:mc="http://schemas.openxmlformats.org/markup-compatibility/2006">
              <mc:Choice xmlns:v="urn:schemas-microsoft-com:vml" Requires="v">
                <p:oleObj spid="_x0000_s212493" name="公式" r:id="rId5" imgW="1117115" imgH="393529" progId="Equation.3">
                  <p:embed/>
                </p:oleObj>
              </mc:Choice>
              <mc:Fallback>
                <p:oleObj name="公式" r:id="rId5" imgW="1117115" imgH="393529" progId="Equation.3">
                  <p:embed/>
                  <p:pic>
                    <p:nvPicPr>
                      <p:cNvPr id="0" name="Object 250"/>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006365" y="1521275"/>
                        <a:ext cx="2489537" cy="826901"/>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8683" name="Object 251"/>
          <p:cNvGraphicFramePr>
            <a:graphicFrameLocks noChangeAspect="1"/>
          </p:cNvGraphicFramePr>
          <p:nvPr>
            <p:extLst>
              <p:ext uri="{D42A27DB-BD31-4B8C-83A1-F6EECF244321}">
                <p14:modId xmlns:p14="http://schemas.microsoft.com/office/powerpoint/2010/main" val="3138447854"/>
              </p:ext>
            </p:extLst>
          </p:nvPr>
        </p:nvGraphicFramePr>
        <p:xfrm>
          <a:off x="1088304" y="2765199"/>
          <a:ext cx="2060972" cy="787004"/>
        </p:xfrm>
        <a:graphic>
          <a:graphicData uri="http://schemas.openxmlformats.org/presentationml/2006/ole">
            <mc:AlternateContent xmlns:mc="http://schemas.openxmlformats.org/markup-compatibility/2006">
              <mc:Choice xmlns:v="urn:schemas-microsoft-com:vml" Requires="v">
                <p:oleObj spid="_x0000_s212494" name="公式" r:id="rId7" imgW="1079032" imgH="393529" progId="Equation.3">
                  <p:embed/>
                </p:oleObj>
              </mc:Choice>
              <mc:Fallback>
                <p:oleObj name="公式" r:id="rId7" imgW="1079032" imgH="393529" progId="Equation.3">
                  <p:embed/>
                  <p:pic>
                    <p:nvPicPr>
                      <p:cNvPr id="0" name="Object 251"/>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088304" y="2765199"/>
                        <a:ext cx="2060972" cy="787004"/>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8684" name="Object 252"/>
          <p:cNvGraphicFramePr>
            <a:graphicFrameLocks noChangeAspect="1"/>
          </p:cNvGraphicFramePr>
          <p:nvPr>
            <p:extLst>
              <p:ext uri="{D42A27DB-BD31-4B8C-83A1-F6EECF244321}">
                <p14:modId xmlns:p14="http://schemas.microsoft.com/office/powerpoint/2010/main" val="3025730803"/>
              </p:ext>
            </p:extLst>
          </p:nvPr>
        </p:nvGraphicFramePr>
        <p:xfrm>
          <a:off x="1006365" y="3975497"/>
          <a:ext cx="1290638" cy="825103"/>
        </p:xfrm>
        <a:graphic>
          <a:graphicData uri="http://schemas.openxmlformats.org/presentationml/2006/ole">
            <mc:AlternateContent xmlns:mc="http://schemas.openxmlformats.org/markup-compatibility/2006">
              <mc:Choice xmlns:v="urn:schemas-microsoft-com:vml" Requires="v">
                <p:oleObj spid="_x0000_s212495" name="Equation" r:id="rId9" imgW="685800" imgH="419040" progId="Equation.DSMT4">
                  <p:embed/>
                </p:oleObj>
              </mc:Choice>
              <mc:Fallback>
                <p:oleObj name="Equation" r:id="rId9" imgW="685800" imgH="419040" progId="Equation.DSMT4">
                  <p:embed/>
                  <p:pic>
                    <p:nvPicPr>
                      <p:cNvPr id="0" name="Object 252"/>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006365" y="3975497"/>
                        <a:ext cx="1290638" cy="82510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52" name="Object 114"/>
          <p:cNvGraphicFramePr>
            <a:graphicFrameLocks noChangeAspect="1"/>
          </p:cNvGraphicFramePr>
          <p:nvPr>
            <p:extLst>
              <p:ext uri="{D42A27DB-BD31-4B8C-83A1-F6EECF244321}">
                <p14:modId xmlns:p14="http://schemas.microsoft.com/office/powerpoint/2010/main" val="3732461219"/>
              </p:ext>
            </p:extLst>
          </p:nvPr>
        </p:nvGraphicFramePr>
        <p:xfrm>
          <a:off x="4758862" y="4165781"/>
          <a:ext cx="1813322" cy="476250"/>
        </p:xfrm>
        <a:graphic>
          <a:graphicData uri="http://schemas.openxmlformats.org/presentationml/2006/ole">
            <mc:AlternateContent xmlns:mc="http://schemas.openxmlformats.org/markup-compatibility/2006">
              <mc:Choice xmlns:v="urn:schemas-microsoft-com:vml" Requires="v">
                <p:oleObj spid="_x0000_s212496" name="公式" r:id="rId11" imgW="774360" imgH="203040" progId="Equation.DSMT4">
                  <p:embed/>
                </p:oleObj>
              </mc:Choice>
              <mc:Fallback>
                <p:oleObj name="公式" r:id="rId11" imgW="774360" imgH="203040" progId="Equation.DSMT4">
                  <p:embed/>
                  <p:pic>
                    <p:nvPicPr>
                      <p:cNvPr id="0" name="Picture 17"/>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4758862" y="4165781"/>
                        <a:ext cx="1813322" cy="476250"/>
                      </a:xfrm>
                      <a:prstGeom prst="rect">
                        <a:avLst/>
                      </a:prstGeom>
                      <a:noFill/>
                      <a:ln w="9525">
                        <a:solidFill>
                          <a:srgbClr val="FF0000"/>
                        </a:solidFill>
                        <a:miter lim="800000"/>
                        <a:headEnd/>
                        <a:tailEnd/>
                      </a:ln>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53" name="Object 252"/>
          <p:cNvGraphicFramePr>
            <a:graphicFrameLocks noChangeAspect="1"/>
          </p:cNvGraphicFramePr>
          <p:nvPr>
            <p:extLst>
              <p:ext uri="{D42A27DB-BD31-4B8C-83A1-F6EECF244321}">
                <p14:modId xmlns:p14="http://schemas.microsoft.com/office/powerpoint/2010/main" val="297681989"/>
              </p:ext>
            </p:extLst>
          </p:nvPr>
        </p:nvGraphicFramePr>
        <p:xfrm>
          <a:off x="2278119" y="3967234"/>
          <a:ext cx="1791890" cy="950119"/>
        </p:xfrm>
        <a:graphic>
          <a:graphicData uri="http://schemas.openxmlformats.org/presentationml/2006/ole">
            <mc:AlternateContent xmlns:mc="http://schemas.openxmlformats.org/markup-compatibility/2006">
              <mc:Choice xmlns:v="urn:schemas-microsoft-com:vml" Requires="v">
                <p:oleObj spid="_x0000_s212497" name="Equation" r:id="rId13" imgW="952200" imgH="482400" progId="Equation.DSMT4">
                  <p:embed/>
                </p:oleObj>
              </mc:Choice>
              <mc:Fallback>
                <p:oleObj name="Equation" r:id="rId13" imgW="952200" imgH="482400" progId="Equation.DSMT4">
                  <p:embed/>
                  <p:pic>
                    <p:nvPicPr>
                      <p:cNvPr id="0" name="Picture 18"/>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2278119" y="3967234"/>
                        <a:ext cx="1791890" cy="950119"/>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54" name="Object 114"/>
          <p:cNvGraphicFramePr>
            <a:graphicFrameLocks noChangeAspect="1"/>
          </p:cNvGraphicFramePr>
          <p:nvPr>
            <p:extLst>
              <p:ext uri="{D42A27DB-BD31-4B8C-83A1-F6EECF244321}">
                <p14:modId xmlns:p14="http://schemas.microsoft.com/office/powerpoint/2010/main" val="1466147967"/>
              </p:ext>
            </p:extLst>
          </p:nvPr>
        </p:nvGraphicFramePr>
        <p:xfrm>
          <a:off x="4508192" y="299299"/>
          <a:ext cx="1344433" cy="817067"/>
        </p:xfrm>
        <a:graphic>
          <a:graphicData uri="http://schemas.openxmlformats.org/presentationml/2006/ole">
            <mc:AlternateContent xmlns:mc="http://schemas.openxmlformats.org/markup-compatibility/2006">
              <mc:Choice xmlns:v="urn:schemas-microsoft-com:vml" Requires="v">
                <p:oleObj spid="_x0000_s212498" name="Equation" r:id="rId15" imgW="647640" imgH="393480" progId="Equation.DSMT4">
                  <p:embed/>
                </p:oleObj>
              </mc:Choice>
              <mc:Fallback>
                <p:oleObj name="Equation" r:id="rId15" imgW="647640" imgH="393480" progId="Equation.DSMT4">
                  <p:embed/>
                  <p:pic>
                    <p:nvPicPr>
                      <p:cNvPr id="17522" name="Object 114"/>
                      <p:cNvPicPr>
                        <a:picLocks noChangeAspect="1" noChangeArrowheads="1"/>
                      </p:cNvPicPr>
                      <p:nvPr/>
                    </p:nvPicPr>
                    <p:blipFill>
                      <a:blip r:embed="rId16"/>
                      <a:srcRect/>
                      <a:stretch>
                        <a:fillRect/>
                      </a:stretch>
                    </p:blipFill>
                    <p:spPr bwMode="auto">
                      <a:xfrm>
                        <a:off x="4508192" y="299299"/>
                        <a:ext cx="1344433" cy="817067"/>
                      </a:xfrm>
                      <a:prstGeom prst="rect">
                        <a:avLst/>
                      </a:prstGeom>
                      <a:noFill/>
                      <a:ln w="9525">
                        <a:solidFill>
                          <a:srgbClr val="FF0000"/>
                        </a:solidFill>
                        <a:miter lim="800000"/>
                        <a:headEnd/>
                        <a:tailEnd/>
                      </a:ln>
                      <a:extLst/>
                    </p:spPr>
                  </p:pic>
                </p:oleObj>
              </mc:Fallback>
            </mc:AlternateContent>
          </a:graphicData>
        </a:graphic>
      </p:graphicFrame>
      <p:pic>
        <p:nvPicPr>
          <p:cNvPr id="5" name="图片 4"/>
          <p:cNvPicPr>
            <a:picLocks noChangeAspect="1"/>
          </p:cNvPicPr>
          <p:nvPr/>
        </p:nvPicPr>
        <p:blipFill>
          <a:blip r:embed="rId17"/>
          <a:stretch>
            <a:fillRect/>
          </a:stretch>
        </p:blipFill>
        <p:spPr>
          <a:xfrm>
            <a:off x="4171391" y="1521275"/>
            <a:ext cx="4096867" cy="2249619"/>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5" fill="hold" nodeType="clickEffect">
                                  <p:stCondLst>
                                    <p:cond delay="0"/>
                                  </p:stCondLst>
                                  <p:childTnLst>
                                    <p:set>
                                      <p:cBhvr>
                                        <p:cTn id="6" dur="1" fill="hold">
                                          <p:stCondLst>
                                            <p:cond delay="0"/>
                                          </p:stCondLst>
                                        </p:cTn>
                                        <p:tgtEl>
                                          <p:spTgt spid="18682"/>
                                        </p:tgtEl>
                                        <p:attrNameLst>
                                          <p:attrName>style.visibility</p:attrName>
                                        </p:attrNameLst>
                                      </p:cBhvr>
                                      <p:to>
                                        <p:strVal val="visible"/>
                                      </p:to>
                                    </p:set>
                                    <p:animEffect transition="in" filter="blinds(vertical)">
                                      <p:cBhvr>
                                        <p:cTn id="7" dur="500"/>
                                        <p:tgtEl>
                                          <p:spTgt spid="18682"/>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5" fill="hold" nodeType="clickEffect">
                                  <p:stCondLst>
                                    <p:cond delay="0"/>
                                  </p:stCondLst>
                                  <p:childTnLst>
                                    <p:set>
                                      <p:cBhvr>
                                        <p:cTn id="11" dur="1" fill="hold">
                                          <p:stCondLst>
                                            <p:cond delay="0"/>
                                          </p:stCondLst>
                                        </p:cTn>
                                        <p:tgtEl>
                                          <p:spTgt spid="18683"/>
                                        </p:tgtEl>
                                        <p:attrNameLst>
                                          <p:attrName>style.visibility</p:attrName>
                                        </p:attrNameLst>
                                      </p:cBhvr>
                                      <p:to>
                                        <p:strVal val="visible"/>
                                      </p:to>
                                    </p:set>
                                    <p:animEffect transition="in" filter="blinds(vertical)">
                                      <p:cBhvr>
                                        <p:cTn id="12" dur="500"/>
                                        <p:tgtEl>
                                          <p:spTgt spid="18683"/>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nodeType="clickEffect">
                                  <p:stCondLst>
                                    <p:cond delay="0"/>
                                  </p:stCondLst>
                                  <p:childTnLst>
                                    <p:set>
                                      <p:cBhvr>
                                        <p:cTn id="16" dur="1" fill="hold">
                                          <p:stCondLst>
                                            <p:cond delay="0"/>
                                          </p:stCondLst>
                                        </p:cTn>
                                        <p:tgtEl>
                                          <p:spTgt spid="18684"/>
                                        </p:tgtEl>
                                        <p:attrNameLst>
                                          <p:attrName>style.visibility</p:attrName>
                                        </p:attrNameLst>
                                      </p:cBhvr>
                                      <p:to>
                                        <p:strVal val="visible"/>
                                      </p:to>
                                    </p:set>
                                    <p:animEffect transition="in" filter="blinds(horizontal)">
                                      <p:cBhvr>
                                        <p:cTn id="17" dur="500"/>
                                        <p:tgtEl>
                                          <p:spTgt spid="18684"/>
                                        </p:tgtEl>
                                      </p:cBhvr>
                                    </p:animEffect>
                                  </p:childTnLst>
                                </p:cTn>
                              </p:par>
                            </p:childTnLst>
                          </p:cTn>
                        </p:par>
                        <p:par>
                          <p:cTn id="18" fill="hold">
                            <p:stCondLst>
                              <p:cond delay="500"/>
                            </p:stCondLst>
                            <p:childTnLst>
                              <p:par>
                                <p:cTn id="19" presetID="22" presetClass="entr" presetSubtype="8" fill="hold" nodeType="afterEffect">
                                  <p:stCondLst>
                                    <p:cond delay="0"/>
                                  </p:stCondLst>
                                  <p:childTnLst>
                                    <p:set>
                                      <p:cBhvr>
                                        <p:cTn id="20" dur="1" fill="hold">
                                          <p:stCondLst>
                                            <p:cond delay="0"/>
                                          </p:stCondLst>
                                        </p:cTn>
                                        <p:tgtEl>
                                          <p:spTgt spid="52"/>
                                        </p:tgtEl>
                                        <p:attrNameLst>
                                          <p:attrName>style.visibility</p:attrName>
                                        </p:attrNameLst>
                                      </p:cBhvr>
                                      <p:to>
                                        <p:strVal val="visible"/>
                                      </p:to>
                                    </p:set>
                                    <p:animEffect transition="in" filter="wipe(left)">
                                      <p:cBhvr>
                                        <p:cTn id="21" dur="500"/>
                                        <p:tgtEl>
                                          <p:spTgt spid="52"/>
                                        </p:tgtEl>
                                      </p:cBhvr>
                                    </p:animEffect>
                                  </p:childTnLst>
                                </p:cTn>
                              </p:par>
                            </p:childTnLst>
                          </p:cTn>
                        </p:par>
                      </p:childTnLst>
                    </p:cTn>
                  </p:par>
                  <p:par>
                    <p:cTn id="22" fill="hold">
                      <p:stCondLst>
                        <p:cond delay="indefinite"/>
                      </p:stCondLst>
                      <p:childTnLst>
                        <p:par>
                          <p:cTn id="23" fill="hold">
                            <p:stCondLst>
                              <p:cond delay="0"/>
                            </p:stCondLst>
                            <p:childTnLst>
                              <p:par>
                                <p:cTn id="24" presetID="3" presetClass="entr" presetSubtype="10" fill="hold" nodeType="clickEffect">
                                  <p:stCondLst>
                                    <p:cond delay="0"/>
                                  </p:stCondLst>
                                  <p:childTnLst>
                                    <p:set>
                                      <p:cBhvr>
                                        <p:cTn id="25" dur="1" fill="hold">
                                          <p:stCondLst>
                                            <p:cond delay="0"/>
                                          </p:stCondLst>
                                        </p:cTn>
                                        <p:tgtEl>
                                          <p:spTgt spid="53"/>
                                        </p:tgtEl>
                                        <p:attrNameLst>
                                          <p:attrName>style.visibility</p:attrName>
                                        </p:attrNameLst>
                                      </p:cBhvr>
                                      <p:to>
                                        <p:strVal val="visible"/>
                                      </p:to>
                                    </p:set>
                                    <p:animEffect transition="in" filter="blinds(horizontal)">
                                      <p:cBhvr>
                                        <p:cTn id="26" dur="500"/>
                                        <p:tgtEl>
                                          <p:spTgt spid="5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灯片编号占位符 1"/>
          <p:cNvSpPr>
            <a:spLocks noGrp="1"/>
          </p:cNvSpPr>
          <p:nvPr>
            <p:ph type="sldNum" sz="quarter" idx="10"/>
          </p:nvPr>
        </p:nvSpPr>
        <p:spPr bwMode="auto">
          <a:noFill/>
          <a:ln>
            <a:miter lim="800000"/>
            <a:headEnd/>
            <a:tailEnd/>
          </a:ln>
        </p:spPr>
        <p:txBody>
          <a:bodyPr/>
          <a:lstStyle/>
          <a:p>
            <a:fld id="{0B54596C-A971-49BD-929C-51478A2D7C71}" type="slidenum">
              <a:rPr lang="en-US" altLang="zh-CN">
                <a:ea typeface="宋体" charset="-122"/>
              </a:rPr>
              <a:pPr/>
              <a:t>26</a:t>
            </a:fld>
            <a:endParaRPr lang="en-US" altLang="zh-CN">
              <a:ea typeface="宋体" charset="-122"/>
            </a:endParaRPr>
          </a:p>
        </p:txBody>
      </p:sp>
      <p:grpSp>
        <p:nvGrpSpPr>
          <p:cNvPr id="3" name="Group 62"/>
          <p:cNvGrpSpPr>
            <a:grpSpLocks/>
          </p:cNvGrpSpPr>
          <p:nvPr/>
        </p:nvGrpSpPr>
        <p:grpSpPr bwMode="auto">
          <a:xfrm>
            <a:off x="1377817" y="260024"/>
            <a:ext cx="3337322" cy="1015604"/>
            <a:chOff x="455" y="383"/>
            <a:chExt cx="2803" cy="853"/>
          </a:xfrm>
        </p:grpSpPr>
        <p:sp>
          <p:nvSpPr>
            <p:cNvPr id="14374" name="Text Box 57"/>
            <p:cNvSpPr txBox="1">
              <a:spLocks noChangeArrowheads="1"/>
            </p:cNvSpPr>
            <p:nvPr/>
          </p:nvSpPr>
          <p:spPr bwMode="auto">
            <a:xfrm>
              <a:off x="455" y="383"/>
              <a:ext cx="2803" cy="853"/>
            </a:xfrm>
            <a:prstGeom prst="rect">
              <a:avLst/>
            </a:prstGeom>
            <a:noFill/>
            <a:ln w="9525">
              <a:noFill/>
              <a:miter lim="800000"/>
              <a:headEnd/>
              <a:tailEnd/>
            </a:ln>
            <a:effectLst/>
          </p:spPr>
          <p:txBody>
            <a:bodyPr wrap="square">
              <a:spAutoFit/>
            </a:bodyPr>
            <a:lstStyle/>
            <a:p>
              <a:pPr>
                <a:spcBef>
                  <a:spcPct val="50000"/>
                </a:spcBef>
              </a:pPr>
              <a:endParaRPr kumimoji="0" lang="en-US" altLang="zh-CN" sz="2400" dirty="0">
                <a:solidFill>
                  <a:srgbClr val="CC0000"/>
                </a:solidFill>
                <a:ea typeface="宋体" charset="-122"/>
              </a:endParaRPr>
            </a:p>
            <a:p>
              <a:pPr>
                <a:spcBef>
                  <a:spcPct val="50000"/>
                </a:spcBef>
              </a:pPr>
              <a:r>
                <a:rPr kumimoji="0" lang="zh-CN" altLang="en-US" sz="2400" dirty="0">
                  <a:solidFill>
                    <a:srgbClr val="CC0000"/>
                  </a:solidFill>
                  <a:ea typeface="宋体" charset="-122"/>
                </a:rPr>
                <a:t>（</a:t>
              </a:r>
              <a:r>
                <a:rPr kumimoji="0" lang="en-US" altLang="zh-CN" sz="2400" dirty="0">
                  <a:solidFill>
                    <a:srgbClr val="CC0000"/>
                  </a:solidFill>
                  <a:ea typeface="宋体" charset="-122"/>
                </a:rPr>
                <a:t>1</a:t>
              </a:r>
              <a:r>
                <a:rPr kumimoji="0" lang="zh-CN" altLang="en-US" sz="2400" dirty="0">
                  <a:solidFill>
                    <a:srgbClr val="CC0000"/>
                  </a:solidFill>
                  <a:ea typeface="宋体" charset="-122"/>
                </a:rPr>
                <a:t>）</a:t>
              </a:r>
              <a:r>
                <a:rPr kumimoji="0" lang="zh-CN" altLang="en-US" sz="2400" dirty="0">
                  <a:solidFill>
                    <a:srgbClr val="010000"/>
                  </a:solidFill>
                  <a:ea typeface="宋体" charset="-122"/>
                </a:rPr>
                <a:t>若线圈有     </a:t>
              </a:r>
              <a:r>
                <a:rPr kumimoji="0" lang="zh-CN" altLang="en-US" sz="2400" dirty="0" smtClean="0">
                  <a:solidFill>
                    <a:srgbClr val="010000"/>
                  </a:solidFill>
                  <a:ea typeface="宋体" charset="-122"/>
                </a:rPr>
                <a:t>匝，</a:t>
              </a:r>
              <a:endParaRPr kumimoji="0" lang="zh-CN" altLang="en-US" sz="2400" dirty="0">
                <a:solidFill>
                  <a:srgbClr val="010000"/>
                </a:solidFill>
                <a:ea typeface="宋体" charset="-122"/>
              </a:endParaRPr>
            </a:p>
          </p:txBody>
        </p:sp>
        <p:graphicFrame>
          <p:nvGraphicFramePr>
            <p:cNvPr id="14375" name="Object 58"/>
            <p:cNvGraphicFramePr>
              <a:graphicFrameLocks noChangeAspect="1"/>
            </p:cNvGraphicFramePr>
            <p:nvPr>
              <p:extLst>
                <p:ext uri="{D42A27DB-BD31-4B8C-83A1-F6EECF244321}">
                  <p14:modId xmlns:p14="http://schemas.microsoft.com/office/powerpoint/2010/main" val="1751303536"/>
                </p:ext>
              </p:extLst>
            </p:nvPr>
          </p:nvGraphicFramePr>
          <p:xfrm>
            <a:off x="2181" y="874"/>
            <a:ext cx="245" cy="318"/>
          </p:xfrm>
          <a:graphic>
            <a:graphicData uri="http://schemas.openxmlformats.org/presentationml/2006/ole">
              <mc:AlternateContent xmlns:mc="http://schemas.openxmlformats.org/markup-compatibility/2006">
                <mc:Choice xmlns:v="urn:schemas-microsoft-com:vml" Requires="v">
                  <p:oleObj spid="_x0000_s220194" name="公式" r:id="rId3" imgW="177492" imgH="177492" progId="Equation.3">
                    <p:embed/>
                  </p:oleObj>
                </mc:Choice>
                <mc:Fallback>
                  <p:oleObj name="公式" r:id="rId3" imgW="177492" imgH="177492" progId="Equation.3">
                    <p:embed/>
                    <p:pic>
                      <p:nvPicPr>
                        <p:cNvPr id="0" name="Object 58"/>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181" y="874"/>
                          <a:ext cx="245" cy="31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grpSp>
        <p:nvGrpSpPr>
          <p:cNvPr id="4" name="Group 63"/>
          <p:cNvGrpSpPr>
            <a:grpSpLocks/>
          </p:cNvGrpSpPr>
          <p:nvPr/>
        </p:nvGrpSpPr>
        <p:grpSpPr bwMode="auto">
          <a:xfrm>
            <a:off x="4293722" y="599402"/>
            <a:ext cx="2163366" cy="952500"/>
            <a:chOff x="3903" y="2064"/>
            <a:chExt cx="1817" cy="800"/>
          </a:xfrm>
        </p:grpSpPr>
        <p:sp>
          <p:nvSpPr>
            <p:cNvPr id="14372" name="Rectangle 60"/>
            <p:cNvSpPr>
              <a:spLocks noChangeArrowheads="1"/>
            </p:cNvSpPr>
            <p:nvPr/>
          </p:nvSpPr>
          <p:spPr bwMode="auto">
            <a:xfrm>
              <a:off x="4542" y="2077"/>
              <a:ext cx="273" cy="324"/>
            </a:xfrm>
            <a:prstGeom prst="rect">
              <a:avLst/>
            </a:prstGeom>
            <a:solidFill>
              <a:srgbClr val="FF99CC">
                <a:alpha val="47000"/>
              </a:srgbClr>
            </a:solidFill>
            <a:ln w="9525">
              <a:noFill/>
              <a:miter lim="800000"/>
              <a:headEnd/>
              <a:tailEnd/>
            </a:ln>
            <a:effectLst/>
          </p:spPr>
          <p:txBody>
            <a:bodyPr wrap="none" anchor="ctr"/>
            <a:lstStyle/>
            <a:p>
              <a:endParaRPr kumimoji="0" lang="zh-CN" altLang="en-US" sz="1350" b="0">
                <a:solidFill>
                  <a:prstClr val="black"/>
                </a:solidFill>
                <a:latin typeface="Arial" charset="0"/>
                <a:ea typeface="宋体" charset="-122"/>
              </a:endParaRPr>
            </a:p>
          </p:txBody>
        </p:sp>
        <p:graphicFrame>
          <p:nvGraphicFramePr>
            <p:cNvPr id="14373" name="Object 61"/>
            <p:cNvGraphicFramePr>
              <a:graphicFrameLocks noChangeAspect="1"/>
            </p:cNvGraphicFramePr>
            <p:nvPr>
              <p:extLst>
                <p:ext uri="{D42A27DB-BD31-4B8C-83A1-F6EECF244321}">
                  <p14:modId xmlns:p14="http://schemas.microsoft.com/office/powerpoint/2010/main" val="272310952"/>
                </p:ext>
              </p:extLst>
            </p:nvPr>
          </p:nvGraphicFramePr>
          <p:xfrm>
            <a:off x="3903" y="2064"/>
            <a:ext cx="1817" cy="800"/>
          </p:xfrm>
          <a:graphic>
            <a:graphicData uri="http://schemas.openxmlformats.org/presentationml/2006/ole">
              <mc:AlternateContent xmlns:mc="http://schemas.openxmlformats.org/markup-compatibility/2006">
                <mc:Choice xmlns:v="urn:schemas-microsoft-com:vml" Requires="v">
                  <p:oleObj spid="_x0000_s220195" name="公式" r:id="rId5" imgW="1091880" imgH="482400" progId="Equation.DSMT4">
                    <p:embed/>
                  </p:oleObj>
                </mc:Choice>
                <mc:Fallback>
                  <p:oleObj name="公式" r:id="rId5" imgW="1091880" imgH="482400" progId="Equation.DSMT4">
                    <p:embed/>
                    <p:pic>
                      <p:nvPicPr>
                        <p:cNvPr id="0" name="Object 61"/>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903" y="2064"/>
                          <a:ext cx="1817" cy="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FF0000"/>
                              </a:solidFill>
                              <a:miter lim="800000"/>
                              <a:headEnd/>
                              <a:tailEnd/>
                            </a14:hiddenLine>
                          </a:ext>
                        </a:extLst>
                      </p:spPr>
                    </p:pic>
                  </p:oleObj>
                </mc:Fallback>
              </mc:AlternateContent>
            </a:graphicData>
          </a:graphic>
        </p:graphicFrame>
      </p:grpSp>
      <p:grpSp>
        <p:nvGrpSpPr>
          <p:cNvPr id="5" name="Group 68"/>
          <p:cNvGrpSpPr>
            <a:grpSpLocks/>
          </p:cNvGrpSpPr>
          <p:nvPr/>
        </p:nvGrpSpPr>
        <p:grpSpPr bwMode="auto">
          <a:xfrm>
            <a:off x="1324477" y="1839038"/>
            <a:ext cx="1738313" cy="461962"/>
            <a:chOff x="3198" y="1570"/>
            <a:chExt cx="1460" cy="388"/>
          </a:xfrm>
        </p:grpSpPr>
        <p:sp>
          <p:nvSpPr>
            <p:cNvPr id="14370" name="Text Box 65"/>
            <p:cNvSpPr txBox="1">
              <a:spLocks noChangeArrowheads="1"/>
            </p:cNvSpPr>
            <p:nvPr/>
          </p:nvSpPr>
          <p:spPr bwMode="auto">
            <a:xfrm>
              <a:off x="3198" y="1570"/>
              <a:ext cx="956" cy="388"/>
            </a:xfrm>
            <a:prstGeom prst="rect">
              <a:avLst/>
            </a:prstGeom>
            <a:noFill/>
            <a:ln w="9525">
              <a:noFill/>
              <a:miter lim="800000"/>
              <a:headEnd/>
              <a:tailEnd/>
            </a:ln>
            <a:effectLst/>
          </p:spPr>
          <p:txBody>
            <a:bodyPr>
              <a:spAutoFit/>
            </a:bodyPr>
            <a:lstStyle/>
            <a:p>
              <a:pPr>
                <a:spcBef>
                  <a:spcPct val="50000"/>
                </a:spcBef>
              </a:pPr>
              <a:r>
                <a:rPr kumimoji="0" lang="en-US" altLang="zh-CN" sz="2100">
                  <a:solidFill>
                    <a:srgbClr val="010000"/>
                  </a:solidFill>
                  <a:ea typeface="宋体" charset="-122"/>
                </a:rPr>
                <a:t> </a:t>
              </a:r>
              <a:r>
                <a:rPr kumimoji="0" lang="zh-CN" altLang="en-US" sz="2400">
                  <a:solidFill>
                    <a:srgbClr val="CC0000"/>
                  </a:solidFill>
                  <a:latin typeface="宋体" charset="-122"/>
                  <a:ea typeface="宋体" charset="-122"/>
                </a:rPr>
                <a:t>（</a:t>
              </a:r>
              <a:r>
                <a:rPr kumimoji="0" lang="en-US" altLang="zh-CN" sz="2400">
                  <a:solidFill>
                    <a:srgbClr val="CC0000"/>
                  </a:solidFill>
                  <a:ea typeface="宋体" charset="-122"/>
                </a:rPr>
                <a:t>2</a:t>
              </a:r>
              <a:r>
                <a:rPr kumimoji="0" lang="zh-CN" altLang="en-US" sz="2400">
                  <a:solidFill>
                    <a:srgbClr val="CC0000"/>
                  </a:solidFill>
                  <a:latin typeface="宋体" charset="-122"/>
                  <a:ea typeface="宋体" charset="-122"/>
                </a:rPr>
                <a:t>）</a:t>
              </a:r>
            </a:p>
          </p:txBody>
        </p:sp>
        <p:graphicFrame>
          <p:nvGraphicFramePr>
            <p:cNvPr id="14371" name="Object 66"/>
            <p:cNvGraphicFramePr>
              <a:graphicFrameLocks noChangeAspect="1"/>
            </p:cNvGraphicFramePr>
            <p:nvPr>
              <p:extLst>
                <p:ext uri="{D42A27DB-BD31-4B8C-83A1-F6EECF244321}">
                  <p14:modId xmlns:p14="http://schemas.microsoft.com/office/powerpoint/2010/main" val="4284605167"/>
                </p:ext>
              </p:extLst>
            </p:nvPr>
          </p:nvGraphicFramePr>
          <p:xfrm>
            <a:off x="3837" y="1577"/>
            <a:ext cx="821" cy="323"/>
          </p:xfrm>
          <a:graphic>
            <a:graphicData uri="http://schemas.openxmlformats.org/presentationml/2006/ole">
              <mc:AlternateContent xmlns:mc="http://schemas.openxmlformats.org/markup-compatibility/2006">
                <mc:Choice xmlns:v="urn:schemas-microsoft-com:vml" Requires="v">
                  <p:oleObj spid="_x0000_s220196" name="Equation" r:id="rId7" imgW="419040" imgH="190440" progId="Equation.DSMT4">
                    <p:embed/>
                  </p:oleObj>
                </mc:Choice>
                <mc:Fallback>
                  <p:oleObj name="Equation" r:id="rId7" imgW="419040" imgH="190440" progId="Equation.DSMT4">
                    <p:embed/>
                    <p:pic>
                      <p:nvPicPr>
                        <p:cNvPr id="0" name="Object 66"/>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837" y="1577"/>
                          <a:ext cx="821" cy="32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graphicFrame>
        <p:nvGraphicFramePr>
          <p:cNvPr id="52291" name="Object 67"/>
          <p:cNvGraphicFramePr>
            <a:graphicFrameLocks noChangeAspect="1"/>
          </p:cNvGraphicFramePr>
          <p:nvPr>
            <p:extLst>
              <p:ext uri="{D42A27DB-BD31-4B8C-83A1-F6EECF244321}">
                <p14:modId xmlns:p14="http://schemas.microsoft.com/office/powerpoint/2010/main" val="1344020602"/>
              </p:ext>
            </p:extLst>
          </p:nvPr>
        </p:nvGraphicFramePr>
        <p:xfrm>
          <a:off x="3092293" y="1619726"/>
          <a:ext cx="1707356" cy="856059"/>
        </p:xfrm>
        <a:graphic>
          <a:graphicData uri="http://schemas.openxmlformats.org/presentationml/2006/ole">
            <mc:AlternateContent xmlns:mc="http://schemas.openxmlformats.org/markup-compatibility/2006">
              <mc:Choice xmlns:v="urn:schemas-microsoft-com:vml" Requires="v">
                <p:oleObj spid="_x0000_s220197" name="Equation" r:id="rId9" imgW="838080" imgH="393480" progId="Equation.DSMT4">
                  <p:embed/>
                </p:oleObj>
              </mc:Choice>
              <mc:Fallback>
                <p:oleObj name="Equation" r:id="rId9" imgW="838080" imgH="393480" progId="Equation.DSMT4">
                  <p:embed/>
                  <p:pic>
                    <p:nvPicPr>
                      <p:cNvPr id="0" name="Object 67"/>
                      <p:cNvPicPr>
                        <a:picLocks noChangeAspect="1" noChangeArrowheads="1"/>
                      </p:cNvPicPr>
                      <p:nvPr/>
                    </p:nvPicPr>
                    <p:blipFill>
                      <a:blip r:embed="rId10"/>
                      <a:srcRect/>
                      <a:stretch>
                        <a:fillRect/>
                      </a:stretch>
                    </p:blipFill>
                    <p:spPr bwMode="auto">
                      <a:xfrm>
                        <a:off x="3092293" y="1619726"/>
                        <a:ext cx="1707356" cy="856059"/>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nvGrpSpPr>
          <p:cNvPr id="6" name="Group 72"/>
          <p:cNvGrpSpPr>
            <a:grpSpLocks/>
          </p:cNvGrpSpPr>
          <p:nvPr/>
        </p:nvGrpSpPr>
        <p:grpSpPr bwMode="auto">
          <a:xfrm>
            <a:off x="1393057" y="2840830"/>
            <a:ext cx="3034904" cy="461963"/>
            <a:chOff x="3314" y="2473"/>
            <a:chExt cx="2549" cy="388"/>
          </a:xfrm>
        </p:grpSpPr>
        <p:sp>
          <p:nvSpPr>
            <p:cNvPr id="14368" name="Text Box 70"/>
            <p:cNvSpPr txBox="1">
              <a:spLocks noChangeArrowheads="1"/>
            </p:cNvSpPr>
            <p:nvPr/>
          </p:nvSpPr>
          <p:spPr bwMode="auto">
            <a:xfrm>
              <a:off x="3314" y="2473"/>
              <a:ext cx="2549" cy="388"/>
            </a:xfrm>
            <a:prstGeom prst="rect">
              <a:avLst/>
            </a:prstGeom>
            <a:noFill/>
            <a:ln w="9525">
              <a:noFill/>
              <a:miter lim="800000"/>
              <a:headEnd/>
              <a:tailEnd/>
            </a:ln>
            <a:effectLst/>
          </p:spPr>
          <p:txBody>
            <a:bodyPr wrap="square">
              <a:spAutoFit/>
            </a:bodyPr>
            <a:lstStyle/>
            <a:p>
              <a:pPr>
                <a:spcBef>
                  <a:spcPct val="50000"/>
                </a:spcBef>
              </a:pPr>
              <a:r>
                <a:rPr kumimoji="0" lang="zh-CN" altLang="en-US" sz="2400">
                  <a:solidFill>
                    <a:srgbClr val="CC0000"/>
                  </a:solidFill>
                  <a:ea typeface="宋体" charset="-122"/>
                </a:rPr>
                <a:t>（</a:t>
              </a:r>
              <a:r>
                <a:rPr kumimoji="0" lang="en-US" altLang="zh-CN" sz="2400">
                  <a:solidFill>
                    <a:srgbClr val="CC0000"/>
                  </a:solidFill>
                  <a:ea typeface="宋体" charset="-122"/>
                </a:rPr>
                <a:t>3</a:t>
              </a:r>
              <a:r>
                <a:rPr kumimoji="0" lang="zh-CN" altLang="en-US" sz="2400">
                  <a:solidFill>
                    <a:srgbClr val="CC0000"/>
                  </a:solidFill>
                  <a:ea typeface="宋体" charset="-122"/>
                </a:rPr>
                <a:t>）           </a:t>
              </a:r>
              <a:r>
                <a:rPr kumimoji="0" lang="zh-CN" altLang="en-US" sz="2400">
                  <a:solidFill>
                    <a:srgbClr val="0000FF"/>
                  </a:solidFill>
                  <a:ea typeface="宋体" charset="-122"/>
                </a:rPr>
                <a:t>磁偶极子</a:t>
              </a:r>
            </a:p>
          </p:txBody>
        </p:sp>
        <p:graphicFrame>
          <p:nvGraphicFramePr>
            <p:cNvPr id="14369" name="Object 71"/>
            <p:cNvGraphicFramePr>
              <a:graphicFrameLocks noChangeAspect="1"/>
            </p:cNvGraphicFramePr>
            <p:nvPr>
              <p:extLst>
                <p:ext uri="{D42A27DB-BD31-4B8C-83A1-F6EECF244321}">
                  <p14:modId xmlns:p14="http://schemas.microsoft.com/office/powerpoint/2010/main" val="1064433823"/>
                </p:ext>
              </p:extLst>
            </p:nvPr>
          </p:nvGraphicFramePr>
          <p:xfrm>
            <a:off x="3916" y="2486"/>
            <a:ext cx="644" cy="297"/>
          </p:xfrm>
          <a:graphic>
            <a:graphicData uri="http://schemas.openxmlformats.org/presentationml/2006/ole">
              <mc:AlternateContent xmlns:mc="http://schemas.openxmlformats.org/markup-compatibility/2006">
                <mc:Choice xmlns:v="urn:schemas-microsoft-com:vml" Requires="v">
                  <p:oleObj spid="_x0000_s220198" name="公式" r:id="rId11" imgW="469696" imgH="177723" progId="Equation.3">
                    <p:embed/>
                  </p:oleObj>
                </mc:Choice>
                <mc:Fallback>
                  <p:oleObj name="公式" r:id="rId11" imgW="469696" imgH="177723" progId="Equation.3">
                    <p:embed/>
                    <p:pic>
                      <p:nvPicPr>
                        <p:cNvPr id="0" name="Object 71"/>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3916" y="2486"/>
                          <a:ext cx="644" cy="29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graphicFrame>
        <p:nvGraphicFramePr>
          <p:cNvPr id="52297" name="Object 73"/>
          <p:cNvGraphicFramePr>
            <a:graphicFrameLocks noChangeAspect="1"/>
          </p:cNvGraphicFramePr>
          <p:nvPr>
            <p:extLst>
              <p:ext uri="{D42A27DB-BD31-4B8C-83A1-F6EECF244321}">
                <p14:modId xmlns:p14="http://schemas.microsoft.com/office/powerpoint/2010/main" val="2050999422"/>
              </p:ext>
            </p:extLst>
          </p:nvPr>
        </p:nvGraphicFramePr>
        <p:xfrm>
          <a:off x="2016618" y="3664143"/>
          <a:ext cx="1312819" cy="762633"/>
        </p:xfrm>
        <a:graphic>
          <a:graphicData uri="http://schemas.openxmlformats.org/presentationml/2006/ole">
            <mc:AlternateContent xmlns:mc="http://schemas.openxmlformats.org/markup-compatibility/2006">
              <mc:Choice xmlns:v="urn:schemas-microsoft-com:vml" Requires="v">
                <p:oleObj spid="_x0000_s220199" name="Equation" r:id="rId13" imgW="711000" imgH="419040" progId="Equation.DSMT4">
                  <p:embed/>
                </p:oleObj>
              </mc:Choice>
              <mc:Fallback>
                <p:oleObj name="Equation" r:id="rId13" imgW="711000" imgH="419040" progId="Equation.DSMT4">
                  <p:embed/>
                  <p:pic>
                    <p:nvPicPr>
                      <p:cNvPr id="0" name="Object 73"/>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2016618" y="3664143"/>
                        <a:ext cx="1312819" cy="76263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43" name="Object 73"/>
          <p:cNvGraphicFramePr>
            <a:graphicFrameLocks noChangeAspect="1"/>
          </p:cNvGraphicFramePr>
          <p:nvPr>
            <p:extLst>
              <p:ext uri="{D42A27DB-BD31-4B8C-83A1-F6EECF244321}">
                <p14:modId xmlns:p14="http://schemas.microsoft.com/office/powerpoint/2010/main" val="2731756671"/>
              </p:ext>
            </p:extLst>
          </p:nvPr>
        </p:nvGraphicFramePr>
        <p:xfrm>
          <a:off x="3324753" y="3671240"/>
          <a:ext cx="1101329" cy="782241"/>
        </p:xfrm>
        <a:graphic>
          <a:graphicData uri="http://schemas.openxmlformats.org/presentationml/2006/ole">
            <mc:AlternateContent xmlns:mc="http://schemas.openxmlformats.org/markup-compatibility/2006">
              <mc:Choice xmlns:v="urn:schemas-microsoft-com:vml" Requires="v">
                <p:oleObj spid="_x0000_s220200" name="Equation" r:id="rId15" imgW="545760" imgH="393480" progId="Equation.DSMT4">
                  <p:embed/>
                </p:oleObj>
              </mc:Choice>
              <mc:Fallback>
                <p:oleObj name="Equation" r:id="rId15" imgW="545760" imgH="393480" progId="Equation.DSMT4">
                  <p:embed/>
                  <p:pic>
                    <p:nvPicPr>
                      <p:cNvPr id="0" name="Picture 14"/>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3324753" y="3671240"/>
                        <a:ext cx="1101329" cy="782241"/>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nvGrpSpPr>
          <p:cNvPr id="46" name="组合 45"/>
          <p:cNvGrpSpPr/>
          <p:nvPr/>
        </p:nvGrpSpPr>
        <p:grpSpPr>
          <a:xfrm>
            <a:off x="206820" y="766026"/>
            <a:ext cx="1170997" cy="1447244"/>
            <a:chOff x="530941" y="57777"/>
            <a:chExt cx="1727099" cy="1727099"/>
          </a:xfrm>
        </p:grpSpPr>
        <p:sp>
          <p:nvSpPr>
            <p:cNvPr id="47" name="爆炸形 2 46"/>
            <p:cNvSpPr/>
            <p:nvPr/>
          </p:nvSpPr>
          <p:spPr>
            <a:xfrm rot="2281733">
              <a:off x="530941" y="57777"/>
              <a:ext cx="1727099" cy="1727099"/>
            </a:xfrm>
            <a:prstGeom prst="irregularSeal2">
              <a:avLst/>
            </a:prstGeom>
            <a:noFill/>
            <a:ln>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100"/>
            </a:p>
          </p:txBody>
        </p:sp>
        <p:graphicFrame>
          <p:nvGraphicFramePr>
            <p:cNvPr id="48" name="Object 51"/>
            <p:cNvGraphicFramePr>
              <a:graphicFrameLocks noChangeAspect="1"/>
            </p:cNvGraphicFramePr>
            <p:nvPr>
              <p:extLst>
                <p:ext uri="{D42A27DB-BD31-4B8C-83A1-F6EECF244321}">
                  <p14:modId xmlns:p14="http://schemas.microsoft.com/office/powerpoint/2010/main" val="4293203864"/>
                </p:ext>
              </p:extLst>
            </p:nvPr>
          </p:nvGraphicFramePr>
          <p:xfrm>
            <a:off x="757880" y="704576"/>
            <a:ext cx="1049338" cy="538163"/>
          </p:xfrm>
          <a:graphic>
            <a:graphicData uri="http://schemas.openxmlformats.org/presentationml/2006/ole">
              <mc:AlternateContent xmlns:mc="http://schemas.openxmlformats.org/markup-compatibility/2006">
                <mc:Choice xmlns:v="urn:schemas-microsoft-com:vml" Requires="v">
                  <p:oleObj spid="_x0000_s220201" name="Equation" r:id="rId17" imgW="355320" imgH="203040" progId="Equation.DSMT4">
                    <p:embed/>
                  </p:oleObj>
                </mc:Choice>
                <mc:Fallback>
                  <p:oleObj name="Equation" r:id="rId17" imgW="355320" imgH="203040" progId="Equation.DSMT4">
                    <p:embed/>
                    <p:pic>
                      <p:nvPicPr>
                        <p:cNvPr id="35" name="Object 51"/>
                        <p:cNvPicPr>
                          <a:picLocks noChangeAspect="1" noChangeArrowheads="1"/>
                        </p:cNvPicPr>
                        <p:nvPr/>
                      </p:nvPicPr>
                      <p:blipFill>
                        <a:blip r:embed="rId18"/>
                        <a:srcRect/>
                        <a:stretch>
                          <a:fillRect/>
                        </a:stretch>
                      </p:blipFill>
                      <p:spPr bwMode="auto">
                        <a:xfrm>
                          <a:off x="757880" y="704576"/>
                          <a:ext cx="1049338" cy="53816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Lst>
                      </p:spPr>
                    </p:pic>
                  </p:oleObj>
                </mc:Fallback>
              </mc:AlternateContent>
            </a:graphicData>
          </a:graphic>
        </p:graphicFrame>
      </p:grpSp>
      <p:pic>
        <p:nvPicPr>
          <p:cNvPr id="90" name="图片 89"/>
          <p:cNvPicPr>
            <a:picLocks noChangeAspect="1"/>
          </p:cNvPicPr>
          <p:nvPr/>
        </p:nvPicPr>
        <p:blipFill>
          <a:blip r:embed="rId19"/>
          <a:stretch>
            <a:fillRect/>
          </a:stretch>
        </p:blipFill>
        <p:spPr>
          <a:xfrm>
            <a:off x="4892117" y="2445212"/>
            <a:ext cx="3657336" cy="2008269"/>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left)">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wipe(left)">
                                      <p:cBhvr>
                                        <p:cTn id="12" dur="500"/>
                                        <p:tgtEl>
                                          <p:spTgt spid="5"/>
                                        </p:tgtEl>
                                      </p:cBhvr>
                                    </p:animEffect>
                                  </p:childTnLst>
                                </p:cTn>
                              </p:par>
                              <p:par>
                                <p:cTn id="13" presetID="22" presetClass="entr" presetSubtype="8" fill="hold" nodeType="withEffect">
                                  <p:stCondLst>
                                    <p:cond delay="0"/>
                                  </p:stCondLst>
                                  <p:childTnLst>
                                    <p:set>
                                      <p:cBhvr>
                                        <p:cTn id="14" dur="1" fill="hold">
                                          <p:stCondLst>
                                            <p:cond delay="0"/>
                                          </p:stCondLst>
                                        </p:cTn>
                                        <p:tgtEl>
                                          <p:spTgt spid="52291"/>
                                        </p:tgtEl>
                                        <p:attrNameLst>
                                          <p:attrName>style.visibility</p:attrName>
                                        </p:attrNameLst>
                                      </p:cBhvr>
                                      <p:to>
                                        <p:strVal val="visible"/>
                                      </p:to>
                                    </p:set>
                                    <p:animEffect transition="in" filter="wipe(left)">
                                      <p:cBhvr>
                                        <p:cTn id="15" dur="500"/>
                                        <p:tgtEl>
                                          <p:spTgt spid="52291"/>
                                        </p:tgtEl>
                                      </p:cBhvr>
                                    </p:animEffect>
                                  </p:childTnLst>
                                </p:cTn>
                              </p:par>
                            </p:childTnLst>
                          </p:cTn>
                        </p:par>
                      </p:childTnLst>
                    </p:cTn>
                  </p:par>
                  <p:par>
                    <p:cTn id="16" fill="hold">
                      <p:stCondLst>
                        <p:cond delay="indefinite"/>
                      </p:stCondLst>
                      <p:childTnLst>
                        <p:par>
                          <p:cTn id="17" fill="hold">
                            <p:stCondLst>
                              <p:cond delay="0"/>
                            </p:stCondLst>
                            <p:childTnLst>
                              <p:par>
                                <p:cTn id="18" presetID="5" presetClass="entr" presetSubtype="10" fill="hold" nodeType="clickEffect">
                                  <p:stCondLst>
                                    <p:cond delay="0"/>
                                  </p:stCondLst>
                                  <p:childTnLst>
                                    <p:set>
                                      <p:cBhvr>
                                        <p:cTn id="19" dur="1" fill="hold">
                                          <p:stCondLst>
                                            <p:cond delay="0"/>
                                          </p:stCondLst>
                                        </p:cTn>
                                        <p:tgtEl>
                                          <p:spTgt spid="6"/>
                                        </p:tgtEl>
                                        <p:attrNameLst>
                                          <p:attrName>style.visibility</p:attrName>
                                        </p:attrNameLst>
                                      </p:cBhvr>
                                      <p:to>
                                        <p:strVal val="visible"/>
                                      </p:to>
                                    </p:set>
                                    <p:animEffect transition="in" filter="checkerboard(across)">
                                      <p:cBhvr>
                                        <p:cTn id="20" dur="500"/>
                                        <p:tgtEl>
                                          <p:spTgt spid="6"/>
                                        </p:tgtEl>
                                      </p:cBhvr>
                                    </p:animEffect>
                                  </p:childTnLst>
                                </p:cTn>
                              </p:par>
                            </p:childTnLst>
                          </p:cTn>
                        </p:par>
                      </p:childTnLst>
                    </p:cTn>
                  </p:par>
                  <p:par>
                    <p:cTn id="21" fill="hold" nodeType="clickPar">
                      <p:stCondLst>
                        <p:cond delay="indefinite"/>
                      </p:stCondLst>
                      <p:childTnLst>
                        <p:par>
                          <p:cTn id="22" fill="hold" nodeType="withGroup">
                            <p:stCondLst>
                              <p:cond delay="0"/>
                            </p:stCondLst>
                            <p:childTnLst>
                              <p:par>
                                <p:cTn id="23" presetID="22" presetClass="entr" presetSubtype="8" fill="hold" nodeType="clickEffect">
                                  <p:stCondLst>
                                    <p:cond delay="0"/>
                                  </p:stCondLst>
                                  <p:childTnLst>
                                    <p:set>
                                      <p:cBhvr>
                                        <p:cTn id="24" dur="1" fill="hold">
                                          <p:stCondLst>
                                            <p:cond delay="0"/>
                                          </p:stCondLst>
                                        </p:cTn>
                                        <p:tgtEl>
                                          <p:spTgt spid="52297"/>
                                        </p:tgtEl>
                                        <p:attrNameLst>
                                          <p:attrName>style.visibility</p:attrName>
                                        </p:attrNameLst>
                                      </p:cBhvr>
                                      <p:to>
                                        <p:strVal val="visible"/>
                                      </p:to>
                                    </p:set>
                                    <p:animEffect transition="in" filter="wipe(left)">
                                      <p:cBhvr>
                                        <p:cTn id="25" dur="500"/>
                                        <p:tgtEl>
                                          <p:spTgt spid="52297"/>
                                        </p:tgtEl>
                                      </p:cBhvr>
                                    </p:animEffect>
                                  </p:childTnLst>
                                </p:cTn>
                              </p:par>
                            </p:childTnLst>
                          </p:cTn>
                        </p:par>
                        <p:par>
                          <p:cTn id="26" fill="hold">
                            <p:stCondLst>
                              <p:cond delay="500"/>
                            </p:stCondLst>
                            <p:childTnLst>
                              <p:par>
                                <p:cTn id="27" presetID="22" presetClass="entr" presetSubtype="8" fill="hold" nodeType="afterEffect">
                                  <p:stCondLst>
                                    <p:cond delay="0"/>
                                  </p:stCondLst>
                                  <p:childTnLst>
                                    <p:set>
                                      <p:cBhvr>
                                        <p:cTn id="28" dur="1" fill="hold">
                                          <p:stCondLst>
                                            <p:cond delay="0"/>
                                          </p:stCondLst>
                                        </p:cTn>
                                        <p:tgtEl>
                                          <p:spTgt spid="43"/>
                                        </p:tgtEl>
                                        <p:attrNameLst>
                                          <p:attrName>style.visibility</p:attrName>
                                        </p:attrNameLst>
                                      </p:cBhvr>
                                      <p:to>
                                        <p:strVal val="visible"/>
                                      </p:to>
                                    </p:set>
                                    <p:animEffect transition="in" filter="wipe(left)">
                                      <p:cBhvr>
                                        <p:cTn id="29" dur="500"/>
                                        <p:tgtEl>
                                          <p:spTgt spid="4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灯片编号占位符 1"/>
          <p:cNvSpPr>
            <a:spLocks noGrp="1"/>
          </p:cNvSpPr>
          <p:nvPr>
            <p:ph type="sldNum" sz="quarter" idx="10"/>
          </p:nvPr>
        </p:nvSpPr>
        <p:spPr bwMode="auto">
          <a:noFill/>
          <a:ln>
            <a:miter lim="800000"/>
            <a:headEnd/>
            <a:tailEnd/>
          </a:ln>
        </p:spPr>
        <p:txBody>
          <a:bodyPr/>
          <a:lstStyle/>
          <a:p>
            <a:fld id="{D21091B8-0431-45E8-94ED-AA10E29D5214}" type="slidenum">
              <a:rPr lang="en-US" altLang="zh-CN">
                <a:ea typeface="宋体" charset="-122"/>
              </a:rPr>
              <a:pPr/>
              <a:t>27</a:t>
            </a:fld>
            <a:endParaRPr lang="en-US" altLang="zh-CN">
              <a:ea typeface="宋体" charset="-122"/>
            </a:endParaRPr>
          </a:p>
        </p:txBody>
      </p:sp>
      <p:grpSp>
        <p:nvGrpSpPr>
          <p:cNvPr id="3" name="Group 4"/>
          <p:cNvGrpSpPr>
            <a:grpSpLocks/>
          </p:cNvGrpSpPr>
          <p:nvPr/>
        </p:nvGrpSpPr>
        <p:grpSpPr bwMode="auto">
          <a:xfrm>
            <a:off x="6459750" y="943037"/>
            <a:ext cx="1006079" cy="1023938"/>
            <a:chOff x="3811" y="794"/>
            <a:chExt cx="845" cy="860"/>
          </a:xfrm>
        </p:grpSpPr>
        <p:sp>
          <p:nvSpPr>
            <p:cNvPr id="17444" name="Oval 5"/>
            <p:cNvSpPr>
              <a:spLocks noChangeArrowheads="1"/>
            </p:cNvSpPr>
            <p:nvPr/>
          </p:nvSpPr>
          <p:spPr bwMode="auto">
            <a:xfrm>
              <a:off x="4049" y="794"/>
              <a:ext cx="398" cy="860"/>
            </a:xfrm>
            <a:prstGeom prst="ellipse">
              <a:avLst/>
            </a:prstGeom>
            <a:noFill/>
            <a:ln w="38100">
              <a:solidFill>
                <a:schemeClr val="bg1">
                  <a:lumMod val="50000"/>
                </a:schemeClr>
              </a:solidFill>
              <a:round/>
              <a:headEnd/>
              <a:tailEnd/>
            </a:ln>
            <a:effectLst/>
          </p:spPr>
          <p:txBody>
            <a:bodyPr wrap="none" anchor="ctr"/>
            <a:lstStyle/>
            <a:p>
              <a:endParaRPr kumimoji="0" lang="zh-CN" altLang="en-US" sz="1350" b="0">
                <a:solidFill>
                  <a:prstClr val="black"/>
                </a:solidFill>
                <a:latin typeface="Arial" charset="0"/>
                <a:ea typeface="宋体" charset="-122"/>
              </a:endParaRPr>
            </a:p>
          </p:txBody>
        </p:sp>
        <p:sp>
          <p:nvSpPr>
            <p:cNvPr id="17445" name="Line 6"/>
            <p:cNvSpPr>
              <a:spLocks noChangeShapeType="1"/>
            </p:cNvSpPr>
            <p:nvPr/>
          </p:nvSpPr>
          <p:spPr bwMode="auto">
            <a:xfrm>
              <a:off x="4049" y="1155"/>
              <a:ext cx="0" cy="138"/>
            </a:xfrm>
            <a:prstGeom prst="line">
              <a:avLst/>
            </a:prstGeom>
            <a:noFill/>
            <a:ln w="38100">
              <a:solidFill>
                <a:srgbClr val="FF0000"/>
              </a:solidFill>
              <a:round/>
              <a:headEnd/>
              <a:tailEnd type="stealth" w="lg" len="lg"/>
            </a:ln>
            <a:effectLst/>
          </p:spPr>
          <p:txBody>
            <a:bodyPr wrap="none" anchor="ctr"/>
            <a:lstStyle/>
            <a:p>
              <a:pPr eaLnBrk="0" hangingPunct="0"/>
              <a:endParaRPr kumimoji="0" lang="zh-CN" altLang="en-US" sz="1350" b="0">
                <a:solidFill>
                  <a:prstClr val="black"/>
                </a:solidFill>
                <a:latin typeface="Arial" charset="0"/>
                <a:ea typeface="宋体" charset="-122"/>
              </a:endParaRPr>
            </a:p>
          </p:txBody>
        </p:sp>
        <p:sp>
          <p:nvSpPr>
            <p:cNvPr id="17446" name="Text Box 7"/>
            <p:cNvSpPr txBox="1">
              <a:spLocks noChangeArrowheads="1"/>
            </p:cNvSpPr>
            <p:nvPr/>
          </p:nvSpPr>
          <p:spPr bwMode="auto">
            <a:xfrm>
              <a:off x="3811" y="1014"/>
              <a:ext cx="413" cy="349"/>
            </a:xfrm>
            <a:prstGeom prst="rect">
              <a:avLst/>
            </a:prstGeom>
            <a:noFill/>
            <a:ln w="9525">
              <a:noFill/>
              <a:miter lim="800000"/>
              <a:headEnd/>
              <a:tailEnd/>
            </a:ln>
            <a:effectLst/>
          </p:spPr>
          <p:txBody>
            <a:bodyPr>
              <a:spAutoFit/>
            </a:bodyPr>
            <a:lstStyle/>
            <a:p>
              <a:pPr>
                <a:spcBef>
                  <a:spcPct val="50000"/>
                </a:spcBef>
              </a:pPr>
              <a:r>
                <a:rPr kumimoji="0" lang="en-US" altLang="zh-CN" sz="2100" b="0" i="1">
                  <a:solidFill>
                    <a:srgbClr val="010000"/>
                  </a:solidFill>
                  <a:ea typeface="宋体" charset="-122"/>
                </a:rPr>
                <a:t>I</a:t>
              </a:r>
            </a:p>
          </p:txBody>
        </p:sp>
        <p:sp>
          <p:nvSpPr>
            <p:cNvPr id="17447" name="Text Box 8"/>
            <p:cNvSpPr txBox="1">
              <a:spLocks noChangeArrowheads="1"/>
            </p:cNvSpPr>
            <p:nvPr/>
          </p:nvSpPr>
          <p:spPr bwMode="auto">
            <a:xfrm>
              <a:off x="4100" y="1224"/>
              <a:ext cx="556" cy="349"/>
            </a:xfrm>
            <a:prstGeom prst="rect">
              <a:avLst/>
            </a:prstGeom>
            <a:noFill/>
            <a:ln w="9525">
              <a:noFill/>
              <a:miter lim="800000"/>
              <a:headEnd/>
              <a:tailEnd/>
            </a:ln>
            <a:effectLst/>
          </p:spPr>
          <p:txBody>
            <a:bodyPr>
              <a:spAutoFit/>
            </a:bodyPr>
            <a:lstStyle/>
            <a:p>
              <a:pPr>
                <a:spcBef>
                  <a:spcPct val="50000"/>
                </a:spcBef>
              </a:pPr>
              <a:r>
                <a:rPr kumimoji="0" lang="en-US" altLang="zh-CN" sz="2100" b="0" i="1">
                  <a:solidFill>
                    <a:srgbClr val="010000"/>
                  </a:solidFill>
                  <a:ea typeface="宋体" charset="-122"/>
                </a:rPr>
                <a:t>S</a:t>
              </a:r>
            </a:p>
          </p:txBody>
        </p:sp>
      </p:grpSp>
      <p:sp>
        <p:nvSpPr>
          <p:cNvPr id="17412" name="Text Box 9"/>
          <p:cNvSpPr txBox="1">
            <a:spLocks noChangeArrowheads="1"/>
          </p:cNvSpPr>
          <p:nvPr/>
        </p:nvSpPr>
        <p:spPr bwMode="auto">
          <a:xfrm>
            <a:off x="1158555" y="391478"/>
            <a:ext cx="2450208" cy="461665"/>
          </a:xfrm>
          <a:prstGeom prst="rect">
            <a:avLst/>
          </a:prstGeom>
          <a:noFill/>
          <a:ln w="9525">
            <a:noFill/>
            <a:miter lim="800000"/>
            <a:headEnd/>
            <a:tailEnd/>
          </a:ln>
          <a:effectLst/>
        </p:spPr>
        <p:txBody>
          <a:bodyPr wrap="square">
            <a:spAutoFit/>
          </a:bodyPr>
          <a:lstStyle/>
          <a:p>
            <a:pPr>
              <a:spcBef>
                <a:spcPct val="50000"/>
              </a:spcBef>
            </a:pPr>
            <a:r>
              <a:rPr kumimoji="0" lang="zh-CN" altLang="en-US" sz="2400" dirty="0">
                <a:solidFill>
                  <a:srgbClr val="CC0000"/>
                </a:solidFill>
                <a:ea typeface="宋体" charset="-122"/>
              </a:rPr>
              <a:t>三、磁偶极子</a:t>
            </a:r>
          </a:p>
        </p:txBody>
      </p:sp>
      <p:sp>
        <p:nvSpPr>
          <p:cNvPr id="17414" name="Rectangle 11"/>
          <p:cNvSpPr>
            <a:spLocks noChangeArrowheads="1"/>
          </p:cNvSpPr>
          <p:nvPr/>
        </p:nvSpPr>
        <p:spPr bwMode="auto">
          <a:xfrm>
            <a:off x="6437126" y="560846"/>
            <a:ext cx="1543050" cy="971550"/>
          </a:xfrm>
          <a:prstGeom prst="rect">
            <a:avLst/>
          </a:prstGeom>
          <a:noFill/>
          <a:ln w="9525">
            <a:noFill/>
            <a:miter lim="800000"/>
            <a:headEnd/>
            <a:tailEnd/>
          </a:ln>
          <a:effectLst/>
        </p:spPr>
        <p:txBody>
          <a:bodyPr wrap="none" anchor="ctr"/>
          <a:lstStyle/>
          <a:p>
            <a:endParaRPr kumimoji="0" lang="zh-CN" altLang="en-US" sz="1350" b="0">
              <a:solidFill>
                <a:prstClr val="black"/>
              </a:solidFill>
              <a:latin typeface="Arial" charset="0"/>
              <a:ea typeface="宋体" charset="-122"/>
            </a:endParaRPr>
          </a:p>
        </p:txBody>
      </p:sp>
      <p:grpSp>
        <p:nvGrpSpPr>
          <p:cNvPr id="5" name="Group 15"/>
          <p:cNvGrpSpPr>
            <a:grpSpLocks/>
          </p:cNvGrpSpPr>
          <p:nvPr/>
        </p:nvGrpSpPr>
        <p:grpSpPr bwMode="auto">
          <a:xfrm>
            <a:off x="7033630" y="1443100"/>
            <a:ext cx="653653" cy="526256"/>
            <a:chOff x="3915" y="902"/>
            <a:chExt cx="549" cy="442"/>
          </a:xfrm>
        </p:grpSpPr>
        <p:sp>
          <p:nvSpPr>
            <p:cNvPr id="17438" name="Line 16"/>
            <p:cNvSpPr>
              <a:spLocks noChangeShapeType="1"/>
            </p:cNvSpPr>
            <p:nvPr/>
          </p:nvSpPr>
          <p:spPr bwMode="auto">
            <a:xfrm>
              <a:off x="3915" y="936"/>
              <a:ext cx="395" cy="0"/>
            </a:xfrm>
            <a:prstGeom prst="line">
              <a:avLst/>
            </a:prstGeom>
            <a:noFill/>
            <a:ln w="28575">
              <a:solidFill>
                <a:srgbClr val="6600FF"/>
              </a:solidFill>
              <a:round/>
              <a:headEnd/>
              <a:tailEnd type="stealth" w="lg" len="lg"/>
            </a:ln>
            <a:effectLst/>
          </p:spPr>
          <p:txBody>
            <a:bodyPr wrap="none" anchor="ctr"/>
            <a:lstStyle/>
            <a:p>
              <a:pPr eaLnBrk="0" hangingPunct="0"/>
              <a:endParaRPr kumimoji="0" lang="zh-CN" altLang="en-US" sz="1350" b="0">
                <a:solidFill>
                  <a:prstClr val="black"/>
                </a:solidFill>
                <a:latin typeface="Arial" charset="0"/>
                <a:ea typeface="宋体" charset="-122"/>
              </a:endParaRPr>
            </a:p>
          </p:txBody>
        </p:sp>
        <p:graphicFrame>
          <p:nvGraphicFramePr>
            <p:cNvPr id="17439" name="Object 17"/>
            <p:cNvGraphicFramePr>
              <a:graphicFrameLocks noChangeAspect="1"/>
            </p:cNvGraphicFramePr>
            <p:nvPr/>
          </p:nvGraphicFramePr>
          <p:xfrm>
            <a:off x="4141" y="902"/>
            <a:ext cx="323" cy="442"/>
          </p:xfrm>
          <a:graphic>
            <a:graphicData uri="http://schemas.openxmlformats.org/presentationml/2006/ole">
              <mc:AlternateContent xmlns:mc="http://schemas.openxmlformats.org/markup-compatibility/2006">
                <mc:Choice xmlns:v="urn:schemas-microsoft-com:vml" Requires="v">
                  <p:oleObj spid="_x0000_s193306" name="Equation" r:id="rId3" imgW="164885" imgH="215619" progId="Equation.3">
                    <p:embed/>
                  </p:oleObj>
                </mc:Choice>
                <mc:Fallback>
                  <p:oleObj name="Equation" r:id="rId3" imgW="164885" imgH="215619" progId="Equation.3">
                    <p:embed/>
                    <p:pic>
                      <p:nvPicPr>
                        <p:cNvPr id="17439" name="Object 1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141" y="902"/>
                          <a:ext cx="323" cy="44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graphicFrame>
        <p:nvGraphicFramePr>
          <p:cNvPr id="24594" name="Object 18"/>
          <p:cNvGraphicFramePr>
            <a:graphicFrameLocks noChangeAspect="1"/>
          </p:cNvGraphicFramePr>
          <p:nvPr>
            <p:extLst>
              <p:ext uri="{D42A27DB-BD31-4B8C-83A1-F6EECF244321}">
                <p14:modId xmlns:p14="http://schemas.microsoft.com/office/powerpoint/2010/main" val="4037134015"/>
              </p:ext>
            </p:extLst>
          </p:nvPr>
        </p:nvGraphicFramePr>
        <p:xfrm>
          <a:off x="1918267" y="2514900"/>
          <a:ext cx="1428750" cy="795338"/>
        </p:xfrm>
        <a:graphic>
          <a:graphicData uri="http://schemas.openxmlformats.org/presentationml/2006/ole">
            <mc:AlternateContent xmlns:mc="http://schemas.openxmlformats.org/markup-compatibility/2006">
              <mc:Choice xmlns:v="urn:schemas-microsoft-com:vml" Requires="v">
                <p:oleObj spid="_x0000_s193307" name="公式" r:id="rId5" imgW="660240" imgH="393480" progId="Equation.DSMT4">
                  <p:embed/>
                </p:oleObj>
              </mc:Choice>
              <mc:Fallback>
                <p:oleObj name="公式" r:id="rId5" imgW="660240" imgH="393480" progId="Equation.DSMT4">
                  <p:embed/>
                  <p:pic>
                    <p:nvPicPr>
                      <p:cNvPr id="24594" name="Object 18"/>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918267" y="2514900"/>
                        <a:ext cx="1428750" cy="795338"/>
                      </a:xfrm>
                      <a:prstGeom prst="rect">
                        <a:avLst/>
                      </a:prstGeom>
                      <a:noFill/>
                      <a:ln>
                        <a:solidFill>
                          <a:srgbClr val="FF0000"/>
                        </a:solidFill>
                      </a:ln>
                      <a:extLst/>
                    </p:spPr>
                  </p:pic>
                </p:oleObj>
              </mc:Fallback>
            </mc:AlternateContent>
          </a:graphicData>
        </a:graphic>
      </p:graphicFrame>
      <p:grpSp>
        <p:nvGrpSpPr>
          <p:cNvPr id="6" name="Group 19"/>
          <p:cNvGrpSpPr>
            <a:grpSpLocks/>
          </p:cNvGrpSpPr>
          <p:nvPr/>
        </p:nvGrpSpPr>
        <p:grpSpPr bwMode="auto">
          <a:xfrm>
            <a:off x="6208526" y="2368215"/>
            <a:ext cx="1543050" cy="1290638"/>
            <a:chOff x="3600" y="2132"/>
            <a:chExt cx="1296" cy="1084"/>
          </a:xfrm>
        </p:grpSpPr>
        <p:sp>
          <p:nvSpPr>
            <p:cNvPr id="17425" name="Rectangle 20"/>
            <p:cNvSpPr>
              <a:spLocks noChangeArrowheads="1"/>
            </p:cNvSpPr>
            <p:nvPr/>
          </p:nvSpPr>
          <p:spPr bwMode="auto">
            <a:xfrm>
              <a:off x="3600" y="2132"/>
              <a:ext cx="1296" cy="1084"/>
            </a:xfrm>
            <a:prstGeom prst="rect">
              <a:avLst/>
            </a:prstGeom>
            <a:noFill/>
            <a:ln w="9525">
              <a:noFill/>
              <a:miter lim="800000"/>
              <a:headEnd/>
              <a:tailEnd/>
            </a:ln>
            <a:effectLst/>
          </p:spPr>
          <p:txBody>
            <a:bodyPr wrap="none" anchor="ctr"/>
            <a:lstStyle/>
            <a:p>
              <a:endParaRPr kumimoji="0" lang="zh-CN" altLang="en-US" sz="1350" b="0">
                <a:solidFill>
                  <a:prstClr val="black"/>
                </a:solidFill>
                <a:latin typeface="Arial" charset="0"/>
                <a:ea typeface="宋体" charset="-122"/>
              </a:endParaRPr>
            </a:p>
          </p:txBody>
        </p:sp>
        <p:grpSp>
          <p:nvGrpSpPr>
            <p:cNvPr id="8" name="Group 24"/>
            <p:cNvGrpSpPr>
              <a:grpSpLocks/>
            </p:cNvGrpSpPr>
            <p:nvPr/>
          </p:nvGrpSpPr>
          <p:grpSpPr bwMode="auto">
            <a:xfrm>
              <a:off x="4248" y="2200"/>
              <a:ext cx="627" cy="968"/>
              <a:chOff x="4248" y="2248"/>
              <a:chExt cx="627" cy="968"/>
            </a:xfrm>
          </p:grpSpPr>
          <p:sp>
            <p:nvSpPr>
              <p:cNvPr id="17431" name="Text Box 25"/>
              <p:cNvSpPr txBox="1">
                <a:spLocks noChangeArrowheads="1"/>
              </p:cNvSpPr>
              <p:nvPr/>
            </p:nvSpPr>
            <p:spPr bwMode="auto">
              <a:xfrm>
                <a:off x="4645" y="2489"/>
                <a:ext cx="230" cy="349"/>
              </a:xfrm>
              <a:prstGeom prst="rect">
                <a:avLst/>
              </a:prstGeom>
              <a:noFill/>
              <a:ln w="9525">
                <a:noFill/>
                <a:miter lim="800000"/>
                <a:headEnd/>
                <a:tailEnd/>
              </a:ln>
              <a:effectLst/>
            </p:spPr>
            <p:txBody>
              <a:bodyPr wrap="none">
                <a:spAutoFit/>
              </a:bodyPr>
              <a:lstStyle/>
              <a:p>
                <a:pPr>
                  <a:spcBef>
                    <a:spcPct val="50000"/>
                  </a:spcBef>
                </a:pPr>
                <a:r>
                  <a:rPr kumimoji="0" lang="en-US" altLang="zh-CN" sz="2100" b="0" i="1">
                    <a:solidFill>
                      <a:srgbClr val="010000"/>
                    </a:solidFill>
                    <a:ea typeface="宋体" charset="-122"/>
                  </a:rPr>
                  <a:t>I</a:t>
                </a:r>
              </a:p>
            </p:txBody>
          </p:sp>
          <p:sp>
            <p:nvSpPr>
              <p:cNvPr id="17432" name="Oval 26"/>
              <p:cNvSpPr>
                <a:spLocks noChangeArrowheads="1"/>
              </p:cNvSpPr>
              <p:nvPr/>
            </p:nvSpPr>
            <p:spPr bwMode="auto">
              <a:xfrm>
                <a:off x="4248" y="2248"/>
                <a:ext cx="360" cy="968"/>
              </a:xfrm>
              <a:prstGeom prst="ellipse">
                <a:avLst/>
              </a:prstGeom>
              <a:noFill/>
              <a:ln w="38100">
                <a:solidFill>
                  <a:schemeClr val="bg1">
                    <a:lumMod val="50000"/>
                  </a:schemeClr>
                </a:solidFill>
                <a:round/>
                <a:headEnd/>
                <a:tailEnd/>
              </a:ln>
              <a:effectLst/>
            </p:spPr>
            <p:txBody>
              <a:bodyPr wrap="none" anchor="ctr"/>
              <a:lstStyle/>
              <a:p>
                <a:endParaRPr kumimoji="0" lang="zh-CN" altLang="en-US" sz="1350" b="0">
                  <a:solidFill>
                    <a:prstClr val="black"/>
                  </a:solidFill>
                  <a:latin typeface="Arial" charset="0"/>
                  <a:ea typeface="宋体" charset="-122"/>
                </a:endParaRPr>
              </a:p>
            </p:txBody>
          </p:sp>
          <p:sp>
            <p:nvSpPr>
              <p:cNvPr id="17433" name="Line 27"/>
              <p:cNvSpPr>
                <a:spLocks noChangeShapeType="1"/>
              </p:cNvSpPr>
              <p:nvPr/>
            </p:nvSpPr>
            <p:spPr bwMode="auto">
              <a:xfrm>
                <a:off x="4248" y="2722"/>
                <a:ext cx="162" cy="0"/>
              </a:xfrm>
              <a:prstGeom prst="line">
                <a:avLst/>
              </a:prstGeom>
              <a:noFill/>
              <a:ln w="28575">
                <a:solidFill>
                  <a:srgbClr val="6600FF"/>
                </a:solidFill>
                <a:prstDash val="sysDot"/>
                <a:round/>
                <a:headEnd/>
                <a:tailEnd type="none" w="sm" len="lg"/>
              </a:ln>
              <a:effectLst/>
            </p:spPr>
            <p:txBody>
              <a:bodyPr wrap="none" anchor="ctr"/>
              <a:lstStyle/>
              <a:p>
                <a:pPr eaLnBrk="0" hangingPunct="0"/>
                <a:endParaRPr kumimoji="0" lang="zh-CN" altLang="en-US" sz="1350" b="0">
                  <a:solidFill>
                    <a:prstClr val="black"/>
                  </a:solidFill>
                  <a:latin typeface="Arial" charset="0"/>
                  <a:ea typeface="宋体" charset="-122"/>
                </a:endParaRPr>
              </a:p>
            </p:txBody>
          </p:sp>
          <p:sp>
            <p:nvSpPr>
              <p:cNvPr id="17434" name="Line 28"/>
              <p:cNvSpPr>
                <a:spLocks noChangeShapeType="1"/>
              </p:cNvSpPr>
              <p:nvPr/>
            </p:nvSpPr>
            <p:spPr bwMode="auto">
              <a:xfrm flipV="1">
                <a:off x="4254" y="2526"/>
                <a:ext cx="0" cy="156"/>
              </a:xfrm>
              <a:prstGeom prst="line">
                <a:avLst/>
              </a:prstGeom>
              <a:noFill/>
              <a:ln w="38100">
                <a:solidFill>
                  <a:srgbClr val="FF0000"/>
                </a:solidFill>
                <a:round/>
                <a:headEnd/>
                <a:tailEnd type="stealth" w="lg" len="lg"/>
              </a:ln>
              <a:effectLst/>
            </p:spPr>
            <p:txBody>
              <a:bodyPr wrap="none" anchor="ctr"/>
              <a:lstStyle/>
              <a:p>
                <a:pPr eaLnBrk="0" hangingPunct="0"/>
                <a:endParaRPr kumimoji="0" lang="zh-CN" altLang="en-US" sz="1350" b="0">
                  <a:solidFill>
                    <a:prstClr val="black"/>
                  </a:solidFill>
                  <a:latin typeface="Arial" charset="0"/>
                  <a:ea typeface="宋体" charset="-122"/>
                </a:endParaRPr>
              </a:p>
            </p:txBody>
          </p:sp>
          <p:sp>
            <p:nvSpPr>
              <p:cNvPr id="17435" name="Text Box 29"/>
              <p:cNvSpPr txBox="1">
                <a:spLocks noChangeArrowheads="1"/>
              </p:cNvSpPr>
              <p:nvPr/>
            </p:nvSpPr>
            <p:spPr bwMode="auto">
              <a:xfrm>
                <a:off x="4302" y="2722"/>
                <a:ext cx="268" cy="349"/>
              </a:xfrm>
              <a:prstGeom prst="rect">
                <a:avLst/>
              </a:prstGeom>
              <a:noFill/>
              <a:ln w="9525">
                <a:noFill/>
                <a:miter lim="800000"/>
                <a:headEnd/>
                <a:tailEnd/>
              </a:ln>
              <a:effectLst/>
            </p:spPr>
            <p:txBody>
              <a:bodyPr wrap="none">
                <a:spAutoFit/>
              </a:bodyPr>
              <a:lstStyle/>
              <a:p>
                <a:pPr>
                  <a:spcBef>
                    <a:spcPct val="50000"/>
                  </a:spcBef>
                </a:pPr>
                <a:r>
                  <a:rPr kumimoji="0" lang="en-US" altLang="zh-CN" sz="2100" b="0" i="1">
                    <a:solidFill>
                      <a:srgbClr val="010000"/>
                    </a:solidFill>
                    <a:ea typeface="宋体" charset="-122"/>
                  </a:rPr>
                  <a:t>S</a:t>
                </a:r>
              </a:p>
            </p:txBody>
          </p:sp>
        </p:grpSp>
        <p:grpSp>
          <p:nvGrpSpPr>
            <p:cNvPr id="9" name="Group 30"/>
            <p:cNvGrpSpPr>
              <a:grpSpLocks/>
            </p:cNvGrpSpPr>
            <p:nvPr/>
          </p:nvGrpSpPr>
          <p:grpSpPr bwMode="auto">
            <a:xfrm>
              <a:off x="3792" y="2674"/>
              <a:ext cx="469" cy="514"/>
              <a:chOff x="3792" y="2722"/>
              <a:chExt cx="469" cy="514"/>
            </a:xfrm>
          </p:grpSpPr>
          <p:sp>
            <p:nvSpPr>
              <p:cNvPr id="17429" name="Line 31"/>
              <p:cNvSpPr>
                <a:spLocks noChangeShapeType="1"/>
              </p:cNvSpPr>
              <p:nvPr/>
            </p:nvSpPr>
            <p:spPr bwMode="auto">
              <a:xfrm flipH="1">
                <a:off x="3937" y="2722"/>
                <a:ext cx="324" cy="0"/>
              </a:xfrm>
              <a:prstGeom prst="line">
                <a:avLst/>
              </a:prstGeom>
              <a:noFill/>
              <a:ln w="28575">
                <a:solidFill>
                  <a:srgbClr val="6600FF"/>
                </a:solidFill>
                <a:round/>
                <a:headEnd/>
                <a:tailEnd type="stealth" w="lg" len="lg"/>
              </a:ln>
              <a:effectLst/>
            </p:spPr>
            <p:txBody>
              <a:bodyPr wrap="none" anchor="ctr"/>
              <a:lstStyle/>
              <a:p>
                <a:pPr eaLnBrk="0" hangingPunct="0"/>
                <a:endParaRPr kumimoji="0" lang="zh-CN" altLang="en-US" sz="1350" b="0">
                  <a:solidFill>
                    <a:prstClr val="black"/>
                  </a:solidFill>
                  <a:latin typeface="Arial" charset="0"/>
                  <a:ea typeface="宋体" charset="-122"/>
                </a:endParaRPr>
              </a:p>
            </p:txBody>
          </p:sp>
          <p:graphicFrame>
            <p:nvGraphicFramePr>
              <p:cNvPr id="17430" name="Object 32"/>
              <p:cNvGraphicFramePr>
                <a:graphicFrameLocks noChangeAspect="1"/>
              </p:cNvGraphicFramePr>
              <p:nvPr/>
            </p:nvGraphicFramePr>
            <p:xfrm>
              <a:off x="3792" y="2804"/>
              <a:ext cx="323" cy="432"/>
            </p:xfrm>
            <a:graphic>
              <a:graphicData uri="http://schemas.openxmlformats.org/presentationml/2006/ole">
                <mc:AlternateContent xmlns:mc="http://schemas.openxmlformats.org/markup-compatibility/2006">
                  <mc:Choice xmlns:v="urn:schemas-microsoft-com:vml" Requires="v">
                    <p:oleObj spid="_x0000_s193308" name="Equation" r:id="rId7" imgW="164885" imgH="215619" progId="Equation.3">
                      <p:embed/>
                    </p:oleObj>
                  </mc:Choice>
                  <mc:Fallback>
                    <p:oleObj name="Equation" r:id="rId7" imgW="164885" imgH="215619" progId="Equation.3">
                      <p:embed/>
                      <p:pic>
                        <p:nvPicPr>
                          <p:cNvPr id="17430" name="Object 32"/>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792" y="2804"/>
                            <a:ext cx="323" cy="43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grpSp>
      <p:graphicFrame>
        <p:nvGraphicFramePr>
          <p:cNvPr id="24609" name="Object 33"/>
          <p:cNvGraphicFramePr>
            <a:graphicFrameLocks noChangeAspect="1"/>
          </p:cNvGraphicFramePr>
          <p:nvPr>
            <p:extLst>
              <p:ext uri="{D42A27DB-BD31-4B8C-83A1-F6EECF244321}">
                <p14:modId xmlns:p14="http://schemas.microsoft.com/office/powerpoint/2010/main" val="418318525"/>
              </p:ext>
            </p:extLst>
          </p:nvPr>
        </p:nvGraphicFramePr>
        <p:xfrm>
          <a:off x="1832610" y="3654029"/>
          <a:ext cx="3028950" cy="840581"/>
        </p:xfrm>
        <a:graphic>
          <a:graphicData uri="http://schemas.openxmlformats.org/presentationml/2006/ole">
            <mc:AlternateContent xmlns:mc="http://schemas.openxmlformats.org/markup-compatibility/2006">
              <mc:Choice xmlns:v="urn:schemas-microsoft-com:vml" Requires="v">
                <p:oleObj spid="_x0000_s193309" name="Equation" r:id="rId9" imgW="1320480" imgH="393480" progId="Equation.DSMT4">
                  <p:embed/>
                </p:oleObj>
              </mc:Choice>
              <mc:Fallback>
                <p:oleObj name="Equation" r:id="rId9" imgW="1320480" imgH="393480" progId="Equation.DSMT4">
                  <p:embed/>
                  <p:pic>
                    <p:nvPicPr>
                      <p:cNvPr id="24609" name="Object 33"/>
                      <p:cNvPicPr>
                        <a:picLocks noChangeAspect="1" noChangeArrowheads="1"/>
                      </p:cNvPicPr>
                      <p:nvPr/>
                    </p:nvPicPr>
                    <p:blipFill>
                      <a:blip r:embed="rId10"/>
                      <a:srcRect/>
                      <a:stretch>
                        <a:fillRect/>
                      </a:stretch>
                    </p:blipFill>
                    <p:spPr bwMode="auto">
                      <a:xfrm>
                        <a:off x="1832610" y="3654029"/>
                        <a:ext cx="3028950" cy="840581"/>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nvGrpSpPr>
          <p:cNvPr id="7" name="组合 6"/>
          <p:cNvGrpSpPr/>
          <p:nvPr/>
        </p:nvGrpSpPr>
        <p:grpSpPr>
          <a:xfrm>
            <a:off x="1767173" y="986857"/>
            <a:ext cx="3671403" cy="1260615"/>
            <a:chOff x="1060830" y="1277708"/>
            <a:chExt cx="4895204" cy="1680820"/>
          </a:xfrm>
        </p:grpSpPr>
        <p:grpSp>
          <p:nvGrpSpPr>
            <p:cNvPr id="35" name="组合 34"/>
            <p:cNvGrpSpPr/>
            <p:nvPr/>
          </p:nvGrpSpPr>
          <p:grpSpPr>
            <a:xfrm>
              <a:off x="1060830" y="2318353"/>
              <a:ext cx="4895204" cy="640175"/>
              <a:chOff x="31549" y="5680075"/>
              <a:chExt cx="4895204" cy="640175"/>
            </a:xfrm>
          </p:grpSpPr>
          <p:sp>
            <p:nvSpPr>
              <p:cNvPr id="34" name="Text Box 38"/>
              <p:cNvSpPr txBox="1">
                <a:spLocks noChangeArrowheads="1"/>
              </p:cNvSpPr>
              <p:nvPr/>
            </p:nvSpPr>
            <p:spPr bwMode="auto">
              <a:xfrm>
                <a:off x="379978" y="5680075"/>
                <a:ext cx="4546775" cy="640175"/>
              </a:xfrm>
              <a:prstGeom prst="rect">
                <a:avLst/>
              </a:prstGeom>
              <a:noFill/>
              <a:ln w="9525">
                <a:noFill/>
                <a:miter lim="800000"/>
                <a:headEnd/>
                <a:tailEnd/>
              </a:ln>
              <a:effectLst/>
            </p:spPr>
            <p:txBody>
              <a:bodyPr wrap="square">
                <a:spAutoFit/>
              </a:bodyPr>
              <a:lstStyle/>
              <a:p>
                <a:pPr>
                  <a:lnSpc>
                    <a:spcPct val="120000"/>
                  </a:lnSpc>
                </a:pPr>
                <a:r>
                  <a:rPr kumimoji="0" lang="zh-CN" altLang="en-US" sz="2100" dirty="0">
                    <a:solidFill>
                      <a:prstClr val="black"/>
                    </a:solidFill>
                    <a:ea typeface="宋体" charset="-122"/>
                  </a:rPr>
                  <a:t>的方向用右手螺旋法则判断</a:t>
                </a:r>
                <a:r>
                  <a:rPr kumimoji="0" lang="en-US" altLang="zh-CN" sz="2100" dirty="0">
                    <a:solidFill>
                      <a:srgbClr val="1C1C1C"/>
                    </a:solidFill>
                    <a:ea typeface="宋体" charset="-122"/>
                  </a:rPr>
                  <a:t>.</a:t>
                </a:r>
                <a:endParaRPr kumimoji="0" lang="en-US" altLang="zh-CN" sz="2100" dirty="0">
                  <a:solidFill>
                    <a:srgbClr val="1C1C1C"/>
                  </a:solidFill>
                  <a:latin typeface="Arial" charset="0"/>
                  <a:ea typeface="宋体" charset="-122"/>
                </a:endParaRPr>
              </a:p>
            </p:txBody>
          </p:sp>
          <p:graphicFrame>
            <p:nvGraphicFramePr>
              <p:cNvPr id="17423" name="Object 42"/>
              <p:cNvGraphicFramePr>
                <a:graphicFrameLocks noChangeAspect="1"/>
              </p:cNvGraphicFramePr>
              <p:nvPr>
                <p:extLst>
                  <p:ext uri="{D42A27DB-BD31-4B8C-83A1-F6EECF244321}">
                    <p14:modId xmlns:p14="http://schemas.microsoft.com/office/powerpoint/2010/main" val="670921993"/>
                  </p:ext>
                </p:extLst>
              </p:nvPr>
            </p:nvGraphicFramePr>
            <p:xfrm>
              <a:off x="31549" y="5719744"/>
              <a:ext cx="499802" cy="513849"/>
            </p:xfrm>
            <a:graphic>
              <a:graphicData uri="http://schemas.openxmlformats.org/presentationml/2006/ole">
                <mc:AlternateContent xmlns:mc="http://schemas.openxmlformats.org/markup-compatibility/2006">
                  <mc:Choice xmlns:v="urn:schemas-microsoft-com:vml" Requires="v">
                    <p:oleObj spid="_x0000_s193310" name="公式" r:id="rId11" imgW="164885" imgH="164885" progId="Equation.DSMT4">
                      <p:embed/>
                    </p:oleObj>
                  </mc:Choice>
                  <mc:Fallback>
                    <p:oleObj name="公式" r:id="rId11" imgW="164885" imgH="164885" progId="Equation.DSMT4">
                      <p:embed/>
                      <p:pic>
                        <p:nvPicPr>
                          <p:cNvPr id="17423" name="Object 42"/>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31549" y="5719744"/>
                            <a:ext cx="499802" cy="513849"/>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Lst>
                        </p:spPr>
                      </p:pic>
                    </p:oleObj>
                  </mc:Fallback>
                </mc:AlternateContent>
              </a:graphicData>
            </a:graphic>
          </p:graphicFrame>
        </p:grpSp>
        <p:grpSp>
          <p:nvGrpSpPr>
            <p:cNvPr id="4" name="组合 3"/>
            <p:cNvGrpSpPr/>
            <p:nvPr/>
          </p:nvGrpSpPr>
          <p:grpSpPr>
            <a:xfrm>
              <a:off x="1060830" y="1277708"/>
              <a:ext cx="3944296" cy="727075"/>
              <a:chOff x="1060830" y="1277708"/>
              <a:chExt cx="3944296" cy="727075"/>
            </a:xfrm>
          </p:grpSpPr>
          <p:graphicFrame>
            <p:nvGraphicFramePr>
              <p:cNvPr id="24586" name="Object 10"/>
              <p:cNvGraphicFramePr>
                <a:graphicFrameLocks noChangeAspect="1"/>
              </p:cNvGraphicFramePr>
              <p:nvPr>
                <p:extLst>
                  <p:ext uri="{D42A27DB-BD31-4B8C-83A1-F6EECF244321}">
                    <p14:modId xmlns:p14="http://schemas.microsoft.com/office/powerpoint/2010/main" val="2987949286"/>
                  </p:ext>
                </p:extLst>
              </p:nvPr>
            </p:nvGraphicFramePr>
            <p:xfrm>
              <a:off x="2863815" y="1277708"/>
              <a:ext cx="2141311" cy="727075"/>
            </p:xfrm>
            <a:graphic>
              <a:graphicData uri="http://schemas.openxmlformats.org/presentationml/2006/ole">
                <mc:AlternateContent xmlns:mc="http://schemas.openxmlformats.org/markup-compatibility/2006">
                  <mc:Choice xmlns:v="urn:schemas-microsoft-com:vml" Requires="v">
                    <p:oleObj spid="_x0000_s193311" name="公式" r:id="rId13" imgW="558558" imgH="215806" progId="Equation.3">
                      <p:embed/>
                    </p:oleObj>
                  </mc:Choice>
                  <mc:Fallback>
                    <p:oleObj name="公式" r:id="rId13" imgW="558558" imgH="215806" progId="Equation.3">
                      <p:embed/>
                      <p:pic>
                        <p:nvPicPr>
                          <p:cNvPr id="24586" name="Object 10"/>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2863815" y="1277708"/>
                            <a:ext cx="2141311" cy="727075"/>
                          </a:xfrm>
                          <a:prstGeom prst="rect">
                            <a:avLst/>
                          </a:prstGeom>
                          <a:noFill/>
                          <a:ln>
                            <a:noFill/>
                          </a:ln>
                          <a:extLst/>
                        </p:spPr>
                      </p:pic>
                    </p:oleObj>
                  </mc:Fallback>
                </mc:AlternateContent>
              </a:graphicData>
            </a:graphic>
          </p:graphicFrame>
          <p:sp>
            <p:nvSpPr>
              <p:cNvPr id="32" name="Text Box 9"/>
              <p:cNvSpPr txBox="1">
                <a:spLocks noChangeArrowheads="1"/>
              </p:cNvSpPr>
              <p:nvPr/>
            </p:nvSpPr>
            <p:spPr bwMode="auto">
              <a:xfrm>
                <a:off x="1060830" y="1348531"/>
                <a:ext cx="2106459" cy="615554"/>
              </a:xfrm>
              <a:prstGeom prst="rect">
                <a:avLst/>
              </a:prstGeom>
              <a:noFill/>
              <a:ln w="9525">
                <a:noFill/>
                <a:miter lim="800000"/>
                <a:headEnd/>
                <a:tailEnd/>
              </a:ln>
              <a:effectLst/>
            </p:spPr>
            <p:txBody>
              <a:bodyPr wrap="square">
                <a:spAutoFit/>
              </a:bodyPr>
              <a:lstStyle/>
              <a:p>
                <a:pPr>
                  <a:spcBef>
                    <a:spcPct val="50000"/>
                  </a:spcBef>
                </a:pPr>
                <a:r>
                  <a:rPr kumimoji="0" lang="zh-CN" altLang="en-US" sz="2400">
                    <a:solidFill>
                      <a:srgbClr val="CC0000"/>
                    </a:solidFill>
                    <a:ea typeface="宋体" charset="-122"/>
                  </a:rPr>
                  <a:t>磁</a:t>
                </a:r>
                <a:r>
                  <a:rPr kumimoji="0" lang="zh-CN" altLang="en-US" sz="2400" dirty="0">
                    <a:solidFill>
                      <a:srgbClr val="CC0000"/>
                    </a:solidFill>
                    <a:ea typeface="宋体" charset="-122"/>
                  </a:rPr>
                  <a:t>偶极矩</a:t>
                </a:r>
              </a:p>
            </p:txBody>
          </p:sp>
        </p:grpSp>
      </p:grpSp>
    </p:spTree>
    <p:extLst>
      <p:ext uri="{BB962C8B-B14F-4D97-AF65-F5344CB8AC3E}">
        <p14:creationId xmlns:p14="http://schemas.microsoft.com/office/powerpoint/2010/main" val="325877532"/>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8" presetClass="entr" presetSubtype="6"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strips(downRight)">
                                      <p:cBhvr>
                                        <p:cTn id="7" dur="500"/>
                                        <p:tgtEl>
                                          <p:spTgt spid="5"/>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wipe(left)">
                                      <p:cBhvr>
                                        <p:cTn id="12" dur="500"/>
                                        <p:tgtEl>
                                          <p:spTgt spid="7"/>
                                        </p:tgtEl>
                                      </p:cBhvr>
                                    </p:animEffect>
                                  </p:childTnLst>
                                </p:cTn>
                              </p:par>
                            </p:childTnLst>
                          </p:cTn>
                        </p:par>
                        <p:par>
                          <p:cTn id="13" fill="hold">
                            <p:stCondLst>
                              <p:cond delay="500"/>
                            </p:stCondLst>
                            <p:childTnLst>
                              <p:par>
                                <p:cTn id="14" presetID="16" presetClass="entr" presetSubtype="42" fill="hold" nodeType="afterEffect">
                                  <p:stCondLst>
                                    <p:cond delay="0"/>
                                  </p:stCondLst>
                                  <p:childTnLst>
                                    <p:set>
                                      <p:cBhvr>
                                        <p:cTn id="15" dur="1" fill="hold">
                                          <p:stCondLst>
                                            <p:cond delay="0"/>
                                          </p:stCondLst>
                                        </p:cTn>
                                        <p:tgtEl>
                                          <p:spTgt spid="6"/>
                                        </p:tgtEl>
                                        <p:attrNameLst>
                                          <p:attrName>style.visibility</p:attrName>
                                        </p:attrNameLst>
                                      </p:cBhvr>
                                      <p:to>
                                        <p:strVal val="visible"/>
                                      </p:to>
                                    </p:set>
                                    <p:animEffect transition="in" filter="barn(outHorizontal)">
                                      <p:cBhvr>
                                        <p:cTn id="16" dur="500"/>
                                        <p:tgtEl>
                                          <p:spTgt spid="6"/>
                                        </p:tgtEl>
                                      </p:cBhvr>
                                    </p:animEffect>
                                  </p:childTnLst>
                                </p:cTn>
                              </p:par>
                            </p:childTnLst>
                          </p:cTn>
                        </p:par>
                      </p:childTnLst>
                    </p:cTn>
                  </p:par>
                  <p:par>
                    <p:cTn id="17" fill="hold" nodeType="clickPar">
                      <p:stCondLst>
                        <p:cond delay="indefinite"/>
                      </p:stCondLst>
                      <p:childTnLst>
                        <p:par>
                          <p:cTn id="18" fill="hold" nodeType="withGroup">
                            <p:stCondLst>
                              <p:cond delay="0"/>
                            </p:stCondLst>
                            <p:childTnLst>
                              <p:par>
                                <p:cTn id="19" presetID="4" presetClass="entr" presetSubtype="32" fill="hold" nodeType="clickEffect">
                                  <p:stCondLst>
                                    <p:cond delay="0"/>
                                  </p:stCondLst>
                                  <p:childTnLst>
                                    <p:set>
                                      <p:cBhvr>
                                        <p:cTn id="20" dur="1" fill="hold">
                                          <p:stCondLst>
                                            <p:cond delay="0"/>
                                          </p:stCondLst>
                                        </p:cTn>
                                        <p:tgtEl>
                                          <p:spTgt spid="24594"/>
                                        </p:tgtEl>
                                        <p:attrNameLst>
                                          <p:attrName>style.visibility</p:attrName>
                                        </p:attrNameLst>
                                      </p:cBhvr>
                                      <p:to>
                                        <p:strVal val="visible"/>
                                      </p:to>
                                    </p:set>
                                    <p:animEffect transition="in" filter="box(out)">
                                      <p:cBhvr>
                                        <p:cTn id="21" dur="500"/>
                                        <p:tgtEl>
                                          <p:spTgt spid="24594"/>
                                        </p:tgtEl>
                                      </p:cBhvr>
                                    </p:animEffect>
                                  </p:childTnLst>
                                </p:cTn>
                              </p:par>
                            </p:childTnLst>
                          </p:cTn>
                        </p:par>
                        <p:par>
                          <p:cTn id="22" fill="hold" nodeType="afterGroup">
                            <p:stCondLst>
                              <p:cond delay="500"/>
                            </p:stCondLst>
                            <p:childTnLst>
                              <p:par>
                                <p:cTn id="23" presetID="4" presetClass="entr" presetSubtype="32" fill="hold" nodeType="afterEffect">
                                  <p:stCondLst>
                                    <p:cond delay="0"/>
                                  </p:stCondLst>
                                  <p:childTnLst>
                                    <p:set>
                                      <p:cBhvr>
                                        <p:cTn id="24" dur="1" fill="hold">
                                          <p:stCondLst>
                                            <p:cond delay="0"/>
                                          </p:stCondLst>
                                        </p:cTn>
                                        <p:tgtEl>
                                          <p:spTgt spid="24609"/>
                                        </p:tgtEl>
                                        <p:attrNameLst>
                                          <p:attrName>style.visibility</p:attrName>
                                        </p:attrNameLst>
                                      </p:cBhvr>
                                      <p:to>
                                        <p:strVal val="visible"/>
                                      </p:to>
                                    </p:set>
                                    <p:animEffect transition="in" filter="box(out)">
                                      <p:cBhvr>
                                        <p:cTn id="25" dur="500"/>
                                        <p:tgtEl>
                                          <p:spTgt spid="2460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灯片编号占位符 1"/>
          <p:cNvSpPr>
            <a:spLocks noGrp="1"/>
          </p:cNvSpPr>
          <p:nvPr>
            <p:ph type="sldNum" sz="quarter" idx="10"/>
          </p:nvPr>
        </p:nvSpPr>
        <p:spPr bwMode="auto">
          <a:noFill/>
          <a:ln>
            <a:miter lim="800000"/>
            <a:headEnd/>
            <a:tailEnd/>
          </a:ln>
        </p:spPr>
        <p:txBody>
          <a:bodyPr/>
          <a:lstStyle/>
          <a:p>
            <a:fld id="{31BF7DC9-1A8C-4C09-96CD-19EB5A7388AF}" type="slidenum">
              <a:rPr lang="en-US" altLang="zh-CN">
                <a:ea typeface="宋体" charset="-122"/>
              </a:rPr>
              <a:pPr/>
              <a:t>28</a:t>
            </a:fld>
            <a:endParaRPr lang="en-US" altLang="zh-CN">
              <a:ea typeface="宋体" charset="-122"/>
            </a:endParaRPr>
          </a:p>
        </p:txBody>
      </p:sp>
      <p:grpSp>
        <p:nvGrpSpPr>
          <p:cNvPr id="2" name="Group 72"/>
          <p:cNvGrpSpPr>
            <a:grpSpLocks/>
          </p:cNvGrpSpPr>
          <p:nvPr/>
        </p:nvGrpSpPr>
        <p:grpSpPr bwMode="auto">
          <a:xfrm>
            <a:off x="2427685" y="3286126"/>
            <a:ext cx="3105150" cy="1607344"/>
            <a:chOff x="1088" y="2760"/>
            <a:chExt cx="2608" cy="1350"/>
          </a:xfrm>
        </p:grpSpPr>
        <p:grpSp>
          <p:nvGrpSpPr>
            <p:cNvPr id="3" name="Group 71"/>
            <p:cNvGrpSpPr>
              <a:grpSpLocks/>
            </p:cNvGrpSpPr>
            <p:nvPr/>
          </p:nvGrpSpPr>
          <p:grpSpPr bwMode="auto">
            <a:xfrm>
              <a:off x="1088" y="2795"/>
              <a:ext cx="2608" cy="1315"/>
              <a:chOff x="1088" y="2795"/>
              <a:chExt cx="2608" cy="1315"/>
            </a:xfrm>
          </p:grpSpPr>
          <p:sp>
            <p:nvSpPr>
              <p:cNvPr id="15400" name="Rectangle 18"/>
              <p:cNvSpPr>
                <a:spLocks noChangeArrowheads="1"/>
              </p:cNvSpPr>
              <p:nvPr/>
            </p:nvSpPr>
            <p:spPr bwMode="auto">
              <a:xfrm>
                <a:off x="1152" y="2795"/>
                <a:ext cx="2544" cy="1008"/>
              </a:xfrm>
              <a:prstGeom prst="rect">
                <a:avLst/>
              </a:prstGeom>
              <a:solidFill>
                <a:schemeClr val="bg1"/>
              </a:solidFill>
              <a:ln w="9525">
                <a:solidFill>
                  <a:schemeClr val="tx2"/>
                </a:solidFill>
                <a:miter lim="800000"/>
                <a:headEnd/>
                <a:tailEnd/>
              </a:ln>
              <a:effectLst/>
            </p:spPr>
            <p:txBody>
              <a:bodyPr wrap="none" anchor="ctr"/>
              <a:lstStyle/>
              <a:p>
                <a:endParaRPr kumimoji="0" lang="zh-CN" altLang="en-US" sz="1350" b="0">
                  <a:solidFill>
                    <a:prstClr val="black"/>
                  </a:solidFill>
                  <a:latin typeface="Arial" charset="0"/>
                  <a:ea typeface="宋体" charset="-122"/>
                </a:endParaRPr>
              </a:p>
            </p:txBody>
          </p:sp>
          <p:sp>
            <p:nvSpPr>
              <p:cNvPr id="15401" name="Line 19"/>
              <p:cNvSpPr>
                <a:spLocks noChangeShapeType="1"/>
              </p:cNvSpPr>
              <p:nvPr/>
            </p:nvSpPr>
            <p:spPr bwMode="auto">
              <a:xfrm>
                <a:off x="1488" y="3233"/>
                <a:ext cx="480" cy="395"/>
              </a:xfrm>
              <a:prstGeom prst="line">
                <a:avLst/>
              </a:prstGeom>
              <a:noFill/>
              <a:ln w="25400">
                <a:solidFill>
                  <a:schemeClr val="accent2"/>
                </a:solidFill>
                <a:prstDash val="dash"/>
                <a:round/>
                <a:headEnd/>
                <a:tailEnd/>
              </a:ln>
              <a:effectLst/>
            </p:spPr>
            <p:txBody>
              <a:bodyPr wrap="none" anchor="ctr"/>
              <a:lstStyle/>
              <a:p>
                <a:pPr eaLnBrk="0" hangingPunct="0"/>
                <a:endParaRPr kumimoji="0" lang="zh-CN" altLang="en-US" sz="1350" b="0">
                  <a:solidFill>
                    <a:prstClr val="black"/>
                  </a:solidFill>
                  <a:latin typeface="Arial" charset="0"/>
                  <a:ea typeface="宋体" charset="-122"/>
                </a:endParaRPr>
              </a:p>
            </p:txBody>
          </p:sp>
          <p:sp>
            <p:nvSpPr>
              <p:cNvPr id="15402" name="Line 20"/>
              <p:cNvSpPr>
                <a:spLocks noChangeShapeType="1"/>
              </p:cNvSpPr>
              <p:nvPr/>
            </p:nvSpPr>
            <p:spPr bwMode="auto">
              <a:xfrm flipH="1">
                <a:off x="1968" y="3233"/>
                <a:ext cx="432" cy="395"/>
              </a:xfrm>
              <a:prstGeom prst="line">
                <a:avLst/>
              </a:prstGeom>
              <a:noFill/>
              <a:ln w="25400">
                <a:solidFill>
                  <a:schemeClr val="accent2"/>
                </a:solidFill>
                <a:prstDash val="dash"/>
                <a:round/>
                <a:headEnd/>
                <a:tailEnd/>
              </a:ln>
              <a:effectLst/>
            </p:spPr>
            <p:txBody>
              <a:bodyPr wrap="none" anchor="ctr"/>
              <a:lstStyle/>
              <a:p>
                <a:pPr eaLnBrk="0" hangingPunct="0"/>
                <a:endParaRPr kumimoji="0" lang="zh-CN" altLang="en-US" sz="1350" b="0">
                  <a:solidFill>
                    <a:prstClr val="black"/>
                  </a:solidFill>
                  <a:latin typeface="Arial" charset="0"/>
                  <a:ea typeface="宋体" charset="-122"/>
                </a:endParaRPr>
              </a:p>
            </p:txBody>
          </p:sp>
          <p:sp>
            <p:nvSpPr>
              <p:cNvPr id="15403" name="Text Box 21"/>
              <p:cNvSpPr txBox="1">
                <a:spLocks noChangeArrowheads="1"/>
              </p:cNvSpPr>
              <p:nvPr/>
            </p:nvSpPr>
            <p:spPr bwMode="auto">
              <a:xfrm>
                <a:off x="1676" y="3190"/>
                <a:ext cx="294" cy="349"/>
              </a:xfrm>
              <a:prstGeom prst="rect">
                <a:avLst/>
              </a:prstGeom>
              <a:noFill/>
              <a:ln w="9525">
                <a:noFill/>
                <a:miter lim="800000"/>
                <a:headEnd/>
                <a:tailEnd/>
              </a:ln>
              <a:effectLst/>
            </p:spPr>
            <p:txBody>
              <a:bodyPr wrap="none">
                <a:spAutoFit/>
              </a:bodyPr>
              <a:lstStyle/>
              <a:p>
                <a:pPr>
                  <a:spcBef>
                    <a:spcPct val="50000"/>
                  </a:spcBef>
                </a:pPr>
                <a:r>
                  <a:rPr kumimoji="0" lang="en-US" altLang="zh-CN" sz="2100" b="0" i="1">
                    <a:solidFill>
                      <a:srgbClr val="000000"/>
                    </a:solidFill>
                    <a:ea typeface="宋体" charset="-122"/>
                  </a:rPr>
                  <a:t>R</a:t>
                </a:r>
              </a:p>
            </p:txBody>
          </p:sp>
          <p:sp>
            <p:nvSpPr>
              <p:cNvPr id="15404" name="Freeform 22"/>
              <p:cNvSpPr>
                <a:spLocks/>
              </p:cNvSpPr>
              <p:nvPr/>
            </p:nvSpPr>
            <p:spPr bwMode="auto">
              <a:xfrm>
                <a:off x="1872" y="3453"/>
                <a:ext cx="192" cy="87"/>
              </a:xfrm>
              <a:custGeom>
                <a:avLst/>
                <a:gdLst>
                  <a:gd name="T0" fmla="*/ 0 w 192"/>
                  <a:gd name="T1" fmla="*/ 59 h 96"/>
                  <a:gd name="T2" fmla="*/ 96 w 192"/>
                  <a:gd name="T3" fmla="*/ 0 h 96"/>
                  <a:gd name="T4" fmla="*/ 192 w 192"/>
                  <a:gd name="T5" fmla="*/ 59 h 96"/>
                  <a:gd name="T6" fmla="*/ 0 60000 65536"/>
                  <a:gd name="T7" fmla="*/ 0 60000 65536"/>
                  <a:gd name="T8" fmla="*/ 0 60000 65536"/>
                </a:gdLst>
                <a:ahLst/>
                <a:cxnLst>
                  <a:cxn ang="T6">
                    <a:pos x="T0" y="T1"/>
                  </a:cxn>
                  <a:cxn ang="T7">
                    <a:pos x="T2" y="T3"/>
                  </a:cxn>
                  <a:cxn ang="T8">
                    <a:pos x="T4" y="T5"/>
                  </a:cxn>
                </a:cxnLst>
                <a:rect l="0" t="0" r="r" b="b"/>
                <a:pathLst>
                  <a:path w="192" h="96">
                    <a:moveTo>
                      <a:pt x="0" y="96"/>
                    </a:moveTo>
                    <a:lnTo>
                      <a:pt x="96" y="0"/>
                    </a:lnTo>
                    <a:lnTo>
                      <a:pt x="192" y="96"/>
                    </a:lnTo>
                  </a:path>
                </a:pathLst>
              </a:custGeom>
              <a:noFill/>
              <a:ln w="28575" cap="flat" cmpd="sng">
                <a:solidFill>
                  <a:srgbClr val="FF0000"/>
                </a:solidFill>
                <a:prstDash val="solid"/>
                <a:round/>
                <a:headEnd/>
                <a:tailEnd/>
              </a:ln>
              <a:effectLst/>
            </p:spPr>
            <p:txBody>
              <a:bodyPr wrap="none" anchor="ctr"/>
              <a:lstStyle/>
              <a:p>
                <a:pPr eaLnBrk="0" hangingPunct="0"/>
                <a:endParaRPr kumimoji="0" lang="zh-CN" altLang="en-US" sz="1350" b="0">
                  <a:solidFill>
                    <a:prstClr val="black"/>
                  </a:solidFill>
                  <a:latin typeface="Arial" charset="0"/>
                  <a:ea typeface="宋体" charset="-122"/>
                </a:endParaRPr>
              </a:p>
            </p:txBody>
          </p:sp>
          <p:sp>
            <p:nvSpPr>
              <p:cNvPr id="15405" name="Rectangle 23"/>
              <p:cNvSpPr>
                <a:spLocks noChangeArrowheads="1"/>
              </p:cNvSpPr>
              <p:nvPr/>
            </p:nvSpPr>
            <p:spPr bwMode="auto">
              <a:xfrm>
                <a:off x="1088" y="2810"/>
                <a:ext cx="589" cy="349"/>
              </a:xfrm>
              <a:prstGeom prst="rect">
                <a:avLst/>
              </a:prstGeom>
              <a:noFill/>
              <a:ln w="9525">
                <a:noFill/>
                <a:miter lim="800000"/>
                <a:headEnd/>
                <a:tailEnd/>
              </a:ln>
              <a:effectLst/>
            </p:spPr>
            <p:txBody>
              <a:bodyPr wrap="none">
                <a:spAutoFit/>
              </a:bodyPr>
              <a:lstStyle/>
              <a:p>
                <a:pPr>
                  <a:spcBef>
                    <a:spcPct val="50000"/>
                  </a:spcBef>
                </a:pPr>
                <a:r>
                  <a:rPr kumimoji="0" lang="en-US" altLang="zh-CN" sz="2100">
                    <a:solidFill>
                      <a:srgbClr val="000000"/>
                    </a:solidFill>
                    <a:ea typeface="宋体" charset="-122"/>
                  </a:rPr>
                  <a:t>   </a:t>
                </a:r>
                <a:r>
                  <a:rPr kumimoji="0" lang="en-US" altLang="zh-CN" sz="2100">
                    <a:solidFill>
                      <a:srgbClr val="CC0000"/>
                    </a:solidFill>
                    <a:ea typeface="宋体" charset="-122"/>
                  </a:rPr>
                  <a:t>(3)</a:t>
                </a:r>
              </a:p>
            </p:txBody>
          </p:sp>
          <p:sp>
            <p:nvSpPr>
              <p:cNvPr id="15406" name="Text Box 24"/>
              <p:cNvSpPr txBox="1">
                <a:spLocks noChangeArrowheads="1"/>
              </p:cNvSpPr>
              <p:nvPr/>
            </p:nvSpPr>
            <p:spPr bwMode="auto">
              <a:xfrm>
                <a:off x="2108" y="3475"/>
                <a:ext cx="268" cy="349"/>
              </a:xfrm>
              <a:prstGeom prst="rect">
                <a:avLst/>
              </a:prstGeom>
              <a:noFill/>
              <a:ln w="9525">
                <a:noFill/>
                <a:miter lim="800000"/>
                <a:headEnd/>
                <a:tailEnd/>
              </a:ln>
              <a:effectLst/>
            </p:spPr>
            <p:txBody>
              <a:bodyPr wrap="none">
                <a:spAutoFit/>
              </a:bodyPr>
              <a:lstStyle/>
              <a:p>
                <a:r>
                  <a:rPr kumimoji="0" lang="en-US" altLang="zh-CN" sz="2100" b="0" i="1">
                    <a:solidFill>
                      <a:srgbClr val="000000"/>
                    </a:solidFill>
                    <a:ea typeface="宋体" charset="-122"/>
                  </a:rPr>
                  <a:t>o</a:t>
                </a:r>
              </a:p>
            </p:txBody>
          </p:sp>
          <p:sp>
            <p:nvSpPr>
              <p:cNvPr id="15407" name="AutoShape 25"/>
              <p:cNvSpPr>
                <a:spLocks noChangeArrowheads="1"/>
              </p:cNvSpPr>
              <p:nvPr/>
            </p:nvSpPr>
            <p:spPr bwMode="auto">
              <a:xfrm>
                <a:off x="1296" y="3058"/>
                <a:ext cx="1296" cy="1052"/>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1533 w 21600"/>
                  <a:gd name="T13" fmla="*/ 0 h 21600"/>
                  <a:gd name="T14" fmla="*/ 20067 w 21600"/>
                  <a:gd name="T15" fmla="*/ 5544 h 21600"/>
                </a:gdLst>
                <a:ahLst/>
                <a:cxnLst>
                  <a:cxn ang="T8">
                    <a:pos x="T0" y="T1"/>
                  </a:cxn>
                  <a:cxn ang="T9">
                    <a:pos x="T2" y="T3"/>
                  </a:cxn>
                  <a:cxn ang="T10">
                    <a:pos x="T4" y="T5"/>
                  </a:cxn>
                  <a:cxn ang="T11">
                    <a:pos x="T6" y="T7"/>
                  </a:cxn>
                </a:cxnLst>
                <a:rect l="T12" t="T13" r="T14" b="T15"/>
                <a:pathLst>
                  <a:path w="21600" h="21600">
                    <a:moveTo>
                      <a:pt x="3367" y="3750"/>
                    </a:moveTo>
                    <a:cubicBezTo>
                      <a:pt x="5301" y="1710"/>
                      <a:pt x="7989" y="555"/>
                      <a:pt x="10800" y="556"/>
                    </a:cubicBezTo>
                    <a:cubicBezTo>
                      <a:pt x="13610" y="556"/>
                      <a:pt x="16298" y="1710"/>
                      <a:pt x="18232" y="3750"/>
                    </a:cubicBezTo>
                    <a:lnTo>
                      <a:pt x="18635" y="3367"/>
                    </a:lnTo>
                    <a:cubicBezTo>
                      <a:pt x="16596" y="1217"/>
                      <a:pt x="13763" y="-1"/>
                      <a:pt x="10799" y="0"/>
                    </a:cubicBezTo>
                    <a:cubicBezTo>
                      <a:pt x="7836" y="0"/>
                      <a:pt x="5003" y="1217"/>
                      <a:pt x="2964" y="3367"/>
                    </a:cubicBezTo>
                    <a:lnTo>
                      <a:pt x="3367" y="3750"/>
                    </a:lnTo>
                    <a:close/>
                  </a:path>
                </a:pathLst>
              </a:custGeom>
              <a:solidFill>
                <a:schemeClr val="accent2"/>
              </a:solidFill>
              <a:ln w="9525">
                <a:solidFill>
                  <a:schemeClr val="accent2"/>
                </a:solidFill>
                <a:miter lim="800000"/>
                <a:headEnd/>
                <a:tailEnd/>
              </a:ln>
              <a:effectLst/>
            </p:spPr>
            <p:txBody>
              <a:bodyPr wrap="none" anchor="ctr"/>
              <a:lstStyle/>
              <a:p>
                <a:pPr eaLnBrk="0" hangingPunct="0"/>
                <a:endParaRPr kumimoji="0" lang="zh-CN" altLang="en-US" sz="1350" b="0">
                  <a:solidFill>
                    <a:prstClr val="black"/>
                  </a:solidFill>
                  <a:latin typeface="Arial" charset="0"/>
                  <a:ea typeface="宋体" charset="-122"/>
                </a:endParaRPr>
              </a:p>
            </p:txBody>
          </p:sp>
          <p:sp>
            <p:nvSpPr>
              <p:cNvPr id="15408" name="Line 26"/>
              <p:cNvSpPr>
                <a:spLocks noChangeShapeType="1"/>
              </p:cNvSpPr>
              <p:nvPr/>
            </p:nvSpPr>
            <p:spPr bwMode="auto">
              <a:xfrm>
                <a:off x="1872" y="3072"/>
                <a:ext cx="144" cy="0"/>
              </a:xfrm>
              <a:prstGeom prst="line">
                <a:avLst/>
              </a:prstGeom>
              <a:noFill/>
              <a:ln w="44450">
                <a:solidFill>
                  <a:srgbClr val="FF0000"/>
                </a:solidFill>
                <a:round/>
                <a:headEnd/>
                <a:tailEnd type="stealth" w="lg" len="lg"/>
              </a:ln>
              <a:effectLst/>
            </p:spPr>
            <p:txBody>
              <a:bodyPr wrap="none" anchor="ctr"/>
              <a:lstStyle/>
              <a:p>
                <a:pPr eaLnBrk="0" hangingPunct="0"/>
                <a:endParaRPr kumimoji="0" lang="zh-CN" altLang="en-US" sz="1350" b="0">
                  <a:solidFill>
                    <a:prstClr val="black"/>
                  </a:solidFill>
                  <a:latin typeface="Arial" charset="0"/>
                  <a:ea typeface="宋体" charset="-122"/>
                </a:endParaRPr>
              </a:p>
            </p:txBody>
          </p:sp>
        </p:grpSp>
        <p:sp>
          <p:nvSpPr>
            <p:cNvPr id="15399" name="Text Box 27"/>
            <p:cNvSpPr txBox="1">
              <a:spLocks noChangeArrowheads="1"/>
            </p:cNvSpPr>
            <p:nvPr/>
          </p:nvSpPr>
          <p:spPr bwMode="auto">
            <a:xfrm>
              <a:off x="1879" y="2760"/>
              <a:ext cx="672" cy="349"/>
            </a:xfrm>
            <a:prstGeom prst="rect">
              <a:avLst/>
            </a:prstGeom>
            <a:noFill/>
            <a:ln w="9525">
              <a:noFill/>
              <a:miter lim="800000"/>
              <a:headEnd/>
              <a:tailEnd/>
            </a:ln>
            <a:effectLst/>
          </p:spPr>
          <p:txBody>
            <a:bodyPr>
              <a:spAutoFit/>
            </a:bodyPr>
            <a:lstStyle/>
            <a:p>
              <a:pPr>
                <a:spcBef>
                  <a:spcPct val="50000"/>
                </a:spcBef>
              </a:pPr>
              <a:r>
                <a:rPr kumimoji="0" lang="en-US" altLang="zh-CN" sz="2100" b="0" i="1">
                  <a:solidFill>
                    <a:srgbClr val="000000"/>
                  </a:solidFill>
                  <a:ea typeface="宋体" charset="-122"/>
                </a:rPr>
                <a:t>I</a:t>
              </a:r>
            </a:p>
          </p:txBody>
        </p:sp>
      </p:grpSp>
      <p:graphicFrame>
        <p:nvGraphicFramePr>
          <p:cNvPr id="22556" name="Object 28"/>
          <p:cNvGraphicFramePr>
            <a:graphicFrameLocks noChangeAspect="1"/>
          </p:cNvGraphicFramePr>
          <p:nvPr/>
        </p:nvGraphicFramePr>
        <p:xfrm>
          <a:off x="5811441" y="1021557"/>
          <a:ext cx="1298972" cy="808435"/>
        </p:xfrm>
        <a:graphic>
          <a:graphicData uri="http://schemas.openxmlformats.org/presentationml/2006/ole">
            <mc:AlternateContent xmlns:mc="http://schemas.openxmlformats.org/markup-compatibility/2006">
              <mc:Choice xmlns:v="urn:schemas-microsoft-com:vml" Requires="v">
                <p:oleObj spid="_x0000_s173682" name="公式" r:id="rId3" imgW="596641" imgH="393529" progId="Equation.3">
                  <p:embed/>
                </p:oleObj>
              </mc:Choice>
              <mc:Fallback>
                <p:oleObj name="公式" r:id="rId3" imgW="596641" imgH="393529" progId="Equation.3">
                  <p:embed/>
                  <p:pic>
                    <p:nvPicPr>
                      <p:cNvPr id="0" name="Object 28"/>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811441" y="1021557"/>
                        <a:ext cx="1298972" cy="80843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2557" name="Object 29"/>
          <p:cNvGraphicFramePr>
            <a:graphicFrameLocks noChangeAspect="1"/>
          </p:cNvGraphicFramePr>
          <p:nvPr/>
        </p:nvGraphicFramePr>
        <p:xfrm>
          <a:off x="5829300" y="2228850"/>
          <a:ext cx="1200150" cy="789385"/>
        </p:xfrm>
        <a:graphic>
          <a:graphicData uri="http://schemas.openxmlformats.org/presentationml/2006/ole">
            <mc:AlternateContent xmlns:mc="http://schemas.openxmlformats.org/markup-compatibility/2006">
              <mc:Choice xmlns:v="urn:schemas-microsoft-com:vml" Requires="v">
                <p:oleObj spid="_x0000_s173683" name="公式" r:id="rId5" imgW="596641" imgH="393529" progId="Equation.3">
                  <p:embed/>
                </p:oleObj>
              </mc:Choice>
              <mc:Fallback>
                <p:oleObj name="公式" r:id="rId5" imgW="596641" imgH="393529" progId="Equation.3">
                  <p:embed/>
                  <p:pic>
                    <p:nvPicPr>
                      <p:cNvPr id="0" name="Object 29"/>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829300" y="2228850"/>
                        <a:ext cx="1200150" cy="78938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2558" name="Object 30"/>
          <p:cNvGraphicFramePr>
            <a:graphicFrameLocks noChangeAspect="1"/>
          </p:cNvGraphicFramePr>
          <p:nvPr/>
        </p:nvGraphicFramePr>
        <p:xfrm>
          <a:off x="5868591" y="3381375"/>
          <a:ext cx="1188244" cy="779860"/>
        </p:xfrm>
        <a:graphic>
          <a:graphicData uri="http://schemas.openxmlformats.org/presentationml/2006/ole">
            <mc:AlternateContent xmlns:mc="http://schemas.openxmlformats.org/markup-compatibility/2006">
              <mc:Choice xmlns:v="urn:schemas-microsoft-com:vml" Requires="v">
                <p:oleObj spid="_x0000_s173684" name="公式" r:id="rId7" imgW="596641" imgH="393529" progId="Equation.3">
                  <p:embed/>
                </p:oleObj>
              </mc:Choice>
              <mc:Fallback>
                <p:oleObj name="公式" r:id="rId7" imgW="596641" imgH="393529" progId="Equation.3">
                  <p:embed/>
                  <p:pic>
                    <p:nvPicPr>
                      <p:cNvPr id="0" name="Object 30"/>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5868591" y="3381375"/>
                        <a:ext cx="1188244" cy="77986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nvGrpSpPr>
          <p:cNvPr id="4" name="Group 32"/>
          <p:cNvGrpSpPr>
            <a:grpSpLocks/>
          </p:cNvGrpSpPr>
          <p:nvPr/>
        </p:nvGrpSpPr>
        <p:grpSpPr bwMode="auto">
          <a:xfrm>
            <a:off x="2418160" y="788194"/>
            <a:ext cx="3125390" cy="1243013"/>
            <a:chOff x="890" y="575"/>
            <a:chExt cx="2625" cy="1104"/>
          </a:xfrm>
        </p:grpSpPr>
        <p:sp>
          <p:nvSpPr>
            <p:cNvPr id="15388" name="Rectangle 33"/>
            <p:cNvSpPr>
              <a:spLocks noChangeArrowheads="1"/>
            </p:cNvSpPr>
            <p:nvPr/>
          </p:nvSpPr>
          <p:spPr bwMode="auto">
            <a:xfrm>
              <a:off x="971" y="575"/>
              <a:ext cx="2544" cy="1104"/>
            </a:xfrm>
            <a:prstGeom prst="rect">
              <a:avLst/>
            </a:prstGeom>
            <a:solidFill>
              <a:schemeClr val="bg1"/>
            </a:solidFill>
            <a:ln w="9525">
              <a:solidFill>
                <a:schemeClr val="tx2"/>
              </a:solidFill>
              <a:miter lim="800000"/>
              <a:headEnd/>
              <a:tailEnd/>
            </a:ln>
            <a:effectLst/>
          </p:spPr>
          <p:txBody>
            <a:bodyPr wrap="none" anchor="ctr"/>
            <a:lstStyle/>
            <a:p>
              <a:pPr algn="ctr"/>
              <a:endParaRPr kumimoji="0" lang="zh-CN" altLang="zh-CN" sz="2100">
                <a:solidFill>
                  <a:srgbClr val="000000"/>
                </a:solidFill>
                <a:ea typeface="宋体" charset="-122"/>
              </a:endParaRPr>
            </a:p>
          </p:txBody>
        </p:sp>
        <p:sp>
          <p:nvSpPr>
            <p:cNvPr id="22562" name="Oval 34"/>
            <p:cNvSpPr>
              <a:spLocks noChangeArrowheads="1"/>
            </p:cNvSpPr>
            <p:nvPr/>
          </p:nvSpPr>
          <p:spPr bwMode="auto">
            <a:xfrm>
              <a:off x="1558" y="671"/>
              <a:ext cx="522" cy="960"/>
            </a:xfrm>
            <a:prstGeom prst="ellipse">
              <a:avLst/>
            </a:prstGeom>
            <a:noFill/>
            <a:ln w="34925">
              <a:solidFill>
                <a:schemeClr val="accent2"/>
              </a:solidFill>
              <a:round/>
              <a:headEnd/>
              <a:tailEnd/>
            </a:ln>
            <a:effectLst>
              <a:prstShdw prst="shdw18" dist="17961" dir="13500000">
                <a:schemeClr val="accent2">
                  <a:gamma/>
                  <a:shade val="60000"/>
                  <a:invGamma/>
                </a:schemeClr>
              </a:prstShdw>
            </a:effectLst>
            <a:extLst>
              <a:ext uri="{909E8E84-426E-40DD-AFC4-6F175D3DCCD1}">
                <a14:hiddenFill xmlns:a14="http://schemas.microsoft.com/office/drawing/2010/main">
                  <a:solidFill>
                    <a:schemeClr val="accent2">
                      <a:alpha val="50000"/>
                    </a:schemeClr>
                  </a:solidFill>
                </a14:hiddenFill>
              </a:ext>
            </a:extLst>
          </p:spPr>
          <p:txBody>
            <a:bodyPr wrap="none" anchor="ctr"/>
            <a:lstStyle/>
            <a:p>
              <a:pPr>
                <a:defRPr/>
              </a:pPr>
              <a:endParaRPr kumimoji="0" lang="zh-CN" altLang="en-US" sz="1350" b="0">
                <a:solidFill>
                  <a:prstClr val="black"/>
                </a:solidFill>
                <a:latin typeface="Arial" charset="0"/>
              </a:endParaRPr>
            </a:p>
          </p:txBody>
        </p:sp>
        <p:sp>
          <p:nvSpPr>
            <p:cNvPr id="15390" name="Line 35"/>
            <p:cNvSpPr>
              <a:spLocks noChangeShapeType="1"/>
            </p:cNvSpPr>
            <p:nvPr/>
          </p:nvSpPr>
          <p:spPr bwMode="auto">
            <a:xfrm>
              <a:off x="1843" y="1151"/>
              <a:ext cx="712" cy="0"/>
            </a:xfrm>
            <a:prstGeom prst="line">
              <a:avLst/>
            </a:prstGeom>
            <a:noFill/>
            <a:ln w="22225">
              <a:solidFill>
                <a:srgbClr val="000000"/>
              </a:solidFill>
              <a:prstDash val="dash"/>
              <a:round/>
              <a:headEnd/>
              <a:tailEnd type="triangle" w="sm" len="lg"/>
            </a:ln>
            <a:effectLst/>
          </p:spPr>
          <p:txBody>
            <a:bodyPr wrap="none" anchor="ctr"/>
            <a:lstStyle/>
            <a:p>
              <a:pPr eaLnBrk="0" hangingPunct="0"/>
              <a:endParaRPr kumimoji="0" lang="zh-CN" altLang="en-US" sz="1350" b="0">
                <a:solidFill>
                  <a:prstClr val="black"/>
                </a:solidFill>
                <a:latin typeface="Arial" charset="0"/>
                <a:ea typeface="宋体" charset="-122"/>
              </a:endParaRPr>
            </a:p>
          </p:txBody>
        </p:sp>
        <p:sp>
          <p:nvSpPr>
            <p:cNvPr id="15391" name="Text Box 36"/>
            <p:cNvSpPr txBox="1">
              <a:spLocks noChangeArrowheads="1"/>
            </p:cNvSpPr>
            <p:nvPr/>
          </p:nvSpPr>
          <p:spPr bwMode="auto">
            <a:xfrm>
              <a:off x="1307" y="1151"/>
              <a:ext cx="230" cy="369"/>
            </a:xfrm>
            <a:prstGeom prst="rect">
              <a:avLst/>
            </a:prstGeom>
            <a:noFill/>
            <a:ln w="9525">
              <a:noFill/>
              <a:miter lim="800000"/>
              <a:headEnd/>
              <a:tailEnd/>
            </a:ln>
            <a:effectLst/>
          </p:spPr>
          <p:txBody>
            <a:bodyPr wrap="none">
              <a:spAutoFit/>
            </a:bodyPr>
            <a:lstStyle/>
            <a:p>
              <a:pPr>
                <a:spcBef>
                  <a:spcPct val="50000"/>
                </a:spcBef>
              </a:pPr>
              <a:r>
                <a:rPr kumimoji="0" lang="en-US" altLang="zh-CN" sz="2100" b="0" i="1">
                  <a:solidFill>
                    <a:srgbClr val="000000"/>
                  </a:solidFill>
                  <a:ea typeface="宋体" charset="-122"/>
                </a:rPr>
                <a:t>I</a:t>
              </a:r>
            </a:p>
          </p:txBody>
        </p:sp>
        <p:sp>
          <p:nvSpPr>
            <p:cNvPr id="15392" name="Line 37"/>
            <p:cNvSpPr>
              <a:spLocks noChangeShapeType="1"/>
            </p:cNvSpPr>
            <p:nvPr/>
          </p:nvSpPr>
          <p:spPr bwMode="auto">
            <a:xfrm flipH="1" flipV="1">
              <a:off x="1653" y="767"/>
              <a:ext cx="190" cy="384"/>
            </a:xfrm>
            <a:prstGeom prst="line">
              <a:avLst/>
            </a:prstGeom>
            <a:noFill/>
            <a:ln w="25400">
              <a:solidFill>
                <a:schemeClr val="tx2"/>
              </a:solidFill>
              <a:round/>
              <a:headEnd/>
              <a:tailEnd type="triangle" w="sm" len="lg"/>
            </a:ln>
            <a:effectLst/>
          </p:spPr>
          <p:txBody>
            <a:bodyPr wrap="none" anchor="ctr"/>
            <a:lstStyle/>
            <a:p>
              <a:pPr eaLnBrk="0" hangingPunct="0"/>
              <a:endParaRPr kumimoji="0" lang="zh-CN" altLang="en-US" sz="1350" b="0">
                <a:solidFill>
                  <a:prstClr val="black"/>
                </a:solidFill>
                <a:latin typeface="Arial" charset="0"/>
                <a:ea typeface="宋体" charset="-122"/>
              </a:endParaRPr>
            </a:p>
          </p:txBody>
        </p:sp>
        <p:sp>
          <p:nvSpPr>
            <p:cNvPr id="15393" name="Text Box 38"/>
            <p:cNvSpPr txBox="1">
              <a:spLocks noChangeArrowheads="1"/>
            </p:cNvSpPr>
            <p:nvPr/>
          </p:nvSpPr>
          <p:spPr bwMode="auto">
            <a:xfrm>
              <a:off x="1783" y="767"/>
              <a:ext cx="294" cy="369"/>
            </a:xfrm>
            <a:prstGeom prst="rect">
              <a:avLst/>
            </a:prstGeom>
            <a:noFill/>
            <a:ln w="9525">
              <a:noFill/>
              <a:miter lim="800000"/>
              <a:headEnd/>
              <a:tailEnd/>
            </a:ln>
            <a:effectLst/>
          </p:spPr>
          <p:txBody>
            <a:bodyPr wrap="none">
              <a:spAutoFit/>
            </a:bodyPr>
            <a:lstStyle/>
            <a:p>
              <a:pPr>
                <a:spcBef>
                  <a:spcPct val="50000"/>
                </a:spcBef>
              </a:pPr>
              <a:r>
                <a:rPr kumimoji="0" lang="en-US" altLang="zh-CN" sz="2100" b="0" i="1">
                  <a:solidFill>
                    <a:srgbClr val="000000"/>
                  </a:solidFill>
                  <a:ea typeface="宋体" charset="-122"/>
                </a:rPr>
                <a:t>R</a:t>
              </a:r>
            </a:p>
          </p:txBody>
        </p:sp>
        <p:sp>
          <p:nvSpPr>
            <p:cNvPr id="15394" name="Line 39"/>
            <p:cNvSpPr>
              <a:spLocks noChangeShapeType="1"/>
            </p:cNvSpPr>
            <p:nvPr/>
          </p:nvSpPr>
          <p:spPr bwMode="auto">
            <a:xfrm flipH="1">
              <a:off x="1211" y="1151"/>
              <a:ext cx="336" cy="0"/>
            </a:xfrm>
            <a:prstGeom prst="line">
              <a:avLst/>
            </a:prstGeom>
            <a:noFill/>
            <a:ln w="22225">
              <a:solidFill>
                <a:srgbClr val="000000"/>
              </a:solidFill>
              <a:prstDash val="dash"/>
              <a:round/>
              <a:headEnd/>
              <a:tailEnd type="none" w="sm" len="lg"/>
            </a:ln>
            <a:effectLst/>
          </p:spPr>
          <p:txBody>
            <a:bodyPr wrap="none" anchor="ctr"/>
            <a:lstStyle/>
            <a:p>
              <a:pPr eaLnBrk="0" hangingPunct="0"/>
              <a:endParaRPr kumimoji="0" lang="zh-CN" altLang="en-US" sz="1350" b="0">
                <a:solidFill>
                  <a:prstClr val="black"/>
                </a:solidFill>
                <a:latin typeface="Arial" charset="0"/>
                <a:ea typeface="宋体" charset="-122"/>
              </a:endParaRPr>
            </a:p>
          </p:txBody>
        </p:sp>
        <p:sp>
          <p:nvSpPr>
            <p:cNvPr id="15395" name="Text Box 40"/>
            <p:cNvSpPr txBox="1">
              <a:spLocks noChangeArrowheads="1"/>
            </p:cNvSpPr>
            <p:nvPr/>
          </p:nvSpPr>
          <p:spPr bwMode="auto">
            <a:xfrm>
              <a:off x="1748" y="1103"/>
              <a:ext cx="268" cy="369"/>
            </a:xfrm>
            <a:prstGeom prst="rect">
              <a:avLst/>
            </a:prstGeom>
            <a:noFill/>
            <a:ln w="9525">
              <a:noFill/>
              <a:miter lim="800000"/>
              <a:headEnd/>
              <a:tailEnd/>
            </a:ln>
            <a:effectLst/>
          </p:spPr>
          <p:txBody>
            <a:bodyPr wrap="none">
              <a:spAutoFit/>
            </a:bodyPr>
            <a:lstStyle/>
            <a:p>
              <a:pPr>
                <a:spcBef>
                  <a:spcPct val="50000"/>
                </a:spcBef>
              </a:pPr>
              <a:r>
                <a:rPr kumimoji="0" lang="en-US" altLang="zh-CN" sz="2100" b="0" i="1">
                  <a:solidFill>
                    <a:srgbClr val="000000"/>
                  </a:solidFill>
                  <a:ea typeface="宋体" charset="-122"/>
                </a:rPr>
                <a:t>o</a:t>
              </a:r>
            </a:p>
          </p:txBody>
        </p:sp>
        <p:sp>
          <p:nvSpPr>
            <p:cNvPr id="15396" name="Text Box 41"/>
            <p:cNvSpPr txBox="1">
              <a:spLocks noChangeArrowheads="1"/>
            </p:cNvSpPr>
            <p:nvPr/>
          </p:nvSpPr>
          <p:spPr bwMode="auto">
            <a:xfrm>
              <a:off x="890" y="575"/>
              <a:ext cx="856" cy="369"/>
            </a:xfrm>
            <a:prstGeom prst="rect">
              <a:avLst/>
            </a:prstGeom>
            <a:noFill/>
            <a:ln w="9525">
              <a:noFill/>
              <a:miter lim="800000"/>
              <a:headEnd/>
              <a:tailEnd/>
            </a:ln>
            <a:effectLst/>
          </p:spPr>
          <p:txBody>
            <a:bodyPr>
              <a:spAutoFit/>
            </a:bodyPr>
            <a:lstStyle/>
            <a:p>
              <a:pPr>
                <a:spcBef>
                  <a:spcPct val="50000"/>
                </a:spcBef>
              </a:pPr>
              <a:r>
                <a:rPr kumimoji="0" lang="en-US" altLang="zh-CN" sz="2100">
                  <a:solidFill>
                    <a:srgbClr val="000000"/>
                  </a:solidFill>
                  <a:ea typeface="宋体" charset="-122"/>
                </a:rPr>
                <a:t>   </a:t>
              </a:r>
              <a:r>
                <a:rPr kumimoji="0" lang="en-US" altLang="zh-CN" sz="2100">
                  <a:solidFill>
                    <a:srgbClr val="CC0000"/>
                  </a:solidFill>
                  <a:ea typeface="宋体" charset="-122"/>
                </a:rPr>
                <a:t>(1)</a:t>
              </a:r>
            </a:p>
          </p:txBody>
        </p:sp>
        <p:sp>
          <p:nvSpPr>
            <p:cNvPr id="15397" name="Line 42"/>
            <p:cNvSpPr>
              <a:spLocks noChangeShapeType="1"/>
            </p:cNvSpPr>
            <p:nvPr/>
          </p:nvSpPr>
          <p:spPr bwMode="auto">
            <a:xfrm>
              <a:off x="1559" y="1103"/>
              <a:ext cx="0" cy="144"/>
            </a:xfrm>
            <a:prstGeom prst="line">
              <a:avLst/>
            </a:prstGeom>
            <a:noFill/>
            <a:ln w="38100">
              <a:solidFill>
                <a:srgbClr val="FF0000"/>
              </a:solidFill>
              <a:round/>
              <a:headEnd/>
              <a:tailEnd type="stealth" w="lg" len="lg"/>
            </a:ln>
            <a:effectLst/>
          </p:spPr>
          <p:txBody>
            <a:bodyPr wrap="none" anchor="ctr"/>
            <a:lstStyle/>
            <a:p>
              <a:pPr eaLnBrk="0" hangingPunct="0"/>
              <a:endParaRPr kumimoji="0" lang="zh-CN" altLang="en-US" sz="1350" b="0">
                <a:solidFill>
                  <a:prstClr val="black"/>
                </a:solidFill>
                <a:latin typeface="Arial" charset="0"/>
                <a:ea typeface="宋体" charset="-122"/>
              </a:endParaRPr>
            </a:p>
          </p:txBody>
        </p:sp>
      </p:grpSp>
      <p:sp>
        <p:nvSpPr>
          <p:cNvPr id="15368" name="Text Box 43"/>
          <p:cNvSpPr txBox="1">
            <a:spLocks noChangeArrowheads="1"/>
          </p:cNvSpPr>
          <p:nvPr/>
        </p:nvSpPr>
        <p:spPr bwMode="auto">
          <a:xfrm>
            <a:off x="4169569" y="1062037"/>
            <a:ext cx="700088" cy="415498"/>
          </a:xfrm>
          <a:prstGeom prst="rect">
            <a:avLst/>
          </a:prstGeom>
          <a:noFill/>
          <a:ln w="9525">
            <a:noFill/>
            <a:miter lim="800000"/>
            <a:headEnd/>
            <a:tailEnd/>
          </a:ln>
          <a:effectLst/>
        </p:spPr>
        <p:txBody>
          <a:bodyPr>
            <a:spAutoFit/>
          </a:bodyPr>
          <a:lstStyle/>
          <a:p>
            <a:pPr>
              <a:spcBef>
                <a:spcPct val="50000"/>
              </a:spcBef>
            </a:pPr>
            <a:r>
              <a:rPr kumimoji="0" lang="en-US" altLang="zh-CN" sz="2100" b="0" i="1">
                <a:solidFill>
                  <a:srgbClr val="000000"/>
                </a:solidFill>
                <a:ea typeface="宋体" charset="-122"/>
              </a:rPr>
              <a:t>x</a:t>
            </a:r>
          </a:p>
        </p:txBody>
      </p:sp>
      <p:grpSp>
        <p:nvGrpSpPr>
          <p:cNvPr id="5" name="Group 44"/>
          <p:cNvGrpSpPr>
            <a:grpSpLocks/>
          </p:cNvGrpSpPr>
          <p:nvPr/>
        </p:nvGrpSpPr>
        <p:grpSpPr bwMode="auto">
          <a:xfrm>
            <a:off x="3523060" y="1062038"/>
            <a:ext cx="622697" cy="432197"/>
            <a:chOff x="1208" y="768"/>
            <a:chExt cx="533" cy="384"/>
          </a:xfrm>
        </p:grpSpPr>
        <p:sp>
          <p:nvSpPr>
            <p:cNvPr id="15386" name="Line 45"/>
            <p:cNvSpPr>
              <a:spLocks noChangeShapeType="1"/>
            </p:cNvSpPr>
            <p:nvPr/>
          </p:nvSpPr>
          <p:spPr bwMode="auto">
            <a:xfrm>
              <a:off x="1208" y="1104"/>
              <a:ext cx="487" cy="0"/>
            </a:xfrm>
            <a:prstGeom prst="line">
              <a:avLst/>
            </a:prstGeom>
            <a:noFill/>
            <a:ln w="38100">
              <a:solidFill>
                <a:srgbClr val="FF3300"/>
              </a:solidFill>
              <a:round/>
              <a:headEnd/>
              <a:tailEnd type="stealth" w="lg" len="lg"/>
            </a:ln>
            <a:effectLst/>
          </p:spPr>
          <p:txBody>
            <a:bodyPr wrap="none" anchor="ctr"/>
            <a:lstStyle/>
            <a:p>
              <a:pPr eaLnBrk="0" hangingPunct="0"/>
              <a:endParaRPr kumimoji="0" lang="zh-CN" altLang="en-US" sz="1350" b="0">
                <a:solidFill>
                  <a:prstClr val="black"/>
                </a:solidFill>
                <a:latin typeface="Arial" charset="0"/>
                <a:ea typeface="宋体" charset="-122"/>
              </a:endParaRPr>
            </a:p>
          </p:txBody>
        </p:sp>
        <p:graphicFrame>
          <p:nvGraphicFramePr>
            <p:cNvPr id="15387" name="Object 46"/>
            <p:cNvGraphicFramePr>
              <a:graphicFrameLocks noChangeAspect="1"/>
            </p:cNvGraphicFramePr>
            <p:nvPr/>
          </p:nvGraphicFramePr>
          <p:xfrm>
            <a:off x="1440" y="768"/>
            <a:ext cx="301" cy="384"/>
          </p:xfrm>
          <a:graphic>
            <a:graphicData uri="http://schemas.openxmlformats.org/presentationml/2006/ole">
              <mc:AlternateContent xmlns:mc="http://schemas.openxmlformats.org/markup-compatibility/2006">
                <mc:Choice xmlns:v="urn:schemas-microsoft-com:vml" Requires="v">
                  <p:oleObj spid="_x0000_s173685" name="公式" r:id="rId9" imgW="190417" imgH="241195" progId="Equation.3">
                    <p:embed/>
                  </p:oleObj>
                </mc:Choice>
                <mc:Fallback>
                  <p:oleObj name="公式" r:id="rId9" imgW="190417" imgH="241195" progId="Equation.3">
                    <p:embed/>
                    <p:pic>
                      <p:nvPicPr>
                        <p:cNvPr id="0" name="Object 46"/>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440" y="768"/>
                          <a:ext cx="301" cy="384"/>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sp>
        <p:nvSpPr>
          <p:cNvPr id="22575" name="Text Box 47"/>
          <p:cNvSpPr txBox="1">
            <a:spLocks noChangeArrowheads="1"/>
          </p:cNvSpPr>
          <p:nvPr/>
        </p:nvSpPr>
        <p:spPr bwMode="auto">
          <a:xfrm>
            <a:off x="891779" y="1369845"/>
            <a:ext cx="571500" cy="2677656"/>
          </a:xfrm>
          <a:prstGeom prst="rect">
            <a:avLst/>
          </a:prstGeom>
          <a:gradFill rotWithShape="1">
            <a:gsLst>
              <a:gs pos="0">
                <a:schemeClr val="accent1"/>
              </a:gs>
              <a:gs pos="50000">
                <a:schemeClr val="bg1"/>
              </a:gs>
              <a:gs pos="100000">
                <a:schemeClr val="accent1"/>
              </a:gs>
            </a:gsLst>
            <a:lin ang="0" scaled="1"/>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ctr">
              <a:spcBef>
                <a:spcPct val="50000"/>
              </a:spcBef>
              <a:defRPr/>
            </a:pPr>
            <a:endParaRPr kumimoji="0" lang="en-US" altLang="zh-CN" sz="2400" smtClean="0">
              <a:solidFill>
                <a:srgbClr val="000000"/>
              </a:solidFill>
            </a:endParaRPr>
          </a:p>
          <a:p>
            <a:pPr algn="ctr">
              <a:spcBef>
                <a:spcPct val="50000"/>
              </a:spcBef>
              <a:defRPr/>
            </a:pPr>
            <a:r>
              <a:rPr kumimoji="0" lang="zh-CN" altLang="en-US" sz="2400" smtClean="0">
                <a:solidFill>
                  <a:srgbClr val="000000"/>
                </a:solidFill>
              </a:rPr>
              <a:t>推</a:t>
            </a:r>
            <a:endParaRPr kumimoji="0" lang="en-US" altLang="zh-CN" sz="2400" smtClean="0">
              <a:solidFill>
                <a:srgbClr val="000000"/>
              </a:solidFill>
            </a:endParaRPr>
          </a:p>
          <a:p>
            <a:pPr algn="ctr">
              <a:spcBef>
                <a:spcPct val="50000"/>
              </a:spcBef>
              <a:defRPr/>
            </a:pPr>
            <a:endParaRPr kumimoji="0" lang="en-US" altLang="zh-CN" sz="2400" smtClean="0">
              <a:solidFill>
                <a:srgbClr val="000000"/>
              </a:solidFill>
            </a:endParaRPr>
          </a:p>
          <a:p>
            <a:pPr algn="ctr">
              <a:spcBef>
                <a:spcPct val="50000"/>
              </a:spcBef>
              <a:defRPr/>
            </a:pPr>
            <a:r>
              <a:rPr kumimoji="0" lang="zh-CN" altLang="en-US" sz="2400" smtClean="0">
                <a:solidFill>
                  <a:srgbClr val="000000"/>
                </a:solidFill>
              </a:rPr>
              <a:t>广</a:t>
            </a:r>
            <a:endParaRPr kumimoji="0" lang="en-US" altLang="zh-CN" sz="2400" smtClean="0">
              <a:solidFill>
                <a:srgbClr val="000000"/>
              </a:solidFill>
            </a:endParaRPr>
          </a:p>
          <a:p>
            <a:pPr algn="ctr">
              <a:spcBef>
                <a:spcPct val="50000"/>
              </a:spcBef>
              <a:defRPr/>
            </a:pPr>
            <a:endParaRPr kumimoji="0" lang="zh-CN" altLang="en-US" sz="2400" dirty="0">
              <a:solidFill>
                <a:srgbClr val="000000"/>
              </a:solidFill>
            </a:endParaRPr>
          </a:p>
        </p:txBody>
      </p:sp>
      <p:sp>
        <p:nvSpPr>
          <p:cNvPr id="15371" name="Rectangle 4"/>
          <p:cNvSpPr>
            <a:spLocks noChangeArrowheads="1"/>
          </p:cNvSpPr>
          <p:nvPr/>
        </p:nvSpPr>
        <p:spPr bwMode="auto">
          <a:xfrm>
            <a:off x="2514600" y="2114550"/>
            <a:ext cx="3028950" cy="1143000"/>
          </a:xfrm>
          <a:prstGeom prst="rect">
            <a:avLst/>
          </a:prstGeom>
          <a:solidFill>
            <a:schemeClr val="bg1"/>
          </a:solidFill>
          <a:ln w="9525">
            <a:solidFill>
              <a:schemeClr val="tx2"/>
            </a:solidFill>
            <a:miter lim="800000"/>
            <a:headEnd/>
            <a:tailEnd/>
          </a:ln>
          <a:effectLst/>
        </p:spPr>
        <p:txBody>
          <a:bodyPr wrap="none" anchor="ctr"/>
          <a:lstStyle/>
          <a:p>
            <a:endParaRPr kumimoji="0" lang="zh-CN" altLang="en-US" sz="1350" b="0">
              <a:solidFill>
                <a:prstClr val="black"/>
              </a:solidFill>
              <a:latin typeface="Arial" charset="0"/>
              <a:ea typeface="宋体" charset="-122"/>
            </a:endParaRPr>
          </a:p>
        </p:txBody>
      </p:sp>
      <p:sp>
        <p:nvSpPr>
          <p:cNvPr id="15372" name="Rectangle 55"/>
          <p:cNvSpPr>
            <a:spLocks noChangeArrowheads="1"/>
          </p:cNvSpPr>
          <p:nvPr/>
        </p:nvSpPr>
        <p:spPr bwMode="auto">
          <a:xfrm>
            <a:off x="3286976" y="4118486"/>
            <a:ext cx="415498" cy="369332"/>
          </a:xfrm>
          <a:prstGeom prst="rect">
            <a:avLst/>
          </a:prstGeom>
          <a:noFill/>
          <a:ln w="9525">
            <a:noFill/>
            <a:miter lim="800000"/>
            <a:headEnd/>
            <a:tailEnd/>
          </a:ln>
          <a:effectLst/>
        </p:spPr>
        <p:txBody>
          <a:bodyPr wrap="none">
            <a:spAutoFit/>
          </a:bodyPr>
          <a:lstStyle/>
          <a:p>
            <a:r>
              <a:rPr kumimoji="0" lang="en-US" altLang="zh-CN" sz="1800" b="0">
                <a:solidFill>
                  <a:srgbClr val="FF0000"/>
                </a:solidFill>
                <a:latin typeface="Arial" charset="0"/>
                <a:ea typeface="宋体" charset="-122"/>
              </a:rPr>
              <a:t>×</a:t>
            </a:r>
          </a:p>
        </p:txBody>
      </p:sp>
      <p:sp>
        <p:nvSpPr>
          <p:cNvPr id="15373" name="Oval 70"/>
          <p:cNvSpPr>
            <a:spLocks noChangeArrowheads="1"/>
          </p:cNvSpPr>
          <p:nvPr/>
        </p:nvSpPr>
        <p:spPr bwMode="auto">
          <a:xfrm>
            <a:off x="3376500" y="4192191"/>
            <a:ext cx="216694" cy="216694"/>
          </a:xfrm>
          <a:prstGeom prst="ellipse">
            <a:avLst/>
          </a:prstGeom>
          <a:noFill/>
          <a:ln w="9525">
            <a:solidFill>
              <a:schemeClr val="tx1"/>
            </a:solidFill>
            <a:round/>
            <a:headEnd/>
            <a:tailEnd/>
          </a:ln>
          <a:effectLst/>
        </p:spPr>
        <p:txBody>
          <a:bodyPr wrap="none" anchor="ctr"/>
          <a:lstStyle/>
          <a:p>
            <a:endParaRPr kumimoji="0" lang="zh-CN" altLang="en-US" sz="1350" b="0">
              <a:solidFill>
                <a:prstClr val="black"/>
              </a:solidFill>
              <a:latin typeface="Arial" charset="0"/>
              <a:ea typeface="宋体" charset="-122"/>
            </a:endParaRPr>
          </a:p>
        </p:txBody>
      </p:sp>
      <p:grpSp>
        <p:nvGrpSpPr>
          <p:cNvPr id="6" name="Group 75"/>
          <p:cNvGrpSpPr>
            <a:grpSpLocks/>
          </p:cNvGrpSpPr>
          <p:nvPr/>
        </p:nvGrpSpPr>
        <p:grpSpPr bwMode="auto">
          <a:xfrm>
            <a:off x="2400300" y="2170510"/>
            <a:ext cx="1771650" cy="1272779"/>
            <a:chOff x="1056" y="1771"/>
            <a:chExt cx="1488" cy="1069"/>
          </a:xfrm>
        </p:grpSpPr>
        <p:sp>
          <p:nvSpPr>
            <p:cNvPr id="15375" name="Text Box 5"/>
            <p:cNvSpPr txBox="1">
              <a:spLocks noChangeArrowheads="1"/>
            </p:cNvSpPr>
            <p:nvPr/>
          </p:nvSpPr>
          <p:spPr bwMode="auto">
            <a:xfrm>
              <a:off x="1792" y="2306"/>
              <a:ext cx="416" cy="349"/>
            </a:xfrm>
            <a:prstGeom prst="rect">
              <a:avLst/>
            </a:prstGeom>
            <a:noFill/>
            <a:ln w="9525">
              <a:noFill/>
              <a:miter lim="800000"/>
              <a:headEnd/>
              <a:tailEnd/>
            </a:ln>
            <a:effectLst/>
          </p:spPr>
          <p:txBody>
            <a:bodyPr>
              <a:spAutoFit/>
            </a:bodyPr>
            <a:lstStyle/>
            <a:p>
              <a:pPr>
                <a:spcBef>
                  <a:spcPct val="50000"/>
                </a:spcBef>
              </a:pPr>
              <a:r>
                <a:rPr kumimoji="0" lang="en-US" altLang="zh-CN" sz="2100" b="0" i="1">
                  <a:solidFill>
                    <a:srgbClr val="000000"/>
                  </a:solidFill>
                  <a:ea typeface="宋体" charset="-122"/>
                </a:rPr>
                <a:t>o</a:t>
              </a:r>
            </a:p>
          </p:txBody>
        </p:sp>
        <p:sp>
          <p:nvSpPr>
            <p:cNvPr id="15376" name="Rectangle 6"/>
            <p:cNvSpPr>
              <a:spLocks noChangeArrowheads="1"/>
            </p:cNvSpPr>
            <p:nvPr/>
          </p:nvSpPr>
          <p:spPr bwMode="auto">
            <a:xfrm>
              <a:off x="1056" y="1786"/>
              <a:ext cx="589" cy="349"/>
            </a:xfrm>
            <a:prstGeom prst="rect">
              <a:avLst/>
            </a:prstGeom>
            <a:noFill/>
            <a:ln w="9525">
              <a:noFill/>
              <a:miter lim="800000"/>
              <a:headEnd/>
              <a:tailEnd/>
            </a:ln>
            <a:effectLst/>
          </p:spPr>
          <p:txBody>
            <a:bodyPr wrap="none">
              <a:spAutoFit/>
            </a:bodyPr>
            <a:lstStyle/>
            <a:p>
              <a:pPr>
                <a:spcBef>
                  <a:spcPct val="50000"/>
                </a:spcBef>
              </a:pPr>
              <a:r>
                <a:rPr kumimoji="0" lang="en-US" altLang="zh-CN" sz="2100">
                  <a:solidFill>
                    <a:srgbClr val="000000"/>
                  </a:solidFill>
                  <a:ea typeface="宋体" charset="-122"/>
                </a:rPr>
                <a:t>   </a:t>
              </a:r>
              <a:r>
                <a:rPr kumimoji="0" lang="en-US" altLang="zh-CN" sz="2100">
                  <a:solidFill>
                    <a:srgbClr val="CC0000"/>
                  </a:solidFill>
                  <a:ea typeface="宋体" charset="-122"/>
                </a:rPr>
                <a:t>(2)</a:t>
              </a:r>
            </a:p>
          </p:txBody>
        </p:sp>
        <p:sp>
          <p:nvSpPr>
            <p:cNvPr id="15377" name="Line 7"/>
            <p:cNvSpPr>
              <a:spLocks noChangeShapeType="1"/>
            </p:cNvSpPr>
            <p:nvPr/>
          </p:nvSpPr>
          <p:spPr bwMode="auto">
            <a:xfrm flipV="1">
              <a:off x="1536" y="2388"/>
              <a:ext cx="1008" cy="0"/>
            </a:xfrm>
            <a:prstGeom prst="line">
              <a:avLst/>
            </a:prstGeom>
            <a:noFill/>
            <a:ln w="22225">
              <a:solidFill>
                <a:schemeClr val="tx1"/>
              </a:solidFill>
              <a:prstDash val="dash"/>
              <a:round/>
              <a:headEnd/>
              <a:tailEnd type="none" w="sm" len="lg"/>
            </a:ln>
            <a:effectLst/>
          </p:spPr>
          <p:txBody>
            <a:bodyPr wrap="none" anchor="ctr"/>
            <a:lstStyle/>
            <a:p>
              <a:pPr eaLnBrk="0" hangingPunct="0"/>
              <a:endParaRPr kumimoji="0" lang="zh-CN" altLang="en-US" sz="1350" b="0">
                <a:solidFill>
                  <a:prstClr val="black"/>
                </a:solidFill>
                <a:latin typeface="Arial" charset="0"/>
                <a:ea typeface="宋体" charset="-122"/>
              </a:endParaRPr>
            </a:p>
          </p:txBody>
        </p:sp>
        <p:sp>
          <p:nvSpPr>
            <p:cNvPr id="15378" name="Line 8"/>
            <p:cNvSpPr>
              <a:spLocks noChangeShapeType="1"/>
            </p:cNvSpPr>
            <p:nvPr/>
          </p:nvSpPr>
          <p:spPr bwMode="auto">
            <a:xfrm flipV="1">
              <a:off x="2016" y="2101"/>
              <a:ext cx="384" cy="287"/>
            </a:xfrm>
            <a:prstGeom prst="line">
              <a:avLst/>
            </a:prstGeom>
            <a:noFill/>
            <a:ln w="19050">
              <a:solidFill>
                <a:schemeClr val="tx2"/>
              </a:solidFill>
              <a:round/>
              <a:headEnd/>
              <a:tailEnd type="triangle" w="sm" len="lg"/>
            </a:ln>
            <a:effectLst/>
          </p:spPr>
          <p:txBody>
            <a:bodyPr wrap="none" anchor="ctr"/>
            <a:lstStyle/>
            <a:p>
              <a:pPr eaLnBrk="0" hangingPunct="0"/>
              <a:endParaRPr kumimoji="0" lang="zh-CN" altLang="en-US" sz="1350" b="0">
                <a:solidFill>
                  <a:prstClr val="black"/>
                </a:solidFill>
                <a:latin typeface="Arial" charset="0"/>
                <a:ea typeface="宋体" charset="-122"/>
              </a:endParaRPr>
            </a:p>
          </p:txBody>
        </p:sp>
        <p:sp>
          <p:nvSpPr>
            <p:cNvPr id="15379" name="Text Box 9"/>
            <p:cNvSpPr txBox="1">
              <a:spLocks noChangeArrowheads="1"/>
            </p:cNvSpPr>
            <p:nvPr/>
          </p:nvSpPr>
          <p:spPr bwMode="auto">
            <a:xfrm>
              <a:off x="1992" y="1979"/>
              <a:ext cx="294" cy="349"/>
            </a:xfrm>
            <a:prstGeom prst="rect">
              <a:avLst/>
            </a:prstGeom>
            <a:noFill/>
            <a:ln w="9525">
              <a:noFill/>
              <a:miter lim="800000"/>
              <a:headEnd/>
              <a:tailEnd/>
            </a:ln>
            <a:effectLst/>
          </p:spPr>
          <p:txBody>
            <a:bodyPr wrap="none">
              <a:spAutoFit/>
            </a:bodyPr>
            <a:lstStyle/>
            <a:p>
              <a:pPr>
                <a:spcBef>
                  <a:spcPct val="50000"/>
                </a:spcBef>
              </a:pPr>
              <a:r>
                <a:rPr kumimoji="0" lang="en-US" altLang="zh-CN" sz="2100" b="0" i="1">
                  <a:solidFill>
                    <a:srgbClr val="000000"/>
                  </a:solidFill>
                  <a:ea typeface="宋体" charset="-122"/>
                </a:rPr>
                <a:t>R</a:t>
              </a:r>
            </a:p>
          </p:txBody>
        </p:sp>
        <p:sp>
          <p:nvSpPr>
            <p:cNvPr id="15380" name="AutoShape 11"/>
            <p:cNvSpPr>
              <a:spLocks noChangeArrowheads="1"/>
            </p:cNvSpPr>
            <p:nvPr/>
          </p:nvSpPr>
          <p:spPr bwMode="auto">
            <a:xfrm>
              <a:off x="1536" y="1977"/>
              <a:ext cx="1008" cy="863"/>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343 w 21600"/>
                <a:gd name="T13" fmla="*/ 0 h 21600"/>
                <a:gd name="T14" fmla="*/ 21257 w 21600"/>
                <a:gd name="T15" fmla="*/ 13516 h 21600"/>
              </a:gdLst>
              <a:ahLst/>
              <a:cxnLst>
                <a:cxn ang="T8">
                  <a:pos x="T0" y="T1"/>
                </a:cxn>
                <a:cxn ang="T9">
                  <a:pos x="T2" y="T3"/>
                </a:cxn>
                <a:cxn ang="T10">
                  <a:pos x="T4" y="T5"/>
                </a:cxn>
                <a:cxn ang="T11">
                  <a:pos x="T6" y="T7"/>
                </a:cxn>
              </a:cxnLst>
              <a:rect l="T12" t="T13" r="T14" b="T15"/>
              <a:pathLst>
                <a:path w="21600" h="21600">
                  <a:moveTo>
                    <a:pt x="5" y="10441"/>
                  </a:moveTo>
                  <a:cubicBezTo>
                    <a:pt x="199" y="4619"/>
                    <a:pt x="4974" y="-1"/>
                    <a:pt x="10800" y="0"/>
                  </a:cubicBezTo>
                  <a:cubicBezTo>
                    <a:pt x="16625" y="0"/>
                    <a:pt x="21400" y="4619"/>
                    <a:pt x="21594" y="10441"/>
                  </a:cubicBezTo>
                  <a:cubicBezTo>
                    <a:pt x="21400" y="4619"/>
                    <a:pt x="16625" y="-1"/>
                    <a:pt x="10799" y="0"/>
                  </a:cubicBezTo>
                  <a:cubicBezTo>
                    <a:pt x="4974" y="0"/>
                    <a:pt x="199" y="4619"/>
                    <a:pt x="5" y="10441"/>
                  </a:cubicBezTo>
                  <a:close/>
                </a:path>
              </a:pathLst>
            </a:custGeom>
            <a:solidFill>
              <a:srgbClr val="CC00CC"/>
            </a:solidFill>
            <a:ln w="57150">
              <a:solidFill>
                <a:schemeClr val="accent2"/>
              </a:solidFill>
              <a:miter lim="800000"/>
              <a:headEnd/>
              <a:tailEnd/>
            </a:ln>
            <a:effectLst/>
          </p:spPr>
          <p:txBody>
            <a:bodyPr wrap="none" anchor="ctr"/>
            <a:lstStyle/>
            <a:p>
              <a:pPr eaLnBrk="0" hangingPunct="0"/>
              <a:endParaRPr kumimoji="0" lang="zh-CN" altLang="en-US" sz="1350" b="0">
                <a:solidFill>
                  <a:prstClr val="black"/>
                </a:solidFill>
                <a:latin typeface="Arial" charset="0"/>
                <a:ea typeface="宋体" charset="-122"/>
              </a:endParaRPr>
            </a:p>
          </p:txBody>
        </p:sp>
        <p:grpSp>
          <p:nvGrpSpPr>
            <p:cNvPr id="7" name="Group 12"/>
            <p:cNvGrpSpPr>
              <a:grpSpLocks/>
            </p:cNvGrpSpPr>
            <p:nvPr/>
          </p:nvGrpSpPr>
          <p:grpSpPr bwMode="auto">
            <a:xfrm>
              <a:off x="2016" y="1771"/>
              <a:ext cx="422" cy="349"/>
              <a:chOff x="1200" y="1680"/>
              <a:chExt cx="422" cy="408"/>
            </a:xfrm>
          </p:grpSpPr>
          <p:sp>
            <p:nvSpPr>
              <p:cNvPr id="15384" name="Line 13"/>
              <p:cNvSpPr>
                <a:spLocks noChangeShapeType="1"/>
              </p:cNvSpPr>
              <p:nvPr/>
            </p:nvSpPr>
            <p:spPr bwMode="auto">
              <a:xfrm>
                <a:off x="1200" y="1920"/>
                <a:ext cx="144" cy="0"/>
              </a:xfrm>
              <a:prstGeom prst="line">
                <a:avLst/>
              </a:prstGeom>
              <a:noFill/>
              <a:ln w="47625">
                <a:solidFill>
                  <a:srgbClr val="FF3300"/>
                </a:solidFill>
                <a:round/>
                <a:headEnd/>
                <a:tailEnd type="stealth" w="lg" len="lg"/>
              </a:ln>
              <a:effectLst/>
            </p:spPr>
            <p:txBody>
              <a:bodyPr wrap="none" anchor="ctr"/>
              <a:lstStyle/>
              <a:p>
                <a:pPr eaLnBrk="0" hangingPunct="0"/>
                <a:endParaRPr kumimoji="0" lang="zh-CN" altLang="en-US" sz="1350" b="0">
                  <a:solidFill>
                    <a:prstClr val="black"/>
                  </a:solidFill>
                  <a:latin typeface="Arial" charset="0"/>
                  <a:ea typeface="宋体" charset="-122"/>
                </a:endParaRPr>
              </a:p>
            </p:txBody>
          </p:sp>
          <p:sp>
            <p:nvSpPr>
              <p:cNvPr id="15385" name="Text Box 14"/>
              <p:cNvSpPr txBox="1">
                <a:spLocks noChangeArrowheads="1"/>
              </p:cNvSpPr>
              <p:nvPr/>
            </p:nvSpPr>
            <p:spPr bwMode="auto">
              <a:xfrm>
                <a:off x="1392" y="1680"/>
                <a:ext cx="230" cy="408"/>
              </a:xfrm>
              <a:prstGeom prst="rect">
                <a:avLst/>
              </a:prstGeom>
              <a:noFill/>
              <a:ln w="9525">
                <a:noFill/>
                <a:miter lim="800000"/>
                <a:headEnd/>
                <a:tailEnd/>
              </a:ln>
              <a:effectLst/>
            </p:spPr>
            <p:txBody>
              <a:bodyPr wrap="none">
                <a:spAutoFit/>
              </a:bodyPr>
              <a:lstStyle/>
              <a:p>
                <a:pPr>
                  <a:spcBef>
                    <a:spcPct val="50000"/>
                  </a:spcBef>
                </a:pPr>
                <a:r>
                  <a:rPr kumimoji="0" lang="en-US" altLang="zh-CN" sz="2100" b="0" i="1">
                    <a:solidFill>
                      <a:srgbClr val="000000"/>
                    </a:solidFill>
                    <a:ea typeface="宋体" charset="-122"/>
                  </a:rPr>
                  <a:t>I</a:t>
                </a:r>
              </a:p>
            </p:txBody>
          </p:sp>
        </p:grpSp>
        <p:sp>
          <p:nvSpPr>
            <p:cNvPr id="15382" name="Text Box 48"/>
            <p:cNvSpPr txBox="1">
              <a:spLocks noChangeArrowheads="1"/>
            </p:cNvSpPr>
            <p:nvPr/>
          </p:nvSpPr>
          <p:spPr bwMode="auto">
            <a:xfrm>
              <a:off x="1855" y="2235"/>
              <a:ext cx="349" cy="310"/>
            </a:xfrm>
            <a:prstGeom prst="rect">
              <a:avLst/>
            </a:prstGeom>
            <a:noFill/>
            <a:ln w="9525">
              <a:noFill/>
              <a:miter lim="800000"/>
              <a:headEnd/>
              <a:tailEnd/>
            </a:ln>
            <a:effectLst/>
          </p:spPr>
          <p:txBody>
            <a:bodyPr wrap="none">
              <a:spAutoFit/>
            </a:bodyPr>
            <a:lstStyle/>
            <a:p>
              <a:r>
                <a:rPr kumimoji="0" lang="en-US" altLang="zh-CN" sz="1800" b="0">
                  <a:solidFill>
                    <a:srgbClr val="FF0000"/>
                  </a:solidFill>
                  <a:latin typeface="Arial" charset="0"/>
                  <a:ea typeface="宋体" charset="-122"/>
                </a:rPr>
                <a:t>×</a:t>
              </a:r>
            </a:p>
          </p:txBody>
        </p:sp>
        <p:sp>
          <p:nvSpPr>
            <p:cNvPr id="15383" name="Oval 74"/>
            <p:cNvSpPr>
              <a:spLocks noChangeArrowheads="1"/>
            </p:cNvSpPr>
            <p:nvPr/>
          </p:nvSpPr>
          <p:spPr bwMode="auto">
            <a:xfrm>
              <a:off x="1927" y="2296"/>
              <a:ext cx="182" cy="182"/>
            </a:xfrm>
            <a:prstGeom prst="ellipse">
              <a:avLst/>
            </a:prstGeom>
            <a:noFill/>
            <a:ln w="9525">
              <a:solidFill>
                <a:schemeClr val="tx1"/>
              </a:solidFill>
              <a:round/>
              <a:headEnd/>
              <a:tailEnd/>
            </a:ln>
            <a:effectLst/>
          </p:spPr>
          <p:txBody>
            <a:bodyPr wrap="none" anchor="ctr"/>
            <a:lstStyle/>
            <a:p>
              <a:endParaRPr kumimoji="0" lang="zh-CN" altLang="en-US" sz="1350" b="0">
                <a:solidFill>
                  <a:prstClr val="black"/>
                </a:solidFill>
                <a:latin typeface="Arial" charset="0"/>
                <a:ea typeface="宋体" charset="-122"/>
              </a:endParaRPr>
            </a:p>
          </p:txBody>
        </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22556"/>
                                        </p:tgtEl>
                                        <p:attrNameLst>
                                          <p:attrName>style.visibility</p:attrName>
                                        </p:attrNameLst>
                                      </p:cBhvr>
                                      <p:to>
                                        <p:strVal val="visible"/>
                                      </p:to>
                                    </p:set>
                                    <p:animEffect transition="in" filter="blinds(horizontal)">
                                      <p:cBhvr>
                                        <p:cTn id="7" dur="500"/>
                                        <p:tgtEl>
                                          <p:spTgt spid="22556"/>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5" fill="hold" nodeType="clickEffect">
                                  <p:stCondLst>
                                    <p:cond delay="0"/>
                                  </p:stCondLst>
                                  <p:childTnLst>
                                    <p:set>
                                      <p:cBhvr>
                                        <p:cTn id="11" dur="1" fill="hold">
                                          <p:stCondLst>
                                            <p:cond delay="0"/>
                                          </p:stCondLst>
                                        </p:cTn>
                                        <p:tgtEl>
                                          <p:spTgt spid="22557"/>
                                        </p:tgtEl>
                                        <p:attrNameLst>
                                          <p:attrName>style.visibility</p:attrName>
                                        </p:attrNameLst>
                                      </p:cBhvr>
                                      <p:to>
                                        <p:strVal val="visible"/>
                                      </p:to>
                                    </p:set>
                                    <p:animEffect transition="in" filter="blinds(vertical)">
                                      <p:cBhvr>
                                        <p:cTn id="12" dur="500"/>
                                        <p:tgtEl>
                                          <p:spTgt spid="22557"/>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5" fill="hold" nodeType="clickEffect">
                                  <p:stCondLst>
                                    <p:cond delay="0"/>
                                  </p:stCondLst>
                                  <p:childTnLst>
                                    <p:set>
                                      <p:cBhvr>
                                        <p:cTn id="16" dur="1" fill="hold">
                                          <p:stCondLst>
                                            <p:cond delay="0"/>
                                          </p:stCondLst>
                                        </p:cTn>
                                        <p:tgtEl>
                                          <p:spTgt spid="22558"/>
                                        </p:tgtEl>
                                        <p:attrNameLst>
                                          <p:attrName>style.visibility</p:attrName>
                                        </p:attrNameLst>
                                      </p:cBhvr>
                                      <p:to>
                                        <p:strVal val="visible"/>
                                      </p:to>
                                    </p:set>
                                    <p:animEffect transition="in" filter="blinds(vertical)">
                                      <p:cBhvr>
                                        <p:cTn id="17" dur="500"/>
                                        <p:tgtEl>
                                          <p:spTgt spid="2255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灯片编号占位符 1"/>
          <p:cNvSpPr>
            <a:spLocks noGrp="1"/>
          </p:cNvSpPr>
          <p:nvPr>
            <p:ph type="sldNum" sz="quarter" idx="10"/>
          </p:nvPr>
        </p:nvSpPr>
        <p:spPr bwMode="auto">
          <a:noFill/>
          <a:ln>
            <a:miter lim="800000"/>
            <a:headEnd/>
            <a:tailEnd/>
          </a:ln>
        </p:spPr>
        <p:txBody>
          <a:bodyPr/>
          <a:lstStyle/>
          <a:p>
            <a:fld id="{BDC109C2-5D74-4E58-B6D2-7EF36E08F9D9}" type="slidenum">
              <a:rPr lang="en-US" altLang="zh-CN">
                <a:ea typeface="宋体" charset="-122"/>
              </a:rPr>
              <a:pPr/>
              <a:t>29</a:t>
            </a:fld>
            <a:endParaRPr lang="en-US" altLang="zh-CN">
              <a:ea typeface="宋体" charset="-122"/>
            </a:endParaRPr>
          </a:p>
        </p:txBody>
      </p:sp>
      <p:grpSp>
        <p:nvGrpSpPr>
          <p:cNvPr id="2" name="Group 43"/>
          <p:cNvGrpSpPr>
            <a:grpSpLocks/>
          </p:cNvGrpSpPr>
          <p:nvPr/>
        </p:nvGrpSpPr>
        <p:grpSpPr bwMode="auto">
          <a:xfrm>
            <a:off x="1372613" y="884635"/>
            <a:ext cx="3086100" cy="1454944"/>
            <a:chOff x="424" y="743"/>
            <a:chExt cx="2592" cy="1222"/>
          </a:xfrm>
        </p:grpSpPr>
        <p:sp>
          <p:nvSpPr>
            <p:cNvPr id="16414" name="Rectangle 3"/>
            <p:cNvSpPr>
              <a:spLocks noChangeArrowheads="1"/>
            </p:cNvSpPr>
            <p:nvPr/>
          </p:nvSpPr>
          <p:spPr bwMode="auto">
            <a:xfrm>
              <a:off x="472" y="743"/>
              <a:ext cx="2544" cy="1192"/>
            </a:xfrm>
            <a:prstGeom prst="rect">
              <a:avLst/>
            </a:prstGeom>
            <a:solidFill>
              <a:schemeClr val="bg1"/>
            </a:solidFill>
            <a:ln w="9525">
              <a:solidFill>
                <a:schemeClr val="tx2"/>
              </a:solidFill>
              <a:miter lim="800000"/>
              <a:headEnd/>
              <a:tailEnd/>
            </a:ln>
            <a:effectLst/>
          </p:spPr>
          <p:txBody>
            <a:bodyPr wrap="none" anchor="ctr"/>
            <a:lstStyle/>
            <a:p>
              <a:endParaRPr kumimoji="0" lang="zh-CN" altLang="en-US" sz="1350" b="0">
                <a:solidFill>
                  <a:prstClr val="black"/>
                </a:solidFill>
                <a:latin typeface="Arial" charset="0"/>
                <a:ea typeface="宋体" charset="-122"/>
              </a:endParaRPr>
            </a:p>
          </p:txBody>
        </p:sp>
        <p:sp>
          <p:nvSpPr>
            <p:cNvPr id="16415" name="Text Box 4"/>
            <p:cNvSpPr txBox="1">
              <a:spLocks noChangeArrowheads="1"/>
            </p:cNvSpPr>
            <p:nvPr/>
          </p:nvSpPr>
          <p:spPr bwMode="auto">
            <a:xfrm>
              <a:off x="424" y="862"/>
              <a:ext cx="212" cy="349"/>
            </a:xfrm>
            <a:prstGeom prst="rect">
              <a:avLst/>
            </a:prstGeom>
            <a:noFill/>
            <a:ln w="9525">
              <a:noFill/>
              <a:miter lim="800000"/>
              <a:headEnd/>
              <a:tailEnd/>
            </a:ln>
            <a:effectLst/>
          </p:spPr>
          <p:txBody>
            <a:bodyPr wrap="none">
              <a:spAutoFit/>
            </a:bodyPr>
            <a:lstStyle/>
            <a:p>
              <a:pPr>
                <a:spcBef>
                  <a:spcPct val="50000"/>
                </a:spcBef>
              </a:pPr>
              <a:r>
                <a:rPr kumimoji="0" lang="en-US" altLang="zh-CN" sz="2100" i="1">
                  <a:solidFill>
                    <a:srgbClr val="000000"/>
                  </a:solidFill>
                  <a:ea typeface="宋体" charset="-122"/>
                </a:rPr>
                <a:t> </a:t>
              </a:r>
              <a:endParaRPr kumimoji="0" lang="zh-CN" altLang="zh-CN" sz="2100" i="1">
                <a:solidFill>
                  <a:srgbClr val="000000"/>
                </a:solidFill>
                <a:ea typeface="宋体" charset="-122"/>
              </a:endParaRPr>
            </a:p>
          </p:txBody>
        </p:sp>
        <p:sp>
          <p:nvSpPr>
            <p:cNvPr id="16416" name="Line 5"/>
            <p:cNvSpPr>
              <a:spLocks noChangeShapeType="1"/>
            </p:cNvSpPr>
            <p:nvPr/>
          </p:nvSpPr>
          <p:spPr bwMode="auto">
            <a:xfrm>
              <a:off x="952" y="1776"/>
              <a:ext cx="576" cy="0"/>
            </a:xfrm>
            <a:prstGeom prst="line">
              <a:avLst/>
            </a:prstGeom>
            <a:noFill/>
            <a:ln w="41275">
              <a:solidFill>
                <a:schemeClr val="accent2"/>
              </a:solidFill>
              <a:round/>
              <a:headEnd/>
              <a:tailEnd type="none" w="sm" len="lg"/>
            </a:ln>
            <a:effectLst/>
          </p:spPr>
          <p:txBody>
            <a:bodyPr wrap="none" anchor="ctr"/>
            <a:lstStyle/>
            <a:p>
              <a:pPr eaLnBrk="0" hangingPunct="0"/>
              <a:endParaRPr kumimoji="0" lang="zh-CN" altLang="en-US" sz="1350" b="0">
                <a:solidFill>
                  <a:prstClr val="black"/>
                </a:solidFill>
                <a:latin typeface="Arial" charset="0"/>
                <a:ea typeface="宋体" charset="-122"/>
              </a:endParaRPr>
            </a:p>
          </p:txBody>
        </p:sp>
        <p:sp>
          <p:nvSpPr>
            <p:cNvPr id="16417" name="Line 6"/>
            <p:cNvSpPr>
              <a:spLocks noChangeShapeType="1"/>
            </p:cNvSpPr>
            <p:nvPr/>
          </p:nvSpPr>
          <p:spPr bwMode="auto">
            <a:xfrm flipV="1">
              <a:off x="1528" y="1220"/>
              <a:ext cx="0" cy="556"/>
            </a:xfrm>
            <a:prstGeom prst="line">
              <a:avLst/>
            </a:prstGeom>
            <a:noFill/>
            <a:ln w="41275">
              <a:solidFill>
                <a:schemeClr val="accent2"/>
              </a:solidFill>
              <a:round/>
              <a:headEnd/>
              <a:tailEnd type="none" w="sm" len="lg"/>
            </a:ln>
            <a:effectLst/>
          </p:spPr>
          <p:txBody>
            <a:bodyPr wrap="none" anchor="ctr"/>
            <a:lstStyle/>
            <a:p>
              <a:pPr eaLnBrk="0" hangingPunct="0"/>
              <a:endParaRPr kumimoji="0" lang="zh-CN" altLang="en-US" sz="1350" b="0">
                <a:solidFill>
                  <a:prstClr val="black"/>
                </a:solidFill>
                <a:latin typeface="Arial" charset="0"/>
                <a:ea typeface="宋体" charset="-122"/>
              </a:endParaRPr>
            </a:p>
          </p:txBody>
        </p:sp>
        <p:sp>
          <p:nvSpPr>
            <p:cNvPr id="16418" name="Line 7"/>
            <p:cNvSpPr>
              <a:spLocks noChangeShapeType="1"/>
            </p:cNvSpPr>
            <p:nvPr/>
          </p:nvSpPr>
          <p:spPr bwMode="auto">
            <a:xfrm flipH="1">
              <a:off x="664" y="1776"/>
              <a:ext cx="288" cy="0"/>
            </a:xfrm>
            <a:prstGeom prst="line">
              <a:avLst/>
            </a:prstGeom>
            <a:noFill/>
            <a:ln w="31750">
              <a:solidFill>
                <a:schemeClr val="accent2"/>
              </a:solidFill>
              <a:prstDash val="dash"/>
              <a:round/>
              <a:headEnd/>
              <a:tailEnd type="none" w="sm" len="lg"/>
            </a:ln>
            <a:effectLst/>
          </p:spPr>
          <p:txBody>
            <a:bodyPr wrap="none" anchor="ctr"/>
            <a:lstStyle/>
            <a:p>
              <a:pPr eaLnBrk="0" hangingPunct="0"/>
              <a:endParaRPr kumimoji="0" lang="zh-CN" altLang="en-US" sz="1350" b="0">
                <a:solidFill>
                  <a:prstClr val="black"/>
                </a:solidFill>
                <a:latin typeface="Arial" charset="0"/>
                <a:ea typeface="宋体" charset="-122"/>
              </a:endParaRPr>
            </a:p>
          </p:txBody>
        </p:sp>
        <p:sp>
          <p:nvSpPr>
            <p:cNvPr id="16419" name="Line 8"/>
            <p:cNvSpPr>
              <a:spLocks noChangeShapeType="1"/>
            </p:cNvSpPr>
            <p:nvPr/>
          </p:nvSpPr>
          <p:spPr bwMode="auto">
            <a:xfrm flipV="1">
              <a:off x="1528" y="981"/>
              <a:ext cx="0" cy="279"/>
            </a:xfrm>
            <a:prstGeom prst="line">
              <a:avLst/>
            </a:prstGeom>
            <a:noFill/>
            <a:ln w="31750">
              <a:solidFill>
                <a:schemeClr val="accent2"/>
              </a:solidFill>
              <a:prstDash val="dash"/>
              <a:round/>
              <a:headEnd/>
              <a:tailEnd type="none" w="sm" len="lg"/>
            </a:ln>
            <a:effectLst/>
          </p:spPr>
          <p:txBody>
            <a:bodyPr wrap="none" anchor="ctr"/>
            <a:lstStyle/>
            <a:p>
              <a:pPr eaLnBrk="0" hangingPunct="0"/>
              <a:endParaRPr kumimoji="0" lang="zh-CN" altLang="en-US" sz="1350" b="0">
                <a:solidFill>
                  <a:prstClr val="black"/>
                </a:solidFill>
                <a:latin typeface="Arial" charset="0"/>
                <a:ea typeface="宋体" charset="-122"/>
              </a:endParaRPr>
            </a:p>
          </p:txBody>
        </p:sp>
        <p:sp>
          <p:nvSpPr>
            <p:cNvPr id="16420" name="Line 9"/>
            <p:cNvSpPr>
              <a:spLocks noChangeShapeType="1"/>
            </p:cNvSpPr>
            <p:nvPr/>
          </p:nvSpPr>
          <p:spPr bwMode="auto">
            <a:xfrm>
              <a:off x="1528" y="1776"/>
              <a:ext cx="480" cy="0"/>
            </a:xfrm>
            <a:prstGeom prst="line">
              <a:avLst/>
            </a:prstGeom>
            <a:noFill/>
            <a:ln w="31750">
              <a:solidFill>
                <a:schemeClr val="accent2"/>
              </a:solidFill>
              <a:prstDash val="dash"/>
              <a:round/>
              <a:headEnd/>
              <a:tailEnd type="none" w="sm" len="lg"/>
            </a:ln>
            <a:effectLst/>
          </p:spPr>
          <p:txBody>
            <a:bodyPr wrap="none" anchor="ctr"/>
            <a:lstStyle/>
            <a:p>
              <a:pPr eaLnBrk="0" hangingPunct="0"/>
              <a:endParaRPr kumimoji="0" lang="zh-CN" altLang="en-US" sz="1350" b="0">
                <a:solidFill>
                  <a:prstClr val="black"/>
                </a:solidFill>
                <a:latin typeface="Arial" charset="0"/>
                <a:ea typeface="宋体" charset="-122"/>
              </a:endParaRPr>
            </a:p>
          </p:txBody>
        </p:sp>
        <p:sp>
          <p:nvSpPr>
            <p:cNvPr id="16421" name="Text Box 10"/>
            <p:cNvSpPr txBox="1">
              <a:spLocks noChangeArrowheads="1"/>
            </p:cNvSpPr>
            <p:nvPr/>
          </p:nvSpPr>
          <p:spPr bwMode="auto">
            <a:xfrm>
              <a:off x="2018" y="1570"/>
              <a:ext cx="294" cy="349"/>
            </a:xfrm>
            <a:prstGeom prst="rect">
              <a:avLst/>
            </a:prstGeom>
            <a:noFill/>
            <a:ln w="9525">
              <a:noFill/>
              <a:miter lim="800000"/>
              <a:headEnd/>
              <a:tailEnd/>
            </a:ln>
            <a:effectLst/>
          </p:spPr>
          <p:txBody>
            <a:bodyPr wrap="none">
              <a:spAutoFit/>
            </a:bodyPr>
            <a:lstStyle/>
            <a:p>
              <a:pPr>
                <a:spcBef>
                  <a:spcPct val="50000"/>
                </a:spcBef>
              </a:pPr>
              <a:r>
                <a:rPr kumimoji="0" lang="en-US" altLang="zh-CN" sz="2100" b="0" i="1">
                  <a:solidFill>
                    <a:srgbClr val="9900CC"/>
                  </a:solidFill>
                  <a:ea typeface="宋体" charset="-122"/>
                </a:rPr>
                <a:t>A</a:t>
              </a:r>
            </a:p>
          </p:txBody>
        </p:sp>
        <p:sp>
          <p:nvSpPr>
            <p:cNvPr id="16422" name="Text Box 11"/>
            <p:cNvSpPr txBox="1">
              <a:spLocks noChangeArrowheads="1"/>
            </p:cNvSpPr>
            <p:nvPr/>
          </p:nvSpPr>
          <p:spPr bwMode="auto">
            <a:xfrm>
              <a:off x="1609" y="1480"/>
              <a:ext cx="268" cy="349"/>
            </a:xfrm>
            <a:prstGeom prst="rect">
              <a:avLst/>
            </a:prstGeom>
            <a:noFill/>
            <a:ln w="9525">
              <a:noFill/>
              <a:miter lim="800000"/>
              <a:headEnd/>
              <a:tailEnd/>
            </a:ln>
            <a:effectLst/>
          </p:spPr>
          <p:txBody>
            <a:bodyPr wrap="none">
              <a:spAutoFit/>
            </a:bodyPr>
            <a:lstStyle/>
            <a:p>
              <a:pPr>
                <a:spcBef>
                  <a:spcPct val="50000"/>
                </a:spcBef>
              </a:pPr>
              <a:r>
                <a:rPr kumimoji="0" lang="en-US" altLang="zh-CN" sz="2100" i="1" dirty="0">
                  <a:solidFill>
                    <a:srgbClr val="000000"/>
                  </a:solidFill>
                  <a:ea typeface="宋体" charset="-122"/>
                </a:rPr>
                <a:t>d</a:t>
              </a:r>
            </a:p>
          </p:txBody>
        </p:sp>
        <p:sp>
          <p:nvSpPr>
            <p:cNvPr id="16423" name="Line 12"/>
            <p:cNvSpPr>
              <a:spLocks noChangeShapeType="1"/>
            </p:cNvSpPr>
            <p:nvPr/>
          </p:nvSpPr>
          <p:spPr bwMode="auto">
            <a:xfrm>
              <a:off x="1144" y="1776"/>
              <a:ext cx="144" cy="0"/>
            </a:xfrm>
            <a:prstGeom prst="line">
              <a:avLst/>
            </a:prstGeom>
            <a:noFill/>
            <a:ln w="38100">
              <a:solidFill>
                <a:srgbClr val="FF0000"/>
              </a:solidFill>
              <a:round/>
              <a:headEnd/>
              <a:tailEnd type="stealth" w="lg" len="lg"/>
            </a:ln>
            <a:effectLst/>
          </p:spPr>
          <p:txBody>
            <a:bodyPr wrap="none" anchor="ctr"/>
            <a:lstStyle/>
            <a:p>
              <a:pPr eaLnBrk="0" hangingPunct="0"/>
              <a:endParaRPr kumimoji="0" lang="zh-CN" altLang="en-US" sz="1350" b="0">
                <a:solidFill>
                  <a:prstClr val="black"/>
                </a:solidFill>
                <a:latin typeface="Arial" charset="0"/>
                <a:ea typeface="宋体" charset="-122"/>
              </a:endParaRPr>
            </a:p>
          </p:txBody>
        </p:sp>
        <p:sp>
          <p:nvSpPr>
            <p:cNvPr id="16424" name="Line 13"/>
            <p:cNvSpPr>
              <a:spLocks noChangeShapeType="1"/>
            </p:cNvSpPr>
            <p:nvPr/>
          </p:nvSpPr>
          <p:spPr bwMode="auto">
            <a:xfrm flipV="1">
              <a:off x="1528" y="1379"/>
              <a:ext cx="0" cy="119"/>
            </a:xfrm>
            <a:prstGeom prst="line">
              <a:avLst/>
            </a:prstGeom>
            <a:noFill/>
            <a:ln w="38100">
              <a:solidFill>
                <a:srgbClr val="FF0000"/>
              </a:solidFill>
              <a:round/>
              <a:headEnd/>
              <a:tailEnd type="stealth" w="lg" len="lg"/>
            </a:ln>
            <a:effectLst/>
          </p:spPr>
          <p:txBody>
            <a:bodyPr wrap="none" anchor="ctr"/>
            <a:lstStyle/>
            <a:p>
              <a:pPr eaLnBrk="0" hangingPunct="0"/>
              <a:endParaRPr kumimoji="0" lang="zh-CN" altLang="en-US" sz="1350" b="0">
                <a:solidFill>
                  <a:prstClr val="black"/>
                </a:solidFill>
                <a:latin typeface="Arial" charset="0"/>
                <a:ea typeface="宋体" charset="-122"/>
              </a:endParaRPr>
            </a:p>
          </p:txBody>
        </p:sp>
        <p:sp>
          <p:nvSpPr>
            <p:cNvPr id="16425" name="Rectangle 14"/>
            <p:cNvSpPr>
              <a:spLocks noChangeArrowheads="1"/>
            </p:cNvSpPr>
            <p:nvPr/>
          </p:nvSpPr>
          <p:spPr bwMode="auto">
            <a:xfrm>
              <a:off x="568" y="756"/>
              <a:ext cx="419" cy="349"/>
            </a:xfrm>
            <a:prstGeom prst="rect">
              <a:avLst/>
            </a:prstGeom>
            <a:noFill/>
            <a:ln w="9525">
              <a:noFill/>
              <a:miter lim="800000"/>
              <a:headEnd/>
              <a:tailEnd/>
            </a:ln>
            <a:effectLst/>
          </p:spPr>
          <p:txBody>
            <a:bodyPr wrap="none">
              <a:spAutoFit/>
            </a:bodyPr>
            <a:lstStyle/>
            <a:p>
              <a:pPr>
                <a:spcBef>
                  <a:spcPct val="50000"/>
                </a:spcBef>
              </a:pPr>
              <a:r>
                <a:rPr kumimoji="0" lang="en-US" altLang="zh-CN" sz="2100">
                  <a:solidFill>
                    <a:srgbClr val="CC0000"/>
                  </a:solidFill>
                  <a:ea typeface="宋体" charset="-122"/>
                </a:rPr>
                <a:t>(4)</a:t>
              </a:r>
            </a:p>
          </p:txBody>
        </p:sp>
        <p:sp>
          <p:nvSpPr>
            <p:cNvPr id="16426" name="Text Box 15"/>
            <p:cNvSpPr txBox="1">
              <a:spLocks noChangeArrowheads="1"/>
            </p:cNvSpPr>
            <p:nvPr/>
          </p:nvSpPr>
          <p:spPr bwMode="auto">
            <a:xfrm>
              <a:off x="1876" y="1616"/>
              <a:ext cx="268" cy="349"/>
            </a:xfrm>
            <a:prstGeom prst="rect">
              <a:avLst/>
            </a:prstGeom>
            <a:noFill/>
            <a:ln w="9525">
              <a:noFill/>
              <a:miter lim="800000"/>
              <a:headEnd/>
              <a:tailEnd/>
            </a:ln>
            <a:effectLst/>
          </p:spPr>
          <p:txBody>
            <a:bodyPr wrap="none">
              <a:spAutoFit/>
            </a:bodyPr>
            <a:lstStyle/>
            <a:p>
              <a:r>
                <a:rPr kumimoji="0" lang="en-US" altLang="zh-CN" sz="2100">
                  <a:solidFill>
                    <a:srgbClr val="9900CC"/>
                  </a:solidFill>
                  <a:ea typeface="宋体" charset="-122"/>
                </a:rPr>
                <a:t>*</a:t>
              </a:r>
            </a:p>
          </p:txBody>
        </p:sp>
      </p:grpSp>
      <p:graphicFrame>
        <p:nvGraphicFramePr>
          <p:cNvPr id="23591" name="Object 39"/>
          <p:cNvGraphicFramePr>
            <a:graphicFrameLocks noChangeAspect="1"/>
          </p:cNvGraphicFramePr>
          <p:nvPr/>
        </p:nvGraphicFramePr>
        <p:xfrm>
          <a:off x="4630791" y="1105098"/>
          <a:ext cx="1362075" cy="798910"/>
        </p:xfrm>
        <a:graphic>
          <a:graphicData uri="http://schemas.openxmlformats.org/presentationml/2006/ole">
            <mc:AlternateContent xmlns:mc="http://schemas.openxmlformats.org/markup-compatibility/2006">
              <mc:Choice xmlns:v="urn:schemas-microsoft-com:vml" Requires="v">
                <p:oleObj spid="_x0000_s209154" name="公式" r:id="rId3" imgW="685800" imgH="393700" progId="Equation.3">
                  <p:embed/>
                </p:oleObj>
              </mc:Choice>
              <mc:Fallback>
                <p:oleObj name="公式" r:id="rId3" imgW="685800" imgH="393700" progId="Equation.3">
                  <p:embed/>
                  <p:pic>
                    <p:nvPicPr>
                      <p:cNvPr id="23591" name="Object 39"/>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630791" y="1105098"/>
                        <a:ext cx="1362075" cy="79891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3592" name="Object 40"/>
          <p:cNvGraphicFramePr>
            <a:graphicFrameLocks noChangeAspect="1"/>
          </p:cNvGraphicFramePr>
          <p:nvPr/>
        </p:nvGraphicFramePr>
        <p:xfrm>
          <a:off x="4630792" y="2800350"/>
          <a:ext cx="3182540" cy="873919"/>
        </p:xfrm>
        <a:graphic>
          <a:graphicData uri="http://schemas.openxmlformats.org/presentationml/2006/ole">
            <mc:AlternateContent xmlns:mc="http://schemas.openxmlformats.org/markup-compatibility/2006">
              <mc:Choice xmlns:v="urn:schemas-microsoft-com:vml" Requires="v">
                <p:oleObj spid="_x0000_s209155" name="Equation" r:id="rId5" imgW="1536480" imgH="431640" progId="Equation.DSMT4">
                  <p:embed/>
                </p:oleObj>
              </mc:Choice>
              <mc:Fallback>
                <p:oleObj name="Equation" r:id="rId5" imgW="1536480" imgH="431640" progId="Equation.DSMT4">
                  <p:embed/>
                  <p:pic>
                    <p:nvPicPr>
                      <p:cNvPr id="23592" name="Object 40"/>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630792" y="2800350"/>
                        <a:ext cx="3182540" cy="873919"/>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nvGrpSpPr>
          <p:cNvPr id="3" name="Group 48"/>
          <p:cNvGrpSpPr>
            <a:grpSpLocks/>
          </p:cNvGrpSpPr>
          <p:nvPr/>
        </p:nvGrpSpPr>
        <p:grpSpPr bwMode="auto">
          <a:xfrm>
            <a:off x="1434525" y="2463404"/>
            <a:ext cx="3028950" cy="1620440"/>
            <a:chOff x="476" y="2069"/>
            <a:chExt cx="2544" cy="1361"/>
          </a:xfrm>
        </p:grpSpPr>
        <p:grpSp>
          <p:nvGrpSpPr>
            <p:cNvPr id="4" name="Group 47"/>
            <p:cNvGrpSpPr>
              <a:grpSpLocks/>
            </p:cNvGrpSpPr>
            <p:nvPr/>
          </p:nvGrpSpPr>
          <p:grpSpPr bwMode="auto">
            <a:xfrm>
              <a:off x="476" y="2069"/>
              <a:ext cx="2544" cy="1361"/>
              <a:chOff x="476" y="2069"/>
              <a:chExt cx="2544" cy="1361"/>
            </a:xfrm>
          </p:grpSpPr>
          <p:sp>
            <p:nvSpPr>
              <p:cNvPr id="16393" name="Rectangle 17"/>
              <p:cNvSpPr>
                <a:spLocks noChangeArrowheads="1"/>
              </p:cNvSpPr>
              <p:nvPr/>
            </p:nvSpPr>
            <p:spPr bwMode="auto">
              <a:xfrm>
                <a:off x="476" y="2069"/>
                <a:ext cx="2544" cy="1361"/>
              </a:xfrm>
              <a:prstGeom prst="rect">
                <a:avLst/>
              </a:prstGeom>
              <a:solidFill>
                <a:schemeClr val="bg1"/>
              </a:solidFill>
              <a:ln w="9525">
                <a:solidFill>
                  <a:schemeClr val="tx2"/>
                </a:solidFill>
                <a:miter lim="800000"/>
                <a:headEnd/>
                <a:tailEnd/>
              </a:ln>
              <a:effectLst/>
            </p:spPr>
            <p:txBody>
              <a:bodyPr wrap="none" anchor="ctr"/>
              <a:lstStyle/>
              <a:p>
                <a:endParaRPr kumimoji="0" lang="zh-CN" altLang="en-US" sz="1350" b="0">
                  <a:solidFill>
                    <a:prstClr val="black"/>
                  </a:solidFill>
                  <a:latin typeface="Arial" charset="0"/>
                  <a:ea typeface="宋体" charset="-122"/>
                </a:endParaRPr>
              </a:p>
            </p:txBody>
          </p:sp>
          <p:sp>
            <p:nvSpPr>
              <p:cNvPr id="16394" name="Line 18"/>
              <p:cNvSpPr>
                <a:spLocks noChangeShapeType="1"/>
              </p:cNvSpPr>
              <p:nvPr/>
            </p:nvSpPr>
            <p:spPr bwMode="auto">
              <a:xfrm>
                <a:off x="860" y="2831"/>
                <a:ext cx="288" cy="0"/>
              </a:xfrm>
              <a:prstGeom prst="line">
                <a:avLst/>
              </a:prstGeom>
              <a:noFill/>
              <a:ln w="28575">
                <a:solidFill>
                  <a:srgbClr val="0000FF"/>
                </a:solidFill>
                <a:round/>
                <a:headEnd/>
                <a:tailEnd/>
              </a:ln>
              <a:effectLst/>
            </p:spPr>
            <p:txBody>
              <a:bodyPr wrap="none"/>
              <a:lstStyle/>
              <a:p>
                <a:pPr eaLnBrk="0" hangingPunct="0"/>
                <a:endParaRPr kumimoji="0" lang="zh-CN" altLang="en-US" sz="1350" b="0">
                  <a:solidFill>
                    <a:prstClr val="black"/>
                  </a:solidFill>
                  <a:latin typeface="Arial" charset="0"/>
                  <a:ea typeface="宋体" charset="-122"/>
                </a:endParaRPr>
              </a:p>
            </p:txBody>
          </p:sp>
          <p:sp>
            <p:nvSpPr>
              <p:cNvPr id="16395" name="AutoShape 19"/>
              <p:cNvSpPr>
                <a:spLocks noChangeArrowheads="1"/>
              </p:cNvSpPr>
              <p:nvPr/>
            </p:nvSpPr>
            <p:spPr bwMode="auto">
              <a:xfrm>
                <a:off x="1148" y="2233"/>
                <a:ext cx="1392" cy="1156"/>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0 w 21600"/>
                  <a:gd name="T13" fmla="*/ 0 h 21600"/>
                  <a:gd name="T14" fmla="*/ 21600 w 21600"/>
                  <a:gd name="T15" fmla="*/ 8165 h 21600"/>
                </a:gdLst>
                <a:ahLst/>
                <a:cxnLst>
                  <a:cxn ang="T8">
                    <a:pos x="T0" y="T1"/>
                  </a:cxn>
                  <a:cxn ang="T9">
                    <a:pos x="T2" y="T3"/>
                  </a:cxn>
                  <a:cxn ang="T10">
                    <a:pos x="T4" y="T5"/>
                  </a:cxn>
                  <a:cxn ang="T11">
                    <a:pos x="T6" y="T7"/>
                  </a:cxn>
                </a:cxnLst>
                <a:rect l="T12" t="T13" r="T14" b="T15"/>
                <a:pathLst>
                  <a:path w="21600" h="21600">
                    <a:moveTo>
                      <a:pt x="2933" y="11109"/>
                    </a:moveTo>
                    <a:cubicBezTo>
                      <a:pt x="2929" y="11006"/>
                      <a:pt x="2927" y="10903"/>
                      <a:pt x="2927" y="10800"/>
                    </a:cubicBezTo>
                    <a:cubicBezTo>
                      <a:pt x="2927" y="6451"/>
                      <a:pt x="6451" y="2927"/>
                      <a:pt x="10800" y="2927"/>
                    </a:cubicBezTo>
                    <a:cubicBezTo>
                      <a:pt x="15148" y="2927"/>
                      <a:pt x="18673" y="6451"/>
                      <a:pt x="18673" y="10800"/>
                    </a:cubicBezTo>
                    <a:cubicBezTo>
                      <a:pt x="18673" y="10903"/>
                      <a:pt x="18670" y="11006"/>
                      <a:pt x="18666" y="11109"/>
                    </a:cubicBezTo>
                    <a:lnTo>
                      <a:pt x="21591" y="11225"/>
                    </a:lnTo>
                    <a:cubicBezTo>
                      <a:pt x="21597" y="11083"/>
                      <a:pt x="21600" y="10941"/>
                      <a:pt x="21600" y="10800"/>
                    </a:cubicBezTo>
                    <a:cubicBezTo>
                      <a:pt x="21600" y="4835"/>
                      <a:pt x="16764" y="0"/>
                      <a:pt x="10800" y="0"/>
                    </a:cubicBezTo>
                    <a:cubicBezTo>
                      <a:pt x="4835" y="0"/>
                      <a:pt x="0" y="4835"/>
                      <a:pt x="0" y="10800"/>
                    </a:cubicBezTo>
                    <a:cubicBezTo>
                      <a:pt x="-1" y="10941"/>
                      <a:pt x="2" y="11083"/>
                      <a:pt x="8" y="11225"/>
                    </a:cubicBezTo>
                    <a:lnTo>
                      <a:pt x="2933" y="11109"/>
                    </a:lnTo>
                    <a:close/>
                  </a:path>
                </a:pathLst>
              </a:custGeom>
              <a:noFill/>
              <a:ln w="50800">
                <a:solidFill>
                  <a:schemeClr val="accent2"/>
                </a:solidFill>
                <a:miter lim="800000"/>
                <a:headEnd/>
                <a:tailEnd/>
              </a:ln>
              <a:effectLst/>
            </p:spPr>
            <p:txBody>
              <a:bodyPr wrap="none" anchor="ctr"/>
              <a:lstStyle/>
              <a:p>
                <a:pPr eaLnBrk="0" hangingPunct="0"/>
                <a:endParaRPr kumimoji="0" lang="zh-CN" altLang="en-US" sz="1350" b="0">
                  <a:solidFill>
                    <a:prstClr val="black"/>
                  </a:solidFill>
                  <a:latin typeface="Arial" charset="0"/>
                  <a:ea typeface="宋体" charset="-122"/>
                </a:endParaRPr>
              </a:p>
            </p:txBody>
          </p:sp>
          <p:sp>
            <p:nvSpPr>
              <p:cNvPr id="16396" name="Line 20"/>
              <p:cNvSpPr>
                <a:spLocks noChangeShapeType="1"/>
              </p:cNvSpPr>
              <p:nvPr/>
            </p:nvSpPr>
            <p:spPr bwMode="auto">
              <a:xfrm>
                <a:off x="620" y="2831"/>
                <a:ext cx="240" cy="0"/>
              </a:xfrm>
              <a:prstGeom prst="line">
                <a:avLst/>
              </a:prstGeom>
              <a:noFill/>
              <a:ln w="31750">
                <a:solidFill>
                  <a:schemeClr val="accent2"/>
                </a:solidFill>
                <a:prstDash val="dash"/>
                <a:round/>
                <a:headEnd/>
                <a:tailEnd type="none" w="sm" len="lg"/>
              </a:ln>
              <a:effectLst/>
            </p:spPr>
            <p:txBody>
              <a:bodyPr wrap="none" anchor="ctr"/>
              <a:lstStyle/>
              <a:p>
                <a:pPr eaLnBrk="0" hangingPunct="0"/>
                <a:endParaRPr kumimoji="0" lang="zh-CN" altLang="en-US" sz="1350" b="0">
                  <a:solidFill>
                    <a:prstClr val="black"/>
                  </a:solidFill>
                  <a:latin typeface="Arial" charset="0"/>
                  <a:ea typeface="宋体" charset="-122"/>
                </a:endParaRPr>
              </a:p>
            </p:txBody>
          </p:sp>
          <p:sp>
            <p:nvSpPr>
              <p:cNvPr id="16397" name="Line 21"/>
              <p:cNvSpPr>
                <a:spLocks noChangeShapeType="1"/>
              </p:cNvSpPr>
              <p:nvPr/>
            </p:nvSpPr>
            <p:spPr bwMode="auto">
              <a:xfrm>
                <a:off x="1340" y="2831"/>
                <a:ext cx="0" cy="279"/>
              </a:xfrm>
              <a:prstGeom prst="line">
                <a:avLst/>
              </a:prstGeom>
              <a:noFill/>
              <a:ln w="28575">
                <a:solidFill>
                  <a:schemeClr val="accent2"/>
                </a:solidFill>
                <a:round/>
                <a:headEnd/>
                <a:tailEnd type="none" w="sm" len="lg"/>
              </a:ln>
              <a:effectLst/>
            </p:spPr>
            <p:txBody>
              <a:bodyPr wrap="none" anchor="ctr"/>
              <a:lstStyle/>
              <a:p>
                <a:pPr eaLnBrk="0" hangingPunct="0"/>
                <a:endParaRPr kumimoji="0" lang="zh-CN" altLang="en-US" sz="1350" b="0">
                  <a:solidFill>
                    <a:prstClr val="black"/>
                  </a:solidFill>
                  <a:latin typeface="Arial" charset="0"/>
                  <a:ea typeface="宋体" charset="-122"/>
                </a:endParaRPr>
              </a:p>
            </p:txBody>
          </p:sp>
          <p:sp>
            <p:nvSpPr>
              <p:cNvPr id="16398" name="Line 22"/>
              <p:cNvSpPr>
                <a:spLocks noChangeShapeType="1"/>
              </p:cNvSpPr>
              <p:nvPr/>
            </p:nvSpPr>
            <p:spPr bwMode="auto">
              <a:xfrm>
                <a:off x="1340" y="3030"/>
                <a:ext cx="0" cy="200"/>
              </a:xfrm>
              <a:prstGeom prst="line">
                <a:avLst/>
              </a:prstGeom>
              <a:noFill/>
              <a:ln w="31750">
                <a:solidFill>
                  <a:srgbClr val="000080"/>
                </a:solidFill>
                <a:prstDash val="dash"/>
                <a:round/>
                <a:headEnd/>
                <a:tailEnd type="none" w="sm" len="lg"/>
              </a:ln>
              <a:effectLst/>
            </p:spPr>
            <p:txBody>
              <a:bodyPr wrap="none" anchor="ctr"/>
              <a:lstStyle/>
              <a:p>
                <a:pPr eaLnBrk="0" hangingPunct="0"/>
                <a:endParaRPr kumimoji="0" lang="zh-CN" altLang="en-US" sz="1350" b="0">
                  <a:solidFill>
                    <a:prstClr val="black"/>
                  </a:solidFill>
                  <a:latin typeface="Arial" charset="0"/>
                  <a:ea typeface="宋体" charset="-122"/>
                </a:endParaRPr>
              </a:p>
            </p:txBody>
          </p:sp>
          <p:sp>
            <p:nvSpPr>
              <p:cNvPr id="16399" name="Line 23"/>
              <p:cNvSpPr>
                <a:spLocks noChangeShapeType="1"/>
              </p:cNvSpPr>
              <p:nvPr/>
            </p:nvSpPr>
            <p:spPr bwMode="auto">
              <a:xfrm flipV="1">
                <a:off x="1340" y="2831"/>
                <a:ext cx="1008" cy="0"/>
              </a:xfrm>
              <a:prstGeom prst="line">
                <a:avLst/>
              </a:prstGeom>
              <a:noFill/>
              <a:ln w="22225">
                <a:solidFill>
                  <a:srgbClr val="000000"/>
                </a:solidFill>
                <a:prstDash val="dash"/>
                <a:round/>
                <a:headEnd/>
                <a:tailEnd type="none" w="sm" len="lg"/>
              </a:ln>
              <a:effectLst/>
            </p:spPr>
            <p:txBody>
              <a:bodyPr wrap="none" anchor="ctr"/>
              <a:lstStyle/>
              <a:p>
                <a:pPr eaLnBrk="0" hangingPunct="0"/>
                <a:endParaRPr kumimoji="0" lang="zh-CN" altLang="en-US" sz="1350" b="0">
                  <a:solidFill>
                    <a:prstClr val="black"/>
                  </a:solidFill>
                  <a:latin typeface="Arial" charset="0"/>
                  <a:ea typeface="宋体" charset="-122"/>
                </a:endParaRPr>
              </a:p>
            </p:txBody>
          </p:sp>
          <p:sp>
            <p:nvSpPr>
              <p:cNvPr id="16400" name="Text Box 24"/>
              <p:cNvSpPr txBox="1">
                <a:spLocks noChangeArrowheads="1"/>
              </p:cNvSpPr>
              <p:nvPr/>
            </p:nvSpPr>
            <p:spPr bwMode="auto">
              <a:xfrm>
                <a:off x="1746" y="2791"/>
                <a:ext cx="212" cy="349"/>
              </a:xfrm>
              <a:prstGeom prst="rect">
                <a:avLst/>
              </a:prstGeom>
              <a:noFill/>
              <a:ln w="9525">
                <a:noFill/>
                <a:miter lim="800000"/>
                <a:headEnd/>
                <a:tailEnd/>
              </a:ln>
              <a:effectLst/>
            </p:spPr>
            <p:txBody>
              <a:bodyPr>
                <a:spAutoFit/>
              </a:bodyPr>
              <a:lstStyle/>
              <a:p>
                <a:pPr>
                  <a:spcBef>
                    <a:spcPct val="50000"/>
                  </a:spcBef>
                </a:pPr>
                <a:r>
                  <a:rPr kumimoji="0" lang="en-US" altLang="zh-CN" sz="2100" b="0" i="1">
                    <a:solidFill>
                      <a:srgbClr val="000000"/>
                    </a:solidFill>
                    <a:ea typeface="宋体" charset="-122"/>
                  </a:rPr>
                  <a:t>o</a:t>
                </a:r>
              </a:p>
            </p:txBody>
          </p:sp>
          <p:sp>
            <p:nvSpPr>
              <p:cNvPr id="16401" name="Line 25"/>
              <p:cNvSpPr>
                <a:spLocks noChangeShapeType="1"/>
              </p:cNvSpPr>
              <p:nvPr/>
            </p:nvSpPr>
            <p:spPr bwMode="auto">
              <a:xfrm>
                <a:off x="1820" y="2233"/>
                <a:ext cx="144" cy="0"/>
              </a:xfrm>
              <a:prstGeom prst="line">
                <a:avLst/>
              </a:prstGeom>
              <a:noFill/>
              <a:ln w="38100">
                <a:solidFill>
                  <a:srgbClr val="FF3300"/>
                </a:solidFill>
                <a:round/>
                <a:headEnd/>
                <a:tailEnd type="stealth" w="lg" len="lg"/>
              </a:ln>
              <a:effectLst/>
            </p:spPr>
            <p:txBody>
              <a:bodyPr wrap="none" anchor="ctr"/>
              <a:lstStyle/>
              <a:p>
                <a:pPr eaLnBrk="0" hangingPunct="0"/>
                <a:endParaRPr kumimoji="0" lang="zh-CN" altLang="en-US" sz="1350" b="0">
                  <a:solidFill>
                    <a:prstClr val="black"/>
                  </a:solidFill>
                  <a:latin typeface="Arial" charset="0"/>
                  <a:ea typeface="宋体" charset="-122"/>
                </a:endParaRPr>
              </a:p>
            </p:txBody>
          </p:sp>
          <p:sp>
            <p:nvSpPr>
              <p:cNvPr id="16402" name="Line 26"/>
              <p:cNvSpPr>
                <a:spLocks noChangeShapeType="1"/>
              </p:cNvSpPr>
              <p:nvPr/>
            </p:nvSpPr>
            <p:spPr bwMode="auto">
              <a:xfrm flipH="1">
                <a:off x="1772" y="2392"/>
                <a:ext cx="144" cy="0"/>
              </a:xfrm>
              <a:prstGeom prst="line">
                <a:avLst/>
              </a:prstGeom>
              <a:noFill/>
              <a:ln w="38100">
                <a:solidFill>
                  <a:srgbClr val="FF3300"/>
                </a:solidFill>
                <a:round/>
                <a:headEnd/>
                <a:tailEnd type="stealth" w="lg" len="lg"/>
              </a:ln>
              <a:effectLst/>
            </p:spPr>
            <p:txBody>
              <a:bodyPr wrap="none" anchor="ctr"/>
              <a:lstStyle/>
              <a:p>
                <a:pPr eaLnBrk="0" hangingPunct="0"/>
                <a:endParaRPr kumimoji="0" lang="zh-CN" altLang="en-US" sz="1350" b="0">
                  <a:solidFill>
                    <a:prstClr val="black"/>
                  </a:solidFill>
                  <a:latin typeface="Arial" charset="0"/>
                  <a:ea typeface="宋体" charset="-122"/>
                </a:endParaRPr>
              </a:p>
            </p:txBody>
          </p:sp>
          <p:sp>
            <p:nvSpPr>
              <p:cNvPr id="16403" name="Line 27"/>
              <p:cNvSpPr>
                <a:spLocks noChangeShapeType="1"/>
              </p:cNvSpPr>
              <p:nvPr/>
            </p:nvSpPr>
            <p:spPr bwMode="auto">
              <a:xfrm>
                <a:off x="1340" y="2911"/>
                <a:ext cx="0" cy="119"/>
              </a:xfrm>
              <a:prstGeom prst="line">
                <a:avLst/>
              </a:prstGeom>
              <a:noFill/>
              <a:ln w="38100">
                <a:solidFill>
                  <a:srgbClr val="FF3300"/>
                </a:solidFill>
                <a:round/>
                <a:headEnd/>
                <a:tailEnd type="stealth" w="lg" len="lg"/>
              </a:ln>
              <a:effectLst/>
            </p:spPr>
            <p:txBody>
              <a:bodyPr wrap="none" anchor="ctr"/>
              <a:lstStyle/>
              <a:p>
                <a:pPr eaLnBrk="0" hangingPunct="0"/>
                <a:endParaRPr kumimoji="0" lang="zh-CN" altLang="en-US" sz="1350" b="0">
                  <a:solidFill>
                    <a:prstClr val="black"/>
                  </a:solidFill>
                  <a:latin typeface="Arial" charset="0"/>
                  <a:ea typeface="宋体" charset="-122"/>
                </a:endParaRPr>
              </a:p>
            </p:txBody>
          </p:sp>
          <p:sp>
            <p:nvSpPr>
              <p:cNvPr id="16404" name="Text Box 28"/>
              <p:cNvSpPr txBox="1">
                <a:spLocks noChangeArrowheads="1"/>
              </p:cNvSpPr>
              <p:nvPr/>
            </p:nvSpPr>
            <p:spPr bwMode="auto">
              <a:xfrm>
                <a:off x="1004" y="2472"/>
                <a:ext cx="230" cy="349"/>
              </a:xfrm>
              <a:prstGeom prst="rect">
                <a:avLst/>
              </a:prstGeom>
              <a:noFill/>
              <a:ln w="9525">
                <a:noFill/>
                <a:miter lim="800000"/>
                <a:headEnd/>
                <a:tailEnd/>
              </a:ln>
              <a:effectLst/>
            </p:spPr>
            <p:txBody>
              <a:bodyPr wrap="none">
                <a:spAutoFit/>
              </a:bodyPr>
              <a:lstStyle/>
              <a:p>
                <a:pPr>
                  <a:spcBef>
                    <a:spcPct val="50000"/>
                  </a:spcBef>
                </a:pPr>
                <a:r>
                  <a:rPr kumimoji="0" lang="en-US" altLang="zh-CN" sz="2100" b="0" i="1">
                    <a:solidFill>
                      <a:srgbClr val="000000"/>
                    </a:solidFill>
                    <a:ea typeface="宋体" charset="-122"/>
                  </a:rPr>
                  <a:t>I</a:t>
                </a:r>
              </a:p>
            </p:txBody>
          </p:sp>
          <p:sp>
            <p:nvSpPr>
              <p:cNvPr id="16405" name="Line 29"/>
              <p:cNvSpPr>
                <a:spLocks noChangeShapeType="1"/>
              </p:cNvSpPr>
              <p:nvPr/>
            </p:nvSpPr>
            <p:spPr bwMode="auto">
              <a:xfrm flipV="1">
                <a:off x="1820" y="2472"/>
                <a:ext cx="336" cy="359"/>
              </a:xfrm>
              <a:prstGeom prst="line">
                <a:avLst/>
              </a:prstGeom>
              <a:noFill/>
              <a:ln w="22225">
                <a:solidFill>
                  <a:schemeClr val="tx2"/>
                </a:solidFill>
                <a:round/>
                <a:headEnd/>
                <a:tailEnd type="triangle" w="sm" len="lg"/>
              </a:ln>
              <a:effectLst/>
            </p:spPr>
            <p:txBody>
              <a:bodyPr wrap="none" anchor="ctr"/>
              <a:lstStyle/>
              <a:p>
                <a:pPr eaLnBrk="0" hangingPunct="0"/>
                <a:endParaRPr kumimoji="0" lang="zh-CN" altLang="en-US" sz="1350" b="0">
                  <a:solidFill>
                    <a:prstClr val="black"/>
                  </a:solidFill>
                  <a:latin typeface="Arial" charset="0"/>
                  <a:ea typeface="宋体" charset="-122"/>
                </a:endParaRPr>
              </a:p>
            </p:txBody>
          </p:sp>
          <p:sp>
            <p:nvSpPr>
              <p:cNvPr id="16406" name="Line 30"/>
              <p:cNvSpPr>
                <a:spLocks noChangeShapeType="1"/>
              </p:cNvSpPr>
              <p:nvPr/>
            </p:nvSpPr>
            <p:spPr bwMode="auto">
              <a:xfrm flipV="1">
                <a:off x="1820" y="2592"/>
                <a:ext cx="672" cy="239"/>
              </a:xfrm>
              <a:prstGeom prst="line">
                <a:avLst/>
              </a:prstGeom>
              <a:noFill/>
              <a:ln w="22225">
                <a:solidFill>
                  <a:schemeClr val="tx2"/>
                </a:solidFill>
                <a:round/>
                <a:headEnd/>
                <a:tailEnd type="triangle" w="sm" len="lg"/>
              </a:ln>
              <a:effectLst/>
            </p:spPr>
            <p:txBody>
              <a:bodyPr wrap="none" anchor="ctr"/>
              <a:lstStyle/>
              <a:p>
                <a:pPr eaLnBrk="0" hangingPunct="0"/>
                <a:endParaRPr kumimoji="0" lang="zh-CN" altLang="en-US" sz="1350" b="0">
                  <a:solidFill>
                    <a:prstClr val="black"/>
                  </a:solidFill>
                  <a:latin typeface="Arial" charset="0"/>
                  <a:ea typeface="宋体" charset="-122"/>
                </a:endParaRPr>
              </a:p>
            </p:txBody>
          </p:sp>
          <p:graphicFrame>
            <p:nvGraphicFramePr>
              <p:cNvPr id="16407" name="Object 31"/>
              <p:cNvGraphicFramePr>
                <a:graphicFrameLocks noChangeAspect="1"/>
              </p:cNvGraphicFramePr>
              <p:nvPr/>
            </p:nvGraphicFramePr>
            <p:xfrm>
              <a:off x="2492" y="2392"/>
              <a:ext cx="273" cy="256"/>
            </p:xfrm>
            <a:graphic>
              <a:graphicData uri="http://schemas.openxmlformats.org/presentationml/2006/ole">
                <mc:AlternateContent xmlns:mc="http://schemas.openxmlformats.org/markup-compatibility/2006">
                  <mc:Choice xmlns:v="urn:schemas-microsoft-com:vml" Requires="v">
                    <p:oleObj spid="_x0000_s209156" name="公式" r:id="rId7" imgW="190335" imgH="215713" progId="Equation.3">
                      <p:embed/>
                    </p:oleObj>
                  </mc:Choice>
                  <mc:Fallback>
                    <p:oleObj name="公式" r:id="rId7" imgW="190335" imgH="215713" progId="Equation.3">
                      <p:embed/>
                      <p:pic>
                        <p:nvPicPr>
                          <p:cNvPr id="16407" name="Object 31"/>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492" y="2392"/>
                            <a:ext cx="273" cy="256"/>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6408" name="Object 32"/>
              <p:cNvGraphicFramePr>
                <a:graphicFrameLocks noChangeAspect="1"/>
              </p:cNvGraphicFramePr>
              <p:nvPr/>
            </p:nvGraphicFramePr>
            <p:xfrm>
              <a:off x="1772" y="2416"/>
              <a:ext cx="253" cy="255"/>
            </p:xfrm>
            <a:graphic>
              <a:graphicData uri="http://schemas.openxmlformats.org/presentationml/2006/ole">
                <mc:AlternateContent xmlns:mc="http://schemas.openxmlformats.org/markup-compatibility/2006">
                  <mc:Choice xmlns:v="urn:schemas-microsoft-com:vml" Requires="v">
                    <p:oleObj spid="_x0000_s209157" name="公式" r:id="rId9" imgW="177569" imgH="215619" progId="Equation.3">
                      <p:embed/>
                    </p:oleObj>
                  </mc:Choice>
                  <mc:Fallback>
                    <p:oleObj name="公式" r:id="rId9" imgW="177569" imgH="215619" progId="Equation.3">
                      <p:embed/>
                      <p:pic>
                        <p:nvPicPr>
                          <p:cNvPr id="16408" name="Object 32"/>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772" y="2416"/>
                            <a:ext cx="253" cy="25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6409" name="Line 33"/>
              <p:cNvSpPr>
                <a:spLocks noChangeShapeType="1"/>
              </p:cNvSpPr>
              <p:nvPr/>
            </p:nvSpPr>
            <p:spPr bwMode="auto">
              <a:xfrm flipH="1">
                <a:off x="2348" y="2831"/>
                <a:ext cx="96" cy="0"/>
              </a:xfrm>
              <a:prstGeom prst="line">
                <a:avLst/>
              </a:prstGeom>
              <a:noFill/>
              <a:ln w="38100">
                <a:solidFill>
                  <a:srgbClr val="FF3300"/>
                </a:solidFill>
                <a:round/>
                <a:headEnd/>
                <a:tailEnd type="stealth" w="lg" len="lg"/>
              </a:ln>
              <a:effectLst/>
            </p:spPr>
            <p:txBody>
              <a:bodyPr wrap="none" anchor="ctr"/>
              <a:lstStyle/>
              <a:p>
                <a:pPr eaLnBrk="0" hangingPunct="0"/>
                <a:endParaRPr kumimoji="0" lang="zh-CN" altLang="en-US" sz="1350" b="0">
                  <a:solidFill>
                    <a:prstClr val="black"/>
                  </a:solidFill>
                  <a:latin typeface="Arial" charset="0"/>
                  <a:ea typeface="宋体" charset="-122"/>
                </a:endParaRPr>
              </a:p>
            </p:txBody>
          </p:sp>
          <p:sp>
            <p:nvSpPr>
              <p:cNvPr id="16410" name="Rectangle 34"/>
              <p:cNvSpPr>
                <a:spLocks noChangeArrowheads="1"/>
              </p:cNvSpPr>
              <p:nvPr/>
            </p:nvSpPr>
            <p:spPr bwMode="auto">
              <a:xfrm>
                <a:off x="572" y="2206"/>
                <a:ext cx="419" cy="349"/>
              </a:xfrm>
              <a:prstGeom prst="rect">
                <a:avLst/>
              </a:prstGeom>
              <a:noFill/>
              <a:ln w="9525">
                <a:noFill/>
                <a:miter lim="800000"/>
                <a:headEnd/>
                <a:tailEnd/>
              </a:ln>
              <a:effectLst/>
            </p:spPr>
            <p:txBody>
              <a:bodyPr wrap="none">
                <a:spAutoFit/>
              </a:bodyPr>
              <a:lstStyle/>
              <a:p>
                <a:pPr>
                  <a:spcBef>
                    <a:spcPct val="50000"/>
                  </a:spcBef>
                </a:pPr>
                <a:r>
                  <a:rPr kumimoji="0" lang="en-US" altLang="zh-CN" sz="2100">
                    <a:solidFill>
                      <a:srgbClr val="CC0000"/>
                    </a:solidFill>
                    <a:ea typeface="宋体" charset="-122"/>
                  </a:rPr>
                  <a:t>(5)</a:t>
                </a:r>
              </a:p>
            </p:txBody>
          </p:sp>
          <p:sp>
            <p:nvSpPr>
              <p:cNvPr id="16411" name="Line 35"/>
              <p:cNvSpPr>
                <a:spLocks noChangeShapeType="1"/>
              </p:cNvSpPr>
              <p:nvPr/>
            </p:nvSpPr>
            <p:spPr bwMode="auto">
              <a:xfrm>
                <a:off x="812" y="2831"/>
                <a:ext cx="336" cy="0"/>
              </a:xfrm>
              <a:prstGeom prst="line">
                <a:avLst/>
              </a:prstGeom>
              <a:noFill/>
              <a:ln w="28575">
                <a:solidFill>
                  <a:schemeClr val="accent2"/>
                </a:solidFill>
                <a:round/>
                <a:headEnd/>
                <a:tailEnd/>
              </a:ln>
              <a:effectLst/>
            </p:spPr>
            <p:txBody>
              <a:bodyPr wrap="none"/>
              <a:lstStyle/>
              <a:p>
                <a:pPr eaLnBrk="0" hangingPunct="0"/>
                <a:endParaRPr kumimoji="0" lang="zh-CN" altLang="en-US" sz="1350" b="0">
                  <a:solidFill>
                    <a:prstClr val="black"/>
                  </a:solidFill>
                  <a:latin typeface="Arial" charset="0"/>
                  <a:ea typeface="宋体" charset="-122"/>
                </a:endParaRPr>
              </a:p>
            </p:txBody>
          </p:sp>
          <p:sp>
            <p:nvSpPr>
              <p:cNvPr id="16412" name="Line 36"/>
              <p:cNvSpPr>
                <a:spLocks noChangeShapeType="1"/>
              </p:cNvSpPr>
              <p:nvPr/>
            </p:nvSpPr>
            <p:spPr bwMode="auto">
              <a:xfrm>
                <a:off x="956" y="2831"/>
                <a:ext cx="96" cy="0"/>
              </a:xfrm>
              <a:prstGeom prst="line">
                <a:avLst/>
              </a:prstGeom>
              <a:noFill/>
              <a:ln w="38100">
                <a:solidFill>
                  <a:srgbClr val="FF3300"/>
                </a:solidFill>
                <a:round/>
                <a:headEnd/>
                <a:tailEnd type="stealth" w="lg" len="lg"/>
              </a:ln>
              <a:effectLst/>
            </p:spPr>
            <p:txBody>
              <a:bodyPr wrap="none" anchor="ctr"/>
              <a:lstStyle/>
              <a:p>
                <a:pPr eaLnBrk="0" hangingPunct="0"/>
                <a:endParaRPr kumimoji="0" lang="zh-CN" altLang="en-US" sz="1350" b="0">
                  <a:solidFill>
                    <a:prstClr val="black"/>
                  </a:solidFill>
                  <a:latin typeface="Arial" charset="0"/>
                  <a:ea typeface="宋体" charset="-122"/>
                </a:endParaRPr>
              </a:p>
            </p:txBody>
          </p:sp>
          <p:sp>
            <p:nvSpPr>
              <p:cNvPr id="16413" name="Text Box 37"/>
              <p:cNvSpPr txBox="1">
                <a:spLocks noChangeArrowheads="1"/>
              </p:cNvSpPr>
              <p:nvPr/>
            </p:nvSpPr>
            <p:spPr bwMode="auto">
              <a:xfrm>
                <a:off x="1701" y="2695"/>
                <a:ext cx="288" cy="349"/>
              </a:xfrm>
              <a:prstGeom prst="rect">
                <a:avLst/>
              </a:prstGeom>
              <a:noFill/>
              <a:ln w="9525">
                <a:noFill/>
                <a:miter lim="800000"/>
                <a:headEnd/>
                <a:tailEnd/>
              </a:ln>
              <a:effectLst/>
            </p:spPr>
            <p:txBody>
              <a:bodyPr>
                <a:spAutoFit/>
              </a:bodyPr>
              <a:lstStyle/>
              <a:p>
                <a:pPr>
                  <a:spcBef>
                    <a:spcPct val="50000"/>
                  </a:spcBef>
                </a:pPr>
                <a:r>
                  <a:rPr kumimoji="0" lang="en-US" altLang="zh-CN" sz="2100" i="1">
                    <a:solidFill>
                      <a:srgbClr val="000000"/>
                    </a:solidFill>
                    <a:ea typeface="宋体" charset="-122"/>
                  </a:rPr>
                  <a:t>*</a:t>
                </a:r>
              </a:p>
            </p:txBody>
          </p:sp>
        </p:grpSp>
        <p:sp>
          <p:nvSpPr>
            <p:cNvPr id="16392" name="Rectangle 44"/>
            <p:cNvSpPr>
              <a:spLocks noChangeArrowheads="1"/>
            </p:cNvSpPr>
            <p:nvPr/>
          </p:nvSpPr>
          <p:spPr bwMode="auto">
            <a:xfrm>
              <a:off x="1174" y="2794"/>
              <a:ext cx="136" cy="92"/>
            </a:xfrm>
            <a:prstGeom prst="rect">
              <a:avLst/>
            </a:prstGeom>
            <a:solidFill>
              <a:schemeClr val="bg1"/>
            </a:solidFill>
            <a:ln w="9525">
              <a:noFill/>
              <a:miter lim="800000"/>
              <a:headEnd/>
              <a:tailEnd/>
            </a:ln>
            <a:effectLst/>
          </p:spPr>
          <p:txBody>
            <a:bodyPr wrap="none" anchor="ctr"/>
            <a:lstStyle/>
            <a:p>
              <a:endParaRPr kumimoji="0" lang="zh-CN" altLang="en-US" sz="1350" b="0">
                <a:solidFill>
                  <a:prstClr val="black"/>
                </a:solidFill>
                <a:latin typeface="Arial" charset="0"/>
                <a:ea typeface="宋体" charset="-122"/>
              </a:endParaRPr>
            </a:p>
          </p:txBody>
        </p:sp>
      </p:grpSp>
    </p:spTree>
    <p:extLst>
      <p:ext uri="{BB962C8B-B14F-4D97-AF65-F5344CB8AC3E}">
        <p14:creationId xmlns:p14="http://schemas.microsoft.com/office/powerpoint/2010/main" val="2870606788"/>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5" fill="hold" nodeType="clickEffect">
                                  <p:stCondLst>
                                    <p:cond delay="0"/>
                                  </p:stCondLst>
                                  <p:childTnLst>
                                    <p:set>
                                      <p:cBhvr>
                                        <p:cTn id="6" dur="1" fill="hold">
                                          <p:stCondLst>
                                            <p:cond delay="0"/>
                                          </p:stCondLst>
                                        </p:cTn>
                                        <p:tgtEl>
                                          <p:spTgt spid="23591"/>
                                        </p:tgtEl>
                                        <p:attrNameLst>
                                          <p:attrName>style.visibility</p:attrName>
                                        </p:attrNameLst>
                                      </p:cBhvr>
                                      <p:to>
                                        <p:strVal val="visible"/>
                                      </p:to>
                                    </p:set>
                                    <p:animEffect transition="in" filter="blinds(vertical)">
                                      <p:cBhvr>
                                        <p:cTn id="7" dur="500"/>
                                        <p:tgtEl>
                                          <p:spTgt spid="23591"/>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nodeType="clickEffect">
                                  <p:stCondLst>
                                    <p:cond delay="0"/>
                                  </p:stCondLst>
                                  <p:childTnLst>
                                    <p:set>
                                      <p:cBhvr>
                                        <p:cTn id="11" dur="1" fill="hold">
                                          <p:stCondLst>
                                            <p:cond delay="0"/>
                                          </p:stCondLst>
                                        </p:cTn>
                                        <p:tgtEl>
                                          <p:spTgt spid="23592"/>
                                        </p:tgtEl>
                                        <p:attrNameLst>
                                          <p:attrName>style.visibility</p:attrName>
                                        </p:attrNameLst>
                                      </p:cBhvr>
                                      <p:to>
                                        <p:strVal val="visible"/>
                                      </p:to>
                                    </p:set>
                                    <p:animEffect transition="in" filter="blinds(horizontal)">
                                      <p:cBhvr>
                                        <p:cTn id="12" dur="500"/>
                                        <p:tgtEl>
                                          <p:spTgt spid="2359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灯片编号占位符 1"/>
          <p:cNvSpPr>
            <a:spLocks noGrp="1"/>
          </p:cNvSpPr>
          <p:nvPr>
            <p:ph type="sldNum" sz="quarter" idx="10"/>
          </p:nvPr>
        </p:nvSpPr>
        <p:spPr bwMode="auto">
          <a:noFill/>
          <a:ln>
            <a:miter lim="800000"/>
            <a:headEnd/>
            <a:tailEnd/>
          </a:ln>
        </p:spPr>
        <p:txBody>
          <a:bodyPr/>
          <a:lstStyle/>
          <a:p>
            <a:fld id="{BDC109C2-5D74-4E58-B6D2-7EF36E08F9D9}" type="slidenum">
              <a:rPr lang="en-US" altLang="zh-CN">
                <a:ea typeface="宋体" charset="-122"/>
              </a:rPr>
              <a:pPr/>
              <a:t>30</a:t>
            </a:fld>
            <a:endParaRPr lang="en-US" altLang="zh-CN">
              <a:ea typeface="宋体" charset="-122"/>
            </a:endParaRPr>
          </a:p>
        </p:txBody>
      </p:sp>
      <p:pic>
        <p:nvPicPr>
          <p:cNvPr id="43" name="object 3"/>
          <p:cNvPicPr/>
          <p:nvPr/>
        </p:nvPicPr>
        <p:blipFill>
          <a:blip r:embed="rId2" cstate="print">
            <a:clrChange>
              <a:clrFrom>
                <a:srgbClr val="FFFFFF"/>
              </a:clrFrom>
              <a:clrTo>
                <a:srgbClr val="FFFFFF">
                  <a:alpha val="0"/>
                </a:srgbClr>
              </a:clrTo>
            </a:clrChange>
            <a:extLst>
              <a:ext uri="{BEBA8EAE-BF5A-486C-A8C5-ECC9F3942E4B}">
                <a14:imgProps xmlns:a14="http://schemas.microsoft.com/office/drawing/2010/main">
                  <a14:imgLayer r:embed="rId3">
                    <a14:imgEffect>
                      <a14:sharpenSoften amount="25000"/>
                    </a14:imgEffect>
                    <a14:imgEffect>
                      <a14:brightnessContrast contrast="20000"/>
                    </a14:imgEffect>
                  </a14:imgLayer>
                </a14:imgProps>
              </a:ext>
            </a:extLst>
          </a:blip>
          <a:stretch>
            <a:fillRect/>
          </a:stretch>
        </p:blipFill>
        <p:spPr>
          <a:xfrm>
            <a:off x="1101090" y="821055"/>
            <a:ext cx="6920866" cy="3503295"/>
          </a:xfrm>
          <a:prstGeom prst="rect">
            <a:avLst/>
          </a:prstGeom>
        </p:spPr>
      </p:pic>
      <p:cxnSp>
        <p:nvCxnSpPr>
          <p:cNvPr id="6" name="直接连接符 5"/>
          <p:cNvCxnSpPr/>
          <p:nvPr/>
        </p:nvCxnSpPr>
        <p:spPr>
          <a:xfrm>
            <a:off x="6789420" y="2049780"/>
            <a:ext cx="0" cy="251460"/>
          </a:xfrm>
          <a:prstGeom prst="line">
            <a:avLst/>
          </a:prstGeom>
          <a:ln w="66675">
            <a:solidFill>
              <a:schemeClr val="bg1"/>
            </a:solidFill>
          </a:ln>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灯片编号占位符 1"/>
          <p:cNvSpPr>
            <a:spLocks noGrp="1"/>
          </p:cNvSpPr>
          <p:nvPr>
            <p:ph type="sldNum" sz="quarter" idx="10"/>
          </p:nvPr>
        </p:nvSpPr>
        <p:spPr bwMode="auto">
          <a:noFill/>
          <a:ln>
            <a:miter lim="800000"/>
            <a:headEnd/>
            <a:tailEnd/>
          </a:ln>
        </p:spPr>
        <p:txBody>
          <a:bodyPr/>
          <a:lstStyle/>
          <a:p>
            <a:fld id="{48267988-A25C-4FB6-8AFE-71AADA86380D}" type="slidenum">
              <a:rPr lang="en-US" altLang="zh-CN">
                <a:ea typeface="宋体" charset="-122"/>
              </a:rPr>
              <a:pPr/>
              <a:t>31</a:t>
            </a:fld>
            <a:endParaRPr lang="en-US" altLang="zh-CN">
              <a:ea typeface="宋体" charset="-122"/>
            </a:endParaRPr>
          </a:p>
        </p:txBody>
      </p:sp>
      <p:sp>
        <p:nvSpPr>
          <p:cNvPr id="18435" name="Text Box 2"/>
          <p:cNvSpPr txBox="1">
            <a:spLocks noChangeArrowheads="1"/>
          </p:cNvSpPr>
          <p:nvPr/>
        </p:nvSpPr>
        <p:spPr bwMode="auto">
          <a:xfrm>
            <a:off x="817061" y="773842"/>
            <a:ext cx="7315795" cy="1421928"/>
          </a:xfrm>
          <a:prstGeom prst="rect">
            <a:avLst/>
          </a:prstGeom>
          <a:noFill/>
          <a:ln w="9525">
            <a:noFill/>
            <a:miter lim="800000"/>
            <a:headEnd/>
            <a:tailEnd/>
          </a:ln>
          <a:effectLst/>
        </p:spPr>
        <p:txBody>
          <a:bodyPr wrap="square">
            <a:spAutoFit/>
          </a:bodyPr>
          <a:lstStyle/>
          <a:p>
            <a:pPr>
              <a:lnSpc>
                <a:spcPct val="120000"/>
              </a:lnSpc>
            </a:pPr>
            <a:r>
              <a:rPr kumimoji="0" lang="en-US" altLang="zh-CN" sz="2400" dirty="0">
                <a:solidFill>
                  <a:srgbClr val="1C1C1C"/>
                </a:solidFill>
                <a:ea typeface="宋体" charset="-122"/>
              </a:rPr>
              <a:t>        </a:t>
            </a:r>
            <a:r>
              <a:rPr kumimoji="0" lang="zh-CN" altLang="en-US" sz="2400" dirty="0">
                <a:solidFill>
                  <a:srgbClr val="1C1C1C"/>
                </a:solidFill>
                <a:ea typeface="宋体" charset="-122"/>
              </a:rPr>
              <a:t>如图所</a:t>
            </a:r>
            <a:r>
              <a:rPr kumimoji="0" lang="zh-CN" altLang="en-US" sz="2400">
                <a:solidFill>
                  <a:srgbClr val="1C1C1C"/>
                </a:solidFill>
                <a:ea typeface="宋体" charset="-122"/>
              </a:rPr>
              <a:t>示，在真空中有</a:t>
            </a:r>
            <a:r>
              <a:rPr kumimoji="0" lang="zh-CN" altLang="en-US" sz="2400" dirty="0">
                <a:solidFill>
                  <a:srgbClr val="1C1C1C"/>
                </a:solidFill>
                <a:ea typeface="宋体" charset="-122"/>
              </a:rPr>
              <a:t>一长为</a:t>
            </a:r>
            <a:r>
              <a:rPr kumimoji="0" lang="en-US" altLang="zh-CN" sz="2400" b="0" i="1" dirty="0">
                <a:solidFill>
                  <a:srgbClr val="1C1C1C"/>
                </a:solidFill>
                <a:ea typeface="宋体" charset="-122"/>
              </a:rPr>
              <a:t>l</a:t>
            </a:r>
            <a:r>
              <a:rPr kumimoji="0" lang="en-US" altLang="zh-CN" sz="2400" i="1" dirty="0">
                <a:solidFill>
                  <a:srgbClr val="1C1C1C"/>
                </a:solidFill>
                <a:ea typeface="宋体" charset="-122"/>
              </a:rPr>
              <a:t> </a:t>
            </a:r>
            <a:r>
              <a:rPr kumimoji="0" lang="zh-CN" altLang="en-US" sz="2400" dirty="0">
                <a:solidFill>
                  <a:srgbClr val="1C1C1C"/>
                </a:solidFill>
                <a:ea typeface="宋体" charset="-122"/>
              </a:rPr>
              <a:t>，半径为</a:t>
            </a:r>
            <a:r>
              <a:rPr kumimoji="0" lang="en-US" altLang="zh-CN" sz="2400" b="0" i="1" dirty="0">
                <a:solidFill>
                  <a:srgbClr val="1C1C1C"/>
                </a:solidFill>
                <a:ea typeface="宋体" charset="-122"/>
              </a:rPr>
              <a:t>R</a:t>
            </a:r>
            <a:r>
              <a:rPr kumimoji="0" lang="zh-CN" altLang="en-US" sz="2400" dirty="0">
                <a:solidFill>
                  <a:srgbClr val="1C1C1C"/>
                </a:solidFill>
                <a:ea typeface="宋体" charset="-122"/>
              </a:rPr>
              <a:t>的载流密绕直螺线管，螺线管的总匝数为</a:t>
            </a:r>
            <a:r>
              <a:rPr kumimoji="0" lang="en-US" altLang="zh-CN" sz="2400" b="0" i="1" dirty="0">
                <a:solidFill>
                  <a:srgbClr val="1C1C1C"/>
                </a:solidFill>
                <a:ea typeface="宋体" charset="-122"/>
              </a:rPr>
              <a:t>N</a:t>
            </a:r>
            <a:r>
              <a:rPr kumimoji="0" lang="zh-CN" altLang="en-US" sz="2400" dirty="0">
                <a:solidFill>
                  <a:srgbClr val="1C1C1C"/>
                </a:solidFill>
                <a:ea typeface="宋体" charset="-122"/>
              </a:rPr>
              <a:t>，通有</a:t>
            </a:r>
            <a:r>
              <a:rPr kumimoji="0" lang="zh-CN" altLang="en-US" sz="2400">
                <a:solidFill>
                  <a:srgbClr val="1C1C1C"/>
                </a:solidFill>
                <a:ea typeface="宋体" charset="-122"/>
              </a:rPr>
              <a:t>电流 </a:t>
            </a:r>
            <a:r>
              <a:rPr kumimoji="0" lang="en-US" altLang="zh-CN" sz="2400" b="0" i="1">
                <a:solidFill>
                  <a:srgbClr val="1C1C1C"/>
                </a:solidFill>
                <a:ea typeface="宋体" charset="-122"/>
              </a:rPr>
              <a:t>I </a:t>
            </a:r>
            <a:r>
              <a:rPr kumimoji="0" lang="en-US" altLang="zh-CN" sz="2400" i="1">
                <a:solidFill>
                  <a:srgbClr val="1C1C1C"/>
                </a:solidFill>
                <a:ea typeface="宋体" charset="-122"/>
              </a:rPr>
              <a:t>.  </a:t>
            </a:r>
            <a:endParaRPr kumimoji="0" lang="en-US" altLang="zh-CN" sz="2400" dirty="0">
              <a:solidFill>
                <a:srgbClr val="1C1C1C"/>
              </a:solidFill>
              <a:ea typeface="宋体" charset="-122"/>
            </a:endParaRPr>
          </a:p>
          <a:p>
            <a:pPr>
              <a:lnSpc>
                <a:spcPct val="120000"/>
              </a:lnSpc>
            </a:pPr>
            <a:r>
              <a:rPr kumimoji="0" lang="zh-CN" altLang="en-US" sz="2400" smtClean="0">
                <a:solidFill>
                  <a:srgbClr val="C00000"/>
                </a:solidFill>
                <a:ea typeface="宋体" charset="-122"/>
              </a:rPr>
              <a:t>求：</a:t>
            </a:r>
            <a:r>
              <a:rPr kumimoji="0" lang="zh-CN" altLang="en-US" sz="2400" smtClean="0">
                <a:solidFill>
                  <a:srgbClr val="1C1C1C"/>
                </a:solidFill>
                <a:ea typeface="宋体" charset="-122"/>
              </a:rPr>
              <a:t>管</a:t>
            </a:r>
            <a:r>
              <a:rPr kumimoji="0" lang="zh-CN" altLang="en-US" sz="2400" dirty="0">
                <a:solidFill>
                  <a:srgbClr val="1C1C1C"/>
                </a:solidFill>
                <a:ea typeface="宋体" charset="-122"/>
              </a:rPr>
              <a:t>内轴线上一点处的磁感强度</a:t>
            </a:r>
            <a:r>
              <a:rPr kumimoji="0" lang="en-US" altLang="zh-CN" sz="2400" dirty="0">
                <a:solidFill>
                  <a:srgbClr val="1C1C1C"/>
                </a:solidFill>
                <a:ea typeface="宋体" charset="-122"/>
              </a:rPr>
              <a:t>.</a:t>
            </a:r>
          </a:p>
        </p:txBody>
      </p:sp>
      <p:sp>
        <p:nvSpPr>
          <p:cNvPr id="18436" name="Rectangle 79"/>
          <p:cNvSpPr>
            <a:spLocks noChangeArrowheads="1"/>
          </p:cNvSpPr>
          <p:nvPr/>
        </p:nvSpPr>
        <p:spPr bwMode="auto">
          <a:xfrm>
            <a:off x="445482" y="232321"/>
            <a:ext cx="5199863" cy="461665"/>
          </a:xfrm>
          <a:prstGeom prst="rect">
            <a:avLst/>
          </a:prstGeom>
          <a:noFill/>
          <a:ln w="9525">
            <a:noFill/>
            <a:miter lim="800000"/>
            <a:headEnd/>
            <a:tailEnd/>
          </a:ln>
          <a:effectLst/>
        </p:spPr>
        <p:txBody>
          <a:bodyPr wrap="square">
            <a:spAutoFit/>
          </a:bodyPr>
          <a:lstStyle/>
          <a:p>
            <a:pPr>
              <a:spcBef>
                <a:spcPct val="50000"/>
              </a:spcBef>
            </a:pPr>
            <a:r>
              <a:rPr kumimoji="0" lang="en-US" altLang="zh-CN" sz="2400" dirty="0">
                <a:solidFill>
                  <a:srgbClr val="000000"/>
                </a:solidFill>
                <a:ea typeface="宋体" charset="-122"/>
              </a:rPr>
              <a:t>  </a:t>
            </a:r>
            <a:r>
              <a:rPr kumimoji="0" lang="en-US" altLang="zh-CN" sz="2400" dirty="0">
                <a:solidFill>
                  <a:srgbClr val="FF0000"/>
                </a:solidFill>
                <a:ea typeface="宋体" charset="-122"/>
              </a:rPr>
              <a:t>*</a:t>
            </a:r>
            <a:r>
              <a:rPr kumimoji="0" lang="zh-CN" altLang="en-US" sz="2400" dirty="0">
                <a:solidFill>
                  <a:srgbClr val="CC0000"/>
                </a:solidFill>
                <a:ea typeface="宋体" charset="-122"/>
              </a:rPr>
              <a:t>例</a:t>
            </a:r>
            <a:r>
              <a:rPr kumimoji="0" lang="en-US" altLang="zh-CN" sz="2400" dirty="0">
                <a:solidFill>
                  <a:srgbClr val="CC0000"/>
                </a:solidFill>
                <a:ea typeface="宋体" charset="-122"/>
              </a:rPr>
              <a:t>3</a:t>
            </a:r>
            <a:r>
              <a:rPr kumimoji="0" lang="en-US" altLang="zh-CN" sz="2400" dirty="0">
                <a:solidFill>
                  <a:srgbClr val="1C1C1C"/>
                </a:solidFill>
                <a:ea typeface="宋体" charset="-122"/>
              </a:rPr>
              <a:t>   </a:t>
            </a:r>
            <a:r>
              <a:rPr kumimoji="0" lang="zh-CN" altLang="en-US" sz="2400" dirty="0">
                <a:solidFill>
                  <a:srgbClr val="1C1C1C"/>
                </a:solidFill>
                <a:ea typeface="宋体" charset="-122"/>
              </a:rPr>
              <a:t>载流直螺线管内部的磁场</a:t>
            </a:r>
            <a:r>
              <a:rPr kumimoji="0" lang="en-US" altLang="zh-CN" sz="2400" dirty="0">
                <a:solidFill>
                  <a:srgbClr val="1C1C1C"/>
                </a:solidFill>
                <a:ea typeface="宋体" charset="-122"/>
              </a:rPr>
              <a:t>.</a:t>
            </a:r>
            <a:endParaRPr kumimoji="0" lang="en-US" altLang="zh-CN" sz="2400" dirty="0">
              <a:solidFill>
                <a:srgbClr val="000000"/>
              </a:solidFill>
              <a:ea typeface="宋体" charset="-122"/>
            </a:endParaRPr>
          </a:p>
        </p:txBody>
      </p:sp>
      <p:sp>
        <p:nvSpPr>
          <p:cNvPr id="18438" name="Line 173"/>
          <p:cNvSpPr>
            <a:spLocks noChangeShapeType="1"/>
          </p:cNvSpPr>
          <p:nvPr/>
        </p:nvSpPr>
        <p:spPr bwMode="auto">
          <a:xfrm>
            <a:off x="2531860" y="3716391"/>
            <a:ext cx="4094559" cy="0"/>
          </a:xfrm>
          <a:prstGeom prst="line">
            <a:avLst/>
          </a:prstGeom>
          <a:noFill/>
          <a:ln w="12700">
            <a:solidFill>
              <a:srgbClr val="000000"/>
            </a:solidFill>
            <a:round/>
            <a:headEnd/>
            <a:tailEnd type="none" w="sm" len="lg"/>
          </a:ln>
          <a:effectLst/>
        </p:spPr>
        <p:txBody>
          <a:bodyPr wrap="none"/>
          <a:lstStyle/>
          <a:p>
            <a:pPr eaLnBrk="0" hangingPunct="0"/>
            <a:endParaRPr kumimoji="0" lang="zh-CN" altLang="en-US" sz="1350" b="0">
              <a:solidFill>
                <a:prstClr val="black"/>
              </a:solidFill>
              <a:latin typeface="Arial" charset="0"/>
              <a:ea typeface="宋体" charset="-122"/>
            </a:endParaRPr>
          </a:p>
        </p:txBody>
      </p:sp>
      <p:sp>
        <p:nvSpPr>
          <p:cNvPr id="18439" name="Line 174"/>
          <p:cNvSpPr>
            <a:spLocks noChangeShapeType="1"/>
          </p:cNvSpPr>
          <p:nvPr/>
        </p:nvSpPr>
        <p:spPr bwMode="auto">
          <a:xfrm flipH="1">
            <a:off x="2628301" y="3259191"/>
            <a:ext cx="383381" cy="0"/>
          </a:xfrm>
          <a:prstGeom prst="line">
            <a:avLst/>
          </a:prstGeom>
          <a:noFill/>
          <a:ln w="9525">
            <a:solidFill>
              <a:schemeClr val="tx1"/>
            </a:solidFill>
            <a:prstDash val="dash"/>
            <a:round/>
            <a:headEnd/>
            <a:tailEnd/>
          </a:ln>
          <a:effectLst/>
        </p:spPr>
        <p:txBody>
          <a:bodyPr wrap="none"/>
          <a:lstStyle/>
          <a:p>
            <a:pPr eaLnBrk="0" hangingPunct="0"/>
            <a:endParaRPr kumimoji="0" lang="zh-CN" altLang="en-US" sz="1350" b="0">
              <a:solidFill>
                <a:prstClr val="black"/>
              </a:solidFill>
              <a:latin typeface="Arial" charset="0"/>
              <a:ea typeface="宋体" charset="-122"/>
            </a:endParaRPr>
          </a:p>
        </p:txBody>
      </p:sp>
      <p:sp>
        <p:nvSpPr>
          <p:cNvPr id="18440" name="Text Box 175"/>
          <p:cNvSpPr txBox="1">
            <a:spLocks noChangeArrowheads="1"/>
          </p:cNvSpPr>
          <p:nvPr/>
        </p:nvSpPr>
        <p:spPr bwMode="auto">
          <a:xfrm>
            <a:off x="3704625" y="3350869"/>
            <a:ext cx="694135" cy="415498"/>
          </a:xfrm>
          <a:prstGeom prst="rect">
            <a:avLst/>
          </a:prstGeom>
          <a:noFill/>
          <a:ln w="9525">
            <a:noFill/>
            <a:miter lim="800000"/>
            <a:headEnd/>
            <a:tailEnd/>
          </a:ln>
          <a:effectLst/>
        </p:spPr>
        <p:txBody>
          <a:bodyPr>
            <a:spAutoFit/>
          </a:bodyPr>
          <a:lstStyle/>
          <a:p>
            <a:r>
              <a:rPr kumimoji="0" lang="en-US" altLang="zh-CN" sz="2100" b="0" i="1">
                <a:solidFill>
                  <a:srgbClr val="1C1C1C"/>
                </a:solidFill>
                <a:ea typeface="宋体" charset="-122"/>
              </a:rPr>
              <a:t>P</a:t>
            </a:r>
          </a:p>
        </p:txBody>
      </p:sp>
      <p:sp>
        <p:nvSpPr>
          <p:cNvPr id="18441" name="Text Box 176"/>
          <p:cNvSpPr txBox="1">
            <a:spLocks noChangeArrowheads="1"/>
          </p:cNvSpPr>
          <p:nvPr/>
        </p:nvSpPr>
        <p:spPr bwMode="auto">
          <a:xfrm>
            <a:off x="2565197" y="3305625"/>
            <a:ext cx="760809" cy="369332"/>
          </a:xfrm>
          <a:prstGeom prst="rect">
            <a:avLst/>
          </a:prstGeom>
          <a:noFill/>
          <a:ln w="9525">
            <a:noFill/>
            <a:miter lim="800000"/>
            <a:headEnd/>
            <a:tailEnd/>
          </a:ln>
          <a:effectLst/>
        </p:spPr>
        <p:txBody>
          <a:bodyPr>
            <a:spAutoFit/>
          </a:bodyPr>
          <a:lstStyle/>
          <a:p>
            <a:r>
              <a:rPr kumimoji="0" lang="en-US" altLang="zh-CN" sz="1800" b="0" i="1">
                <a:solidFill>
                  <a:srgbClr val="1C1C1C"/>
                </a:solidFill>
                <a:ea typeface="宋体" charset="-122"/>
              </a:rPr>
              <a:t>R</a:t>
            </a:r>
          </a:p>
        </p:txBody>
      </p:sp>
      <p:grpSp>
        <p:nvGrpSpPr>
          <p:cNvPr id="2" name="Group 277"/>
          <p:cNvGrpSpPr>
            <a:grpSpLocks/>
          </p:cNvGrpSpPr>
          <p:nvPr/>
        </p:nvGrpSpPr>
        <p:grpSpPr bwMode="auto">
          <a:xfrm>
            <a:off x="3018825" y="4065247"/>
            <a:ext cx="3228976" cy="301228"/>
            <a:chOff x="1488" y="3792"/>
            <a:chExt cx="2712" cy="253"/>
          </a:xfrm>
        </p:grpSpPr>
        <p:sp>
          <p:nvSpPr>
            <p:cNvPr id="18480" name="Oval 210"/>
            <p:cNvSpPr>
              <a:spLocks noChangeArrowheads="1"/>
            </p:cNvSpPr>
            <p:nvPr/>
          </p:nvSpPr>
          <p:spPr bwMode="auto">
            <a:xfrm>
              <a:off x="1521" y="3834"/>
              <a:ext cx="187" cy="152"/>
            </a:xfrm>
            <a:prstGeom prst="ellipse">
              <a:avLst/>
            </a:prstGeom>
            <a:gradFill rotWithShape="0">
              <a:gsLst>
                <a:gs pos="0">
                  <a:srgbClr val="FFFFFF"/>
                </a:gs>
                <a:gs pos="100000">
                  <a:schemeClr val="accent1"/>
                </a:gs>
              </a:gsLst>
              <a:path path="shape">
                <a:fillToRect l="50000" t="50000" r="50000" b="50000"/>
              </a:path>
            </a:gradFill>
            <a:ln w="19050">
              <a:solidFill>
                <a:schemeClr val="tx1"/>
              </a:solidFill>
              <a:round/>
              <a:headEnd/>
              <a:tailEnd/>
            </a:ln>
            <a:effectLst/>
          </p:spPr>
          <p:txBody>
            <a:bodyPr wrap="none" anchor="ctr"/>
            <a:lstStyle/>
            <a:p>
              <a:endParaRPr kumimoji="0" lang="zh-CN" altLang="en-US" sz="1350" b="0">
                <a:solidFill>
                  <a:prstClr val="black"/>
                </a:solidFill>
                <a:latin typeface="Arial" charset="0"/>
                <a:ea typeface="宋体" charset="-122"/>
              </a:endParaRPr>
            </a:p>
          </p:txBody>
        </p:sp>
        <p:sp>
          <p:nvSpPr>
            <p:cNvPr id="18481" name="Text Box 211"/>
            <p:cNvSpPr txBox="1">
              <a:spLocks noChangeArrowheads="1"/>
            </p:cNvSpPr>
            <p:nvPr/>
          </p:nvSpPr>
          <p:spPr bwMode="auto">
            <a:xfrm>
              <a:off x="1488" y="3793"/>
              <a:ext cx="301" cy="252"/>
            </a:xfrm>
            <a:prstGeom prst="rect">
              <a:avLst/>
            </a:prstGeom>
            <a:noFill/>
            <a:ln w="9525">
              <a:noFill/>
              <a:miter lim="800000"/>
              <a:headEnd/>
              <a:tailEnd/>
            </a:ln>
            <a:effectLst/>
          </p:spPr>
          <p:txBody>
            <a:bodyPr wrap="none">
              <a:spAutoFit/>
            </a:bodyPr>
            <a:lstStyle/>
            <a:p>
              <a:pPr>
                <a:spcBef>
                  <a:spcPct val="50000"/>
                </a:spcBef>
              </a:pPr>
              <a:r>
                <a:rPr kumimoji="0" lang="en-US" altLang="zh-CN" sz="1350">
                  <a:solidFill>
                    <a:srgbClr val="FF0000"/>
                  </a:solidFill>
                  <a:ea typeface="宋体" charset="-122"/>
                </a:rPr>
                <a:t>×</a:t>
              </a:r>
              <a:endParaRPr kumimoji="0" lang="en-US" altLang="zh-CN" sz="1350">
                <a:solidFill>
                  <a:prstClr val="black"/>
                </a:solidFill>
                <a:ea typeface="宋体" charset="-122"/>
              </a:endParaRPr>
            </a:p>
          </p:txBody>
        </p:sp>
        <p:sp>
          <p:nvSpPr>
            <p:cNvPr id="18482" name="Oval 212"/>
            <p:cNvSpPr>
              <a:spLocks noChangeArrowheads="1"/>
            </p:cNvSpPr>
            <p:nvPr/>
          </p:nvSpPr>
          <p:spPr bwMode="auto">
            <a:xfrm>
              <a:off x="1707" y="3834"/>
              <a:ext cx="187" cy="152"/>
            </a:xfrm>
            <a:prstGeom prst="ellipse">
              <a:avLst/>
            </a:prstGeom>
            <a:gradFill rotWithShape="0">
              <a:gsLst>
                <a:gs pos="0">
                  <a:srgbClr val="FFFFFF"/>
                </a:gs>
                <a:gs pos="100000">
                  <a:schemeClr val="accent1"/>
                </a:gs>
              </a:gsLst>
              <a:path path="shape">
                <a:fillToRect l="50000" t="50000" r="50000" b="50000"/>
              </a:path>
            </a:gradFill>
            <a:ln w="19050">
              <a:solidFill>
                <a:schemeClr val="tx1"/>
              </a:solidFill>
              <a:round/>
              <a:headEnd/>
              <a:tailEnd/>
            </a:ln>
            <a:effectLst/>
          </p:spPr>
          <p:txBody>
            <a:bodyPr wrap="none" anchor="ctr"/>
            <a:lstStyle/>
            <a:p>
              <a:endParaRPr kumimoji="0" lang="zh-CN" altLang="en-US" sz="1350" b="0">
                <a:solidFill>
                  <a:prstClr val="black"/>
                </a:solidFill>
                <a:latin typeface="Arial" charset="0"/>
                <a:ea typeface="宋体" charset="-122"/>
              </a:endParaRPr>
            </a:p>
          </p:txBody>
        </p:sp>
        <p:sp>
          <p:nvSpPr>
            <p:cNvPr id="18483" name="Text Box 213"/>
            <p:cNvSpPr txBox="1">
              <a:spLocks noChangeArrowheads="1"/>
            </p:cNvSpPr>
            <p:nvPr/>
          </p:nvSpPr>
          <p:spPr bwMode="auto">
            <a:xfrm>
              <a:off x="1664" y="3793"/>
              <a:ext cx="301" cy="252"/>
            </a:xfrm>
            <a:prstGeom prst="rect">
              <a:avLst/>
            </a:prstGeom>
            <a:noFill/>
            <a:ln w="9525">
              <a:noFill/>
              <a:miter lim="800000"/>
              <a:headEnd/>
              <a:tailEnd/>
            </a:ln>
            <a:effectLst/>
          </p:spPr>
          <p:txBody>
            <a:bodyPr wrap="none">
              <a:spAutoFit/>
            </a:bodyPr>
            <a:lstStyle/>
            <a:p>
              <a:pPr>
                <a:spcBef>
                  <a:spcPct val="50000"/>
                </a:spcBef>
              </a:pPr>
              <a:r>
                <a:rPr kumimoji="0" lang="en-US" altLang="zh-CN" sz="1350">
                  <a:solidFill>
                    <a:srgbClr val="FF0000"/>
                  </a:solidFill>
                  <a:ea typeface="宋体" charset="-122"/>
                </a:rPr>
                <a:t>×</a:t>
              </a:r>
              <a:endParaRPr kumimoji="0" lang="en-US" altLang="zh-CN" sz="1350">
                <a:solidFill>
                  <a:prstClr val="black"/>
                </a:solidFill>
                <a:ea typeface="宋体" charset="-122"/>
              </a:endParaRPr>
            </a:p>
          </p:txBody>
        </p:sp>
        <p:sp>
          <p:nvSpPr>
            <p:cNvPr id="18484" name="Oval 214"/>
            <p:cNvSpPr>
              <a:spLocks noChangeArrowheads="1"/>
            </p:cNvSpPr>
            <p:nvPr/>
          </p:nvSpPr>
          <p:spPr bwMode="auto">
            <a:xfrm>
              <a:off x="1892" y="3834"/>
              <a:ext cx="187" cy="152"/>
            </a:xfrm>
            <a:prstGeom prst="ellipse">
              <a:avLst/>
            </a:prstGeom>
            <a:gradFill rotWithShape="0">
              <a:gsLst>
                <a:gs pos="0">
                  <a:srgbClr val="FFFFFF"/>
                </a:gs>
                <a:gs pos="100000">
                  <a:schemeClr val="accent1"/>
                </a:gs>
              </a:gsLst>
              <a:path path="shape">
                <a:fillToRect l="50000" t="50000" r="50000" b="50000"/>
              </a:path>
            </a:gradFill>
            <a:ln w="19050">
              <a:solidFill>
                <a:schemeClr val="tx1"/>
              </a:solidFill>
              <a:round/>
              <a:headEnd/>
              <a:tailEnd/>
            </a:ln>
            <a:effectLst/>
          </p:spPr>
          <p:txBody>
            <a:bodyPr wrap="none" anchor="ctr"/>
            <a:lstStyle/>
            <a:p>
              <a:endParaRPr kumimoji="0" lang="zh-CN" altLang="en-US" sz="1350" b="0">
                <a:solidFill>
                  <a:prstClr val="black"/>
                </a:solidFill>
                <a:latin typeface="Arial" charset="0"/>
                <a:ea typeface="宋体" charset="-122"/>
              </a:endParaRPr>
            </a:p>
          </p:txBody>
        </p:sp>
        <p:sp>
          <p:nvSpPr>
            <p:cNvPr id="18485" name="Text Box 215"/>
            <p:cNvSpPr txBox="1">
              <a:spLocks noChangeArrowheads="1"/>
            </p:cNvSpPr>
            <p:nvPr/>
          </p:nvSpPr>
          <p:spPr bwMode="auto">
            <a:xfrm>
              <a:off x="1860" y="3793"/>
              <a:ext cx="301" cy="252"/>
            </a:xfrm>
            <a:prstGeom prst="rect">
              <a:avLst/>
            </a:prstGeom>
            <a:noFill/>
            <a:ln w="9525">
              <a:noFill/>
              <a:miter lim="800000"/>
              <a:headEnd/>
              <a:tailEnd/>
            </a:ln>
            <a:effectLst/>
          </p:spPr>
          <p:txBody>
            <a:bodyPr wrap="none">
              <a:spAutoFit/>
            </a:bodyPr>
            <a:lstStyle/>
            <a:p>
              <a:pPr>
                <a:spcBef>
                  <a:spcPct val="50000"/>
                </a:spcBef>
              </a:pPr>
              <a:r>
                <a:rPr kumimoji="0" lang="en-US" altLang="zh-CN" sz="1350">
                  <a:solidFill>
                    <a:srgbClr val="FF0000"/>
                  </a:solidFill>
                  <a:ea typeface="宋体" charset="-122"/>
                </a:rPr>
                <a:t>×</a:t>
              </a:r>
              <a:endParaRPr kumimoji="0" lang="en-US" altLang="zh-CN" sz="1350">
                <a:solidFill>
                  <a:prstClr val="black"/>
                </a:solidFill>
                <a:ea typeface="宋体" charset="-122"/>
              </a:endParaRPr>
            </a:p>
          </p:txBody>
        </p:sp>
        <p:sp>
          <p:nvSpPr>
            <p:cNvPr id="18486" name="Oval 216"/>
            <p:cNvSpPr>
              <a:spLocks noChangeArrowheads="1"/>
            </p:cNvSpPr>
            <p:nvPr/>
          </p:nvSpPr>
          <p:spPr bwMode="auto">
            <a:xfrm>
              <a:off x="2449" y="3834"/>
              <a:ext cx="187" cy="152"/>
            </a:xfrm>
            <a:prstGeom prst="ellipse">
              <a:avLst/>
            </a:prstGeom>
            <a:gradFill rotWithShape="0">
              <a:gsLst>
                <a:gs pos="0">
                  <a:srgbClr val="FFFFFF"/>
                </a:gs>
                <a:gs pos="100000">
                  <a:schemeClr val="accent1"/>
                </a:gs>
              </a:gsLst>
              <a:path path="shape">
                <a:fillToRect l="50000" t="50000" r="50000" b="50000"/>
              </a:path>
            </a:gradFill>
            <a:ln w="19050">
              <a:solidFill>
                <a:schemeClr val="tx1"/>
              </a:solidFill>
              <a:round/>
              <a:headEnd/>
              <a:tailEnd/>
            </a:ln>
            <a:effectLst/>
          </p:spPr>
          <p:txBody>
            <a:bodyPr wrap="none" anchor="ctr"/>
            <a:lstStyle/>
            <a:p>
              <a:endParaRPr kumimoji="0" lang="zh-CN" altLang="en-US" sz="1350" b="0">
                <a:solidFill>
                  <a:prstClr val="black"/>
                </a:solidFill>
                <a:latin typeface="Arial" charset="0"/>
                <a:ea typeface="宋体" charset="-122"/>
              </a:endParaRPr>
            </a:p>
          </p:txBody>
        </p:sp>
        <p:sp>
          <p:nvSpPr>
            <p:cNvPr id="18487" name="Text Box 217"/>
            <p:cNvSpPr txBox="1">
              <a:spLocks noChangeArrowheads="1"/>
            </p:cNvSpPr>
            <p:nvPr/>
          </p:nvSpPr>
          <p:spPr bwMode="auto">
            <a:xfrm>
              <a:off x="2415" y="3793"/>
              <a:ext cx="301" cy="252"/>
            </a:xfrm>
            <a:prstGeom prst="rect">
              <a:avLst/>
            </a:prstGeom>
            <a:noFill/>
            <a:ln w="9525">
              <a:noFill/>
              <a:miter lim="800000"/>
              <a:headEnd/>
              <a:tailEnd/>
            </a:ln>
            <a:effectLst/>
          </p:spPr>
          <p:txBody>
            <a:bodyPr wrap="none">
              <a:spAutoFit/>
            </a:bodyPr>
            <a:lstStyle/>
            <a:p>
              <a:pPr>
                <a:spcBef>
                  <a:spcPct val="50000"/>
                </a:spcBef>
              </a:pPr>
              <a:r>
                <a:rPr kumimoji="0" lang="en-US" altLang="zh-CN" sz="1350">
                  <a:solidFill>
                    <a:srgbClr val="FF0000"/>
                  </a:solidFill>
                  <a:ea typeface="宋体" charset="-122"/>
                </a:rPr>
                <a:t>×</a:t>
              </a:r>
              <a:endParaRPr kumimoji="0" lang="en-US" altLang="zh-CN" sz="1350">
                <a:solidFill>
                  <a:prstClr val="black"/>
                </a:solidFill>
                <a:ea typeface="宋体" charset="-122"/>
              </a:endParaRPr>
            </a:p>
          </p:txBody>
        </p:sp>
        <p:sp>
          <p:nvSpPr>
            <p:cNvPr id="18488" name="Oval 218"/>
            <p:cNvSpPr>
              <a:spLocks noChangeArrowheads="1"/>
            </p:cNvSpPr>
            <p:nvPr/>
          </p:nvSpPr>
          <p:spPr bwMode="auto">
            <a:xfrm>
              <a:off x="2264" y="3834"/>
              <a:ext cx="187" cy="152"/>
            </a:xfrm>
            <a:prstGeom prst="ellipse">
              <a:avLst/>
            </a:prstGeom>
            <a:gradFill rotWithShape="0">
              <a:gsLst>
                <a:gs pos="0">
                  <a:srgbClr val="FFFFFF"/>
                </a:gs>
                <a:gs pos="100000">
                  <a:schemeClr val="accent1"/>
                </a:gs>
              </a:gsLst>
              <a:path path="shape">
                <a:fillToRect l="50000" t="50000" r="50000" b="50000"/>
              </a:path>
            </a:gradFill>
            <a:ln w="19050">
              <a:solidFill>
                <a:schemeClr val="tx1"/>
              </a:solidFill>
              <a:round/>
              <a:headEnd/>
              <a:tailEnd/>
            </a:ln>
            <a:effectLst/>
          </p:spPr>
          <p:txBody>
            <a:bodyPr wrap="none" anchor="ctr"/>
            <a:lstStyle/>
            <a:p>
              <a:endParaRPr kumimoji="0" lang="zh-CN" altLang="en-US" sz="1350" b="0">
                <a:solidFill>
                  <a:prstClr val="black"/>
                </a:solidFill>
                <a:latin typeface="Arial" charset="0"/>
                <a:ea typeface="宋体" charset="-122"/>
              </a:endParaRPr>
            </a:p>
          </p:txBody>
        </p:sp>
        <p:sp>
          <p:nvSpPr>
            <p:cNvPr id="18489" name="Text Box 219"/>
            <p:cNvSpPr txBox="1">
              <a:spLocks noChangeArrowheads="1"/>
            </p:cNvSpPr>
            <p:nvPr/>
          </p:nvSpPr>
          <p:spPr bwMode="auto">
            <a:xfrm>
              <a:off x="2221" y="3792"/>
              <a:ext cx="301" cy="252"/>
            </a:xfrm>
            <a:prstGeom prst="rect">
              <a:avLst/>
            </a:prstGeom>
            <a:noFill/>
            <a:ln w="9525">
              <a:noFill/>
              <a:miter lim="800000"/>
              <a:headEnd/>
              <a:tailEnd/>
            </a:ln>
            <a:effectLst/>
          </p:spPr>
          <p:txBody>
            <a:bodyPr wrap="none">
              <a:spAutoFit/>
            </a:bodyPr>
            <a:lstStyle/>
            <a:p>
              <a:pPr>
                <a:spcBef>
                  <a:spcPct val="50000"/>
                </a:spcBef>
              </a:pPr>
              <a:r>
                <a:rPr kumimoji="0" lang="en-US" altLang="zh-CN" sz="1350">
                  <a:solidFill>
                    <a:srgbClr val="FF0000"/>
                  </a:solidFill>
                  <a:ea typeface="宋体" charset="-122"/>
                </a:rPr>
                <a:t>×</a:t>
              </a:r>
              <a:endParaRPr kumimoji="0" lang="en-US" altLang="zh-CN" sz="1350">
                <a:solidFill>
                  <a:prstClr val="black"/>
                </a:solidFill>
                <a:ea typeface="宋体" charset="-122"/>
              </a:endParaRPr>
            </a:p>
          </p:txBody>
        </p:sp>
        <p:sp>
          <p:nvSpPr>
            <p:cNvPr id="18490" name="Oval 220"/>
            <p:cNvSpPr>
              <a:spLocks noChangeArrowheads="1"/>
            </p:cNvSpPr>
            <p:nvPr/>
          </p:nvSpPr>
          <p:spPr bwMode="auto">
            <a:xfrm>
              <a:off x="2079" y="3834"/>
              <a:ext cx="187" cy="152"/>
            </a:xfrm>
            <a:prstGeom prst="ellipse">
              <a:avLst/>
            </a:prstGeom>
            <a:gradFill rotWithShape="0">
              <a:gsLst>
                <a:gs pos="0">
                  <a:srgbClr val="FFFFFF"/>
                </a:gs>
                <a:gs pos="100000">
                  <a:schemeClr val="accent1"/>
                </a:gs>
              </a:gsLst>
              <a:path path="shape">
                <a:fillToRect l="50000" t="50000" r="50000" b="50000"/>
              </a:path>
            </a:gradFill>
            <a:ln w="19050">
              <a:solidFill>
                <a:schemeClr val="tx1"/>
              </a:solidFill>
              <a:round/>
              <a:headEnd/>
              <a:tailEnd/>
            </a:ln>
            <a:effectLst/>
          </p:spPr>
          <p:txBody>
            <a:bodyPr wrap="none" anchor="ctr"/>
            <a:lstStyle/>
            <a:p>
              <a:endParaRPr kumimoji="0" lang="zh-CN" altLang="en-US" sz="1350" b="0">
                <a:solidFill>
                  <a:prstClr val="black"/>
                </a:solidFill>
                <a:latin typeface="Arial" charset="0"/>
                <a:ea typeface="宋体" charset="-122"/>
              </a:endParaRPr>
            </a:p>
          </p:txBody>
        </p:sp>
        <p:sp>
          <p:nvSpPr>
            <p:cNvPr id="18491" name="Text Box 221"/>
            <p:cNvSpPr txBox="1">
              <a:spLocks noChangeArrowheads="1"/>
            </p:cNvSpPr>
            <p:nvPr/>
          </p:nvSpPr>
          <p:spPr bwMode="auto">
            <a:xfrm>
              <a:off x="2045" y="3793"/>
              <a:ext cx="301" cy="252"/>
            </a:xfrm>
            <a:prstGeom prst="rect">
              <a:avLst/>
            </a:prstGeom>
            <a:noFill/>
            <a:ln w="9525">
              <a:noFill/>
              <a:miter lim="800000"/>
              <a:headEnd/>
              <a:tailEnd/>
            </a:ln>
            <a:effectLst/>
          </p:spPr>
          <p:txBody>
            <a:bodyPr wrap="none">
              <a:spAutoFit/>
            </a:bodyPr>
            <a:lstStyle/>
            <a:p>
              <a:pPr>
                <a:spcBef>
                  <a:spcPct val="50000"/>
                </a:spcBef>
              </a:pPr>
              <a:r>
                <a:rPr kumimoji="0" lang="en-US" altLang="zh-CN" sz="1350">
                  <a:solidFill>
                    <a:srgbClr val="FF0000"/>
                  </a:solidFill>
                  <a:ea typeface="宋体" charset="-122"/>
                </a:rPr>
                <a:t>×</a:t>
              </a:r>
              <a:endParaRPr kumimoji="0" lang="en-US" altLang="zh-CN" sz="1350">
                <a:solidFill>
                  <a:prstClr val="black"/>
                </a:solidFill>
                <a:ea typeface="宋体" charset="-122"/>
              </a:endParaRPr>
            </a:p>
          </p:txBody>
        </p:sp>
        <p:sp>
          <p:nvSpPr>
            <p:cNvPr id="18492" name="Oval 222"/>
            <p:cNvSpPr>
              <a:spLocks noChangeArrowheads="1"/>
            </p:cNvSpPr>
            <p:nvPr/>
          </p:nvSpPr>
          <p:spPr bwMode="auto">
            <a:xfrm>
              <a:off x="2636" y="3834"/>
              <a:ext cx="187" cy="152"/>
            </a:xfrm>
            <a:prstGeom prst="ellipse">
              <a:avLst/>
            </a:prstGeom>
            <a:gradFill rotWithShape="0">
              <a:gsLst>
                <a:gs pos="0">
                  <a:srgbClr val="FFFFFF"/>
                </a:gs>
                <a:gs pos="100000">
                  <a:schemeClr val="accent1"/>
                </a:gs>
              </a:gsLst>
              <a:path path="shape">
                <a:fillToRect l="50000" t="50000" r="50000" b="50000"/>
              </a:path>
            </a:gradFill>
            <a:ln w="19050">
              <a:solidFill>
                <a:schemeClr val="tx1"/>
              </a:solidFill>
              <a:round/>
              <a:headEnd/>
              <a:tailEnd/>
            </a:ln>
            <a:effectLst/>
          </p:spPr>
          <p:txBody>
            <a:bodyPr wrap="none" anchor="ctr"/>
            <a:lstStyle/>
            <a:p>
              <a:endParaRPr kumimoji="0" lang="zh-CN" altLang="en-US" sz="1350" b="0">
                <a:solidFill>
                  <a:prstClr val="black"/>
                </a:solidFill>
                <a:latin typeface="Arial" charset="0"/>
                <a:ea typeface="宋体" charset="-122"/>
              </a:endParaRPr>
            </a:p>
          </p:txBody>
        </p:sp>
        <p:sp>
          <p:nvSpPr>
            <p:cNvPr id="18493" name="Text Box 223"/>
            <p:cNvSpPr txBox="1">
              <a:spLocks noChangeArrowheads="1"/>
            </p:cNvSpPr>
            <p:nvPr/>
          </p:nvSpPr>
          <p:spPr bwMode="auto">
            <a:xfrm>
              <a:off x="2602" y="3793"/>
              <a:ext cx="301" cy="252"/>
            </a:xfrm>
            <a:prstGeom prst="rect">
              <a:avLst/>
            </a:prstGeom>
            <a:noFill/>
            <a:ln w="9525">
              <a:noFill/>
              <a:miter lim="800000"/>
              <a:headEnd/>
              <a:tailEnd/>
            </a:ln>
            <a:effectLst/>
          </p:spPr>
          <p:txBody>
            <a:bodyPr wrap="none">
              <a:spAutoFit/>
            </a:bodyPr>
            <a:lstStyle/>
            <a:p>
              <a:pPr>
                <a:spcBef>
                  <a:spcPct val="50000"/>
                </a:spcBef>
              </a:pPr>
              <a:r>
                <a:rPr kumimoji="0" lang="en-US" altLang="zh-CN" sz="1350">
                  <a:solidFill>
                    <a:srgbClr val="FF0000"/>
                  </a:solidFill>
                  <a:ea typeface="宋体" charset="-122"/>
                </a:rPr>
                <a:t>×</a:t>
              </a:r>
              <a:endParaRPr kumimoji="0" lang="en-US" altLang="zh-CN" sz="1350">
                <a:solidFill>
                  <a:prstClr val="black"/>
                </a:solidFill>
                <a:ea typeface="宋体" charset="-122"/>
              </a:endParaRPr>
            </a:p>
          </p:txBody>
        </p:sp>
        <p:sp>
          <p:nvSpPr>
            <p:cNvPr id="18494" name="Oval 224"/>
            <p:cNvSpPr>
              <a:spLocks noChangeArrowheads="1"/>
            </p:cNvSpPr>
            <p:nvPr/>
          </p:nvSpPr>
          <p:spPr bwMode="auto">
            <a:xfrm>
              <a:off x="2821" y="3834"/>
              <a:ext cx="187" cy="152"/>
            </a:xfrm>
            <a:prstGeom prst="ellipse">
              <a:avLst/>
            </a:prstGeom>
            <a:gradFill rotWithShape="0">
              <a:gsLst>
                <a:gs pos="0">
                  <a:srgbClr val="FFFFFF"/>
                </a:gs>
                <a:gs pos="100000">
                  <a:schemeClr val="accent1"/>
                </a:gs>
              </a:gsLst>
              <a:path path="shape">
                <a:fillToRect l="50000" t="50000" r="50000" b="50000"/>
              </a:path>
            </a:gradFill>
            <a:ln w="19050">
              <a:solidFill>
                <a:schemeClr val="tx1"/>
              </a:solidFill>
              <a:round/>
              <a:headEnd/>
              <a:tailEnd/>
            </a:ln>
            <a:effectLst/>
          </p:spPr>
          <p:txBody>
            <a:bodyPr wrap="none" anchor="ctr"/>
            <a:lstStyle/>
            <a:p>
              <a:endParaRPr kumimoji="0" lang="zh-CN" altLang="en-US" sz="1350" b="0">
                <a:solidFill>
                  <a:prstClr val="black"/>
                </a:solidFill>
                <a:latin typeface="Arial" charset="0"/>
                <a:ea typeface="宋体" charset="-122"/>
              </a:endParaRPr>
            </a:p>
          </p:txBody>
        </p:sp>
        <p:sp>
          <p:nvSpPr>
            <p:cNvPr id="18495" name="Text Box 225"/>
            <p:cNvSpPr txBox="1">
              <a:spLocks noChangeArrowheads="1"/>
            </p:cNvSpPr>
            <p:nvPr/>
          </p:nvSpPr>
          <p:spPr bwMode="auto">
            <a:xfrm>
              <a:off x="2778" y="3793"/>
              <a:ext cx="301" cy="252"/>
            </a:xfrm>
            <a:prstGeom prst="rect">
              <a:avLst/>
            </a:prstGeom>
            <a:noFill/>
            <a:ln w="9525">
              <a:noFill/>
              <a:miter lim="800000"/>
              <a:headEnd/>
              <a:tailEnd/>
            </a:ln>
            <a:effectLst/>
          </p:spPr>
          <p:txBody>
            <a:bodyPr wrap="none">
              <a:spAutoFit/>
            </a:bodyPr>
            <a:lstStyle/>
            <a:p>
              <a:pPr>
                <a:spcBef>
                  <a:spcPct val="50000"/>
                </a:spcBef>
              </a:pPr>
              <a:r>
                <a:rPr kumimoji="0" lang="en-US" altLang="zh-CN" sz="1350">
                  <a:solidFill>
                    <a:srgbClr val="FF0000"/>
                  </a:solidFill>
                  <a:ea typeface="宋体" charset="-122"/>
                </a:rPr>
                <a:t>×</a:t>
              </a:r>
              <a:endParaRPr kumimoji="0" lang="en-US" altLang="zh-CN" sz="1350">
                <a:solidFill>
                  <a:prstClr val="black"/>
                </a:solidFill>
                <a:ea typeface="宋体" charset="-122"/>
              </a:endParaRPr>
            </a:p>
          </p:txBody>
        </p:sp>
        <p:sp>
          <p:nvSpPr>
            <p:cNvPr id="18496" name="Oval 226"/>
            <p:cNvSpPr>
              <a:spLocks noChangeArrowheads="1"/>
            </p:cNvSpPr>
            <p:nvPr/>
          </p:nvSpPr>
          <p:spPr bwMode="auto">
            <a:xfrm>
              <a:off x="3008" y="3834"/>
              <a:ext cx="185" cy="152"/>
            </a:xfrm>
            <a:prstGeom prst="ellipse">
              <a:avLst/>
            </a:prstGeom>
            <a:gradFill rotWithShape="0">
              <a:gsLst>
                <a:gs pos="0">
                  <a:srgbClr val="FFFFFF"/>
                </a:gs>
                <a:gs pos="100000">
                  <a:schemeClr val="accent1"/>
                </a:gs>
              </a:gsLst>
              <a:path path="shape">
                <a:fillToRect l="50000" t="50000" r="50000" b="50000"/>
              </a:path>
            </a:gradFill>
            <a:ln w="19050">
              <a:solidFill>
                <a:schemeClr val="tx1"/>
              </a:solidFill>
              <a:round/>
              <a:headEnd/>
              <a:tailEnd/>
            </a:ln>
            <a:effectLst/>
          </p:spPr>
          <p:txBody>
            <a:bodyPr wrap="none" anchor="ctr"/>
            <a:lstStyle/>
            <a:p>
              <a:endParaRPr kumimoji="0" lang="zh-CN" altLang="en-US" sz="1350" b="0">
                <a:solidFill>
                  <a:prstClr val="black"/>
                </a:solidFill>
                <a:latin typeface="Arial" charset="0"/>
                <a:ea typeface="宋体" charset="-122"/>
              </a:endParaRPr>
            </a:p>
          </p:txBody>
        </p:sp>
        <p:sp>
          <p:nvSpPr>
            <p:cNvPr id="18497" name="Text Box 227"/>
            <p:cNvSpPr txBox="1">
              <a:spLocks noChangeArrowheads="1"/>
            </p:cNvSpPr>
            <p:nvPr/>
          </p:nvSpPr>
          <p:spPr bwMode="auto">
            <a:xfrm>
              <a:off x="2974" y="3793"/>
              <a:ext cx="301" cy="252"/>
            </a:xfrm>
            <a:prstGeom prst="rect">
              <a:avLst/>
            </a:prstGeom>
            <a:noFill/>
            <a:ln w="9525">
              <a:noFill/>
              <a:miter lim="800000"/>
              <a:headEnd/>
              <a:tailEnd/>
            </a:ln>
            <a:effectLst/>
          </p:spPr>
          <p:txBody>
            <a:bodyPr wrap="none">
              <a:spAutoFit/>
            </a:bodyPr>
            <a:lstStyle/>
            <a:p>
              <a:pPr>
                <a:spcBef>
                  <a:spcPct val="50000"/>
                </a:spcBef>
              </a:pPr>
              <a:r>
                <a:rPr kumimoji="0" lang="en-US" altLang="zh-CN" sz="1350">
                  <a:solidFill>
                    <a:srgbClr val="FF0000"/>
                  </a:solidFill>
                  <a:ea typeface="宋体" charset="-122"/>
                </a:rPr>
                <a:t>×</a:t>
              </a:r>
              <a:endParaRPr kumimoji="0" lang="en-US" altLang="zh-CN" sz="1350">
                <a:solidFill>
                  <a:prstClr val="black"/>
                </a:solidFill>
                <a:ea typeface="宋体" charset="-122"/>
              </a:endParaRPr>
            </a:p>
          </p:txBody>
        </p:sp>
        <p:sp>
          <p:nvSpPr>
            <p:cNvPr id="18498" name="Oval 228"/>
            <p:cNvSpPr>
              <a:spLocks noChangeArrowheads="1"/>
            </p:cNvSpPr>
            <p:nvPr/>
          </p:nvSpPr>
          <p:spPr bwMode="auto">
            <a:xfrm>
              <a:off x="3193" y="3834"/>
              <a:ext cx="187" cy="152"/>
            </a:xfrm>
            <a:prstGeom prst="ellipse">
              <a:avLst/>
            </a:prstGeom>
            <a:gradFill rotWithShape="0">
              <a:gsLst>
                <a:gs pos="0">
                  <a:srgbClr val="FFFFFF"/>
                </a:gs>
                <a:gs pos="100000">
                  <a:schemeClr val="accent1"/>
                </a:gs>
              </a:gsLst>
              <a:path path="shape">
                <a:fillToRect l="50000" t="50000" r="50000" b="50000"/>
              </a:path>
            </a:gradFill>
            <a:ln w="19050">
              <a:solidFill>
                <a:schemeClr val="tx1"/>
              </a:solidFill>
              <a:round/>
              <a:headEnd/>
              <a:tailEnd/>
            </a:ln>
            <a:effectLst/>
          </p:spPr>
          <p:txBody>
            <a:bodyPr wrap="none" anchor="ctr"/>
            <a:lstStyle/>
            <a:p>
              <a:endParaRPr kumimoji="0" lang="zh-CN" altLang="en-US" sz="1350" b="0">
                <a:solidFill>
                  <a:prstClr val="black"/>
                </a:solidFill>
                <a:latin typeface="Arial" charset="0"/>
                <a:ea typeface="宋体" charset="-122"/>
              </a:endParaRPr>
            </a:p>
          </p:txBody>
        </p:sp>
        <p:sp>
          <p:nvSpPr>
            <p:cNvPr id="18499" name="Text Box 229"/>
            <p:cNvSpPr txBox="1">
              <a:spLocks noChangeArrowheads="1"/>
            </p:cNvSpPr>
            <p:nvPr/>
          </p:nvSpPr>
          <p:spPr bwMode="auto">
            <a:xfrm>
              <a:off x="3159" y="3793"/>
              <a:ext cx="301" cy="252"/>
            </a:xfrm>
            <a:prstGeom prst="rect">
              <a:avLst/>
            </a:prstGeom>
            <a:noFill/>
            <a:ln w="9525">
              <a:noFill/>
              <a:miter lim="800000"/>
              <a:headEnd/>
              <a:tailEnd/>
            </a:ln>
            <a:effectLst/>
          </p:spPr>
          <p:txBody>
            <a:bodyPr wrap="none">
              <a:spAutoFit/>
            </a:bodyPr>
            <a:lstStyle/>
            <a:p>
              <a:pPr>
                <a:spcBef>
                  <a:spcPct val="50000"/>
                </a:spcBef>
              </a:pPr>
              <a:r>
                <a:rPr kumimoji="0" lang="en-US" altLang="zh-CN" sz="1350">
                  <a:solidFill>
                    <a:srgbClr val="FF0000"/>
                  </a:solidFill>
                  <a:ea typeface="宋体" charset="-122"/>
                </a:rPr>
                <a:t>×</a:t>
              </a:r>
              <a:endParaRPr kumimoji="0" lang="en-US" altLang="zh-CN" sz="1350">
                <a:solidFill>
                  <a:prstClr val="black"/>
                </a:solidFill>
                <a:ea typeface="宋体" charset="-122"/>
              </a:endParaRPr>
            </a:p>
          </p:txBody>
        </p:sp>
        <p:sp>
          <p:nvSpPr>
            <p:cNvPr id="18500" name="Oval 230"/>
            <p:cNvSpPr>
              <a:spLocks noChangeArrowheads="1"/>
            </p:cNvSpPr>
            <p:nvPr/>
          </p:nvSpPr>
          <p:spPr bwMode="auto">
            <a:xfrm>
              <a:off x="3378" y="3834"/>
              <a:ext cx="187" cy="152"/>
            </a:xfrm>
            <a:prstGeom prst="ellipse">
              <a:avLst/>
            </a:prstGeom>
            <a:gradFill rotWithShape="0">
              <a:gsLst>
                <a:gs pos="0">
                  <a:srgbClr val="FFFFFF"/>
                </a:gs>
                <a:gs pos="100000">
                  <a:schemeClr val="accent1"/>
                </a:gs>
              </a:gsLst>
              <a:path path="shape">
                <a:fillToRect l="50000" t="50000" r="50000" b="50000"/>
              </a:path>
            </a:gradFill>
            <a:ln w="19050">
              <a:solidFill>
                <a:schemeClr val="tx1"/>
              </a:solidFill>
              <a:round/>
              <a:headEnd/>
              <a:tailEnd/>
            </a:ln>
            <a:effectLst/>
          </p:spPr>
          <p:txBody>
            <a:bodyPr wrap="none" anchor="ctr"/>
            <a:lstStyle/>
            <a:p>
              <a:endParaRPr kumimoji="0" lang="zh-CN" altLang="en-US" sz="1350" b="0">
                <a:solidFill>
                  <a:prstClr val="black"/>
                </a:solidFill>
                <a:latin typeface="Arial" charset="0"/>
                <a:ea typeface="宋体" charset="-122"/>
              </a:endParaRPr>
            </a:p>
          </p:txBody>
        </p:sp>
        <p:sp>
          <p:nvSpPr>
            <p:cNvPr id="18501" name="Text Box 231"/>
            <p:cNvSpPr txBox="1">
              <a:spLocks noChangeArrowheads="1"/>
            </p:cNvSpPr>
            <p:nvPr/>
          </p:nvSpPr>
          <p:spPr bwMode="auto">
            <a:xfrm>
              <a:off x="3335" y="3793"/>
              <a:ext cx="301" cy="252"/>
            </a:xfrm>
            <a:prstGeom prst="rect">
              <a:avLst/>
            </a:prstGeom>
            <a:noFill/>
            <a:ln w="9525">
              <a:noFill/>
              <a:miter lim="800000"/>
              <a:headEnd/>
              <a:tailEnd/>
            </a:ln>
            <a:effectLst/>
          </p:spPr>
          <p:txBody>
            <a:bodyPr wrap="none">
              <a:spAutoFit/>
            </a:bodyPr>
            <a:lstStyle/>
            <a:p>
              <a:pPr>
                <a:spcBef>
                  <a:spcPct val="50000"/>
                </a:spcBef>
              </a:pPr>
              <a:r>
                <a:rPr kumimoji="0" lang="en-US" altLang="zh-CN" sz="1350">
                  <a:solidFill>
                    <a:srgbClr val="FF0000"/>
                  </a:solidFill>
                  <a:ea typeface="宋体" charset="-122"/>
                </a:rPr>
                <a:t>×</a:t>
              </a:r>
              <a:endParaRPr kumimoji="0" lang="en-US" altLang="zh-CN" sz="1350">
                <a:solidFill>
                  <a:prstClr val="black"/>
                </a:solidFill>
                <a:ea typeface="宋体" charset="-122"/>
              </a:endParaRPr>
            </a:p>
          </p:txBody>
        </p:sp>
        <p:sp>
          <p:nvSpPr>
            <p:cNvPr id="18502" name="Oval 232"/>
            <p:cNvSpPr>
              <a:spLocks noChangeArrowheads="1"/>
            </p:cNvSpPr>
            <p:nvPr/>
          </p:nvSpPr>
          <p:spPr bwMode="auto">
            <a:xfrm>
              <a:off x="3565" y="3834"/>
              <a:ext cx="185" cy="152"/>
            </a:xfrm>
            <a:prstGeom prst="ellipse">
              <a:avLst/>
            </a:prstGeom>
            <a:gradFill rotWithShape="0">
              <a:gsLst>
                <a:gs pos="0">
                  <a:srgbClr val="FFFFFF"/>
                </a:gs>
                <a:gs pos="100000">
                  <a:schemeClr val="accent1"/>
                </a:gs>
              </a:gsLst>
              <a:path path="shape">
                <a:fillToRect l="50000" t="50000" r="50000" b="50000"/>
              </a:path>
            </a:gradFill>
            <a:ln w="19050">
              <a:solidFill>
                <a:schemeClr val="tx1"/>
              </a:solidFill>
              <a:round/>
              <a:headEnd/>
              <a:tailEnd/>
            </a:ln>
            <a:effectLst/>
          </p:spPr>
          <p:txBody>
            <a:bodyPr wrap="none" anchor="ctr"/>
            <a:lstStyle/>
            <a:p>
              <a:endParaRPr kumimoji="0" lang="zh-CN" altLang="en-US" sz="1350" b="0">
                <a:solidFill>
                  <a:prstClr val="black"/>
                </a:solidFill>
                <a:latin typeface="Arial" charset="0"/>
                <a:ea typeface="宋体" charset="-122"/>
              </a:endParaRPr>
            </a:p>
          </p:txBody>
        </p:sp>
        <p:sp>
          <p:nvSpPr>
            <p:cNvPr id="18503" name="Text Box 233"/>
            <p:cNvSpPr txBox="1">
              <a:spLocks noChangeArrowheads="1"/>
            </p:cNvSpPr>
            <p:nvPr/>
          </p:nvSpPr>
          <p:spPr bwMode="auto">
            <a:xfrm>
              <a:off x="3522" y="3793"/>
              <a:ext cx="301" cy="252"/>
            </a:xfrm>
            <a:prstGeom prst="rect">
              <a:avLst/>
            </a:prstGeom>
            <a:noFill/>
            <a:ln w="9525">
              <a:noFill/>
              <a:miter lim="800000"/>
              <a:headEnd/>
              <a:tailEnd/>
            </a:ln>
            <a:effectLst/>
          </p:spPr>
          <p:txBody>
            <a:bodyPr wrap="none">
              <a:spAutoFit/>
            </a:bodyPr>
            <a:lstStyle/>
            <a:p>
              <a:pPr>
                <a:spcBef>
                  <a:spcPct val="50000"/>
                </a:spcBef>
              </a:pPr>
              <a:r>
                <a:rPr kumimoji="0" lang="en-US" altLang="zh-CN" sz="1350">
                  <a:solidFill>
                    <a:srgbClr val="FF0000"/>
                  </a:solidFill>
                  <a:ea typeface="宋体" charset="-122"/>
                </a:rPr>
                <a:t>×</a:t>
              </a:r>
              <a:endParaRPr kumimoji="0" lang="en-US" altLang="zh-CN" sz="1350">
                <a:solidFill>
                  <a:prstClr val="black"/>
                </a:solidFill>
                <a:ea typeface="宋体" charset="-122"/>
              </a:endParaRPr>
            </a:p>
          </p:txBody>
        </p:sp>
        <p:sp>
          <p:nvSpPr>
            <p:cNvPr id="18504" name="Oval 234"/>
            <p:cNvSpPr>
              <a:spLocks noChangeArrowheads="1"/>
            </p:cNvSpPr>
            <p:nvPr/>
          </p:nvSpPr>
          <p:spPr bwMode="auto">
            <a:xfrm>
              <a:off x="3737" y="3834"/>
              <a:ext cx="187" cy="152"/>
            </a:xfrm>
            <a:prstGeom prst="ellipse">
              <a:avLst/>
            </a:prstGeom>
            <a:gradFill rotWithShape="0">
              <a:gsLst>
                <a:gs pos="0">
                  <a:srgbClr val="FFFFFF"/>
                </a:gs>
                <a:gs pos="100000">
                  <a:schemeClr val="accent1"/>
                </a:gs>
              </a:gsLst>
              <a:path path="shape">
                <a:fillToRect l="50000" t="50000" r="50000" b="50000"/>
              </a:path>
            </a:gradFill>
            <a:ln w="19050">
              <a:solidFill>
                <a:schemeClr val="tx1"/>
              </a:solidFill>
              <a:round/>
              <a:headEnd/>
              <a:tailEnd/>
            </a:ln>
            <a:effectLst/>
          </p:spPr>
          <p:txBody>
            <a:bodyPr wrap="none" anchor="ctr"/>
            <a:lstStyle/>
            <a:p>
              <a:endParaRPr kumimoji="0" lang="zh-CN" altLang="en-US" sz="1350" b="0">
                <a:solidFill>
                  <a:prstClr val="black"/>
                </a:solidFill>
                <a:latin typeface="Arial" charset="0"/>
                <a:ea typeface="宋体" charset="-122"/>
              </a:endParaRPr>
            </a:p>
          </p:txBody>
        </p:sp>
        <p:sp>
          <p:nvSpPr>
            <p:cNvPr id="18505" name="Text Box 235"/>
            <p:cNvSpPr txBox="1">
              <a:spLocks noChangeArrowheads="1"/>
            </p:cNvSpPr>
            <p:nvPr/>
          </p:nvSpPr>
          <p:spPr bwMode="auto">
            <a:xfrm>
              <a:off x="3694" y="3793"/>
              <a:ext cx="301" cy="252"/>
            </a:xfrm>
            <a:prstGeom prst="rect">
              <a:avLst/>
            </a:prstGeom>
            <a:noFill/>
            <a:ln w="9525">
              <a:noFill/>
              <a:miter lim="800000"/>
              <a:headEnd/>
              <a:tailEnd/>
            </a:ln>
            <a:effectLst/>
          </p:spPr>
          <p:txBody>
            <a:bodyPr wrap="none">
              <a:spAutoFit/>
            </a:bodyPr>
            <a:lstStyle/>
            <a:p>
              <a:pPr>
                <a:spcBef>
                  <a:spcPct val="50000"/>
                </a:spcBef>
              </a:pPr>
              <a:r>
                <a:rPr kumimoji="0" lang="en-US" altLang="zh-CN" sz="1350">
                  <a:solidFill>
                    <a:srgbClr val="FF0000"/>
                  </a:solidFill>
                  <a:ea typeface="宋体" charset="-122"/>
                </a:rPr>
                <a:t>×</a:t>
              </a:r>
              <a:endParaRPr kumimoji="0" lang="en-US" altLang="zh-CN" sz="1350">
                <a:solidFill>
                  <a:prstClr val="black"/>
                </a:solidFill>
                <a:ea typeface="宋体" charset="-122"/>
              </a:endParaRPr>
            </a:p>
          </p:txBody>
        </p:sp>
        <p:sp>
          <p:nvSpPr>
            <p:cNvPr id="18506" name="Oval 236"/>
            <p:cNvSpPr>
              <a:spLocks noChangeArrowheads="1"/>
            </p:cNvSpPr>
            <p:nvPr/>
          </p:nvSpPr>
          <p:spPr bwMode="auto">
            <a:xfrm>
              <a:off x="3933" y="3834"/>
              <a:ext cx="187" cy="152"/>
            </a:xfrm>
            <a:prstGeom prst="ellipse">
              <a:avLst/>
            </a:prstGeom>
            <a:gradFill rotWithShape="0">
              <a:gsLst>
                <a:gs pos="0">
                  <a:srgbClr val="FFFFFF"/>
                </a:gs>
                <a:gs pos="100000">
                  <a:schemeClr val="accent1"/>
                </a:gs>
              </a:gsLst>
              <a:path path="shape">
                <a:fillToRect l="50000" t="50000" r="50000" b="50000"/>
              </a:path>
            </a:gradFill>
            <a:ln w="19050">
              <a:solidFill>
                <a:schemeClr val="tx1"/>
              </a:solidFill>
              <a:round/>
              <a:headEnd/>
              <a:tailEnd/>
            </a:ln>
            <a:effectLst/>
          </p:spPr>
          <p:txBody>
            <a:bodyPr wrap="none" anchor="ctr"/>
            <a:lstStyle/>
            <a:p>
              <a:endParaRPr kumimoji="0" lang="zh-CN" altLang="en-US" sz="1350" b="0">
                <a:solidFill>
                  <a:prstClr val="black"/>
                </a:solidFill>
                <a:latin typeface="Arial" charset="0"/>
                <a:ea typeface="宋体" charset="-122"/>
              </a:endParaRPr>
            </a:p>
          </p:txBody>
        </p:sp>
        <p:sp>
          <p:nvSpPr>
            <p:cNvPr id="18507" name="Text Box 237"/>
            <p:cNvSpPr txBox="1">
              <a:spLocks noChangeArrowheads="1"/>
            </p:cNvSpPr>
            <p:nvPr/>
          </p:nvSpPr>
          <p:spPr bwMode="auto">
            <a:xfrm>
              <a:off x="3899" y="3793"/>
              <a:ext cx="301" cy="252"/>
            </a:xfrm>
            <a:prstGeom prst="rect">
              <a:avLst/>
            </a:prstGeom>
            <a:noFill/>
            <a:ln w="9525">
              <a:noFill/>
              <a:miter lim="800000"/>
              <a:headEnd/>
              <a:tailEnd/>
            </a:ln>
            <a:effectLst/>
          </p:spPr>
          <p:txBody>
            <a:bodyPr wrap="none">
              <a:spAutoFit/>
            </a:bodyPr>
            <a:lstStyle/>
            <a:p>
              <a:pPr>
                <a:spcBef>
                  <a:spcPct val="50000"/>
                </a:spcBef>
              </a:pPr>
              <a:r>
                <a:rPr kumimoji="0" lang="en-US" altLang="zh-CN" sz="1350">
                  <a:solidFill>
                    <a:srgbClr val="FF0000"/>
                  </a:solidFill>
                  <a:ea typeface="宋体" charset="-122"/>
                </a:rPr>
                <a:t>×</a:t>
              </a:r>
              <a:endParaRPr kumimoji="0" lang="en-US" altLang="zh-CN" sz="1350">
                <a:solidFill>
                  <a:prstClr val="black"/>
                </a:solidFill>
                <a:ea typeface="宋体" charset="-122"/>
              </a:endParaRPr>
            </a:p>
          </p:txBody>
        </p:sp>
      </p:grpSp>
      <p:sp>
        <p:nvSpPr>
          <p:cNvPr id="18446" name="Rectangle 241"/>
          <p:cNvSpPr>
            <a:spLocks noChangeArrowheads="1"/>
          </p:cNvSpPr>
          <p:nvPr/>
        </p:nvSpPr>
        <p:spPr bwMode="auto">
          <a:xfrm>
            <a:off x="3028350" y="3122269"/>
            <a:ext cx="3143250" cy="228600"/>
          </a:xfrm>
          <a:prstGeom prst="rect">
            <a:avLst/>
          </a:prstGeom>
          <a:noFill/>
          <a:ln w="12700">
            <a:solidFill>
              <a:schemeClr val="tx1"/>
            </a:solidFill>
            <a:miter lim="800000"/>
            <a:headEnd/>
            <a:tailEnd/>
          </a:ln>
          <a:effectLst/>
        </p:spPr>
        <p:txBody>
          <a:bodyPr wrap="none" anchor="ctr"/>
          <a:lstStyle/>
          <a:p>
            <a:endParaRPr kumimoji="0" lang="zh-CN" altLang="en-US" sz="1350" b="0">
              <a:solidFill>
                <a:prstClr val="black"/>
              </a:solidFill>
              <a:latin typeface="Arial" charset="0"/>
              <a:ea typeface="宋体" charset="-122"/>
            </a:endParaRPr>
          </a:p>
        </p:txBody>
      </p:sp>
      <p:sp>
        <p:nvSpPr>
          <p:cNvPr id="18447" name="Rectangle 243"/>
          <p:cNvSpPr>
            <a:spLocks noChangeArrowheads="1"/>
          </p:cNvSpPr>
          <p:nvPr/>
        </p:nvSpPr>
        <p:spPr bwMode="auto">
          <a:xfrm>
            <a:off x="3018825" y="4093819"/>
            <a:ext cx="3143250" cy="228600"/>
          </a:xfrm>
          <a:prstGeom prst="rect">
            <a:avLst/>
          </a:prstGeom>
          <a:noFill/>
          <a:ln w="12700">
            <a:solidFill>
              <a:schemeClr val="tx1"/>
            </a:solidFill>
            <a:miter lim="800000"/>
            <a:headEnd/>
            <a:tailEnd/>
          </a:ln>
          <a:effectLst/>
        </p:spPr>
        <p:txBody>
          <a:bodyPr wrap="none" anchor="ctr"/>
          <a:lstStyle/>
          <a:p>
            <a:endParaRPr kumimoji="0" lang="zh-CN" altLang="en-US" sz="1350" b="0">
              <a:solidFill>
                <a:prstClr val="black"/>
              </a:solidFill>
              <a:latin typeface="Arial" charset="0"/>
              <a:ea typeface="宋体" charset="-122"/>
            </a:endParaRPr>
          </a:p>
        </p:txBody>
      </p:sp>
      <p:sp>
        <p:nvSpPr>
          <p:cNvPr id="18448" name="Line 244"/>
          <p:cNvSpPr>
            <a:spLocks noChangeShapeType="1"/>
          </p:cNvSpPr>
          <p:nvPr/>
        </p:nvSpPr>
        <p:spPr bwMode="auto">
          <a:xfrm>
            <a:off x="3018825" y="3293719"/>
            <a:ext cx="0" cy="857250"/>
          </a:xfrm>
          <a:prstGeom prst="line">
            <a:avLst/>
          </a:prstGeom>
          <a:noFill/>
          <a:ln w="9525">
            <a:solidFill>
              <a:schemeClr val="tx1"/>
            </a:solidFill>
            <a:prstDash val="dash"/>
            <a:round/>
            <a:headEnd/>
            <a:tailEnd/>
          </a:ln>
          <a:effectLst/>
        </p:spPr>
        <p:txBody>
          <a:bodyPr/>
          <a:lstStyle/>
          <a:p>
            <a:pPr eaLnBrk="0" hangingPunct="0"/>
            <a:endParaRPr kumimoji="0" lang="zh-CN" altLang="en-US" sz="1350" b="0">
              <a:solidFill>
                <a:prstClr val="black"/>
              </a:solidFill>
              <a:latin typeface="Arial" charset="0"/>
              <a:ea typeface="宋体" charset="-122"/>
            </a:endParaRPr>
          </a:p>
        </p:txBody>
      </p:sp>
      <p:sp>
        <p:nvSpPr>
          <p:cNvPr id="18449" name="Line 245"/>
          <p:cNvSpPr>
            <a:spLocks noChangeShapeType="1"/>
          </p:cNvSpPr>
          <p:nvPr/>
        </p:nvSpPr>
        <p:spPr bwMode="auto">
          <a:xfrm>
            <a:off x="6162075" y="3350869"/>
            <a:ext cx="0" cy="857250"/>
          </a:xfrm>
          <a:prstGeom prst="line">
            <a:avLst/>
          </a:prstGeom>
          <a:noFill/>
          <a:ln w="9525">
            <a:solidFill>
              <a:schemeClr val="tx1"/>
            </a:solidFill>
            <a:prstDash val="dash"/>
            <a:round/>
            <a:headEnd/>
            <a:tailEnd/>
          </a:ln>
          <a:effectLst/>
        </p:spPr>
        <p:txBody>
          <a:bodyPr/>
          <a:lstStyle/>
          <a:p>
            <a:pPr eaLnBrk="0" hangingPunct="0"/>
            <a:endParaRPr kumimoji="0" lang="zh-CN" altLang="en-US" sz="1350" b="0">
              <a:solidFill>
                <a:prstClr val="black"/>
              </a:solidFill>
              <a:latin typeface="Arial" charset="0"/>
              <a:ea typeface="宋体" charset="-122"/>
            </a:endParaRPr>
          </a:p>
        </p:txBody>
      </p:sp>
      <p:grpSp>
        <p:nvGrpSpPr>
          <p:cNvPr id="3" name="Group 276"/>
          <p:cNvGrpSpPr>
            <a:grpSpLocks/>
          </p:cNvGrpSpPr>
          <p:nvPr/>
        </p:nvGrpSpPr>
        <p:grpSpPr bwMode="auto">
          <a:xfrm>
            <a:off x="3037875" y="3152035"/>
            <a:ext cx="3121819" cy="179784"/>
            <a:chOff x="1152" y="288"/>
            <a:chExt cx="2622" cy="151"/>
          </a:xfrm>
        </p:grpSpPr>
        <p:sp>
          <p:nvSpPr>
            <p:cNvPr id="18451" name="Oval 247"/>
            <p:cNvSpPr>
              <a:spLocks noChangeArrowheads="1"/>
            </p:cNvSpPr>
            <p:nvPr/>
          </p:nvSpPr>
          <p:spPr bwMode="auto">
            <a:xfrm>
              <a:off x="1152" y="288"/>
              <a:ext cx="185" cy="151"/>
            </a:xfrm>
            <a:prstGeom prst="ellipse">
              <a:avLst/>
            </a:prstGeom>
            <a:gradFill rotWithShape="0">
              <a:gsLst>
                <a:gs pos="0">
                  <a:srgbClr val="FFFFFF"/>
                </a:gs>
                <a:gs pos="100000">
                  <a:schemeClr val="accent1"/>
                </a:gs>
              </a:gsLst>
              <a:path path="shape">
                <a:fillToRect l="50000" t="50000" r="50000" b="50000"/>
              </a:path>
            </a:gradFill>
            <a:ln w="19050">
              <a:solidFill>
                <a:schemeClr val="tx1"/>
              </a:solidFill>
              <a:round/>
              <a:headEnd/>
              <a:tailEnd/>
            </a:ln>
            <a:effectLst/>
          </p:spPr>
          <p:txBody>
            <a:bodyPr wrap="none" anchor="ctr"/>
            <a:lstStyle/>
            <a:p>
              <a:endParaRPr kumimoji="0" lang="zh-CN" altLang="en-US" sz="1350" b="0">
                <a:solidFill>
                  <a:prstClr val="black"/>
                </a:solidFill>
                <a:latin typeface="Arial" charset="0"/>
                <a:ea typeface="宋体" charset="-122"/>
              </a:endParaRPr>
            </a:p>
          </p:txBody>
        </p:sp>
        <p:sp>
          <p:nvSpPr>
            <p:cNvPr id="18452" name="Oval 248"/>
            <p:cNvSpPr>
              <a:spLocks noChangeArrowheads="1"/>
            </p:cNvSpPr>
            <p:nvPr/>
          </p:nvSpPr>
          <p:spPr bwMode="auto">
            <a:xfrm>
              <a:off x="1214" y="338"/>
              <a:ext cx="62" cy="51"/>
            </a:xfrm>
            <a:prstGeom prst="ellipse">
              <a:avLst/>
            </a:prstGeom>
            <a:solidFill>
              <a:srgbClr val="FF0000"/>
            </a:solidFill>
            <a:ln w="19050">
              <a:solidFill>
                <a:schemeClr val="tx1"/>
              </a:solidFill>
              <a:round/>
              <a:headEnd/>
              <a:tailEnd/>
            </a:ln>
            <a:effectLst/>
          </p:spPr>
          <p:txBody>
            <a:bodyPr wrap="none" anchor="ctr"/>
            <a:lstStyle/>
            <a:p>
              <a:endParaRPr kumimoji="0" lang="zh-CN" altLang="en-US" sz="1350" b="0">
                <a:solidFill>
                  <a:prstClr val="black"/>
                </a:solidFill>
                <a:latin typeface="Arial" charset="0"/>
                <a:ea typeface="宋体" charset="-122"/>
              </a:endParaRPr>
            </a:p>
          </p:txBody>
        </p:sp>
        <p:sp>
          <p:nvSpPr>
            <p:cNvPr id="18453" name="Oval 249"/>
            <p:cNvSpPr>
              <a:spLocks noChangeArrowheads="1"/>
            </p:cNvSpPr>
            <p:nvPr/>
          </p:nvSpPr>
          <p:spPr bwMode="auto">
            <a:xfrm>
              <a:off x="1337" y="288"/>
              <a:ext cx="187" cy="151"/>
            </a:xfrm>
            <a:prstGeom prst="ellipse">
              <a:avLst/>
            </a:prstGeom>
            <a:gradFill rotWithShape="0">
              <a:gsLst>
                <a:gs pos="0">
                  <a:srgbClr val="FFFFFF"/>
                </a:gs>
                <a:gs pos="100000">
                  <a:schemeClr val="accent1"/>
                </a:gs>
              </a:gsLst>
              <a:path path="shape">
                <a:fillToRect l="50000" t="50000" r="50000" b="50000"/>
              </a:path>
            </a:gradFill>
            <a:ln w="19050">
              <a:solidFill>
                <a:schemeClr val="tx1"/>
              </a:solidFill>
              <a:round/>
              <a:headEnd/>
              <a:tailEnd/>
            </a:ln>
            <a:effectLst/>
          </p:spPr>
          <p:txBody>
            <a:bodyPr wrap="none" anchor="ctr"/>
            <a:lstStyle/>
            <a:p>
              <a:endParaRPr kumimoji="0" lang="zh-CN" altLang="en-US" sz="1350" b="0">
                <a:solidFill>
                  <a:prstClr val="black"/>
                </a:solidFill>
                <a:latin typeface="Arial" charset="0"/>
                <a:ea typeface="宋体" charset="-122"/>
              </a:endParaRPr>
            </a:p>
          </p:txBody>
        </p:sp>
        <p:sp>
          <p:nvSpPr>
            <p:cNvPr id="18454" name="Oval 250"/>
            <p:cNvSpPr>
              <a:spLocks noChangeArrowheads="1"/>
            </p:cNvSpPr>
            <p:nvPr/>
          </p:nvSpPr>
          <p:spPr bwMode="auto">
            <a:xfrm>
              <a:off x="1399" y="338"/>
              <a:ext cx="64" cy="51"/>
            </a:xfrm>
            <a:prstGeom prst="ellipse">
              <a:avLst/>
            </a:prstGeom>
            <a:solidFill>
              <a:srgbClr val="FF0000"/>
            </a:solidFill>
            <a:ln w="19050">
              <a:solidFill>
                <a:schemeClr val="tx1"/>
              </a:solidFill>
              <a:round/>
              <a:headEnd/>
              <a:tailEnd/>
            </a:ln>
            <a:effectLst/>
          </p:spPr>
          <p:txBody>
            <a:bodyPr wrap="none" anchor="ctr"/>
            <a:lstStyle/>
            <a:p>
              <a:endParaRPr kumimoji="0" lang="zh-CN" altLang="en-US" sz="1350" b="0">
                <a:solidFill>
                  <a:prstClr val="black"/>
                </a:solidFill>
                <a:latin typeface="Arial" charset="0"/>
                <a:ea typeface="宋体" charset="-122"/>
              </a:endParaRPr>
            </a:p>
          </p:txBody>
        </p:sp>
        <p:sp>
          <p:nvSpPr>
            <p:cNvPr id="18455" name="Oval 251"/>
            <p:cNvSpPr>
              <a:spLocks noChangeArrowheads="1"/>
            </p:cNvSpPr>
            <p:nvPr/>
          </p:nvSpPr>
          <p:spPr bwMode="auto">
            <a:xfrm>
              <a:off x="1709" y="288"/>
              <a:ext cx="185" cy="151"/>
            </a:xfrm>
            <a:prstGeom prst="ellipse">
              <a:avLst/>
            </a:prstGeom>
            <a:gradFill rotWithShape="0">
              <a:gsLst>
                <a:gs pos="0">
                  <a:srgbClr val="FFFFFF"/>
                </a:gs>
                <a:gs pos="100000">
                  <a:schemeClr val="accent1"/>
                </a:gs>
              </a:gsLst>
              <a:path path="shape">
                <a:fillToRect l="50000" t="50000" r="50000" b="50000"/>
              </a:path>
            </a:gradFill>
            <a:ln w="19050">
              <a:solidFill>
                <a:schemeClr val="tx1"/>
              </a:solidFill>
              <a:round/>
              <a:headEnd/>
              <a:tailEnd/>
            </a:ln>
            <a:effectLst/>
          </p:spPr>
          <p:txBody>
            <a:bodyPr wrap="none" anchor="ctr"/>
            <a:lstStyle/>
            <a:p>
              <a:endParaRPr kumimoji="0" lang="zh-CN" altLang="en-US" sz="1350" b="0">
                <a:solidFill>
                  <a:prstClr val="black"/>
                </a:solidFill>
                <a:latin typeface="Arial" charset="0"/>
                <a:ea typeface="宋体" charset="-122"/>
              </a:endParaRPr>
            </a:p>
          </p:txBody>
        </p:sp>
        <p:sp>
          <p:nvSpPr>
            <p:cNvPr id="18456" name="Oval 252"/>
            <p:cNvSpPr>
              <a:spLocks noChangeArrowheads="1"/>
            </p:cNvSpPr>
            <p:nvPr/>
          </p:nvSpPr>
          <p:spPr bwMode="auto">
            <a:xfrm>
              <a:off x="1771" y="338"/>
              <a:ext cx="62" cy="51"/>
            </a:xfrm>
            <a:prstGeom prst="ellipse">
              <a:avLst/>
            </a:prstGeom>
            <a:solidFill>
              <a:srgbClr val="FF0000"/>
            </a:solidFill>
            <a:ln w="19050">
              <a:solidFill>
                <a:schemeClr val="tx1"/>
              </a:solidFill>
              <a:round/>
              <a:headEnd/>
              <a:tailEnd/>
            </a:ln>
            <a:effectLst/>
          </p:spPr>
          <p:txBody>
            <a:bodyPr wrap="none" anchor="ctr"/>
            <a:lstStyle/>
            <a:p>
              <a:endParaRPr kumimoji="0" lang="zh-CN" altLang="en-US" sz="1350" b="0">
                <a:solidFill>
                  <a:prstClr val="black"/>
                </a:solidFill>
                <a:latin typeface="Arial" charset="0"/>
                <a:ea typeface="宋体" charset="-122"/>
              </a:endParaRPr>
            </a:p>
          </p:txBody>
        </p:sp>
        <p:sp>
          <p:nvSpPr>
            <p:cNvPr id="18457" name="Oval 253"/>
            <p:cNvSpPr>
              <a:spLocks noChangeArrowheads="1"/>
            </p:cNvSpPr>
            <p:nvPr/>
          </p:nvSpPr>
          <p:spPr bwMode="auto">
            <a:xfrm>
              <a:off x="1524" y="288"/>
              <a:ext cx="185" cy="151"/>
            </a:xfrm>
            <a:prstGeom prst="ellipse">
              <a:avLst/>
            </a:prstGeom>
            <a:gradFill rotWithShape="0">
              <a:gsLst>
                <a:gs pos="0">
                  <a:srgbClr val="FFFFFF"/>
                </a:gs>
                <a:gs pos="100000">
                  <a:schemeClr val="accent1"/>
                </a:gs>
              </a:gsLst>
              <a:path path="shape">
                <a:fillToRect l="50000" t="50000" r="50000" b="50000"/>
              </a:path>
            </a:gradFill>
            <a:ln w="19050">
              <a:solidFill>
                <a:schemeClr val="tx1"/>
              </a:solidFill>
              <a:round/>
              <a:headEnd/>
              <a:tailEnd/>
            </a:ln>
            <a:effectLst/>
          </p:spPr>
          <p:txBody>
            <a:bodyPr wrap="none" anchor="ctr"/>
            <a:lstStyle/>
            <a:p>
              <a:endParaRPr kumimoji="0" lang="zh-CN" altLang="en-US" sz="1350" b="0">
                <a:solidFill>
                  <a:prstClr val="black"/>
                </a:solidFill>
                <a:latin typeface="Arial" charset="0"/>
                <a:ea typeface="宋体" charset="-122"/>
              </a:endParaRPr>
            </a:p>
          </p:txBody>
        </p:sp>
        <p:sp>
          <p:nvSpPr>
            <p:cNvPr id="18458" name="Oval 254"/>
            <p:cNvSpPr>
              <a:spLocks noChangeArrowheads="1"/>
            </p:cNvSpPr>
            <p:nvPr/>
          </p:nvSpPr>
          <p:spPr bwMode="auto">
            <a:xfrm>
              <a:off x="1586" y="338"/>
              <a:ext cx="62" cy="51"/>
            </a:xfrm>
            <a:prstGeom prst="ellipse">
              <a:avLst/>
            </a:prstGeom>
            <a:solidFill>
              <a:srgbClr val="FF0000"/>
            </a:solidFill>
            <a:ln w="19050">
              <a:solidFill>
                <a:schemeClr val="tx1"/>
              </a:solidFill>
              <a:round/>
              <a:headEnd/>
              <a:tailEnd/>
            </a:ln>
            <a:effectLst/>
          </p:spPr>
          <p:txBody>
            <a:bodyPr wrap="none" anchor="ctr"/>
            <a:lstStyle/>
            <a:p>
              <a:endParaRPr kumimoji="0" lang="zh-CN" altLang="en-US" sz="1350" b="0">
                <a:solidFill>
                  <a:prstClr val="black"/>
                </a:solidFill>
                <a:latin typeface="Arial" charset="0"/>
                <a:ea typeface="宋体" charset="-122"/>
              </a:endParaRPr>
            </a:p>
          </p:txBody>
        </p:sp>
        <p:sp>
          <p:nvSpPr>
            <p:cNvPr id="18459" name="Oval 255"/>
            <p:cNvSpPr>
              <a:spLocks noChangeArrowheads="1"/>
            </p:cNvSpPr>
            <p:nvPr/>
          </p:nvSpPr>
          <p:spPr bwMode="auto">
            <a:xfrm>
              <a:off x="1894" y="288"/>
              <a:ext cx="187" cy="151"/>
            </a:xfrm>
            <a:prstGeom prst="ellipse">
              <a:avLst/>
            </a:prstGeom>
            <a:gradFill rotWithShape="0">
              <a:gsLst>
                <a:gs pos="0">
                  <a:srgbClr val="FFFFFF"/>
                </a:gs>
                <a:gs pos="100000">
                  <a:schemeClr val="accent1"/>
                </a:gs>
              </a:gsLst>
              <a:path path="shape">
                <a:fillToRect l="50000" t="50000" r="50000" b="50000"/>
              </a:path>
            </a:gradFill>
            <a:ln w="19050">
              <a:solidFill>
                <a:schemeClr val="tx1"/>
              </a:solidFill>
              <a:round/>
              <a:headEnd/>
              <a:tailEnd/>
            </a:ln>
            <a:effectLst/>
          </p:spPr>
          <p:txBody>
            <a:bodyPr wrap="none" anchor="ctr"/>
            <a:lstStyle/>
            <a:p>
              <a:endParaRPr kumimoji="0" lang="zh-CN" altLang="en-US" sz="1350" b="0">
                <a:solidFill>
                  <a:prstClr val="black"/>
                </a:solidFill>
                <a:latin typeface="Arial" charset="0"/>
                <a:ea typeface="宋体" charset="-122"/>
              </a:endParaRPr>
            </a:p>
          </p:txBody>
        </p:sp>
        <p:sp>
          <p:nvSpPr>
            <p:cNvPr id="18460" name="Oval 256"/>
            <p:cNvSpPr>
              <a:spLocks noChangeArrowheads="1"/>
            </p:cNvSpPr>
            <p:nvPr/>
          </p:nvSpPr>
          <p:spPr bwMode="auto">
            <a:xfrm>
              <a:off x="1956" y="338"/>
              <a:ext cx="64" cy="51"/>
            </a:xfrm>
            <a:prstGeom prst="ellipse">
              <a:avLst/>
            </a:prstGeom>
            <a:solidFill>
              <a:srgbClr val="FF0000"/>
            </a:solidFill>
            <a:ln w="19050">
              <a:solidFill>
                <a:schemeClr val="tx1"/>
              </a:solidFill>
              <a:round/>
              <a:headEnd/>
              <a:tailEnd/>
            </a:ln>
            <a:effectLst/>
          </p:spPr>
          <p:txBody>
            <a:bodyPr wrap="none" anchor="ctr"/>
            <a:lstStyle/>
            <a:p>
              <a:endParaRPr kumimoji="0" lang="zh-CN" altLang="en-US" sz="1350" b="0">
                <a:solidFill>
                  <a:prstClr val="black"/>
                </a:solidFill>
                <a:latin typeface="Arial" charset="0"/>
                <a:ea typeface="宋体" charset="-122"/>
              </a:endParaRPr>
            </a:p>
          </p:txBody>
        </p:sp>
        <p:sp>
          <p:nvSpPr>
            <p:cNvPr id="18461" name="Oval 257"/>
            <p:cNvSpPr>
              <a:spLocks noChangeArrowheads="1"/>
            </p:cNvSpPr>
            <p:nvPr/>
          </p:nvSpPr>
          <p:spPr bwMode="auto">
            <a:xfrm>
              <a:off x="2081" y="288"/>
              <a:ext cx="186" cy="151"/>
            </a:xfrm>
            <a:prstGeom prst="ellipse">
              <a:avLst/>
            </a:prstGeom>
            <a:gradFill rotWithShape="0">
              <a:gsLst>
                <a:gs pos="0">
                  <a:srgbClr val="FFFFFF"/>
                </a:gs>
                <a:gs pos="100000">
                  <a:schemeClr val="accent1"/>
                </a:gs>
              </a:gsLst>
              <a:path path="shape">
                <a:fillToRect l="50000" t="50000" r="50000" b="50000"/>
              </a:path>
            </a:gradFill>
            <a:ln w="19050">
              <a:solidFill>
                <a:schemeClr val="tx1"/>
              </a:solidFill>
              <a:round/>
              <a:headEnd/>
              <a:tailEnd/>
            </a:ln>
            <a:effectLst/>
          </p:spPr>
          <p:txBody>
            <a:bodyPr wrap="none" anchor="ctr"/>
            <a:lstStyle/>
            <a:p>
              <a:endParaRPr kumimoji="0" lang="zh-CN" altLang="en-US" sz="1350" b="0">
                <a:solidFill>
                  <a:prstClr val="black"/>
                </a:solidFill>
                <a:latin typeface="Arial" charset="0"/>
                <a:ea typeface="宋体" charset="-122"/>
              </a:endParaRPr>
            </a:p>
          </p:txBody>
        </p:sp>
        <p:sp>
          <p:nvSpPr>
            <p:cNvPr id="18462" name="Oval 258"/>
            <p:cNvSpPr>
              <a:spLocks noChangeArrowheads="1"/>
            </p:cNvSpPr>
            <p:nvPr/>
          </p:nvSpPr>
          <p:spPr bwMode="auto">
            <a:xfrm>
              <a:off x="2143" y="338"/>
              <a:ext cx="62" cy="51"/>
            </a:xfrm>
            <a:prstGeom prst="ellipse">
              <a:avLst/>
            </a:prstGeom>
            <a:solidFill>
              <a:srgbClr val="FF0000"/>
            </a:solidFill>
            <a:ln w="19050">
              <a:solidFill>
                <a:schemeClr val="tx1"/>
              </a:solidFill>
              <a:round/>
              <a:headEnd/>
              <a:tailEnd/>
            </a:ln>
            <a:effectLst/>
          </p:spPr>
          <p:txBody>
            <a:bodyPr wrap="none" anchor="ctr"/>
            <a:lstStyle/>
            <a:p>
              <a:endParaRPr kumimoji="0" lang="zh-CN" altLang="en-US" sz="1350" b="0">
                <a:solidFill>
                  <a:prstClr val="black"/>
                </a:solidFill>
                <a:latin typeface="Arial" charset="0"/>
                <a:ea typeface="宋体" charset="-122"/>
              </a:endParaRPr>
            </a:p>
          </p:txBody>
        </p:sp>
        <p:sp>
          <p:nvSpPr>
            <p:cNvPr id="18463" name="Oval 259"/>
            <p:cNvSpPr>
              <a:spLocks noChangeArrowheads="1"/>
            </p:cNvSpPr>
            <p:nvPr/>
          </p:nvSpPr>
          <p:spPr bwMode="auto">
            <a:xfrm>
              <a:off x="2267" y="288"/>
              <a:ext cx="185" cy="151"/>
            </a:xfrm>
            <a:prstGeom prst="ellipse">
              <a:avLst/>
            </a:prstGeom>
            <a:gradFill rotWithShape="0">
              <a:gsLst>
                <a:gs pos="0">
                  <a:srgbClr val="FFFFFF"/>
                </a:gs>
                <a:gs pos="100000">
                  <a:schemeClr val="accent1"/>
                </a:gs>
              </a:gsLst>
              <a:path path="shape">
                <a:fillToRect l="50000" t="50000" r="50000" b="50000"/>
              </a:path>
            </a:gradFill>
            <a:ln w="19050">
              <a:solidFill>
                <a:schemeClr val="tx1"/>
              </a:solidFill>
              <a:round/>
              <a:headEnd/>
              <a:tailEnd/>
            </a:ln>
            <a:effectLst/>
          </p:spPr>
          <p:txBody>
            <a:bodyPr wrap="none" anchor="ctr"/>
            <a:lstStyle/>
            <a:p>
              <a:endParaRPr kumimoji="0" lang="zh-CN" altLang="en-US" sz="1350" b="0">
                <a:solidFill>
                  <a:prstClr val="black"/>
                </a:solidFill>
                <a:latin typeface="Arial" charset="0"/>
                <a:ea typeface="宋体" charset="-122"/>
              </a:endParaRPr>
            </a:p>
          </p:txBody>
        </p:sp>
        <p:sp>
          <p:nvSpPr>
            <p:cNvPr id="18464" name="Oval 260"/>
            <p:cNvSpPr>
              <a:spLocks noChangeArrowheads="1"/>
            </p:cNvSpPr>
            <p:nvPr/>
          </p:nvSpPr>
          <p:spPr bwMode="auto">
            <a:xfrm>
              <a:off x="2328" y="338"/>
              <a:ext cx="62" cy="51"/>
            </a:xfrm>
            <a:prstGeom prst="ellipse">
              <a:avLst/>
            </a:prstGeom>
            <a:solidFill>
              <a:srgbClr val="FF0000"/>
            </a:solidFill>
            <a:ln w="19050">
              <a:solidFill>
                <a:schemeClr val="tx1"/>
              </a:solidFill>
              <a:round/>
              <a:headEnd/>
              <a:tailEnd/>
            </a:ln>
            <a:effectLst/>
          </p:spPr>
          <p:txBody>
            <a:bodyPr wrap="none" anchor="ctr"/>
            <a:lstStyle/>
            <a:p>
              <a:endParaRPr kumimoji="0" lang="zh-CN" altLang="en-US" sz="1350" b="0">
                <a:solidFill>
                  <a:prstClr val="black"/>
                </a:solidFill>
                <a:latin typeface="Arial" charset="0"/>
                <a:ea typeface="宋体" charset="-122"/>
              </a:endParaRPr>
            </a:p>
          </p:txBody>
        </p:sp>
        <p:sp>
          <p:nvSpPr>
            <p:cNvPr id="18465" name="Oval 261"/>
            <p:cNvSpPr>
              <a:spLocks noChangeArrowheads="1"/>
            </p:cNvSpPr>
            <p:nvPr/>
          </p:nvSpPr>
          <p:spPr bwMode="auto">
            <a:xfrm>
              <a:off x="2452" y="288"/>
              <a:ext cx="187" cy="151"/>
            </a:xfrm>
            <a:prstGeom prst="ellipse">
              <a:avLst/>
            </a:prstGeom>
            <a:gradFill rotWithShape="0">
              <a:gsLst>
                <a:gs pos="0">
                  <a:srgbClr val="FFFFFF"/>
                </a:gs>
                <a:gs pos="100000">
                  <a:schemeClr val="accent1"/>
                </a:gs>
              </a:gsLst>
              <a:path path="shape">
                <a:fillToRect l="50000" t="50000" r="50000" b="50000"/>
              </a:path>
            </a:gradFill>
            <a:ln w="19050">
              <a:solidFill>
                <a:schemeClr val="tx1"/>
              </a:solidFill>
              <a:round/>
              <a:headEnd/>
              <a:tailEnd/>
            </a:ln>
            <a:effectLst/>
          </p:spPr>
          <p:txBody>
            <a:bodyPr wrap="none" anchor="ctr"/>
            <a:lstStyle/>
            <a:p>
              <a:endParaRPr kumimoji="0" lang="zh-CN" altLang="en-US" sz="1350" b="0">
                <a:solidFill>
                  <a:prstClr val="black"/>
                </a:solidFill>
                <a:latin typeface="Arial" charset="0"/>
                <a:ea typeface="宋体" charset="-122"/>
              </a:endParaRPr>
            </a:p>
          </p:txBody>
        </p:sp>
        <p:sp>
          <p:nvSpPr>
            <p:cNvPr id="18466" name="Oval 262"/>
            <p:cNvSpPr>
              <a:spLocks noChangeArrowheads="1"/>
            </p:cNvSpPr>
            <p:nvPr/>
          </p:nvSpPr>
          <p:spPr bwMode="auto">
            <a:xfrm>
              <a:off x="2513" y="338"/>
              <a:ext cx="64" cy="51"/>
            </a:xfrm>
            <a:prstGeom prst="ellipse">
              <a:avLst/>
            </a:prstGeom>
            <a:solidFill>
              <a:srgbClr val="FF0000"/>
            </a:solidFill>
            <a:ln w="19050">
              <a:solidFill>
                <a:schemeClr val="tx1"/>
              </a:solidFill>
              <a:round/>
              <a:headEnd/>
              <a:tailEnd/>
            </a:ln>
            <a:effectLst/>
          </p:spPr>
          <p:txBody>
            <a:bodyPr wrap="none" anchor="ctr"/>
            <a:lstStyle/>
            <a:p>
              <a:endParaRPr kumimoji="0" lang="zh-CN" altLang="en-US" sz="1350" b="0">
                <a:solidFill>
                  <a:prstClr val="black"/>
                </a:solidFill>
                <a:latin typeface="Arial" charset="0"/>
                <a:ea typeface="宋体" charset="-122"/>
              </a:endParaRPr>
            </a:p>
          </p:txBody>
        </p:sp>
        <p:sp>
          <p:nvSpPr>
            <p:cNvPr id="18467" name="Oval 263"/>
            <p:cNvSpPr>
              <a:spLocks noChangeArrowheads="1"/>
            </p:cNvSpPr>
            <p:nvPr/>
          </p:nvSpPr>
          <p:spPr bwMode="auto">
            <a:xfrm>
              <a:off x="2639" y="288"/>
              <a:ext cx="185" cy="151"/>
            </a:xfrm>
            <a:prstGeom prst="ellipse">
              <a:avLst/>
            </a:prstGeom>
            <a:gradFill rotWithShape="0">
              <a:gsLst>
                <a:gs pos="0">
                  <a:srgbClr val="FFFFFF"/>
                </a:gs>
                <a:gs pos="100000">
                  <a:schemeClr val="accent1"/>
                </a:gs>
              </a:gsLst>
              <a:path path="shape">
                <a:fillToRect l="50000" t="50000" r="50000" b="50000"/>
              </a:path>
            </a:gradFill>
            <a:ln w="19050">
              <a:solidFill>
                <a:schemeClr val="tx1"/>
              </a:solidFill>
              <a:round/>
              <a:headEnd/>
              <a:tailEnd/>
            </a:ln>
            <a:effectLst/>
          </p:spPr>
          <p:txBody>
            <a:bodyPr wrap="none" anchor="ctr"/>
            <a:lstStyle/>
            <a:p>
              <a:endParaRPr kumimoji="0" lang="zh-CN" altLang="en-US" sz="1350" b="0">
                <a:solidFill>
                  <a:prstClr val="black"/>
                </a:solidFill>
                <a:latin typeface="Arial" charset="0"/>
                <a:ea typeface="宋体" charset="-122"/>
              </a:endParaRPr>
            </a:p>
          </p:txBody>
        </p:sp>
        <p:sp>
          <p:nvSpPr>
            <p:cNvPr id="18468" name="Oval 264"/>
            <p:cNvSpPr>
              <a:spLocks noChangeArrowheads="1"/>
            </p:cNvSpPr>
            <p:nvPr/>
          </p:nvSpPr>
          <p:spPr bwMode="auto">
            <a:xfrm>
              <a:off x="2700" y="338"/>
              <a:ext cx="62" cy="51"/>
            </a:xfrm>
            <a:prstGeom prst="ellipse">
              <a:avLst/>
            </a:prstGeom>
            <a:solidFill>
              <a:srgbClr val="FF0000"/>
            </a:solidFill>
            <a:ln w="19050">
              <a:solidFill>
                <a:schemeClr val="tx1"/>
              </a:solidFill>
              <a:round/>
              <a:headEnd/>
              <a:tailEnd/>
            </a:ln>
            <a:effectLst/>
          </p:spPr>
          <p:txBody>
            <a:bodyPr wrap="none" anchor="ctr"/>
            <a:lstStyle/>
            <a:p>
              <a:endParaRPr kumimoji="0" lang="zh-CN" altLang="en-US" sz="1350" b="0">
                <a:solidFill>
                  <a:prstClr val="black"/>
                </a:solidFill>
                <a:latin typeface="Arial" charset="0"/>
                <a:ea typeface="宋体" charset="-122"/>
              </a:endParaRPr>
            </a:p>
          </p:txBody>
        </p:sp>
        <p:sp>
          <p:nvSpPr>
            <p:cNvPr id="18469" name="Oval 265"/>
            <p:cNvSpPr>
              <a:spLocks noChangeArrowheads="1"/>
            </p:cNvSpPr>
            <p:nvPr/>
          </p:nvSpPr>
          <p:spPr bwMode="auto">
            <a:xfrm>
              <a:off x="2824" y="288"/>
              <a:ext cx="185" cy="151"/>
            </a:xfrm>
            <a:prstGeom prst="ellipse">
              <a:avLst/>
            </a:prstGeom>
            <a:gradFill rotWithShape="0">
              <a:gsLst>
                <a:gs pos="0">
                  <a:srgbClr val="FFFFFF"/>
                </a:gs>
                <a:gs pos="100000">
                  <a:schemeClr val="accent1"/>
                </a:gs>
              </a:gsLst>
              <a:path path="shape">
                <a:fillToRect l="50000" t="50000" r="50000" b="50000"/>
              </a:path>
            </a:gradFill>
            <a:ln w="19050">
              <a:solidFill>
                <a:schemeClr val="tx1"/>
              </a:solidFill>
              <a:round/>
              <a:headEnd/>
              <a:tailEnd/>
            </a:ln>
            <a:effectLst/>
          </p:spPr>
          <p:txBody>
            <a:bodyPr wrap="none" anchor="ctr"/>
            <a:lstStyle/>
            <a:p>
              <a:endParaRPr kumimoji="0" lang="zh-CN" altLang="en-US" sz="1350" b="0">
                <a:solidFill>
                  <a:prstClr val="black"/>
                </a:solidFill>
                <a:latin typeface="Arial" charset="0"/>
                <a:ea typeface="宋体" charset="-122"/>
              </a:endParaRPr>
            </a:p>
          </p:txBody>
        </p:sp>
        <p:sp>
          <p:nvSpPr>
            <p:cNvPr id="18470" name="Oval 266"/>
            <p:cNvSpPr>
              <a:spLocks noChangeArrowheads="1"/>
            </p:cNvSpPr>
            <p:nvPr/>
          </p:nvSpPr>
          <p:spPr bwMode="auto">
            <a:xfrm>
              <a:off x="2885" y="338"/>
              <a:ext cx="62" cy="51"/>
            </a:xfrm>
            <a:prstGeom prst="ellipse">
              <a:avLst/>
            </a:prstGeom>
            <a:solidFill>
              <a:srgbClr val="FF0000"/>
            </a:solidFill>
            <a:ln w="19050">
              <a:solidFill>
                <a:schemeClr val="tx1"/>
              </a:solidFill>
              <a:round/>
              <a:headEnd/>
              <a:tailEnd/>
            </a:ln>
            <a:effectLst/>
          </p:spPr>
          <p:txBody>
            <a:bodyPr wrap="none" anchor="ctr"/>
            <a:lstStyle/>
            <a:p>
              <a:endParaRPr kumimoji="0" lang="zh-CN" altLang="en-US" sz="1350" b="0">
                <a:solidFill>
                  <a:prstClr val="black"/>
                </a:solidFill>
                <a:latin typeface="Arial" charset="0"/>
                <a:ea typeface="宋体" charset="-122"/>
              </a:endParaRPr>
            </a:p>
          </p:txBody>
        </p:sp>
        <p:sp>
          <p:nvSpPr>
            <p:cNvPr id="18471" name="Oval 267"/>
            <p:cNvSpPr>
              <a:spLocks noChangeArrowheads="1"/>
            </p:cNvSpPr>
            <p:nvPr/>
          </p:nvSpPr>
          <p:spPr bwMode="auto">
            <a:xfrm>
              <a:off x="3009" y="288"/>
              <a:ext cx="187" cy="151"/>
            </a:xfrm>
            <a:prstGeom prst="ellipse">
              <a:avLst/>
            </a:prstGeom>
            <a:gradFill rotWithShape="0">
              <a:gsLst>
                <a:gs pos="0">
                  <a:srgbClr val="FFFFFF"/>
                </a:gs>
                <a:gs pos="100000">
                  <a:schemeClr val="accent1"/>
                </a:gs>
              </a:gsLst>
              <a:path path="shape">
                <a:fillToRect l="50000" t="50000" r="50000" b="50000"/>
              </a:path>
            </a:gradFill>
            <a:ln w="19050">
              <a:solidFill>
                <a:schemeClr val="tx1"/>
              </a:solidFill>
              <a:round/>
              <a:headEnd/>
              <a:tailEnd/>
            </a:ln>
            <a:effectLst/>
          </p:spPr>
          <p:txBody>
            <a:bodyPr wrap="none" anchor="ctr"/>
            <a:lstStyle/>
            <a:p>
              <a:endParaRPr kumimoji="0" lang="zh-CN" altLang="en-US" sz="1350" b="0">
                <a:solidFill>
                  <a:prstClr val="black"/>
                </a:solidFill>
                <a:latin typeface="Arial" charset="0"/>
                <a:ea typeface="宋体" charset="-122"/>
              </a:endParaRPr>
            </a:p>
          </p:txBody>
        </p:sp>
        <p:sp>
          <p:nvSpPr>
            <p:cNvPr id="18472" name="Oval 268"/>
            <p:cNvSpPr>
              <a:spLocks noChangeArrowheads="1"/>
            </p:cNvSpPr>
            <p:nvPr/>
          </p:nvSpPr>
          <p:spPr bwMode="auto">
            <a:xfrm>
              <a:off x="3070" y="338"/>
              <a:ext cx="64" cy="51"/>
            </a:xfrm>
            <a:prstGeom prst="ellipse">
              <a:avLst/>
            </a:prstGeom>
            <a:solidFill>
              <a:srgbClr val="FF0000"/>
            </a:solidFill>
            <a:ln w="19050">
              <a:solidFill>
                <a:schemeClr val="tx1"/>
              </a:solidFill>
              <a:round/>
              <a:headEnd/>
              <a:tailEnd/>
            </a:ln>
            <a:effectLst/>
          </p:spPr>
          <p:txBody>
            <a:bodyPr wrap="none" anchor="ctr"/>
            <a:lstStyle/>
            <a:p>
              <a:endParaRPr kumimoji="0" lang="zh-CN" altLang="en-US" sz="1350" b="0">
                <a:solidFill>
                  <a:prstClr val="black"/>
                </a:solidFill>
                <a:latin typeface="Arial" charset="0"/>
                <a:ea typeface="宋体" charset="-122"/>
              </a:endParaRPr>
            </a:p>
          </p:txBody>
        </p:sp>
        <p:sp>
          <p:nvSpPr>
            <p:cNvPr id="18473" name="Oval 269"/>
            <p:cNvSpPr>
              <a:spLocks noChangeArrowheads="1"/>
            </p:cNvSpPr>
            <p:nvPr/>
          </p:nvSpPr>
          <p:spPr bwMode="auto">
            <a:xfrm>
              <a:off x="3196" y="288"/>
              <a:ext cx="185" cy="151"/>
            </a:xfrm>
            <a:prstGeom prst="ellipse">
              <a:avLst/>
            </a:prstGeom>
            <a:gradFill rotWithShape="0">
              <a:gsLst>
                <a:gs pos="0">
                  <a:srgbClr val="FFFFFF"/>
                </a:gs>
                <a:gs pos="100000">
                  <a:schemeClr val="accent1"/>
                </a:gs>
              </a:gsLst>
              <a:path path="shape">
                <a:fillToRect l="50000" t="50000" r="50000" b="50000"/>
              </a:path>
            </a:gradFill>
            <a:ln w="19050">
              <a:solidFill>
                <a:schemeClr val="tx1"/>
              </a:solidFill>
              <a:round/>
              <a:headEnd/>
              <a:tailEnd/>
            </a:ln>
            <a:effectLst/>
          </p:spPr>
          <p:txBody>
            <a:bodyPr wrap="none" anchor="ctr"/>
            <a:lstStyle/>
            <a:p>
              <a:endParaRPr kumimoji="0" lang="zh-CN" altLang="en-US" sz="1350" b="0">
                <a:solidFill>
                  <a:prstClr val="black"/>
                </a:solidFill>
                <a:latin typeface="Arial" charset="0"/>
                <a:ea typeface="宋体" charset="-122"/>
              </a:endParaRPr>
            </a:p>
          </p:txBody>
        </p:sp>
        <p:sp>
          <p:nvSpPr>
            <p:cNvPr id="18474" name="Oval 270"/>
            <p:cNvSpPr>
              <a:spLocks noChangeArrowheads="1"/>
            </p:cNvSpPr>
            <p:nvPr/>
          </p:nvSpPr>
          <p:spPr bwMode="auto">
            <a:xfrm>
              <a:off x="3257" y="338"/>
              <a:ext cx="62" cy="51"/>
            </a:xfrm>
            <a:prstGeom prst="ellipse">
              <a:avLst/>
            </a:prstGeom>
            <a:solidFill>
              <a:srgbClr val="FF0000"/>
            </a:solidFill>
            <a:ln w="19050">
              <a:solidFill>
                <a:schemeClr val="tx1"/>
              </a:solidFill>
              <a:round/>
              <a:headEnd/>
              <a:tailEnd/>
            </a:ln>
            <a:effectLst/>
          </p:spPr>
          <p:txBody>
            <a:bodyPr wrap="none" anchor="ctr"/>
            <a:lstStyle/>
            <a:p>
              <a:endParaRPr kumimoji="0" lang="zh-CN" altLang="en-US" sz="1350" b="0">
                <a:solidFill>
                  <a:prstClr val="black"/>
                </a:solidFill>
                <a:latin typeface="Arial" charset="0"/>
                <a:ea typeface="宋体" charset="-122"/>
              </a:endParaRPr>
            </a:p>
          </p:txBody>
        </p:sp>
        <p:sp>
          <p:nvSpPr>
            <p:cNvPr id="18475" name="Oval 271"/>
            <p:cNvSpPr>
              <a:spLocks noChangeArrowheads="1"/>
            </p:cNvSpPr>
            <p:nvPr/>
          </p:nvSpPr>
          <p:spPr bwMode="auto">
            <a:xfrm>
              <a:off x="3395" y="288"/>
              <a:ext cx="187" cy="151"/>
            </a:xfrm>
            <a:prstGeom prst="ellipse">
              <a:avLst/>
            </a:prstGeom>
            <a:gradFill rotWithShape="0">
              <a:gsLst>
                <a:gs pos="0">
                  <a:srgbClr val="FFFFFF"/>
                </a:gs>
                <a:gs pos="100000">
                  <a:schemeClr val="accent1"/>
                </a:gs>
              </a:gsLst>
              <a:path path="shape">
                <a:fillToRect l="50000" t="50000" r="50000" b="50000"/>
              </a:path>
            </a:gradFill>
            <a:ln w="19050">
              <a:solidFill>
                <a:schemeClr val="tx1"/>
              </a:solidFill>
              <a:round/>
              <a:headEnd/>
              <a:tailEnd/>
            </a:ln>
            <a:effectLst/>
          </p:spPr>
          <p:txBody>
            <a:bodyPr wrap="none" anchor="ctr"/>
            <a:lstStyle/>
            <a:p>
              <a:endParaRPr kumimoji="0" lang="zh-CN" altLang="en-US" sz="1350" b="0">
                <a:solidFill>
                  <a:prstClr val="black"/>
                </a:solidFill>
                <a:latin typeface="Arial" charset="0"/>
                <a:ea typeface="宋体" charset="-122"/>
              </a:endParaRPr>
            </a:p>
          </p:txBody>
        </p:sp>
        <p:sp>
          <p:nvSpPr>
            <p:cNvPr id="18476" name="Oval 272"/>
            <p:cNvSpPr>
              <a:spLocks noChangeArrowheads="1"/>
            </p:cNvSpPr>
            <p:nvPr/>
          </p:nvSpPr>
          <p:spPr bwMode="auto">
            <a:xfrm>
              <a:off x="3461" y="338"/>
              <a:ext cx="64" cy="51"/>
            </a:xfrm>
            <a:prstGeom prst="ellipse">
              <a:avLst/>
            </a:prstGeom>
            <a:solidFill>
              <a:srgbClr val="FF0000"/>
            </a:solidFill>
            <a:ln w="19050">
              <a:solidFill>
                <a:schemeClr val="tx1"/>
              </a:solidFill>
              <a:round/>
              <a:headEnd/>
              <a:tailEnd/>
            </a:ln>
            <a:effectLst/>
          </p:spPr>
          <p:txBody>
            <a:bodyPr wrap="none" anchor="ctr"/>
            <a:lstStyle/>
            <a:p>
              <a:endParaRPr kumimoji="0" lang="zh-CN" altLang="en-US" sz="1350" b="0">
                <a:solidFill>
                  <a:prstClr val="black"/>
                </a:solidFill>
                <a:latin typeface="Arial" charset="0"/>
                <a:ea typeface="宋体" charset="-122"/>
              </a:endParaRPr>
            </a:p>
          </p:txBody>
        </p:sp>
        <p:sp>
          <p:nvSpPr>
            <p:cNvPr id="18477" name="Oval 273"/>
            <p:cNvSpPr>
              <a:spLocks noChangeArrowheads="1"/>
            </p:cNvSpPr>
            <p:nvPr/>
          </p:nvSpPr>
          <p:spPr bwMode="auto">
            <a:xfrm>
              <a:off x="3616" y="338"/>
              <a:ext cx="62" cy="51"/>
            </a:xfrm>
            <a:prstGeom prst="ellipse">
              <a:avLst/>
            </a:prstGeom>
            <a:solidFill>
              <a:schemeClr val="accent1"/>
            </a:solidFill>
            <a:ln w="19050">
              <a:solidFill>
                <a:schemeClr val="tx1"/>
              </a:solidFill>
              <a:round/>
              <a:headEnd/>
              <a:tailEnd/>
            </a:ln>
            <a:effectLst/>
          </p:spPr>
          <p:txBody>
            <a:bodyPr wrap="none" anchor="ctr"/>
            <a:lstStyle/>
            <a:p>
              <a:endParaRPr kumimoji="0" lang="zh-CN" altLang="en-US" sz="1350" b="0">
                <a:solidFill>
                  <a:prstClr val="black"/>
                </a:solidFill>
                <a:latin typeface="Arial" charset="0"/>
                <a:ea typeface="宋体" charset="-122"/>
              </a:endParaRPr>
            </a:p>
          </p:txBody>
        </p:sp>
        <p:sp>
          <p:nvSpPr>
            <p:cNvPr id="18478" name="Oval 274"/>
            <p:cNvSpPr>
              <a:spLocks noChangeArrowheads="1"/>
            </p:cNvSpPr>
            <p:nvPr/>
          </p:nvSpPr>
          <p:spPr bwMode="auto">
            <a:xfrm>
              <a:off x="3587" y="288"/>
              <a:ext cx="187" cy="151"/>
            </a:xfrm>
            <a:prstGeom prst="ellipse">
              <a:avLst/>
            </a:prstGeom>
            <a:gradFill rotWithShape="0">
              <a:gsLst>
                <a:gs pos="0">
                  <a:srgbClr val="FFFFFF"/>
                </a:gs>
                <a:gs pos="100000">
                  <a:schemeClr val="accent1"/>
                </a:gs>
              </a:gsLst>
              <a:path path="shape">
                <a:fillToRect l="50000" t="50000" r="50000" b="50000"/>
              </a:path>
            </a:gradFill>
            <a:ln w="19050">
              <a:solidFill>
                <a:schemeClr val="tx1"/>
              </a:solidFill>
              <a:round/>
              <a:headEnd/>
              <a:tailEnd/>
            </a:ln>
            <a:effectLst/>
          </p:spPr>
          <p:txBody>
            <a:bodyPr wrap="none" anchor="ctr"/>
            <a:lstStyle/>
            <a:p>
              <a:endParaRPr kumimoji="0" lang="zh-CN" altLang="en-US" sz="1350" b="0">
                <a:solidFill>
                  <a:prstClr val="black"/>
                </a:solidFill>
                <a:latin typeface="Arial" charset="0"/>
                <a:ea typeface="宋体" charset="-122"/>
              </a:endParaRPr>
            </a:p>
          </p:txBody>
        </p:sp>
        <p:sp>
          <p:nvSpPr>
            <p:cNvPr id="18479" name="Oval 275"/>
            <p:cNvSpPr>
              <a:spLocks noChangeArrowheads="1"/>
            </p:cNvSpPr>
            <p:nvPr/>
          </p:nvSpPr>
          <p:spPr bwMode="auto">
            <a:xfrm>
              <a:off x="3653" y="338"/>
              <a:ext cx="64" cy="51"/>
            </a:xfrm>
            <a:prstGeom prst="ellipse">
              <a:avLst/>
            </a:prstGeom>
            <a:solidFill>
              <a:srgbClr val="FF0000"/>
            </a:solidFill>
            <a:ln w="19050">
              <a:solidFill>
                <a:schemeClr val="tx1"/>
              </a:solidFill>
              <a:round/>
              <a:headEnd/>
              <a:tailEnd/>
            </a:ln>
            <a:effectLst/>
          </p:spPr>
          <p:txBody>
            <a:bodyPr wrap="none" anchor="ctr"/>
            <a:lstStyle/>
            <a:p>
              <a:endParaRPr kumimoji="0" lang="zh-CN" altLang="en-US" sz="1350" b="0">
                <a:solidFill>
                  <a:prstClr val="black"/>
                </a:solidFill>
                <a:latin typeface="Arial" charset="0"/>
                <a:ea typeface="宋体" charset="-122"/>
              </a:endParaRPr>
            </a:p>
          </p:txBody>
        </p:sp>
      </p:grpSp>
      <p:cxnSp>
        <p:nvCxnSpPr>
          <p:cNvPr id="75" name="直接箭头连接符 74"/>
          <p:cNvCxnSpPr/>
          <p:nvPr/>
        </p:nvCxnSpPr>
        <p:spPr>
          <a:xfrm>
            <a:off x="2821940" y="3256495"/>
            <a:ext cx="0" cy="457200"/>
          </a:xfrm>
          <a:prstGeom prst="straightConnector1">
            <a:avLst/>
          </a:prstGeom>
          <a:ln>
            <a:headEnd type="triangle"/>
            <a:tailEnd type="triangle"/>
          </a:ln>
        </p:spPr>
        <p:style>
          <a:lnRef idx="1">
            <a:schemeClr val="accent1"/>
          </a:lnRef>
          <a:fillRef idx="0">
            <a:schemeClr val="accent1"/>
          </a:fillRef>
          <a:effectRef idx="0">
            <a:schemeClr val="accent1"/>
          </a:effectRef>
          <a:fontRef idx="minor">
            <a:schemeClr val="tx1"/>
          </a:fontRef>
        </p:style>
      </p:cxnSp>
      <p:sp>
        <p:nvSpPr>
          <p:cNvPr id="4" name="椭圆 3"/>
          <p:cNvSpPr/>
          <p:nvPr/>
        </p:nvSpPr>
        <p:spPr>
          <a:xfrm>
            <a:off x="3678431" y="3692264"/>
            <a:ext cx="52387" cy="52387"/>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灯片编号占位符 1"/>
          <p:cNvSpPr>
            <a:spLocks noGrp="1"/>
          </p:cNvSpPr>
          <p:nvPr>
            <p:ph type="sldNum" sz="quarter" idx="10"/>
          </p:nvPr>
        </p:nvSpPr>
        <p:spPr bwMode="auto">
          <a:noFill/>
          <a:ln>
            <a:miter lim="800000"/>
            <a:headEnd/>
            <a:tailEnd/>
          </a:ln>
        </p:spPr>
        <p:txBody>
          <a:bodyPr/>
          <a:lstStyle/>
          <a:p>
            <a:fld id="{F8BCF813-5403-485C-A0E1-6FF3B027D250}" type="slidenum">
              <a:rPr lang="en-US" altLang="zh-CN">
                <a:ea typeface="宋体" charset="-122"/>
              </a:rPr>
              <a:pPr/>
              <a:t>32</a:t>
            </a:fld>
            <a:endParaRPr lang="en-US" altLang="zh-CN">
              <a:ea typeface="宋体" charset="-122"/>
            </a:endParaRPr>
          </a:p>
        </p:txBody>
      </p:sp>
      <p:graphicFrame>
        <p:nvGraphicFramePr>
          <p:cNvPr id="26626" name="Object 2"/>
          <p:cNvGraphicFramePr>
            <a:graphicFrameLocks noChangeAspect="1"/>
          </p:cNvGraphicFramePr>
          <p:nvPr/>
        </p:nvGraphicFramePr>
        <p:xfrm>
          <a:off x="4989506" y="559200"/>
          <a:ext cx="2243138" cy="892969"/>
        </p:xfrm>
        <a:graphic>
          <a:graphicData uri="http://schemas.openxmlformats.org/presentationml/2006/ole">
            <mc:AlternateContent xmlns:mc="http://schemas.openxmlformats.org/markup-compatibility/2006">
              <mc:Choice xmlns:v="urn:schemas-microsoft-com:vml" Requires="v">
                <p:oleObj spid="_x0000_s177033" name="公式" r:id="rId3" imgW="1117115" imgH="444307" progId="Equation.3">
                  <p:embed/>
                </p:oleObj>
              </mc:Choice>
              <mc:Fallback>
                <p:oleObj name="公式" r:id="rId3" imgW="1117115" imgH="444307" progId="Equation.3">
                  <p:embed/>
                  <p:pic>
                    <p:nvPicPr>
                      <p:cNvPr id="0" name="Object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989506" y="559200"/>
                        <a:ext cx="2243138" cy="892969"/>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9460" name="Text Box 3"/>
          <p:cNvSpPr txBox="1">
            <a:spLocks noChangeArrowheads="1"/>
          </p:cNvSpPr>
          <p:nvPr/>
        </p:nvSpPr>
        <p:spPr bwMode="auto">
          <a:xfrm>
            <a:off x="2006119" y="159347"/>
            <a:ext cx="4229100" cy="461665"/>
          </a:xfrm>
          <a:prstGeom prst="rect">
            <a:avLst/>
          </a:prstGeom>
          <a:noFill/>
          <a:ln w="9525">
            <a:noFill/>
            <a:miter lim="800000"/>
            <a:headEnd/>
            <a:tailEnd/>
          </a:ln>
          <a:effectLst/>
        </p:spPr>
        <p:txBody>
          <a:bodyPr>
            <a:spAutoFit/>
          </a:bodyPr>
          <a:lstStyle/>
          <a:p>
            <a:r>
              <a:rPr kumimoji="0" lang="zh-CN" altLang="en-US" sz="2400" dirty="0">
                <a:solidFill>
                  <a:srgbClr val="1C1C1C"/>
                </a:solidFill>
                <a:ea typeface="宋体" charset="-122"/>
              </a:rPr>
              <a:t>螺线管可看成</a:t>
            </a:r>
            <a:r>
              <a:rPr kumimoji="0" lang="zh-CN" altLang="en-US" sz="2400" dirty="0">
                <a:solidFill>
                  <a:srgbClr val="000000"/>
                </a:solidFill>
                <a:ea typeface="宋体" charset="-122"/>
              </a:rPr>
              <a:t>圆形电流的组合</a:t>
            </a:r>
          </a:p>
        </p:txBody>
      </p:sp>
      <p:grpSp>
        <p:nvGrpSpPr>
          <p:cNvPr id="2" name="Group 317"/>
          <p:cNvGrpSpPr>
            <a:grpSpLocks/>
          </p:cNvGrpSpPr>
          <p:nvPr/>
        </p:nvGrpSpPr>
        <p:grpSpPr bwMode="auto">
          <a:xfrm>
            <a:off x="2050343" y="1516000"/>
            <a:ext cx="2928993" cy="1178111"/>
            <a:chOff x="1339" y="1506"/>
            <a:chExt cx="2562" cy="887"/>
          </a:xfrm>
        </p:grpSpPr>
        <p:sp>
          <p:nvSpPr>
            <p:cNvPr id="19544" name="Rectangle 81"/>
            <p:cNvSpPr>
              <a:spLocks noChangeArrowheads="1"/>
            </p:cNvSpPr>
            <p:nvPr/>
          </p:nvSpPr>
          <p:spPr bwMode="auto">
            <a:xfrm>
              <a:off x="3069" y="1570"/>
              <a:ext cx="564" cy="288"/>
            </a:xfrm>
            <a:prstGeom prst="rect">
              <a:avLst/>
            </a:prstGeom>
            <a:solidFill>
              <a:srgbClr val="FFE1FF"/>
            </a:solidFill>
            <a:ln w="9525">
              <a:solidFill>
                <a:srgbClr val="FF33CC"/>
              </a:solidFill>
              <a:miter lim="800000"/>
              <a:headEnd/>
              <a:tailEnd/>
            </a:ln>
            <a:effectLst/>
          </p:spPr>
          <p:txBody>
            <a:bodyPr wrap="none" anchor="ctr"/>
            <a:lstStyle/>
            <a:p>
              <a:pPr algn="ctr">
                <a:spcBef>
                  <a:spcPct val="50000"/>
                </a:spcBef>
              </a:pPr>
              <a:endParaRPr kumimoji="0" lang="zh-CN" altLang="zh-CN" sz="2100" b="0" i="1">
                <a:solidFill>
                  <a:srgbClr val="000000"/>
                </a:solidFill>
                <a:ea typeface="宋体" charset="-122"/>
              </a:endParaRPr>
            </a:p>
          </p:txBody>
        </p:sp>
        <p:graphicFrame>
          <p:nvGraphicFramePr>
            <p:cNvPr id="19545" name="Object 82"/>
            <p:cNvGraphicFramePr>
              <a:graphicFrameLocks noChangeAspect="1"/>
            </p:cNvGraphicFramePr>
            <p:nvPr/>
          </p:nvGraphicFramePr>
          <p:xfrm>
            <a:off x="1339" y="1506"/>
            <a:ext cx="2562" cy="887"/>
          </p:xfrm>
          <a:graphic>
            <a:graphicData uri="http://schemas.openxmlformats.org/presentationml/2006/ole">
              <mc:AlternateContent xmlns:mc="http://schemas.openxmlformats.org/markup-compatibility/2006">
                <mc:Choice xmlns:v="urn:schemas-microsoft-com:vml" Requires="v">
                  <p:oleObj spid="_x0000_s177034" name="Equation" r:id="rId5" imgW="1257120" imgH="533160" progId="Equation.DSMT4">
                    <p:embed/>
                  </p:oleObj>
                </mc:Choice>
                <mc:Fallback>
                  <p:oleObj name="Equation" r:id="rId5" imgW="1257120" imgH="533160" progId="Equation.DSMT4">
                    <p:embed/>
                    <p:pic>
                      <p:nvPicPr>
                        <p:cNvPr id="0" name="Object 82"/>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339" y="1506"/>
                          <a:ext cx="2562" cy="8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sp>
        <p:nvSpPr>
          <p:cNvPr id="19463" name="Line 325"/>
          <p:cNvSpPr>
            <a:spLocks noChangeShapeType="1"/>
          </p:cNvSpPr>
          <p:nvPr/>
        </p:nvSpPr>
        <p:spPr bwMode="auto">
          <a:xfrm>
            <a:off x="2471091" y="3927055"/>
            <a:ext cx="4094559" cy="0"/>
          </a:xfrm>
          <a:prstGeom prst="line">
            <a:avLst/>
          </a:prstGeom>
          <a:noFill/>
          <a:ln w="12700">
            <a:solidFill>
              <a:srgbClr val="000000"/>
            </a:solidFill>
            <a:round/>
            <a:headEnd/>
            <a:tailEnd type="triangle" w="sm" len="lg"/>
          </a:ln>
          <a:effectLst/>
        </p:spPr>
        <p:txBody>
          <a:bodyPr wrap="none"/>
          <a:lstStyle/>
          <a:p>
            <a:pPr eaLnBrk="0" hangingPunct="0"/>
            <a:endParaRPr kumimoji="0" lang="zh-CN" altLang="en-US" sz="1350" b="0">
              <a:solidFill>
                <a:prstClr val="black"/>
              </a:solidFill>
              <a:latin typeface="Arial" charset="0"/>
              <a:ea typeface="宋体" charset="-122"/>
            </a:endParaRPr>
          </a:p>
        </p:txBody>
      </p:sp>
      <p:sp>
        <p:nvSpPr>
          <p:cNvPr id="19464" name="Line 326"/>
          <p:cNvSpPr>
            <a:spLocks noChangeShapeType="1"/>
          </p:cNvSpPr>
          <p:nvPr/>
        </p:nvSpPr>
        <p:spPr bwMode="auto">
          <a:xfrm flipH="1">
            <a:off x="2567532" y="3469855"/>
            <a:ext cx="383381" cy="0"/>
          </a:xfrm>
          <a:prstGeom prst="line">
            <a:avLst/>
          </a:prstGeom>
          <a:noFill/>
          <a:ln w="9525">
            <a:solidFill>
              <a:schemeClr val="tx1"/>
            </a:solidFill>
            <a:prstDash val="dash"/>
            <a:round/>
            <a:headEnd/>
            <a:tailEnd/>
          </a:ln>
          <a:effectLst/>
        </p:spPr>
        <p:txBody>
          <a:bodyPr wrap="none"/>
          <a:lstStyle/>
          <a:p>
            <a:pPr eaLnBrk="0" hangingPunct="0"/>
            <a:endParaRPr kumimoji="0" lang="zh-CN" altLang="en-US" sz="1350" b="0">
              <a:solidFill>
                <a:prstClr val="black"/>
              </a:solidFill>
              <a:latin typeface="Arial" charset="0"/>
              <a:ea typeface="宋体" charset="-122"/>
            </a:endParaRPr>
          </a:p>
        </p:txBody>
      </p:sp>
      <p:sp>
        <p:nvSpPr>
          <p:cNvPr id="19465" name="Text Box 327"/>
          <p:cNvSpPr txBox="1">
            <a:spLocks noChangeArrowheads="1"/>
          </p:cNvSpPr>
          <p:nvPr/>
        </p:nvSpPr>
        <p:spPr bwMode="auto">
          <a:xfrm>
            <a:off x="3643857" y="3561532"/>
            <a:ext cx="694135" cy="415498"/>
          </a:xfrm>
          <a:prstGeom prst="rect">
            <a:avLst/>
          </a:prstGeom>
          <a:noFill/>
          <a:ln w="9525">
            <a:noFill/>
            <a:miter lim="800000"/>
            <a:headEnd/>
            <a:tailEnd/>
          </a:ln>
          <a:effectLst/>
        </p:spPr>
        <p:txBody>
          <a:bodyPr>
            <a:spAutoFit/>
          </a:bodyPr>
          <a:lstStyle/>
          <a:p>
            <a:r>
              <a:rPr kumimoji="0" lang="en-US" altLang="zh-CN" sz="2100" b="0" i="1">
                <a:solidFill>
                  <a:srgbClr val="1C1C1C"/>
                </a:solidFill>
                <a:ea typeface="宋体" charset="-122"/>
              </a:rPr>
              <a:t>P</a:t>
            </a:r>
          </a:p>
        </p:txBody>
      </p:sp>
      <p:sp>
        <p:nvSpPr>
          <p:cNvPr id="19466" name="Text Box 328"/>
          <p:cNvSpPr txBox="1">
            <a:spLocks noChangeArrowheads="1"/>
          </p:cNvSpPr>
          <p:nvPr/>
        </p:nvSpPr>
        <p:spPr bwMode="auto">
          <a:xfrm>
            <a:off x="2453629" y="3509939"/>
            <a:ext cx="760809" cy="369332"/>
          </a:xfrm>
          <a:prstGeom prst="rect">
            <a:avLst/>
          </a:prstGeom>
          <a:noFill/>
          <a:ln w="9525">
            <a:noFill/>
            <a:miter lim="800000"/>
            <a:headEnd/>
            <a:tailEnd/>
          </a:ln>
          <a:effectLst/>
        </p:spPr>
        <p:txBody>
          <a:bodyPr>
            <a:spAutoFit/>
          </a:bodyPr>
          <a:lstStyle/>
          <a:p>
            <a:r>
              <a:rPr kumimoji="0" lang="en-US" altLang="zh-CN" sz="1800" b="0" i="1">
                <a:solidFill>
                  <a:srgbClr val="1C1C1C"/>
                </a:solidFill>
                <a:ea typeface="宋体" charset="-122"/>
              </a:rPr>
              <a:t>R</a:t>
            </a:r>
          </a:p>
        </p:txBody>
      </p:sp>
      <p:grpSp>
        <p:nvGrpSpPr>
          <p:cNvPr id="3" name="Group 331"/>
          <p:cNvGrpSpPr>
            <a:grpSpLocks/>
          </p:cNvGrpSpPr>
          <p:nvPr/>
        </p:nvGrpSpPr>
        <p:grpSpPr bwMode="auto">
          <a:xfrm>
            <a:off x="2958056" y="4275911"/>
            <a:ext cx="3228976" cy="301228"/>
            <a:chOff x="1488" y="3792"/>
            <a:chExt cx="2712" cy="253"/>
          </a:xfrm>
        </p:grpSpPr>
        <p:sp>
          <p:nvSpPr>
            <p:cNvPr id="19516" name="Oval 332"/>
            <p:cNvSpPr>
              <a:spLocks noChangeArrowheads="1"/>
            </p:cNvSpPr>
            <p:nvPr/>
          </p:nvSpPr>
          <p:spPr bwMode="auto">
            <a:xfrm>
              <a:off x="1521" y="3834"/>
              <a:ext cx="187" cy="152"/>
            </a:xfrm>
            <a:prstGeom prst="ellipse">
              <a:avLst/>
            </a:prstGeom>
            <a:gradFill rotWithShape="0">
              <a:gsLst>
                <a:gs pos="0">
                  <a:srgbClr val="FFFFFF"/>
                </a:gs>
                <a:gs pos="100000">
                  <a:schemeClr val="accent1"/>
                </a:gs>
              </a:gsLst>
              <a:path path="shape">
                <a:fillToRect l="50000" t="50000" r="50000" b="50000"/>
              </a:path>
            </a:gradFill>
            <a:ln w="19050">
              <a:solidFill>
                <a:schemeClr val="tx1"/>
              </a:solidFill>
              <a:round/>
              <a:headEnd/>
              <a:tailEnd/>
            </a:ln>
            <a:effectLst/>
          </p:spPr>
          <p:txBody>
            <a:bodyPr wrap="none" anchor="ctr"/>
            <a:lstStyle/>
            <a:p>
              <a:endParaRPr kumimoji="0" lang="zh-CN" altLang="en-US" sz="1350" b="0">
                <a:solidFill>
                  <a:prstClr val="black"/>
                </a:solidFill>
                <a:latin typeface="Arial" charset="0"/>
                <a:ea typeface="宋体" charset="-122"/>
              </a:endParaRPr>
            </a:p>
          </p:txBody>
        </p:sp>
        <p:sp>
          <p:nvSpPr>
            <p:cNvPr id="19517" name="Text Box 333"/>
            <p:cNvSpPr txBox="1">
              <a:spLocks noChangeArrowheads="1"/>
            </p:cNvSpPr>
            <p:nvPr/>
          </p:nvSpPr>
          <p:spPr bwMode="auto">
            <a:xfrm>
              <a:off x="1488" y="3793"/>
              <a:ext cx="301" cy="252"/>
            </a:xfrm>
            <a:prstGeom prst="rect">
              <a:avLst/>
            </a:prstGeom>
            <a:noFill/>
            <a:ln w="9525">
              <a:noFill/>
              <a:miter lim="800000"/>
              <a:headEnd/>
              <a:tailEnd/>
            </a:ln>
            <a:effectLst/>
          </p:spPr>
          <p:txBody>
            <a:bodyPr wrap="none">
              <a:spAutoFit/>
            </a:bodyPr>
            <a:lstStyle/>
            <a:p>
              <a:pPr>
                <a:spcBef>
                  <a:spcPct val="50000"/>
                </a:spcBef>
              </a:pPr>
              <a:r>
                <a:rPr kumimoji="0" lang="en-US" altLang="zh-CN" sz="1350">
                  <a:solidFill>
                    <a:srgbClr val="FF0000"/>
                  </a:solidFill>
                  <a:ea typeface="宋体" charset="-122"/>
                </a:rPr>
                <a:t>×</a:t>
              </a:r>
              <a:endParaRPr kumimoji="0" lang="en-US" altLang="zh-CN" sz="1350">
                <a:solidFill>
                  <a:prstClr val="black"/>
                </a:solidFill>
                <a:ea typeface="宋体" charset="-122"/>
              </a:endParaRPr>
            </a:p>
          </p:txBody>
        </p:sp>
        <p:sp>
          <p:nvSpPr>
            <p:cNvPr id="19518" name="Oval 334"/>
            <p:cNvSpPr>
              <a:spLocks noChangeArrowheads="1"/>
            </p:cNvSpPr>
            <p:nvPr/>
          </p:nvSpPr>
          <p:spPr bwMode="auto">
            <a:xfrm>
              <a:off x="1707" y="3834"/>
              <a:ext cx="187" cy="152"/>
            </a:xfrm>
            <a:prstGeom prst="ellipse">
              <a:avLst/>
            </a:prstGeom>
            <a:gradFill rotWithShape="0">
              <a:gsLst>
                <a:gs pos="0">
                  <a:srgbClr val="FFFFFF"/>
                </a:gs>
                <a:gs pos="100000">
                  <a:schemeClr val="accent1"/>
                </a:gs>
              </a:gsLst>
              <a:path path="shape">
                <a:fillToRect l="50000" t="50000" r="50000" b="50000"/>
              </a:path>
            </a:gradFill>
            <a:ln w="19050">
              <a:solidFill>
                <a:schemeClr val="tx1"/>
              </a:solidFill>
              <a:round/>
              <a:headEnd/>
              <a:tailEnd/>
            </a:ln>
            <a:effectLst/>
          </p:spPr>
          <p:txBody>
            <a:bodyPr wrap="none" anchor="ctr"/>
            <a:lstStyle/>
            <a:p>
              <a:endParaRPr kumimoji="0" lang="zh-CN" altLang="en-US" sz="1350" b="0">
                <a:solidFill>
                  <a:prstClr val="black"/>
                </a:solidFill>
                <a:latin typeface="Arial" charset="0"/>
                <a:ea typeface="宋体" charset="-122"/>
              </a:endParaRPr>
            </a:p>
          </p:txBody>
        </p:sp>
        <p:sp>
          <p:nvSpPr>
            <p:cNvPr id="19519" name="Text Box 335"/>
            <p:cNvSpPr txBox="1">
              <a:spLocks noChangeArrowheads="1"/>
            </p:cNvSpPr>
            <p:nvPr/>
          </p:nvSpPr>
          <p:spPr bwMode="auto">
            <a:xfrm>
              <a:off x="1664" y="3793"/>
              <a:ext cx="301" cy="252"/>
            </a:xfrm>
            <a:prstGeom prst="rect">
              <a:avLst/>
            </a:prstGeom>
            <a:noFill/>
            <a:ln w="9525">
              <a:noFill/>
              <a:miter lim="800000"/>
              <a:headEnd/>
              <a:tailEnd/>
            </a:ln>
            <a:effectLst/>
          </p:spPr>
          <p:txBody>
            <a:bodyPr wrap="none">
              <a:spAutoFit/>
            </a:bodyPr>
            <a:lstStyle/>
            <a:p>
              <a:pPr>
                <a:spcBef>
                  <a:spcPct val="50000"/>
                </a:spcBef>
              </a:pPr>
              <a:r>
                <a:rPr kumimoji="0" lang="en-US" altLang="zh-CN" sz="1350">
                  <a:solidFill>
                    <a:srgbClr val="FF0000"/>
                  </a:solidFill>
                  <a:ea typeface="宋体" charset="-122"/>
                </a:rPr>
                <a:t>×</a:t>
              </a:r>
              <a:endParaRPr kumimoji="0" lang="en-US" altLang="zh-CN" sz="1350">
                <a:solidFill>
                  <a:prstClr val="black"/>
                </a:solidFill>
                <a:ea typeface="宋体" charset="-122"/>
              </a:endParaRPr>
            </a:p>
          </p:txBody>
        </p:sp>
        <p:sp>
          <p:nvSpPr>
            <p:cNvPr id="19520" name="Oval 336"/>
            <p:cNvSpPr>
              <a:spLocks noChangeArrowheads="1"/>
            </p:cNvSpPr>
            <p:nvPr/>
          </p:nvSpPr>
          <p:spPr bwMode="auto">
            <a:xfrm>
              <a:off x="1892" y="3834"/>
              <a:ext cx="187" cy="152"/>
            </a:xfrm>
            <a:prstGeom prst="ellipse">
              <a:avLst/>
            </a:prstGeom>
            <a:gradFill rotWithShape="0">
              <a:gsLst>
                <a:gs pos="0">
                  <a:srgbClr val="FFFFFF"/>
                </a:gs>
                <a:gs pos="100000">
                  <a:schemeClr val="accent1"/>
                </a:gs>
              </a:gsLst>
              <a:path path="shape">
                <a:fillToRect l="50000" t="50000" r="50000" b="50000"/>
              </a:path>
            </a:gradFill>
            <a:ln w="19050">
              <a:solidFill>
                <a:schemeClr val="tx1"/>
              </a:solidFill>
              <a:round/>
              <a:headEnd/>
              <a:tailEnd/>
            </a:ln>
            <a:effectLst/>
          </p:spPr>
          <p:txBody>
            <a:bodyPr wrap="none" anchor="ctr"/>
            <a:lstStyle/>
            <a:p>
              <a:endParaRPr kumimoji="0" lang="zh-CN" altLang="en-US" sz="1350" b="0">
                <a:solidFill>
                  <a:prstClr val="black"/>
                </a:solidFill>
                <a:latin typeface="Arial" charset="0"/>
                <a:ea typeface="宋体" charset="-122"/>
              </a:endParaRPr>
            </a:p>
          </p:txBody>
        </p:sp>
        <p:sp>
          <p:nvSpPr>
            <p:cNvPr id="19521" name="Text Box 337"/>
            <p:cNvSpPr txBox="1">
              <a:spLocks noChangeArrowheads="1"/>
            </p:cNvSpPr>
            <p:nvPr/>
          </p:nvSpPr>
          <p:spPr bwMode="auto">
            <a:xfrm>
              <a:off x="1860" y="3793"/>
              <a:ext cx="301" cy="252"/>
            </a:xfrm>
            <a:prstGeom prst="rect">
              <a:avLst/>
            </a:prstGeom>
            <a:noFill/>
            <a:ln w="9525">
              <a:noFill/>
              <a:miter lim="800000"/>
              <a:headEnd/>
              <a:tailEnd/>
            </a:ln>
            <a:effectLst/>
          </p:spPr>
          <p:txBody>
            <a:bodyPr wrap="none">
              <a:spAutoFit/>
            </a:bodyPr>
            <a:lstStyle/>
            <a:p>
              <a:pPr>
                <a:spcBef>
                  <a:spcPct val="50000"/>
                </a:spcBef>
              </a:pPr>
              <a:r>
                <a:rPr kumimoji="0" lang="en-US" altLang="zh-CN" sz="1350">
                  <a:solidFill>
                    <a:srgbClr val="FF0000"/>
                  </a:solidFill>
                  <a:ea typeface="宋体" charset="-122"/>
                </a:rPr>
                <a:t>×</a:t>
              </a:r>
              <a:endParaRPr kumimoji="0" lang="en-US" altLang="zh-CN" sz="1350">
                <a:solidFill>
                  <a:prstClr val="black"/>
                </a:solidFill>
                <a:ea typeface="宋体" charset="-122"/>
              </a:endParaRPr>
            </a:p>
          </p:txBody>
        </p:sp>
        <p:sp>
          <p:nvSpPr>
            <p:cNvPr id="19522" name="Oval 338"/>
            <p:cNvSpPr>
              <a:spLocks noChangeArrowheads="1"/>
            </p:cNvSpPr>
            <p:nvPr/>
          </p:nvSpPr>
          <p:spPr bwMode="auto">
            <a:xfrm>
              <a:off x="2449" y="3834"/>
              <a:ext cx="187" cy="152"/>
            </a:xfrm>
            <a:prstGeom prst="ellipse">
              <a:avLst/>
            </a:prstGeom>
            <a:gradFill rotWithShape="0">
              <a:gsLst>
                <a:gs pos="0">
                  <a:srgbClr val="FFFFFF"/>
                </a:gs>
                <a:gs pos="100000">
                  <a:schemeClr val="accent1"/>
                </a:gs>
              </a:gsLst>
              <a:path path="shape">
                <a:fillToRect l="50000" t="50000" r="50000" b="50000"/>
              </a:path>
            </a:gradFill>
            <a:ln w="19050">
              <a:solidFill>
                <a:schemeClr val="tx1"/>
              </a:solidFill>
              <a:round/>
              <a:headEnd/>
              <a:tailEnd/>
            </a:ln>
            <a:effectLst/>
          </p:spPr>
          <p:txBody>
            <a:bodyPr wrap="none" anchor="ctr"/>
            <a:lstStyle/>
            <a:p>
              <a:endParaRPr kumimoji="0" lang="zh-CN" altLang="en-US" sz="1350" b="0">
                <a:solidFill>
                  <a:prstClr val="black"/>
                </a:solidFill>
                <a:latin typeface="Arial" charset="0"/>
                <a:ea typeface="宋体" charset="-122"/>
              </a:endParaRPr>
            </a:p>
          </p:txBody>
        </p:sp>
        <p:sp>
          <p:nvSpPr>
            <p:cNvPr id="19523" name="Text Box 339"/>
            <p:cNvSpPr txBox="1">
              <a:spLocks noChangeArrowheads="1"/>
            </p:cNvSpPr>
            <p:nvPr/>
          </p:nvSpPr>
          <p:spPr bwMode="auto">
            <a:xfrm>
              <a:off x="2415" y="3793"/>
              <a:ext cx="301" cy="252"/>
            </a:xfrm>
            <a:prstGeom prst="rect">
              <a:avLst/>
            </a:prstGeom>
            <a:noFill/>
            <a:ln w="9525">
              <a:noFill/>
              <a:miter lim="800000"/>
              <a:headEnd/>
              <a:tailEnd/>
            </a:ln>
            <a:effectLst/>
          </p:spPr>
          <p:txBody>
            <a:bodyPr wrap="none">
              <a:spAutoFit/>
            </a:bodyPr>
            <a:lstStyle/>
            <a:p>
              <a:pPr>
                <a:spcBef>
                  <a:spcPct val="50000"/>
                </a:spcBef>
              </a:pPr>
              <a:r>
                <a:rPr kumimoji="0" lang="en-US" altLang="zh-CN" sz="1350">
                  <a:solidFill>
                    <a:srgbClr val="FF0000"/>
                  </a:solidFill>
                  <a:ea typeface="宋体" charset="-122"/>
                </a:rPr>
                <a:t>×</a:t>
              </a:r>
              <a:endParaRPr kumimoji="0" lang="en-US" altLang="zh-CN" sz="1350">
                <a:solidFill>
                  <a:prstClr val="black"/>
                </a:solidFill>
                <a:ea typeface="宋体" charset="-122"/>
              </a:endParaRPr>
            </a:p>
          </p:txBody>
        </p:sp>
        <p:sp>
          <p:nvSpPr>
            <p:cNvPr id="19524" name="Oval 340"/>
            <p:cNvSpPr>
              <a:spLocks noChangeArrowheads="1"/>
            </p:cNvSpPr>
            <p:nvPr/>
          </p:nvSpPr>
          <p:spPr bwMode="auto">
            <a:xfrm>
              <a:off x="2264" y="3834"/>
              <a:ext cx="187" cy="152"/>
            </a:xfrm>
            <a:prstGeom prst="ellipse">
              <a:avLst/>
            </a:prstGeom>
            <a:gradFill rotWithShape="0">
              <a:gsLst>
                <a:gs pos="0">
                  <a:srgbClr val="FFFFFF"/>
                </a:gs>
                <a:gs pos="100000">
                  <a:schemeClr val="accent1"/>
                </a:gs>
              </a:gsLst>
              <a:path path="shape">
                <a:fillToRect l="50000" t="50000" r="50000" b="50000"/>
              </a:path>
            </a:gradFill>
            <a:ln w="19050">
              <a:solidFill>
                <a:schemeClr val="tx1"/>
              </a:solidFill>
              <a:round/>
              <a:headEnd/>
              <a:tailEnd/>
            </a:ln>
            <a:effectLst/>
          </p:spPr>
          <p:txBody>
            <a:bodyPr wrap="none" anchor="ctr"/>
            <a:lstStyle/>
            <a:p>
              <a:endParaRPr kumimoji="0" lang="zh-CN" altLang="en-US" sz="1350" b="0">
                <a:solidFill>
                  <a:prstClr val="black"/>
                </a:solidFill>
                <a:latin typeface="Arial" charset="0"/>
                <a:ea typeface="宋体" charset="-122"/>
              </a:endParaRPr>
            </a:p>
          </p:txBody>
        </p:sp>
        <p:sp>
          <p:nvSpPr>
            <p:cNvPr id="19525" name="Text Box 341"/>
            <p:cNvSpPr txBox="1">
              <a:spLocks noChangeArrowheads="1"/>
            </p:cNvSpPr>
            <p:nvPr/>
          </p:nvSpPr>
          <p:spPr bwMode="auto">
            <a:xfrm>
              <a:off x="2221" y="3792"/>
              <a:ext cx="301" cy="252"/>
            </a:xfrm>
            <a:prstGeom prst="rect">
              <a:avLst/>
            </a:prstGeom>
            <a:noFill/>
            <a:ln w="9525">
              <a:noFill/>
              <a:miter lim="800000"/>
              <a:headEnd/>
              <a:tailEnd/>
            </a:ln>
            <a:effectLst/>
          </p:spPr>
          <p:txBody>
            <a:bodyPr wrap="none">
              <a:spAutoFit/>
            </a:bodyPr>
            <a:lstStyle/>
            <a:p>
              <a:pPr>
                <a:spcBef>
                  <a:spcPct val="50000"/>
                </a:spcBef>
              </a:pPr>
              <a:r>
                <a:rPr kumimoji="0" lang="en-US" altLang="zh-CN" sz="1350">
                  <a:solidFill>
                    <a:srgbClr val="FF0000"/>
                  </a:solidFill>
                  <a:ea typeface="宋体" charset="-122"/>
                </a:rPr>
                <a:t>×</a:t>
              </a:r>
              <a:endParaRPr kumimoji="0" lang="en-US" altLang="zh-CN" sz="1350">
                <a:solidFill>
                  <a:prstClr val="black"/>
                </a:solidFill>
                <a:ea typeface="宋体" charset="-122"/>
              </a:endParaRPr>
            </a:p>
          </p:txBody>
        </p:sp>
        <p:sp>
          <p:nvSpPr>
            <p:cNvPr id="19526" name="Oval 342"/>
            <p:cNvSpPr>
              <a:spLocks noChangeArrowheads="1"/>
            </p:cNvSpPr>
            <p:nvPr/>
          </p:nvSpPr>
          <p:spPr bwMode="auto">
            <a:xfrm>
              <a:off x="2079" y="3834"/>
              <a:ext cx="187" cy="152"/>
            </a:xfrm>
            <a:prstGeom prst="ellipse">
              <a:avLst/>
            </a:prstGeom>
            <a:gradFill rotWithShape="0">
              <a:gsLst>
                <a:gs pos="0">
                  <a:srgbClr val="FFFFFF"/>
                </a:gs>
                <a:gs pos="100000">
                  <a:schemeClr val="accent1"/>
                </a:gs>
              </a:gsLst>
              <a:path path="shape">
                <a:fillToRect l="50000" t="50000" r="50000" b="50000"/>
              </a:path>
            </a:gradFill>
            <a:ln w="19050">
              <a:solidFill>
                <a:schemeClr val="tx1"/>
              </a:solidFill>
              <a:round/>
              <a:headEnd/>
              <a:tailEnd/>
            </a:ln>
            <a:effectLst/>
          </p:spPr>
          <p:txBody>
            <a:bodyPr wrap="none" anchor="ctr"/>
            <a:lstStyle/>
            <a:p>
              <a:endParaRPr kumimoji="0" lang="zh-CN" altLang="en-US" sz="1350" b="0">
                <a:solidFill>
                  <a:prstClr val="black"/>
                </a:solidFill>
                <a:latin typeface="Arial" charset="0"/>
                <a:ea typeface="宋体" charset="-122"/>
              </a:endParaRPr>
            </a:p>
          </p:txBody>
        </p:sp>
        <p:sp>
          <p:nvSpPr>
            <p:cNvPr id="19527" name="Text Box 343"/>
            <p:cNvSpPr txBox="1">
              <a:spLocks noChangeArrowheads="1"/>
            </p:cNvSpPr>
            <p:nvPr/>
          </p:nvSpPr>
          <p:spPr bwMode="auto">
            <a:xfrm>
              <a:off x="2045" y="3793"/>
              <a:ext cx="301" cy="252"/>
            </a:xfrm>
            <a:prstGeom prst="rect">
              <a:avLst/>
            </a:prstGeom>
            <a:noFill/>
            <a:ln w="9525">
              <a:noFill/>
              <a:miter lim="800000"/>
              <a:headEnd/>
              <a:tailEnd/>
            </a:ln>
            <a:effectLst/>
          </p:spPr>
          <p:txBody>
            <a:bodyPr wrap="none">
              <a:spAutoFit/>
            </a:bodyPr>
            <a:lstStyle/>
            <a:p>
              <a:pPr>
                <a:spcBef>
                  <a:spcPct val="50000"/>
                </a:spcBef>
              </a:pPr>
              <a:r>
                <a:rPr kumimoji="0" lang="en-US" altLang="zh-CN" sz="1350">
                  <a:solidFill>
                    <a:srgbClr val="FF0000"/>
                  </a:solidFill>
                  <a:ea typeface="宋体" charset="-122"/>
                </a:rPr>
                <a:t>×</a:t>
              </a:r>
              <a:endParaRPr kumimoji="0" lang="en-US" altLang="zh-CN" sz="1350">
                <a:solidFill>
                  <a:prstClr val="black"/>
                </a:solidFill>
                <a:ea typeface="宋体" charset="-122"/>
              </a:endParaRPr>
            </a:p>
          </p:txBody>
        </p:sp>
        <p:sp>
          <p:nvSpPr>
            <p:cNvPr id="19528" name="Oval 344"/>
            <p:cNvSpPr>
              <a:spLocks noChangeArrowheads="1"/>
            </p:cNvSpPr>
            <p:nvPr/>
          </p:nvSpPr>
          <p:spPr bwMode="auto">
            <a:xfrm>
              <a:off x="2636" y="3834"/>
              <a:ext cx="187" cy="152"/>
            </a:xfrm>
            <a:prstGeom prst="ellipse">
              <a:avLst/>
            </a:prstGeom>
            <a:gradFill rotWithShape="0">
              <a:gsLst>
                <a:gs pos="0">
                  <a:srgbClr val="FFFFFF"/>
                </a:gs>
                <a:gs pos="100000">
                  <a:schemeClr val="accent1"/>
                </a:gs>
              </a:gsLst>
              <a:path path="shape">
                <a:fillToRect l="50000" t="50000" r="50000" b="50000"/>
              </a:path>
            </a:gradFill>
            <a:ln w="19050">
              <a:solidFill>
                <a:schemeClr val="tx1"/>
              </a:solidFill>
              <a:round/>
              <a:headEnd/>
              <a:tailEnd/>
            </a:ln>
            <a:effectLst/>
          </p:spPr>
          <p:txBody>
            <a:bodyPr wrap="none" anchor="ctr"/>
            <a:lstStyle/>
            <a:p>
              <a:endParaRPr kumimoji="0" lang="zh-CN" altLang="en-US" sz="1350" b="0">
                <a:solidFill>
                  <a:prstClr val="black"/>
                </a:solidFill>
                <a:latin typeface="Arial" charset="0"/>
                <a:ea typeface="宋体" charset="-122"/>
              </a:endParaRPr>
            </a:p>
          </p:txBody>
        </p:sp>
        <p:sp>
          <p:nvSpPr>
            <p:cNvPr id="19529" name="Text Box 345"/>
            <p:cNvSpPr txBox="1">
              <a:spLocks noChangeArrowheads="1"/>
            </p:cNvSpPr>
            <p:nvPr/>
          </p:nvSpPr>
          <p:spPr bwMode="auto">
            <a:xfrm>
              <a:off x="2602" y="3793"/>
              <a:ext cx="301" cy="252"/>
            </a:xfrm>
            <a:prstGeom prst="rect">
              <a:avLst/>
            </a:prstGeom>
            <a:noFill/>
            <a:ln w="9525">
              <a:noFill/>
              <a:miter lim="800000"/>
              <a:headEnd/>
              <a:tailEnd/>
            </a:ln>
            <a:effectLst/>
          </p:spPr>
          <p:txBody>
            <a:bodyPr wrap="none">
              <a:spAutoFit/>
            </a:bodyPr>
            <a:lstStyle/>
            <a:p>
              <a:pPr>
                <a:spcBef>
                  <a:spcPct val="50000"/>
                </a:spcBef>
              </a:pPr>
              <a:r>
                <a:rPr kumimoji="0" lang="en-US" altLang="zh-CN" sz="1350">
                  <a:solidFill>
                    <a:srgbClr val="FF0000"/>
                  </a:solidFill>
                  <a:ea typeface="宋体" charset="-122"/>
                </a:rPr>
                <a:t>×</a:t>
              </a:r>
              <a:endParaRPr kumimoji="0" lang="en-US" altLang="zh-CN" sz="1350">
                <a:solidFill>
                  <a:prstClr val="black"/>
                </a:solidFill>
                <a:ea typeface="宋体" charset="-122"/>
              </a:endParaRPr>
            </a:p>
          </p:txBody>
        </p:sp>
        <p:sp>
          <p:nvSpPr>
            <p:cNvPr id="19530" name="Oval 346"/>
            <p:cNvSpPr>
              <a:spLocks noChangeArrowheads="1"/>
            </p:cNvSpPr>
            <p:nvPr/>
          </p:nvSpPr>
          <p:spPr bwMode="auto">
            <a:xfrm>
              <a:off x="2821" y="3834"/>
              <a:ext cx="187" cy="152"/>
            </a:xfrm>
            <a:prstGeom prst="ellipse">
              <a:avLst/>
            </a:prstGeom>
            <a:gradFill rotWithShape="0">
              <a:gsLst>
                <a:gs pos="0">
                  <a:srgbClr val="FFFFFF"/>
                </a:gs>
                <a:gs pos="100000">
                  <a:schemeClr val="accent1"/>
                </a:gs>
              </a:gsLst>
              <a:path path="shape">
                <a:fillToRect l="50000" t="50000" r="50000" b="50000"/>
              </a:path>
            </a:gradFill>
            <a:ln w="19050">
              <a:solidFill>
                <a:schemeClr val="tx1"/>
              </a:solidFill>
              <a:round/>
              <a:headEnd/>
              <a:tailEnd/>
            </a:ln>
            <a:effectLst/>
          </p:spPr>
          <p:txBody>
            <a:bodyPr wrap="none" anchor="ctr"/>
            <a:lstStyle/>
            <a:p>
              <a:endParaRPr kumimoji="0" lang="zh-CN" altLang="en-US" sz="1350" b="0">
                <a:solidFill>
                  <a:prstClr val="black"/>
                </a:solidFill>
                <a:latin typeface="Arial" charset="0"/>
                <a:ea typeface="宋体" charset="-122"/>
              </a:endParaRPr>
            </a:p>
          </p:txBody>
        </p:sp>
        <p:sp>
          <p:nvSpPr>
            <p:cNvPr id="19531" name="Text Box 347"/>
            <p:cNvSpPr txBox="1">
              <a:spLocks noChangeArrowheads="1"/>
            </p:cNvSpPr>
            <p:nvPr/>
          </p:nvSpPr>
          <p:spPr bwMode="auto">
            <a:xfrm>
              <a:off x="2778" y="3793"/>
              <a:ext cx="301" cy="252"/>
            </a:xfrm>
            <a:prstGeom prst="rect">
              <a:avLst/>
            </a:prstGeom>
            <a:noFill/>
            <a:ln w="9525">
              <a:noFill/>
              <a:miter lim="800000"/>
              <a:headEnd/>
              <a:tailEnd/>
            </a:ln>
            <a:effectLst/>
          </p:spPr>
          <p:txBody>
            <a:bodyPr wrap="none">
              <a:spAutoFit/>
            </a:bodyPr>
            <a:lstStyle/>
            <a:p>
              <a:pPr>
                <a:spcBef>
                  <a:spcPct val="50000"/>
                </a:spcBef>
              </a:pPr>
              <a:r>
                <a:rPr kumimoji="0" lang="en-US" altLang="zh-CN" sz="1350">
                  <a:solidFill>
                    <a:srgbClr val="FF0000"/>
                  </a:solidFill>
                  <a:ea typeface="宋体" charset="-122"/>
                </a:rPr>
                <a:t>×</a:t>
              </a:r>
              <a:endParaRPr kumimoji="0" lang="en-US" altLang="zh-CN" sz="1350">
                <a:solidFill>
                  <a:prstClr val="black"/>
                </a:solidFill>
                <a:ea typeface="宋体" charset="-122"/>
              </a:endParaRPr>
            </a:p>
          </p:txBody>
        </p:sp>
        <p:sp>
          <p:nvSpPr>
            <p:cNvPr id="19532" name="Oval 348"/>
            <p:cNvSpPr>
              <a:spLocks noChangeArrowheads="1"/>
            </p:cNvSpPr>
            <p:nvPr/>
          </p:nvSpPr>
          <p:spPr bwMode="auto">
            <a:xfrm>
              <a:off x="3008" y="3834"/>
              <a:ext cx="185" cy="152"/>
            </a:xfrm>
            <a:prstGeom prst="ellipse">
              <a:avLst/>
            </a:prstGeom>
            <a:gradFill rotWithShape="0">
              <a:gsLst>
                <a:gs pos="0">
                  <a:srgbClr val="FFFFFF"/>
                </a:gs>
                <a:gs pos="100000">
                  <a:schemeClr val="accent1"/>
                </a:gs>
              </a:gsLst>
              <a:path path="shape">
                <a:fillToRect l="50000" t="50000" r="50000" b="50000"/>
              </a:path>
            </a:gradFill>
            <a:ln w="19050">
              <a:solidFill>
                <a:schemeClr val="tx1"/>
              </a:solidFill>
              <a:round/>
              <a:headEnd/>
              <a:tailEnd/>
            </a:ln>
            <a:effectLst/>
          </p:spPr>
          <p:txBody>
            <a:bodyPr wrap="none" anchor="ctr"/>
            <a:lstStyle/>
            <a:p>
              <a:endParaRPr kumimoji="0" lang="zh-CN" altLang="en-US" sz="1350" b="0">
                <a:solidFill>
                  <a:prstClr val="black"/>
                </a:solidFill>
                <a:latin typeface="Arial" charset="0"/>
                <a:ea typeface="宋体" charset="-122"/>
              </a:endParaRPr>
            </a:p>
          </p:txBody>
        </p:sp>
        <p:sp>
          <p:nvSpPr>
            <p:cNvPr id="19533" name="Text Box 349"/>
            <p:cNvSpPr txBox="1">
              <a:spLocks noChangeArrowheads="1"/>
            </p:cNvSpPr>
            <p:nvPr/>
          </p:nvSpPr>
          <p:spPr bwMode="auto">
            <a:xfrm>
              <a:off x="2974" y="3793"/>
              <a:ext cx="301" cy="252"/>
            </a:xfrm>
            <a:prstGeom prst="rect">
              <a:avLst/>
            </a:prstGeom>
            <a:noFill/>
            <a:ln w="9525">
              <a:noFill/>
              <a:miter lim="800000"/>
              <a:headEnd/>
              <a:tailEnd/>
            </a:ln>
            <a:effectLst/>
          </p:spPr>
          <p:txBody>
            <a:bodyPr wrap="none">
              <a:spAutoFit/>
            </a:bodyPr>
            <a:lstStyle/>
            <a:p>
              <a:pPr>
                <a:spcBef>
                  <a:spcPct val="50000"/>
                </a:spcBef>
              </a:pPr>
              <a:r>
                <a:rPr kumimoji="0" lang="en-US" altLang="zh-CN" sz="1350">
                  <a:solidFill>
                    <a:srgbClr val="FF0000"/>
                  </a:solidFill>
                  <a:ea typeface="宋体" charset="-122"/>
                </a:rPr>
                <a:t>×</a:t>
              </a:r>
              <a:endParaRPr kumimoji="0" lang="en-US" altLang="zh-CN" sz="1350">
                <a:solidFill>
                  <a:prstClr val="black"/>
                </a:solidFill>
                <a:ea typeface="宋体" charset="-122"/>
              </a:endParaRPr>
            </a:p>
          </p:txBody>
        </p:sp>
        <p:sp>
          <p:nvSpPr>
            <p:cNvPr id="19534" name="Oval 350"/>
            <p:cNvSpPr>
              <a:spLocks noChangeArrowheads="1"/>
            </p:cNvSpPr>
            <p:nvPr/>
          </p:nvSpPr>
          <p:spPr bwMode="auto">
            <a:xfrm>
              <a:off x="3193" y="3834"/>
              <a:ext cx="187" cy="152"/>
            </a:xfrm>
            <a:prstGeom prst="ellipse">
              <a:avLst/>
            </a:prstGeom>
            <a:gradFill rotWithShape="0">
              <a:gsLst>
                <a:gs pos="0">
                  <a:srgbClr val="FFFFFF"/>
                </a:gs>
                <a:gs pos="100000">
                  <a:schemeClr val="accent1"/>
                </a:gs>
              </a:gsLst>
              <a:path path="shape">
                <a:fillToRect l="50000" t="50000" r="50000" b="50000"/>
              </a:path>
            </a:gradFill>
            <a:ln w="19050">
              <a:solidFill>
                <a:schemeClr val="tx1"/>
              </a:solidFill>
              <a:round/>
              <a:headEnd/>
              <a:tailEnd/>
            </a:ln>
            <a:effectLst/>
          </p:spPr>
          <p:txBody>
            <a:bodyPr wrap="none" anchor="ctr"/>
            <a:lstStyle/>
            <a:p>
              <a:endParaRPr kumimoji="0" lang="zh-CN" altLang="en-US" sz="1350" b="0">
                <a:solidFill>
                  <a:prstClr val="black"/>
                </a:solidFill>
                <a:latin typeface="Arial" charset="0"/>
                <a:ea typeface="宋体" charset="-122"/>
              </a:endParaRPr>
            </a:p>
          </p:txBody>
        </p:sp>
        <p:sp>
          <p:nvSpPr>
            <p:cNvPr id="19535" name="Text Box 351"/>
            <p:cNvSpPr txBox="1">
              <a:spLocks noChangeArrowheads="1"/>
            </p:cNvSpPr>
            <p:nvPr/>
          </p:nvSpPr>
          <p:spPr bwMode="auto">
            <a:xfrm>
              <a:off x="3159" y="3793"/>
              <a:ext cx="301" cy="252"/>
            </a:xfrm>
            <a:prstGeom prst="rect">
              <a:avLst/>
            </a:prstGeom>
            <a:noFill/>
            <a:ln w="9525">
              <a:noFill/>
              <a:miter lim="800000"/>
              <a:headEnd/>
              <a:tailEnd/>
            </a:ln>
            <a:effectLst/>
          </p:spPr>
          <p:txBody>
            <a:bodyPr wrap="none">
              <a:spAutoFit/>
            </a:bodyPr>
            <a:lstStyle/>
            <a:p>
              <a:pPr>
                <a:spcBef>
                  <a:spcPct val="50000"/>
                </a:spcBef>
              </a:pPr>
              <a:r>
                <a:rPr kumimoji="0" lang="en-US" altLang="zh-CN" sz="1350">
                  <a:solidFill>
                    <a:srgbClr val="FF0000"/>
                  </a:solidFill>
                  <a:ea typeface="宋体" charset="-122"/>
                </a:rPr>
                <a:t>×</a:t>
              </a:r>
              <a:endParaRPr kumimoji="0" lang="en-US" altLang="zh-CN" sz="1350">
                <a:solidFill>
                  <a:prstClr val="black"/>
                </a:solidFill>
                <a:ea typeface="宋体" charset="-122"/>
              </a:endParaRPr>
            </a:p>
          </p:txBody>
        </p:sp>
        <p:sp>
          <p:nvSpPr>
            <p:cNvPr id="19536" name="Oval 352"/>
            <p:cNvSpPr>
              <a:spLocks noChangeArrowheads="1"/>
            </p:cNvSpPr>
            <p:nvPr/>
          </p:nvSpPr>
          <p:spPr bwMode="auto">
            <a:xfrm>
              <a:off x="3378" y="3834"/>
              <a:ext cx="187" cy="152"/>
            </a:xfrm>
            <a:prstGeom prst="ellipse">
              <a:avLst/>
            </a:prstGeom>
            <a:gradFill rotWithShape="0">
              <a:gsLst>
                <a:gs pos="0">
                  <a:srgbClr val="FFFFFF"/>
                </a:gs>
                <a:gs pos="100000">
                  <a:schemeClr val="accent1"/>
                </a:gs>
              </a:gsLst>
              <a:path path="shape">
                <a:fillToRect l="50000" t="50000" r="50000" b="50000"/>
              </a:path>
            </a:gradFill>
            <a:ln w="19050">
              <a:solidFill>
                <a:schemeClr val="tx1"/>
              </a:solidFill>
              <a:round/>
              <a:headEnd/>
              <a:tailEnd/>
            </a:ln>
            <a:effectLst/>
          </p:spPr>
          <p:txBody>
            <a:bodyPr wrap="none" anchor="ctr"/>
            <a:lstStyle/>
            <a:p>
              <a:endParaRPr kumimoji="0" lang="zh-CN" altLang="en-US" sz="1350" b="0">
                <a:solidFill>
                  <a:prstClr val="black"/>
                </a:solidFill>
                <a:latin typeface="Arial" charset="0"/>
                <a:ea typeface="宋体" charset="-122"/>
              </a:endParaRPr>
            </a:p>
          </p:txBody>
        </p:sp>
        <p:sp>
          <p:nvSpPr>
            <p:cNvPr id="19537" name="Text Box 353"/>
            <p:cNvSpPr txBox="1">
              <a:spLocks noChangeArrowheads="1"/>
            </p:cNvSpPr>
            <p:nvPr/>
          </p:nvSpPr>
          <p:spPr bwMode="auto">
            <a:xfrm>
              <a:off x="3335" y="3793"/>
              <a:ext cx="301" cy="252"/>
            </a:xfrm>
            <a:prstGeom prst="rect">
              <a:avLst/>
            </a:prstGeom>
            <a:noFill/>
            <a:ln w="9525">
              <a:noFill/>
              <a:miter lim="800000"/>
              <a:headEnd/>
              <a:tailEnd/>
            </a:ln>
            <a:effectLst/>
          </p:spPr>
          <p:txBody>
            <a:bodyPr wrap="none">
              <a:spAutoFit/>
            </a:bodyPr>
            <a:lstStyle/>
            <a:p>
              <a:pPr>
                <a:spcBef>
                  <a:spcPct val="50000"/>
                </a:spcBef>
              </a:pPr>
              <a:r>
                <a:rPr kumimoji="0" lang="en-US" altLang="zh-CN" sz="1350">
                  <a:solidFill>
                    <a:srgbClr val="FF0000"/>
                  </a:solidFill>
                  <a:ea typeface="宋体" charset="-122"/>
                </a:rPr>
                <a:t>×</a:t>
              </a:r>
              <a:endParaRPr kumimoji="0" lang="en-US" altLang="zh-CN" sz="1350">
                <a:solidFill>
                  <a:prstClr val="black"/>
                </a:solidFill>
                <a:ea typeface="宋体" charset="-122"/>
              </a:endParaRPr>
            </a:p>
          </p:txBody>
        </p:sp>
        <p:sp>
          <p:nvSpPr>
            <p:cNvPr id="19538" name="Oval 354"/>
            <p:cNvSpPr>
              <a:spLocks noChangeArrowheads="1"/>
            </p:cNvSpPr>
            <p:nvPr/>
          </p:nvSpPr>
          <p:spPr bwMode="auto">
            <a:xfrm>
              <a:off x="3565" y="3834"/>
              <a:ext cx="185" cy="152"/>
            </a:xfrm>
            <a:prstGeom prst="ellipse">
              <a:avLst/>
            </a:prstGeom>
            <a:gradFill rotWithShape="0">
              <a:gsLst>
                <a:gs pos="0">
                  <a:srgbClr val="FFFFFF"/>
                </a:gs>
                <a:gs pos="100000">
                  <a:schemeClr val="accent1"/>
                </a:gs>
              </a:gsLst>
              <a:path path="shape">
                <a:fillToRect l="50000" t="50000" r="50000" b="50000"/>
              </a:path>
            </a:gradFill>
            <a:ln w="19050">
              <a:solidFill>
                <a:schemeClr val="tx1"/>
              </a:solidFill>
              <a:round/>
              <a:headEnd/>
              <a:tailEnd/>
            </a:ln>
            <a:effectLst/>
          </p:spPr>
          <p:txBody>
            <a:bodyPr wrap="none" anchor="ctr"/>
            <a:lstStyle/>
            <a:p>
              <a:endParaRPr kumimoji="0" lang="zh-CN" altLang="en-US" sz="1350" b="0">
                <a:solidFill>
                  <a:prstClr val="black"/>
                </a:solidFill>
                <a:latin typeface="Arial" charset="0"/>
                <a:ea typeface="宋体" charset="-122"/>
              </a:endParaRPr>
            </a:p>
          </p:txBody>
        </p:sp>
        <p:sp>
          <p:nvSpPr>
            <p:cNvPr id="19539" name="Text Box 355"/>
            <p:cNvSpPr txBox="1">
              <a:spLocks noChangeArrowheads="1"/>
            </p:cNvSpPr>
            <p:nvPr/>
          </p:nvSpPr>
          <p:spPr bwMode="auto">
            <a:xfrm>
              <a:off x="3522" y="3793"/>
              <a:ext cx="301" cy="252"/>
            </a:xfrm>
            <a:prstGeom prst="rect">
              <a:avLst/>
            </a:prstGeom>
            <a:noFill/>
            <a:ln w="9525">
              <a:noFill/>
              <a:miter lim="800000"/>
              <a:headEnd/>
              <a:tailEnd/>
            </a:ln>
            <a:effectLst/>
          </p:spPr>
          <p:txBody>
            <a:bodyPr wrap="none">
              <a:spAutoFit/>
            </a:bodyPr>
            <a:lstStyle/>
            <a:p>
              <a:pPr>
                <a:spcBef>
                  <a:spcPct val="50000"/>
                </a:spcBef>
              </a:pPr>
              <a:r>
                <a:rPr kumimoji="0" lang="en-US" altLang="zh-CN" sz="1350">
                  <a:solidFill>
                    <a:srgbClr val="FF0000"/>
                  </a:solidFill>
                  <a:ea typeface="宋体" charset="-122"/>
                </a:rPr>
                <a:t>×</a:t>
              </a:r>
              <a:endParaRPr kumimoji="0" lang="en-US" altLang="zh-CN" sz="1350">
                <a:solidFill>
                  <a:prstClr val="black"/>
                </a:solidFill>
                <a:ea typeface="宋体" charset="-122"/>
              </a:endParaRPr>
            </a:p>
          </p:txBody>
        </p:sp>
        <p:sp>
          <p:nvSpPr>
            <p:cNvPr id="19540" name="Oval 356"/>
            <p:cNvSpPr>
              <a:spLocks noChangeArrowheads="1"/>
            </p:cNvSpPr>
            <p:nvPr/>
          </p:nvSpPr>
          <p:spPr bwMode="auto">
            <a:xfrm>
              <a:off x="3737" y="3834"/>
              <a:ext cx="187" cy="152"/>
            </a:xfrm>
            <a:prstGeom prst="ellipse">
              <a:avLst/>
            </a:prstGeom>
            <a:gradFill rotWithShape="0">
              <a:gsLst>
                <a:gs pos="0">
                  <a:srgbClr val="FFFFFF"/>
                </a:gs>
                <a:gs pos="100000">
                  <a:schemeClr val="accent1"/>
                </a:gs>
              </a:gsLst>
              <a:path path="shape">
                <a:fillToRect l="50000" t="50000" r="50000" b="50000"/>
              </a:path>
            </a:gradFill>
            <a:ln w="19050">
              <a:solidFill>
                <a:schemeClr val="tx1"/>
              </a:solidFill>
              <a:round/>
              <a:headEnd/>
              <a:tailEnd/>
            </a:ln>
            <a:effectLst/>
          </p:spPr>
          <p:txBody>
            <a:bodyPr wrap="none" anchor="ctr"/>
            <a:lstStyle/>
            <a:p>
              <a:endParaRPr kumimoji="0" lang="zh-CN" altLang="en-US" sz="1350" b="0">
                <a:solidFill>
                  <a:prstClr val="black"/>
                </a:solidFill>
                <a:latin typeface="Arial" charset="0"/>
                <a:ea typeface="宋体" charset="-122"/>
              </a:endParaRPr>
            </a:p>
          </p:txBody>
        </p:sp>
        <p:sp>
          <p:nvSpPr>
            <p:cNvPr id="19541" name="Text Box 357"/>
            <p:cNvSpPr txBox="1">
              <a:spLocks noChangeArrowheads="1"/>
            </p:cNvSpPr>
            <p:nvPr/>
          </p:nvSpPr>
          <p:spPr bwMode="auto">
            <a:xfrm>
              <a:off x="3694" y="3793"/>
              <a:ext cx="301" cy="252"/>
            </a:xfrm>
            <a:prstGeom prst="rect">
              <a:avLst/>
            </a:prstGeom>
            <a:noFill/>
            <a:ln w="9525">
              <a:noFill/>
              <a:miter lim="800000"/>
              <a:headEnd/>
              <a:tailEnd/>
            </a:ln>
            <a:effectLst/>
          </p:spPr>
          <p:txBody>
            <a:bodyPr wrap="none">
              <a:spAutoFit/>
            </a:bodyPr>
            <a:lstStyle/>
            <a:p>
              <a:pPr>
                <a:spcBef>
                  <a:spcPct val="50000"/>
                </a:spcBef>
              </a:pPr>
              <a:r>
                <a:rPr kumimoji="0" lang="en-US" altLang="zh-CN" sz="1350">
                  <a:solidFill>
                    <a:srgbClr val="FF0000"/>
                  </a:solidFill>
                  <a:ea typeface="宋体" charset="-122"/>
                </a:rPr>
                <a:t>×</a:t>
              </a:r>
              <a:endParaRPr kumimoji="0" lang="en-US" altLang="zh-CN" sz="1350">
                <a:solidFill>
                  <a:prstClr val="black"/>
                </a:solidFill>
                <a:ea typeface="宋体" charset="-122"/>
              </a:endParaRPr>
            </a:p>
          </p:txBody>
        </p:sp>
        <p:sp>
          <p:nvSpPr>
            <p:cNvPr id="19542" name="Oval 358"/>
            <p:cNvSpPr>
              <a:spLocks noChangeArrowheads="1"/>
            </p:cNvSpPr>
            <p:nvPr/>
          </p:nvSpPr>
          <p:spPr bwMode="auto">
            <a:xfrm>
              <a:off x="3933" y="3834"/>
              <a:ext cx="187" cy="152"/>
            </a:xfrm>
            <a:prstGeom prst="ellipse">
              <a:avLst/>
            </a:prstGeom>
            <a:gradFill rotWithShape="0">
              <a:gsLst>
                <a:gs pos="0">
                  <a:srgbClr val="FFFFFF"/>
                </a:gs>
                <a:gs pos="100000">
                  <a:schemeClr val="accent1"/>
                </a:gs>
              </a:gsLst>
              <a:path path="shape">
                <a:fillToRect l="50000" t="50000" r="50000" b="50000"/>
              </a:path>
            </a:gradFill>
            <a:ln w="19050">
              <a:solidFill>
                <a:schemeClr val="tx1"/>
              </a:solidFill>
              <a:round/>
              <a:headEnd/>
              <a:tailEnd/>
            </a:ln>
            <a:effectLst/>
          </p:spPr>
          <p:txBody>
            <a:bodyPr wrap="none" anchor="ctr"/>
            <a:lstStyle/>
            <a:p>
              <a:endParaRPr kumimoji="0" lang="zh-CN" altLang="en-US" sz="1350" b="0">
                <a:solidFill>
                  <a:prstClr val="black"/>
                </a:solidFill>
                <a:latin typeface="Arial" charset="0"/>
                <a:ea typeface="宋体" charset="-122"/>
              </a:endParaRPr>
            </a:p>
          </p:txBody>
        </p:sp>
        <p:sp>
          <p:nvSpPr>
            <p:cNvPr id="19543" name="Text Box 359"/>
            <p:cNvSpPr txBox="1">
              <a:spLocks noChangeArrowheads="1"/>
            </p:cNvSpPr>
            <p:nvPr/>
          </p:nvSpPr>
          <p:spPr bwMode="auto">
            <a:xfrm>
              <a:off x="3899" y="3793"/>
              <a:ext cx="301" cy="252"/>
            </a:xfrm>
            <a:prstGeom prst="rect">
              <a:avLst/>
            </a:prstGeom>
            <a:noFill/>
            <a:ln w="9525">
              <a:noFill/>
              <a:miter lim="800000"/>
              <a:headEnd/>
              <a:tailEnd/>
            </a:ln>
            <a:effectLst/>
          </p:spPr>
          <p:txBody>
            <a:bodyPr wrap="none">
              <a:spAutoFit/>
            </a:bodyPr>
            <a:lstStyle/>
            <a:p>
              <a:pPr>
                <a:spcBef>
                  <a:spcPct val="50000"/>
                </a:spcBef>
              </a:pPr>
              <a:r>
                <a:rPr kumimoji="0" lang="en-US" altLang="zh-CN" sz="1350">
                  <a:solidFill>
                    <a:srgbClr val="FF0000"/>
                  </a:solidFill>
                  <a:ea typeface="宋体" charset="-122"/>
                </a:rPr>
                <a:t>×</a:t>
              </a:r>
              <a:endParaRPr kumimoji="0" lang="en-US" altLang="zh-CN" sz="1350">
                <a:solidFill>
                  <a:prstClr val="black"/>
                </a:solidFill>
                <a:ea typeface="宋体" charset="-122"/>
              </a:endParaRPr>
            </a:p>
          </p:txBody>
        </p:sp>
      </p:grpSp>
      <p:sp>
        <p:nvSpPr>
          <p:cNvPr id="19471" name="Rectangle 361"/>
          <p:cNvSpPr>
            <a:spLocks noChangeArrowheads="1"/>
          </p:cNvSpPr>
          <p:nvPr/>
        </p:nvSpPr>
        <p:spPr bwMode="auto">
          <a:xfrm>
            <a:off x="2967581" y="3332933"/>
            <a:ext cx="3143250" cy="228600"/>
          </a:xfrm>
          <a:prstGeom prst="rect">
            <a:avLst/>
          </a:prstGeom>
          <a:noFill/>
          <a:ln w="12700">
            <a:solidFill>
              <a:schemeClr val="tx1"/>
            </a:solidFill>
            <a:miter lim="800000"/>
            <a:headEnd/>
            <a:tailEnd/>
          </a:ln>
          <a:effectLst/>
        </p:spPr>
        <p:txBody>
          <a:bodyPr wrap="none" anchor="ctr"/>
          <a:lstStyle/>
          <a:p>
            <a:endParaRPr kumimoji="0" lang="zh-CN" altLang="en-US" sz="1350" b="0">
              <a:solidFill>
                <a:prstClr val="black"/>
              </a:solidFill>
              <a:latin typeface="Arial" charset="0"/>
              <a:ea typeface="宋体" charset="-122"/>
            </a:endParaRPr>
          </a:p>
        </p:txBody>
      </p:sp>
      <p:sp>
        <p:nvSpPr>
          <p:cNvPr id="19472" name="Rectangle 362"/>
          <p:cNvSpPr>
            <a:spLocks noChangeArrowheads="1"/>
          </p:cNvSpPr>
          <p:nvPr/>
        </p:nvSpPr>
        <p:spPr bwMode="auto">
          <a:xfrm>
            <a:off x="2958056" y="4304483"/>
            <a:ext cx="3143250" cy="228600"/>
          </a:xfrm>
          <a:prstGeom prst="rect">
            <a:avLst/>
          </a:prstGeom>
          <a:noFill/>
          <a:ln w="12700">
            <a:solidFill>
              <a:schemeClr val="tx1"/>
            </a:solidFill>
            <a:miter lim="800000"/>
            <a:headEnd/>
            <a:tailEnd/>
          </a:ln>
          <a:effectLst/>
        </p:spPr>
        <p:txBody>
          <a:bodyPr wrap="none" anchor="ctr"/>
          <a:lstStyle/>
          <a:p>
            <a:endParaRPr kumimoji="0" lang="zh-CN" altLang="en-US" sz="1350" b="0">
              <a:solidFill>
                <a:prstClr val="black"/>
              </a:solidFill>
              <a:latin typeface="Arial" charset="0"/>
              <a:ea typeface="宋体" charset="-122"/>
            </a:endParaRPr>
          </a:p>
        </p:txBody>
      </p:sp>
      <p:sp>
        <p:nvSpPr>
          <p:cNvPr id="19473" name="Line 363"/>
          <p:cNvSpPr>
            <a:spLocks noChangeShapeType="1"/>
          </p:cNvSpPr>
          <p:nvPr/>
        </p:nvSpPr>
        <p:spPr bwMode="auto">
          <a:xfrm>
            <a:off x="2958056" y="3504383"/>
            <a:ext cx="0" cy="857250"/>
          </a:xfrm>
          <a:prstGeom prst="line">
            <a:avLst/>
          </a:prstGeom>
          <a:noFill/>
          <a:ln w="9525">
            <a:solidFill>
              <a:schemeClr val="tx1"/>
            </a:solidFill>
            <a:prstDash val="dash"/>
            <a:round/>
            <a:headEnd/>
            <a:tailEnd/>
          </a:ln>
          <a:effectLst/>
        </p:spPr>
        <p:txBody>
          <a:bodyPr/>
          <a:lstStyle/>
          <a:p>
            <a:pPr eaLnBrk="0" hangingPunct="0"/>
            <a:endParaRPr kumimoji="0" lang="zh-CN" altLang="en-US" sz="1350" b="0">
              <a:solidFill>
                <a:prstClr val="black"/>
              </a:solidFill>
              <a:latin typeface="Arial" charset="0"/>
              <a:ea typeface="宋体" charset="-122"/>
            </a:endParaRPr>
          </a:p>
        </p:txBody>
      </p:sp>
      <p:sp>
        <p:nvSpPr>
          <p:cNvPr id="19474" name="Line 364"/>
          <p:cNvSpPr>
            <a:spLocks noChangeShapeType="1"/>
          </p:cNvSpPr>
          <p:nvPr/>
        </p:nvSpPr>
        <p:spPr bwMode="auto">
          <a:xfrm>
            <a:off x="6101306" y="3561533"/>
            <a:ext cx="0" cy="857250"/>
          </a:xfrm>
          <a:prstGeom prst="line">
            <a:avLst/>
          </a:prstGeom>
          <a:noFill/>
          <a:ln w="9525">
            <a:solidFill>
              <a:schemeClr val="tx1"/>
            </a:solidFill>
            <a:prstDash val="dash"/>
            <a:round/>
            <a:headEnd/>
            <a:tailEnd/>
          </a:ln>
          <a:effectLst/>
        </p:spPr>
        <p:txBody>
          <a:bodyPr/>
          <a:lstStyle/>
          <a:p>
            <a:pPr eaLnBrk="0" hangingPunct="0"/>
            <a:endParaRPr kumimoji="0" lang="zh-CN" altLang="en-US" sz="1350" b="0">
              <a:solidFill>
                <a:prstClr val="black"/>
              </a:solidFill>
              <a:latin typeface="Arial" charset="0"/>
              <a:ea typeface="宋体" charset="-122"/>
            </a:endParaRPr>
          </a:p>
        </p:txBody>
      </p:sp>
      <p:grpSp>
        <p:nvGrpSpPr>
          <p:cNvPr id="4" name="Group 365"/>
          <p:cNvGrpSpPr>
            <a:grpSpLocks/>
          </p:cNvGrpSpPr>
          <p:nvPr/>
        </p:nvGrpSpPr>
        <p:grpSpPr bwMode="auto">
          <a:xfrm>
            <a:off x="2977107" y="3362699"/>
            <a:ext cx="3121819" cy="179784"/>
            <a:chOff x="1152" y="288"/>
            <a:chExt cx="2622" cy="151"/>
          </a:xfrm>
        </p:grpSpPr>
        <p:sp>
          <p:nvSpPr>
            <p:cNvPr id="19487" name="Oval 366"/>
            <p:cNvSpPr>
              <a:spLocks noChangeArrowheads="1"/>
            </p:cNvSpPr>
            <p:nvPr/>
          </p:nvSpPr>
          <p:spPr bwMode="auto">
            <a:xfrm>
              <a:off x="1152" y="288"/>
              <a:ext cx="185" cy="151"/>
            </a:xfrm>
            <a:prstGeom prst="ellipse">
              <a:avLst/>
            </a:prstGeom>
            <a:gradFill rotWithShape="0">
              <a:gsLst>
                <a:gs pos="0">
                  <a:srgbClr val="FFFFFF"/>
                </a:gs>
                <a:gs pos="100000">
                  <a:schemeClr val="accent1"/>
                </a:gs>
              </a:gsLst>
              <a:path path="shape">
                <a:fillToRect l="50000" t="50000" r="50000" b="50000"/>
              </a:path>
            </a:gradFill>
            <a:ln w="19050">
              <a:solidFill>
                <a:schemeClr val="tx1"/>
              </a:solidFill>
              <a:round/>
              <a:headEnd/>
              <a:tailEnd/>
            </a:ln>
            <a:effectLst/>
          </p:spPr>
          <p:txBody>
            <a:bodyPr wrap="none" anchor="ctr"/>
            <a:lstStyle/>
            <a:p>
              <a:endParaRPr kumimoji="0" lang="zh-CN" altLang="en-US" sz="1350" b="0">
                <a:solidFill>
                  <a:prstClr val="black"/>
                </a:solidFill>
                <a:latin typeface="Arial" charset="0"/>
                <a:ea typeface="宋体" charset="-122"/>
              </a:endParaRPr>
            </a:p>
          </p:txBody>
        </p:sp>
        <p:sp>
          <p:nvSpPr>
            <p:cNvPr id="19488" name="Oval 367"/>
            <p:cNvSpPr>
              <a:spLocks noChangeArrowheads="1"/>
            </p:cNvSpPr>
            <p:nvPr/>
          </p:nvSpPr>
          <p:spPr bwMode="auto">
            <a:xfrm>
              <a:off x="1214" y="338"/>
              <a:ext cx="62" cy="51"/>
            </a:xfrm>
            <a:prstGeom prst="ellipse">
              <a:avLst/>
            </a:prstGeom>
            <a:solidFill>
              <a:srgbClr val="FF0000"/>
            </a:solidFill>
            <a:ln w="19050">
              <a:solidFill>
                <a:schemeClr val="tx1"/>
              </a:solidFill>
              <a:round/>
              <a:headEnd/>
              <a:tailEnd/>
            </a:ln>
            <a:effectLst/>
          </p:spPr>
          <p:txBody>
            <a:bodyPr wrap="none" anchor="ctr"/>
            <a:lstStyle/>
            <a:p>
              <a:endParaRPr kumimoji="0" lang="zh-CN" altLang="en-US" sz="1350" b="0">
                <a:solidFill>
                  <a:prstClr val="black"/>
                </a:solidFill>
                <a:latin typeface="Arial" charset="0"/>
                <a:ea typeface="宋体" charset="-122"/>
              </a:endParaRPr>
            </a:p>
          </p:txBody>
        </p:sp>
        <p:sp>
          <p:nvSpPr>
            <p:cNvPr id="19489" name="Oval 368"/>
            <p:cNvSpPr>
              <a:spLocks noChangeArrowheads="1"/>
            </p:cNvSpPr>
            <p:nvPr/>
          </p:nvSpPr>
          <p:spPr bwMode="auto">
            <a:xfrm>
              <a:off x="1337" y="288"/>
              <a:ext cx="187" cy="151"/>
            </a:xfrm>
            <a:prstGeom prst="ellipse">
              <a:avLst/>
            </a:prstGeom>
            <a:gradFill rotWithShape="0">
              <a:gsLst>
                <a:gs pos="0">
                  <a:srgbClr val="FFFFFF"/>
                </a:gs>
                <a:gs pos="100000">
                  <a:schemeClr val="accent1"/>
                </a:gs>
              </a:gsLst>
              <a:path path="shape">
                <a:fillToRect l="50000" t="50000" r="50000" b="50000"/>
              </a:path>
            </a:gradFill>
            <a:ln w="19050">
              <a:solidFill>
                <a:schemeClr val="tx1"/>
              </a:solidFill>
              <a:round/>
              <a:headEnd/>
              <a:tailEnd/>
            </a:ln>
            <a:effectLst/>
          </p:spPr>
          <p:txBody>
            <a:bodyPr wrap="none" anchor="ctr"/>
            <a:lstStyle/>
            <a:p>
              <a:endParaRPr kumimoji="0" lang="zh-CN" altLang="en-US" sz="1350" b="0">
                <a:solidFill>
                  <a:prstClr val="black"/>
                </a:solidFill>
                <a:latin typeface="Arial" charset="0"/>
                <a:ea typeface="宋体" charset="-122"/>
              </a:endParaRPr>
            </a:p>
          </p:txBody>
        </p:sp>
        <p:sp>
          <p:nvSpPr>
            <p:cNvPr id="19490" name="Oval 369"/>
            <p:cNvSpPr>
              <a:spLocks noChangeArrowheads="1"/>
            </p:cNvSpPr>
            <p:nvPr/>
          </p:nvSpPr>
          <p:spPr bwMode="auto">
            <a:xfrm>
              <a:off x="1399" y="338"/>
              <a:ext cx="64" cy="51"/>
            </a:xfrm>
            <a:prstGeom prst="ellipse">
              <a:avLst/>
            </a:prstGeom>
            <a:solidFill>
              <a:srgbClr val="FF0000"/>
            </a:solidFill>
            <a:ln w="19050">
              <a:solidFill>
                <a:schemeClr val="tx1"/>
              </a:solidFill>
              <a:round/>
              <a:headEnd/>
              <a:tailEnd/>
            </a:ln>
            <a:effectLst/>
          </p:spPr>
          <p:txBody>
            <a:bodyPr wrap="none" anchor="ctr"/>
            <a:lstStyle/>
            <a:p>
              <a:endParaRPr kumimoji="0" lang="zh-CN" altLang="en-US" sz="1350" b="0">
                <a:solidFill>
                  <a:prstClr val="black"/>
                </a:solidFill>
                <a:latin typeface="Arial" charset="0"/>
                <a:ea typeface="宋体" charset="-122"/>
              </a:endParaRPr>
            </a:p>
          </p:txBody>
        </p:sp>
        <p:sp>
          <p:nvSpPr>
            <p:cNvPr id="19491" name="Oval 370"/>
            <p:cNvSpPr>
              <a:spLocks noChangeArrowheads="1"/>
            </p:cNvSpPr>
            <p:nvPr/>
          </p:nvSpPr>
          <p:spPr bwMode="auto">
            <a:xfrm>
              <a:off x="1709" y="288"/>
              <a:ext cx="185" cy="151"/>
            </a:xfrm>
            <a:prstGeom prst="ellipse">
              <a:avLst/>
            </a:prstGeom>
            <a:gradFill rotWithShape="0">
              <a:gsLst>
                <a:gs pos="0">
                  <a:srgbClr val="FFFFFF"/>
                </a:gs>
                <a:gs pos="100000">
                  <a:schemeClr val="accent1"/>
                </a:gs>
              </a:gsLst>
              <a:path path="shape">
                <a:fillToRect l="50000" t="50000" r="50000" b="50000"/>
              </a:path>
            </a:gradFill>
            <a:ln w="19050">
              <a:solidFill>
                <a:schemeClr val="tx1"/>
              </a:solidFill>
              <a:round/>
              <a:headEnd/>
              <a:tailEnd/>
            </a:ln>
            <a:effectLst/>
          </p:spPr>
          <p:txBody>
            <a:bodyPr wrap="none" anchor="ctr"/>
            <a:lstStyle/>
            <a:p>
              <a:endParaRPr kumimoji="0" lang="zh-CN" altLang="en-US" sz="1350" b="0">
                <a:solidFill>
                  <a:prstClr val="black"/>
                </a:solidFill>
                <a:latin typeface="Arial" charset="0"/>
                <a:ea typeface="宋体" charset="-122"/>
              </a:endParaRPr>
            </a:p>
          </p:txBody>
        </p:sp>
        <p:sp>
          <p:nvSpPr>
            <p:cNvPr id="19492" name="Oval 371"/>
            <p:cNvSpPr>
              <a:spLocks noChangeArrowheads="1"/>
            </p:cNvSpPr>
            <p:nvPr/>
          </p:nvSpPr>
          <p:spPr bwMode="auto">
            <a:xfrm>
              <a:off x="1771" y="338"/>
              <a:ext cx="62" cy="51"/>
            </a:xfrm>
            <a:prstGeom prst="ellipse">
              <a:avLst/>
            </a:prstGeom>
            <a:solidFill>
              <a:srgbClr val="FF0000"/>
            </a:solidFill>
            <a:ln w="19050">
              <a:solidFill>
                <a:schemeClr val="tx1"/>
              </a:solidFill>
              <a:round/>
              <a:headEnd/>
              <a:tailEnd/>
            </a:ln>
            <a:effectLst/>
          </p:spPr>
          <p:txBody>
            <a:bodyPr wrap="none" anchor="ctr"/>
            <a:lstStyle/>
            <a:p>
              <a:endParaRPr kumimoji="0" lang="zh-CN" altLang="en-US" sz="1350" b="0">
                <a:solidFill>
                  <a:prstClr val="black"/>
                </a:solidFill>
                <a:latin typeface="Arial" charset="0"/>
                <a:ea typeface="宋体" charset="-122"/>
              </a:endParaRPr>
            </a:p>
          </p:txBody>
        </p:sp>
        <p:sp>
          <p:nvSpPr>
            <p:cNvPr id="19493" name="Oval 372"/>
            <p:cNvSpPr>
              <a:spLocks noChangeArrowheads="1"/>
            </p:cNvSpPr>
            <p:nvPr/>
          </p:nvSpPr>
          <p:spPr bwMode="auto">
            <a:xfrm>
              <a:off x="1524" y="288"/>
              <a:ext cx="185" cy="151"/>
            </a:xfrm>
            <a:prstGeom prst="ellipse">
              <a:avLst/>
            </a:prstGeom>
            <a:gradFill rotWithShape="0">
              <a:gsLst>
                <a:gs pos="0">
                  <a:srgbClr val="FFFFFF"/>
                </a:gs>
                <a:gs pos="100000">
                  <a:schemeClr val="accent1"/>
                </a:gs>
              </a:gsLst>
              <a:path path="shape">
                <a:fillToRect l="50000" t="50000" r="50000" b="50000"/>
              </a:path>
            </a:gradFill>
            <a:ln w="19050">
              <a:solidFill>
                <a:schemeClr val="tx1"/>
              </a:solidFill>
              <a:round/>
              <a:headEnd/>
              <a:tailEnd/>
            </a:ln>
            <a:effectLst/>
          </p:spPr>
          <p:txBody>
            <a:bodyPr wrap="none" anchor="ctr"/>
            <a:lstStyle/>
            <a:p>
              <a:endParaRPr kumimoji="0" lang="zh-CN" altLang="en-US" sz="1350" b="0">
                <a:solidFill>
                  <a:prstClr val="black"/>
                </a:solidFill>
                <a:latin typeface="Arial" charset="0"/>
                <a:ea typeface="宋体" charset="-122"/>
              </a:endParaRPr>
            </a:p>
          </p:txBody>
        </p:sp>
        <p:sp>
          <p:nvSpPr>
            <p:cNvPr id="19494" name="Oval 373"/>
            <p:cNvSpPr>
              <a:spLocks noChangeArrowheads="1"/>
            </p:cNvSpPr>
            <p:nvPr/>
          </p:nvSpPr>
          <p:spPr bwMode="auto">
            <a:xfrm>
              <a:off x="1586" y="338"/>
              <a:ext cx="62" cy="51"/>
            </a:xfrm>
            <a:prstGeom prst="ellipse">
              <a:avLst/>
            </a:prstGeom>
            <a:solidFill>
              <a:srgbClr val="FF0000"/>
            </a:solidFill>
            <a:ln w="19050">
              <a:solidFill>
                <a:schemeClr val="tx1"/>
              </a:solidFill>
              <a:round/>
              <a:headEnd/>
              <a:tailEnd/>
            </a:ln>
            <a:effectLst/>
          </p:spPr>
          <p:txBody>
            <a:bodyPr wrap="none" anchor="ctr"/>
            <a:lstStyle/>
            <a:p>
              <a:endParaRPr kumimoji="0" lang="zh-CN" altLang="en-US" sz="1350" b="0">
                <a:solidFill>
                  <a:prstClr val="black"/>
                </a:solidFill>
                <a:latin typeface="Arial" charset="0"/>
                <a:ea typeface="宋体" charset="-122"/>
              </a:endParaRPr>
            </a:p>
          </p:txBody>
        </p:sp>
        <p:sp>
          <p:nvSpPr>
            <p:cNvPr id="19495" name="Oval 374"/>
            <p:cNvSpPr>
              <a:spLocks noChangeArrowheads="1"/>
            </p:cNvSpPr>
            <p:nvPr/>
          </p:nvSpPr>
          <p:spPr bwMode="auto">
            <a:xfrm>
              <a:off x="1894" y="288"/>
              <a:ext cx="187" cy="151"/>
            </a:xfrm>
            <a:prstGeom prst="ellipse">
              <a:avLst/>
            </a:prstGeom>
            <a:gradFill rotWithShape="0">
              <a:gsLst>
                <a:gs pos="0">
                  <a:srgbClr val="FFFFFF"/>
                </a:gs>
                <a:gs pos="100000">
                  <a:schemeClr val="accent1"/>
                </a:gs>
              </a:gsLst>
              <a:path path="shape">
                <a:fillToRect l="50000" t="50000" r="50000" b="50000"/>
              </a:path>
            </a:gradFill>
            <a:ln w="19050">
              <a:solidFill>
                <a:schemeClr val="tx1"/>
              </a:solidFill>
              <a:round/>
              <a:headEnd/>
              <a:tailEnd/>
            </a:ln>
            <a:effectLst/>
          </p:spPr>
          <p:txBody>
            <a:bodyPr wrap="none" anchor="ctr"/>
            <a:lstStyle/>
            <a:p>
              <a:endParaRPr kumimoji="0" lang="zh-CN" altLang="en-US" sz="1350" b="0">
                <a:solidFill>
                  <a:prstClr val="black"/>
                </a:solidFill>
                <a:latin typeface="Arial" charset="0"/>
                <a:ea typeface="宋体" charset="-122"/>
              </a:endParaRPr>
            </a:p>
          </p:txBody>
        </p:sp>
        <p:sp>
          <p:nvSpPr>
            <p:cNvPr id="19496" name="Oval 375"/>
            <p:cNvSpPr>
              <a:spLocks noChangeArrowheads="1"/>
            </p:cNvSpPr>
            <p:nvPr/>
          </p:nvSpPr>
          <p:spPr bwMode="auto">
            <a:xfrm>
              <a:off x="1956" y="338"/>
              <a:ext cx="64" cy="51"/>
            </a:xfrm>
            <a:prstGeom prst="ellipse">
              <a:avLst/>
            </a:prstGeom>
            <a:solidFill>
              <a:srgbClr val="FF0000"/>
            </a:solidFill>
            <a:ln w="19050">
              <a:solidFill>
                <a:schemeClr val="tx1"/>
              </a:solidFill>
              <a:round/>
              <a:headEnd/>
              <a:tailEnd/>
            </a:ln>
            <a:effectLst/>
          </p:spPr>
          <p:txBody>
            <a:bodyPr wrap="none" anchor="ctr"/>
            <a:lstStyle/>
            <a:p>
              <a:endParaRPr kumimoji="0" lang="zh-CN" altLang="en-US" sz="1350" b="0">
                <a:solidFill>
                  <a:prstClr val="black"/>
                </a:solidFill>
                <a:latin typeface="Arial" charset="0"/>
                <a:ea typeface="宋体" charset="-122"/>
              </a:endParaRPr>
            </a:p>
          </p:txBody>
        </p:sp>
        <p:sp>
          <p:nvSpPr>
            <p:cNvPr id="19497" name="Oval 376"/>
            <p:cNvSpPr>
              <a:spLocks noChangeArrowheads="1"/>
            </p:cNvSpPr>
            <p:nvPr/>
          </p:nvSpPr>
          <p:spPr bwMode="auto">
            <a:xfrm>
              <a:off x="2081" y="288"/>
              <a:ext cx="186" cy="151"/>
            </a:xfrm>
            <a:prstGeom prst="ellipse">
              <a:avLst/>
            </a:prstGeom>
            <a:gradFill rotWithShape="0">
              <a:gsLst>
                <a:gs pos="0">
                  <a:srgbClr val="FFFFFF"/>
                </a:gs>
                <a:gs pos="100000">
                  <a:schemeClr val="accent1"/>
                </a:gs>
              </a:gsLst>
              <a:path path="shape">
                <a:fillToRect l="50000" t="50000" r="50000" b="50000"/>
              </a:path>
            </a:gradFill>
            <a:ln w="19050">
              <a:solidFill>
                <a:schemeClr val="tx1"/>
              </a:solidFill>
              <a:round/>
              <a:headEnd/>
              <a:tailEnd/>
            </a:ln>
            <a:effectLst/>
          </p:spPr>
          <p:txBody>
            <a:bodyPr wrap="none" anchor="ctr"/>
            <a:lstStyle/>
            <a:p>
              <a:endParaRPr kumimoji="0" lang="zh-CN" altLang="en-US" sz="1350" b="0">
                <a:solidFill>
                  <a:prstClr val="black"/>
                </a:solidFill>
                <a:latin typeface="Arial" charset="0"/>
                <a:ea typeface="宋体" charset="-122"/>
              </a:endParaRPr>
            </a:p>
          </p:txBody>
        </p:sp>
        <p:sp>
          <p:nvSpPr>
            <p:cNvPr id="19498" name="Oval 377"/>
            <p:cNvSpPr>
              <a:spLocks noChangeArrowheads="1"/>
            </p:cNvSpPr>
            <p:nvPr/>
          </p:nvSpPr>
          <p:spPr bwMode="auto">
            <a:xfrm>
              <a:off x="2143" y="338"/>
              <a:ext cx="62" cy="51"/>
            </a:xfrm>
            <a:prstGeom prst="ellipse">
              <a:avLst/>
            </a:prstGeom>
            <a:solidFill>
              <a:srgbClr val="FF0000"/>
            </a:solidFill>
            <a:ln w="19050">
              <a:solidFill>
                <a:schemeClr val="tx1"/>
              </a:solidFill>
              <a:round/>
              <a:headEnd/>
              <a:tailEnd/>
            </a:ln>
            <a:effectLst/>
          </p:spPr>
          <p:txBody>
            <a:bodyPr wrap="none" anchor="ctr"/>
            <a:lstStyle/>
            <a:p>
              <a:endParaRPr kumimoji="0" lang="zh-CN" altLang="en-US" sz="1350" b="0">
                <a:solidFill>
                  <a:prstClr val="black"/>
                </a:solidFill>
                <a:latin typeface="Arial" charset="0"/>
                <a:ea typeface="宋体" charset="-122"/>
              </a:endParaRPr>
            </a:p>
          </p:txBody>
        </p:sp>
        <p:sp>
          <p:nvSpPr>
            <p:cNvPr id="19499" name="Oval 378"/>
            <p:cNvSpPr>
              <a:spLocks noChangeArrowheads="1"/>
            </p:cNvSpPr>
            <p:nvPr/>
          </p:nvSpPr>
          <p:spPr bwMode="auto">
            <a:xfrm>
              <a:off x="2267" y="288"/>
              <a:ext cx="185" cy="151"/>
            </a:xfrm>
            <a:prstGeom prst="ellipse">
              <a:avLst/>
            </a:prstGeom>
            <a:gradFill rotWithShape="0">
              <a:gsLst>
                <a:gs pos="0">
                  <a:srgbClr val="FFFFFF"/>
                </a:gs>
                <a:gs pos="100000">
                  <a:schemeClr val="accent1"/>
                </a:gs>
              </a:gsLst>
              <a:path path="shape">
                <a:fillToRect l="50000" t="50000" r="50000" b="50000"/>
              </a:path>
            </a:gradFill>
            <a:ln w="19050">
              <a:solidFill>
                <a:schemeClr val="tx1"/>
              </a:solidFill>
              <a:round/>
              <a:headEnd/>
              <a:tailEnd/>
            </a:ln>
            <a:effectLst/>
          </p:spPr>
          <p:txBody>
            <a:bodyPr wrap="none" anchor="ctr"/>
            <a:lstStyle/>
            <a:p>
              <a:endParaRPr kumimoji="0" lang="zh-CN" altLang="en-US" sz="1350" b="0">
                <a:solidFill>
                  <a:prstClr val="black"/>
                </a:solidFill>
                <a:latin typeface="Arial" charset="0"/>
                <a:ea typeface="宋体" charset="-122"/>
              </a:endParaRPr>
            </a:p>
          </p:txBody>
        </p:sp>
        <p:sp>
          <p:nvSpPr>
            <p:cNvPr id="19500" name="Oval 379"/>
            <p:cNvSpPr>
              <a:spLocks noChangeArrowheads="1"/>
            </p:cNvSpPr>
            <p:nvPr/>
          </p:nvSpPr>
          <p:spPr bwMode="auto">
            <a:xfrm>
              <a:off x="2328" y="338"/>
              <a:ext cx="62" cy="51"/>
            </a:xfrm>
            <a:prstGeom prst="ellipse">
              <a:avLst/>
            </a:prstGeom>
            <a:solidFill>
              <a:srgbClr val="FF0000"/>
            </a:solidFill>
            <a:ln w="19050">
              <a:solidFill>
                <a:schemeClr val="tx1"/>
              </a:solidFill>
              <a:round/>
              <a:headEnd/>
              <a:tailEnd/>
            </a:ln>
            <a:effectLst/>
          </p:spPr>
          <p:txBody>
            <a:bodyPr wrap="none" anchor="ctr"/>
            <a:lstStyle/>
            <a:p>
              <a:endParaRPr kumimoji="0" lang="zh-CN" altLang="en-US" sz="1350" b="0">
                <a:solidFill>
                  <a:prstClr val="black"/>
                </a:solidFill>
                <a:latin typeface="Arial" charset="0"/>
                <a:ea typeface="宋体" charset="-122"/>
              </a:endParaRPr>
            </a:p>
          </p:txBody>
        </p:sp>
        <p:sp>
          <p:nvSpPr>
            <p:cNvPr id="19501" name="Oval 380"/>
            <p:cNvSpPr>
              <a:spLocks noChangeArrowheads="1"/>
            </p:cNvSpPr>
            <p:nvPr/>
          </p:nvSpPr>
          <p:spPr bwMode="auto">
            <a:xfrm>
              <a:off x="2452" y="288"/>
              <a:ext cx="187" cy="151"/>
            </a:xfrm>
            <a:prstGeom prst="ellipse">
              <a:avLst/>
            </a:prstGeom>
            <a:gradFill rotWithShape="0">
              <a:gsLst>
                <a:gs pos="0">
                  <a:srgbClr val="FFFFFF"/>
                </a:gs>
                <a:gs pos="100000">
                  <a:schemeClr val="accent1"/>
                </a:gs>
              </a:gsLst>
              <a:path path="shape">
                <a:fillToRect l="50000" t="50000" r="50000" b="50000"/>
              </a:path>
            </a:gradFill>
            <a:ln w="19050">
              <a:solidFill>
                <a:schemeClr val="tx1"/>
              </a:solidFill>
              <a:round/>
              <a:headEnd/>
              <a:tailEnd/>
            </a:ln>
            <a:effectLst/>
          </p:spPr>
          <p:txBody>
            <a:bodyPr wrap="none" anchor="ctr"/>
            <a:lstStyle/>
            <a:p>
              <a:endParaRPr kumimoji="0" lang="zh-CN" altLang="en-US" sz="1350" b="0">
                <a:solidFill>
                  <a:prstClr val="black"/>
                </a:solidFill>
                <a:latin typeface="Arial" charset="0"/>
                <a:ea typeface="宋体" charset="-122"/>
              </a:endParaRPr>
            </a:p>
          </p:txBody>
        </p:sp>
        <p:sp>
          <p:nvSpPr>
            <p:cNvPr id="19502" name="Oval 381"/>
            <p:cNvSpPr>
              <a:spLocks noChangeArrowheads="1"/>
            </p:cNvSpPr>
            <p:nvPr/>
          </p:nvSpPr>
          <p:spPr bwMode="auto">
            <a:xfrm>
              <a:off x="2513" y="338"/>
              <a:ext cx="64" cy="51"/>
            </a:xfrm>
            <a:prstGeom prst="ellipse">
              <a:avLst/>
            </a:prstGeom>
            <a:solidFill>
              <a:srgbClr val="FF0000"/>
            </a:solidFill>
            <a:ln w="19050">
              <a:solidFill>
                <a:schemeClr val="tx1"/>
              </a:solidFill>
              <a:round/>
              <a:headEnd/>
              <a:tailEnd/>
            </a:ln>
            <a:effectLst/>
          </p:spPr>
          <p:txBody>
            <a:bodyPr wrap="none" anchor="ctr"/>
            <a:lstStyle/>
            <a:p>
              <a:endParaRPr kumimoji="0" lang="zh-CN" altLang="en-US" sz="1350" b="0">
                <a:solidFill>
                  <a:prstClr val="black"/>
                </a:solidFill>
                <a:latin typeface="Arial" charset="0"/>
                <a:ea typeface="宋体" charset="-122"/>
              </a:endParaRPr>
            </a:p>
          </p:txBody>
        </p:sp>
        <p:sp>
          <p:nvSpPr>
            <p:cNvPr id="19503" name="Oval 382"/>
            <p:cNvSpPr>
              <a:spLocks noChangeArrowheads="1"/>
            </p:cNvSpPr>
            <p:nvPr/>
          </p:nvSpPr>
          <p:spPr bwMode="auto">
            <a:xfrm>
              <a:off x="2639" y="288"/>
              <a:ext cx="185" cy="151"/>
            </a:xfrm>
            <a:prstGeom prst="ellipse">
              <a:avLst/>
            </a:prstGeom>
            <a:gradFill rotWithShape="0">
              <a:gsLst>
                <a:gs pos="0">
                  <a:srgbClr val="FFFFFF"/>
                </a:gs>
                <a:gs pos="100000">
                  <a:schemeClr val="accent1"/>
                </a:gs>
              </a:gsLst>
              <a:path path="shape">
                <a:fillToRect l="50000" t="50000" r="50000" b="50000"/>
              </a:path>
            </a:gradFill>
            <a:ln w="19050">
              <a:solidFill>
                <a:schemeClr val="tx1"/>
              </a:solidFill>
              <a:round/>
              <a:headEnd/>
              <a:tailEnd/>
            </a:ln>
            <a:effectLst/>
          </p:spPr>
          <p:txBody>
            <a:bodyPr wrap="none" anchor="ctr"/>
            <a:lstStyle/>
            <a:p>
              <a:endParaRPr kumimoji="0" lang="zh-CN" altLang="en-US" sz="1350" b="0">
                <a:solidFill>
                  <a:prstClr val="black"/>
                </a:solidFill>
                <a:latin typeface="Arial" charset="0"/>
                <a:ea typeface="宋体" charset="-122"/>
              </a:endParaRPr>
            </a:p>
          </p:txBody>
        </p:sp>
        <p:sp>
          <p:nvSpPr>
            <p:cNvPr id="19504" name="Oval 383"/>
            <p:cNvSpPr>
              <a:spLocks noChangeArrowheads="1"/>
            </p:cNvSpPr>
            <p:nvPr/>
          </p:nvSpPr>
          <p:spPr bwMode="auto">
            <a:xfrm>
              <a:off x="2700" y="338"/>
              <a:ext cx="62" cy="51"/>
            </a:xfrm>
            <a:prstGeom prst="ellipse">
              <a:avLst/>
            </a:prstGeom>
            <a:solidFill>
              <a:srgbClr val="FF0000"/>
            </a:solidFill>
            <a:ln w="19050">
              <a:solidFill>
                <a:schemeClr val="tx1"/>
              </a:solidFill>
              <a:round/>
              <a:headEnd/>
              <a:tailEnd/>
            </a:ln>
            <a:effectLst/>
          </p:spPr>
          <p:txBody>
            <a:bodyPr wrap="none" anchor="ctr"/>
            <a:lstStyle/>
            <a:p>
              <a:endParaRPr kumimoji="0" lang="zh-CN" altLang="en-US" sz="1350" b="0">
                <a:solidFill>
                  <a:prstClr val="black"/>
                </a:solidFill>
                <a:latin typeface="Arial" charset="0"/>
                <a:ea typeface="宋体" charset="-122"/>
              </a:endParaRPr>
            </a:p>
          </p:txBody>
        </p:sp>
        <p:sp>
          <p:nvSpPr>
            <p:cNvPr id="19505" name="Oval 384"/>
            <p:cNvSpPr>
              <a:spLocks noChangeArrowheads="1"/>
            </p:cNvSpPr>
            <p:nvPr/>
          </p:nvSpPr>
          <p:spPr bwMode="auto">
            <a:xfrm>
              <a:off x="2824" y="288"/>
              <a:ext cx="185" cy="151"/>
            </a:xfrm>
            <a:prstGeom prst="ellipse">
              <a:avLst/>
            </a:prstGeom>
            <a:gradFill rotWithShape="0">
              <a:gsLst>
                <a:gs pos="0">
                  <a:srgbClr val="FFFFFF"/>
                </a:gs>
                <a:gs pos="100000">
                  <a:schemeClr val="accent1"/>
                </a:gs>
              </a:gsLst>
              <a:path path="shape">
                <a:fillToRect l="50000" t="50000" r="50000" b="50000"/>
              </a:path>
            </a:gradFill>
            <a:ln w="19050">
              <a:solidFill>
                <a:schemeClr val="tx1"/>
              </a:solidFill>
              <a:round/>
              <a:headEnd/>
              <a:tailEnd/>
            </a:ln>
            <a:effectLst/>
          </p:spPr>
          <p:txBody>
            <a:bodyPr wrap="none" anchor="ctr"/>
            <a:lstStyle/>
            <a:p>
              <a:endParaRPr kumimoji="0" lang="zh-CN" altLang="en-US" sz="1350" b="0">
                <a:solidFill>
                  <a:prstClr val="black"/>
                </a:solidFill>
                <a:latin typeface="Arial" charset="0"/>
                <a:ea typeface="宋体" charset="-122"/>
              </a:endParaRPr>
            </a:p>
          </p:txBody>
        </p:sp>
        <p:sp>
          <p:nvSpPr>
            <p:cNvPr id="19506" name="Oval 385"/>
            <p:cNvSpPr>
              <a:spLocks noChangeArrowheads="1"/>
            </p:cNvSpPr>
            <p:nvPr/>
          </p:nvSpPr>
          <p:spPr bwMode="auto">
            <a:xfrm>
              <a:off x="2885" y="338"/>
              <a:ext cx="62" cy="51"/>
            </a:xfrm>
            <a:prstGeom prst="ellipse">
              <a:avLst/>
            </a:prstGeom>
            <a:solidFill>
              <a:srgbClr val="FF0000"/>
            </a:solidFill>
            <a:ln w="19050">
              <a:solidFill>
                <a:schemeClr val="tx1"/>
              </a:solidFill>
              <a:round/>
              <a:headEnd/>
              <a:tailEnd/>
            </a:ln>
            <a:effectLst/>
          </p:spPr>
          <p:txBody>
            <a:bodyPr wrap="none" anchor="ctr"/>
            <a:lstStyle/>
            <a:p>
              <a:endParaRPr kumimoji="0" lang="zh-CN" altLang="en-US" sz="1350" b="0">
                <a:solidFill>
                  <a:prstClr val="black"/>
                </a:solidFill>
                <a:latin typeface="Arial" charset="0"/>
                <a:ea typeface="宋体" charset="-122"/>
              </a:endParaRPr>
            </a:p>
          </p:txBody>
        </p:sp>
        <p:sp>
          <p:nvSpPr>
            <p:cNvPr id="19507" name="Oval 386"/>
            <p:cNvSpPr>
              <a:spLocks noChangeArrowheads="1"/>
            </p:cNvSpPr>
            <p:nvPr/>
          </p:nvSpPr>
          <p:spPr bwMode="auto">
            <a:xfrm>
              <a:off x="3009" y="288"/>
              <a:ext cx="187" cy="151"/>
            </a:xfrm>
            <a:prstGeom prst="ellipse">
              <a:avLst/>
            </a:prstGeom>
            <a:gradFill rotWithShape="0">
              <a:gsLst>
                <a:gs pos="0">
                  <a:srgbClr val="FFFFFF"/>
                </a:gs>
                <a:gs pos="100000">
                  <a:schemeClr val="accent1"/>
                </a:gs>
              </a:gsLst>
              <a:path path="shape">
                <a:fillToRect l="50000" t="50000" r="50000" b="50000"/>
              </a:path>
            </a:gradFill>
            <a:ln w="19050">
              <a:solidFill>
                <a:schemeClr val="tx1"/>
              </a:solidFill>
              <a:round/>
              <a:headEnd/>
              <a:tailEnd/>
            </a:ln>
            <a:effectLst/>
          </p:spPr>
          <p:txBody>
            <a:bodyPr wrap="none" anchor="ctr"/>
            <a:lstStyle/>
            <a:p>
              <a:endParaRPr kumimoji="0" lang="zh-CN" altLang="en-US" sz="1350" b="0">
                <a:solidFill>
                  <a:prstClr val="black"/>
                </a:solidFill>
                <a:latin typeface="Arial" charset="0"/>
                <a:ea typeface="宋体" charset="-122"/>
              </a:endParaRPr>
            </a:p>
          </p:txBody>
        </p:sp>
        <p:sp>
          <p:nvSpPr>
            <p:cNvPr id="19508" name="Oval 387"/>
            <p:cNvSpPr>
              <a:spLocks noChangeArrowheads="1"/>
            </p:cNvSpPr>
            <p:nvPr/>
          </p:nvSpPr>
          <p:spPr bwMode="auto">
            <a:xfrm>
              <a:off x="3070" y="338"/>
              <a:ext cx="64" cy="51"/>
            </a:xfrm>
            <a:prstGeom prst="ellipse">
              <a:avLst/>
            </a:prstGeom>
            <a:solidFill>
              <a:srgbClr val="FF0000"/>
            </a:solidFill>
            <a:ln w="19050">
              <a:solidFill>
                <a:schemeClr val="tx1"/>
              </a:solidFill>
              <a:round/>
              <a:headEnd/>
              <a:tailEnd/>
            </a:ln>
            <a:effectLst/>
          </p:spPr>
          <p:txBody>
            <a:bodyPr wrap="none" anchor="ctr"/>
            <a:lstStyle/>
            <a:p>
              <a:endParaRPr kumimoji="0" lang="zh-CN" altLang="en-US" sz="1350" b="0">
                <a:solidFill>
                  <a:prstClr val="black"/>
                </a:solidFill>
                <a:latin typeface="Arial" charset="0"/>
                <a:ea typeface="宋体" charset="-122"/>
              </a:endParaRPr>
            </a:p>
          </p:txBody>
        </p:sp>
        <p:sp>
          <p:nvSpPr>
            <p:cNvPr id="19509" name="Oval 388"/>
            <p:cNvSpPr>
              <a:spLocks noChangeArrowheads="1"/>
            </p:cNvSpPr>
            <p:nvPr/>
          </p:nvSpPr>
          <p:spPr bwMode="auto">
            <a:xfrm>
              <a:off x="3196" y="288"/>
              <a:ext cx="185" cy="151"/>
            </a:xfrm>
            <a:prstGeom prst="ellipse">
              <a:avLst/>
            </a:prstGeom>
            <a:gradFill rotWithShape="0">
              <a:gsLst>
                <a:gs pos="0">
                  <a:srgbClr val="FFFFFF"/>
                </a:gs>
                <a:gs pos="100000">
                  <a:schemeClr val="accent1"/>
                </a:gs>
              </a:gsLst>
              <a:path path="shape">
                <a:fillToRect l="50000" t="50000" r="50000" b="50000"/>
              </a:path>
            </a:gradFill>
            <a:ln w="19050">
              <a:solidFill>
                <a:schemeClr val="tx1"/>
              </a:solidFill>
              <a:round/>
              <a:headEnd/>
              <a:tailEnd/>
            </a:ln>
            <a:effectLst/>
          </p:spPr>
          <p:txBody>
            <a:bodyPr wrap="none" anchor="ctr"/>
            <a:lstStyle/>
            <a:p>
              <a:endParaRPr kumimoji="0" lang="zh-CN" altLang="en-US" sz="1350" b="0">
                <a:solidFill>
                  <a:prstClr val="black"/>
                </a:solidFill>
                <a:latin typeface="Arial" charset="0"/>
                <a:ea typeface="宋体" charset="-122"/>
              </a:endParaRPr>
            </a:p>
          </p:txBody>
        </p:sp>
        <p:sp>
          <p:nvSpPr>
            <p:cNvPr id="19510" name="Oval 389"/>
            <p:cNvSpPr>
              <a:spLocks noChangeArrowheads="1"/>
            </p:cNvSpPr>
            <p:nvPr/>
          </p:nvSpPr>
          <p:spPr bwMode="auto">
            <a:xfrm>
              <a:off x="3257" y="338"/>
              <a:ext cx="62" cy="51"/>
            </a:xfrm>
            <a:prstGeom prst="ellipse">
              <a:avLst/>
            </a:prstGeom>
            <a:solidFill>
              <a:srgbClr val="FF0000"/>
            </a:solidFill>
            <a:ln w="19050">
              <a:solidFill>
                <a:schemeClr val="tx1"/>
              </a:solidFill>
              <a:round/>
              <a:headEnd/>
              <a:tailEnd/>
            </a:ln>
            <a:effectLst/>
          </p:spPr>
          <p:txBody>
            <a:bodyPr wrap="none" anchor="ctr"/>
            <a:lstStyle/>
            <a:p>
              <a:endParaRPr kumimoji="0" lang="zh-CN" altLang="en-US" sz="1350" b="0">
                <a:solidFill>
                  <a:prstClr val="black"/>
                </a:solidFill>
                <a:latin typeface="Arial" charset="0"/>
                <a:ea typeface="宋体" charset="-122"/>
              </a:endParaRPr>
            </a:p>
          </p:txBody>
        </p:sp>
        <p:sp>
          <p:nvSpPr>
            <p:cNvPr id="19511" name="Oval 390"/>
            <p:cNvSpPr>
              <a:spLocks noChangeArrowheads="1"/>
            </p:cNvSpPr>
            <p:nvPr/>
          </p:nvSpPr>
          <p:spPr bwMode="auto">
            <a:xfrm>
              <a:off x="3395" y="288"/>
              <a:ext cx="187" cy="151"/>
            </a:xfrm>
            <a:prstGeom prst="ellipse">
              <a:avLst/>
            </a:prstGeom>
            <a:gradFill rotWithShape="0">
              <a:gsLst>
                <a:gs pos="0">
                  <a:srgbClr val="FFFFFF"/>
                </a:gs>
                <a:gs pos="100000">
                  <a:schemeClr val="accent1"/>
                </a:gs>
              </a:gsLst>
              <a:path path="shape">
                <a:fillToRect l="50000" t="50000" r="50000" b="50000"/>
              </a:path>
            </a:gradFill>
            <a:ln w="19050">
              <a:solidFill>
                <a:schemeClr val="tx1"/>
              </a:solidFill>
              <a:round/>
              <a:headEnd/>
              <a:tailEnd/>
            </a:ln>
            <a:effectLst/>
          </p:spPr>
          <p:txBody>
            <a:bodyPr wrap="none" anchor="ctr"/>
            <a:lstStyle/>
            <a:p>
              <a:endParaRPr kumimoji="0" lang="zh-CN" altLang="en-US" sz="1350" b="0">
                <a:solidFill>
                  <a:prstClr val="black"/>
                </a:solidFill>
                <a:latin typeface="Arial" charset="0"/>
                <a:ea typeface="宋体" charset="-122"/>
              </a:endParaRPr>
            </a:p>
          </p:txBody>
        </p:sp>
        <p:sp>
          <p:nvSpPr>
            <p:cNvPr id="19512" name="Oval 391"/>
            <p:cNvSpPr>
              <a:spLocks noChangeArrowheads="1"/>
            </p:cNvSpPr>
            <p:nvPr/>
          </p:nvSpPr>
          <p:spPr bwMode="auto">
            <a:xfrm>
              <a:off x="3461" y="338"/>
              <a:ext cx="64" cy="51"/>
            </a:xfrm>
            <a:prstGeom prst="ellipse">
              <a:avLst/>
            </a:prstGeom>
            <a:solidFill>
              <a:srgbClr val="FF0000"/>
            </a:solidFill>
            <a:ln w="19050">
              <a:solidFill>
                <a:schemeClr val="tx1"/>
              </a:solidFill>
              <a:round/>
              <a:headEnd/>
              <a:tailEnd/>
            </a:ln>
            <a:effectLst/>
          </p:spPr>
          <p:txBody>
            <a:bodyPr wrap="none" anchor="ctr"/>
            <a:lstStyle/>
            <a:p>
              <a:endParaRPr kumimoji="0" lang="zh-CN" altLang="en-US" sz="1350" b="0">
                <a:solidFill>
                  <a:prstClr val="black"/>
                </a:solidFill>
                <a:latin typeface="Arial" charset="0"/>
                <a:ea typeface="宋体" charset="-122"/>
              </a:endParaRPr>
            </a:p>
          </p:txBody>
        </p:sp>
        <p:sp>
          <p:nvSpPr>
            <p:cNvPr id="19513" name="Oval 392"/>
            <p:cNvSpPr>
              <a:spLocks noChangeArrowheads="1"/>
            </p:cNvSpPr>
            <p:nvPr/>
          </p:nvSpPr>
          <p:spPr bwMode="auto">
            <a:xfrm>
              <a:off x="3616" y="338"/>
              <a:ext cx="62" cy="51"/>
            </a:xfrm>
            <a:prstGeom prst="ellipse">
              <a:avLst/>
            </a:prstGeom>
            <a:solidFill>
              <a:schemeClr val="accent1"/>
            </a:solidFill>
            <a:ln w="19050">
              <a:solidFill>
                <a:schemeClr val="tx1"/>
              </a:solidFill>
              <a:round/>
              <a:headEnd/>
              <a:tailEnd/>
            </a:ln>
            <a:effectLst/>
          </p:spPr>
          <p:txBody>
            <a:bodyPr wrap="none" anchor="ctr"/>
            <a:lstStyle/>
            <a:p>
              <a:endParaRPr kumimoji="0" lang="zh-CN" altLang="en-US" sz="1350" b="0">
                <a:solidFill>
                  <a:prstClr val="black"/>
                </a:solidFill>
                <a:latin typeface="Arial" charset="0"/>
                <a:ea typeface="宋体" charset="-122"/>
              </a:endParaRPr>
            </a:p>
          </p:txBody>
        </p:sp>
        <p:sp>
          <p:nvSpPr>
            <p:cNvPr id="19514" name="Oval 393"/>
            <p:cNvSpPr>
              <a:spLocks noChangeArrowheads="1"/>
            </p:cNvSpPr>
            <p:nvPr/>
          </p:nvSpPr>
          <p:spPr bwMode="auto">
            <a:xfrm>
              <a:off x="3587" y="288"/>
              <a:ext cx="187" cy="151"/>
            </a:xfrm>
            <a:prstGeom prst="ellipse">
              <a:avLst/>
            </a:prstGeom>
            <a:gradFill rotWithShape="0">
              <a:gsLst>
                <a:gs pos="0">
                  <a:srgbClr val="FFFFFF"/>
                </a:gs>
                <a:gs pos="100000">
                  <a:schemeClr val="accent1"/>
                </a:gs>
              </a:gsLst>
              <a:path path="shape">
                <a:fillToRect l="50000" t="50000" r="50000" b="50000"/>
              </a:path>
            </a:gradFill>
            <a:ln w="19050">
              <a:solidFill>
                <a:schemeClr val="tx1"/>
              </a:solidFill>
              <a:round/>
              <a:headEnd/>
              <a:tailEnd/>
            </a:ln>
            <a:effectLst/>
          </p:spPr>
          <p:txBody>
            <a:bodyPr wrap="none" anchor="ctr"/>
            <a:lstStyle/>
            <a:p>
              <a:endParaRPr kumimoji="0" lang="zh-CN" altLang="en-US" sz="1350" b="0">
                <a:solidFill>
                  <a:prstClr val="black"/>
                </a:solidFill>
                <a:latin typeface="Arial" charset="0"/>
                <a:ea typeface="宋体" charset="-122"/>
              </a:endParaRPr>
            </a:p>
          </p:txBody>
        </p:sp>
        <p:sp>
          <p:nvSpPr>
            <p:cNvPr id="19515" name="Oval 394"/>
            <p:cNvSpPr>
              <a:spLocks noChangeArrowheads="1"/>
            </p:cNvSpPr>
            <p:nvPr/>
          </p:nvSpPr>
          <p:spPr bwMode="auto">
            <a:xfrm>
              <a:off x="3653" y="338"/>
              <a:ext cx="64" cy="51"/>
            </a:xfrm>
            <a:prstGeom prst="ellipse">
              <a:avLst/>
            </a:prstGeom>
            <a:solidFill>
              <a:srgbClr val="FF0000"/>
            </a:solidFill>
            <a:ln w="19050">
              <a:solidFill>
                <a:schemeClr val="tx1"/>
              </a:solidFill>
              <a:round/>
              <a:headEnd/>
              <a:tailEnd/>
            </a:ln>
            <a:effectLst/>
          </p:spPr>
          <p:txBody>
            <a:bodyPr wrap="none" anchor="ctr"/>
            <a:lstStyle/>
            <a:p>
              <a:endParaRPr kumimoji="0" lang="zh-CN" altLang="en-US" sz="1350" b="0">
                <a:solidFill>
                  <a:prstClr val="black"/>
                </a:solidFill>
                <a:latin typeface="Arial" charset="0"/>
                <a:ea typeface="宋体" charset="-122"/>
              </a:endParaRPr>
            </a:p>
          </p:txBody>
        </p:sp>
      </p:grpSp>
      <p:grpSp>
        <p:nvGrpSpPr>
          <p:cNvPr id="5" name="Group 395"/>
          <p:cNvGrpSpPr>
            <a:grpSpLocks/>
          </p:cNvGrpSpPr>
          <p:nvPr/>
        </p:nvGrpSpPr>
        <p:grpSpPr bwMode="auto">
          <a:xfrm>
            <a:off x="3300957" y="3254352"/>
            <a:ext cx="3456385" cy="1393031"/>
            <a:chOff x="1791" y="2496"/>
            <a:chExt cx="2903" cy="1170"/>
          </a:xfrm>
        </p:grpSpPr>
        <p:sp>
          <p:nvSpPr>
            <p:cNvPr id="19480" name="Line 396"/>
            <p:cNvSpPr>
              <a:spLocks noChangeShapeType="1"/>
            </p:cNvSpPr>
            <p:nvPr/>
          </p:nvSpPr>
          <p:spPr bwMode="auto">
            <a:xfrm>
              <a:off x="2064" y="2850"/>
              <a:ext cx="0" cy="528"/>
            </a:xfrm>
            <a:prstGeom prst="line">
              <a:avLst/>
            </a:prstGeom>
            <a:noFill/>
            <a:ln w="12700">
              <a:solidFill>
                <a:srgbClr val="000000"/>
              </a:solidFill>
              <a:prstDash val="dash"/>
              <a:round/>
              <a:headEnd/>
              <a:tailEnd/>
            </a:ln>
            <a:effectLst/>
          </p:spPr>
          <p:txBody>
            <a:bodyPr wrap="none"/>
            <a:lstStyle/>
            <a:p>
              <a:pPr eaLnBrk="0" hangingPunct="0"/>
              <a:endParaRPr kumimoji="0" lang="zh-CN" altLang="en-US" sz="1350" b="0">
                <a:solidFill>
                  <a:prstClr val="black"/>
                </a:solidFill>
                <a:latin typeface="Arial" charset="0"/>
                <a:ea typeface="宋体" charset="-122"/>
              </a:endParaRPr>
            </a:p>
          </p:txBody>
        </p:sp>
        <p:sp>
          <p:nvSpPr>
            <p:cNvPr id="19481" name="Line 397"/>
            <p:cNvSpPr>
              <a:spLocks noChangeShapeType="1"/>
            </p:cNvSpPr>
            <p:nvPr/>
          </p:nvSpPr>
          <p:spPr bwMode="auto">
            <a:xfrm flipH="1">
              <a:off x="3347" y="3186"/>
              <a:ext cx="257" cy="0"/>
            </a:xfrm>
            <a:prstGeom prst="line">
              <a:avLst/>
            </a:prstGeom>
            <a:noFill/>
            <a:ln w="19050">
              <a:solidFill>
                <a:srgbClr val="0000FF"/>
              </a:solidFill>
              <a:round/>
              <a:headEnd/>
              <a:tailEnd type="triangle" w="sm" len="lg"/>
            </a:ln>
            <a:effectLst/>
          </p:spPr>
          <p:txBody>
            <a:bodyPr wrap="none"/>
            <a:lstStyle/>
            <a:p>
              <a:pPr eaLnBrk="0" hangingPunct="0"/>
              <a:endParaRPr kumimoji="0" lang="zh-CN" altLang="en-US" sz="1350" b="0">
                <a:solidFill>
                  <a:prstClr val="black"/>
                </a:solidFill>
                <a:latin typeface="Arial" charset="0"/>
                <a:ea typeface="宋体" charset="-122"/>
              </a:endParaRPr>
            </a:p>
          </p:txBody>
        </p:sp>
        <p:sp>
          <p:nvSpPr>
            <p:cNvPr id="19482" name="Text Box 398"/>
            <p:cNvSpPr txBox="1">
              <a:spLocks noChangeArrowheads="1"/>
            </p:cNvSpPr>
            <p:nvPr/>
          </p:nvSpPr>
          <p:spPr bwMode="auto">
            <a:xfrm>
              <a:off x="1791" y="3022"/>
              <a:ext cx="272" cy="349"/>
            </a:xfrm>
            <a:prstGeom prst="rect">
              <a:avLst/>
            </a:prstGeom>
            <a:noFill/>
            <a:ln w="9525">
              <a:noFill/>
              <a:miter lim="800000"/>
              <a:headEnd/>
              <a:tailEnd/>
            </a:ln>
            <a:effectLst/>
          </p:spPr>
          <p:txBody>
            <a:bodyPr>
              <a:spAutoFit/>
            </a:bodyPr>
            <a:lstStyle/>
            <a:p>
              <a:r>
                <a:rPr kumimoji="0" lang="en-US" altLang="zh-CN" sz="2100" b="0" i="1">
                  <a:solidFill>
                    <a:srgbClr val="1C1C1C"/>
                  </a:solidFill>
                  <a:ea typeface="宋体" charset="-122"/>
                </a:rPr>
                <a:t>O</a:t>
              </a:r>
            </a:p>
          </p:txBody>
        </p:sp>
        <p:sp>
          <p:nvSpPr>
            <p:cNvPr id="19483" name="Rectangle 399"/>
            <p:cNvSpPr>
              <a:spLocks noChangeArrowheads="1"/>
            </p:cNvSpPr>
            <p:nvPr/>
          </p:nvSpPr>
          <p:spPr bwMode="auto">
            <a:xfrm>
              <a:off x="3218" y="2496"/>
              <a:ext cx="161" cy="1170"/>
            </a:xfrm>
            <a:prstGeom prst="rect">
              <a:avLst/>
            </a:prstGeom>
            <a:solidFill>
              <a:srgbClr val="66CCFF">
                <a:alpha val="50195"/>
              </a:srgbClr>
            </a:solidFill>
            <a:ln w="19050">
              <a:solidFill>
                <a:srgbClr val="0000FF"/>
              </a:solidFill>
              <a:prstDash val="dash"/>
              <a:miter lim="800000"/>
              <a:headEnd/>
              <a:tailEnd/>
            </a:ln>
            <a:effectLst/>
          </p:spPr>
          <p:txBody>
            <a:bodyPr wrap="none" anchor="ctr"/>
            <a:lstStyle/>
            <a:p>
              <a:endParaRPr kumimoji="0" lang="zh-CN" altLang="en-US" sz="1350" b="0">
                <a:solidFill>
                  <a:prstClr val="black"/>
                </a:solidFill>
                <a:latin typeface="Arial" charset="0"/>
                <a:ea typeface="宋体" charset="-122"/>
              </a:endParaRPr>
            </a:p>
          </p:txBody>
        </p:sp>
        <p:sp>
          <p:nvSpPr>
            <p:cNvPr id="19484" name="Line 400"/>
            <p:cNvSpPr>
              <a:spLocks noChangeShapeType="1"/>
            </p:cNvSpPr>
            <p:nvPr/>
          </p:nvSpPr>
          <p:spPr bwMode="auto">
            <a:xfrm flipH="1">
              <a:off x="2066" y="3186"/>
              <a:ext cx="1159" cy="0"/>
            </a:xfrm>
            <a:prstGeom prst="line">
              <a:avLst/>
            </a:prstGeom>
            <a:noFill/>
            <a:ln w="19050">
              <a:solidFill>
                <a:srgbClr val="0000FF"/>
              </a:solidFill>
              <a:round/>
              <a:headEnd type="triangle" w="sm" len="lg"/>
              <a:tailEnd type="triangle" w="sm" len="lg"/>
            </a:ln>
            <a:effectLst/>
          </p:spPr>
          <p:txBody>
            <a:bodyPr wrap="none"/>
            <a:lstStyle/>
            <a:p>
              <a:pPr eaLnBrk="0" hangingPunct="0"/>
              <a:endParaRPr kumimoji="0" lang="zh-CN" altLang="en-US" sz="1350" b="0">
                <a:solidFill>
                  <a:prstClr val="black"/>
                </a:solidFill>
                <a:latin typeface="Arial" charset="0"/>
                <a:ea typeface="宋体" charset="-122"/>
              </a:endParaRPr>
            </a:p>
          </p:txBody>
        </p:sp>
        <p:graphicFrame>
          <p:nvGraphicFramePr>
            <p:cNvPr id="19485" name="Object 401"/>
            <p:cNvGraphicFramePr>
              <a:graphicFrameLocks noChangeAspect="1"/>
            </p:cNvGraphicFramePr>
            <p:nvPr/>
          </p:nvGraphicFramePr>
          <p:xfrm>
            <a:off x="2581" y="3174"/>
            <a:ext cx="254" cy="204"/>
          </p:xfrm>
          <a:graphic>
            <a:graphicData uri="http://schemas.openxmlformats.org/presentationml/2006/ole">
              <mc:AlternateContent xmlns:mc="http://schemas.openxmlformats.org/markup-compatibility/2006">
                <mc:Choice xmlns:v="urn:schemas-microsoft-com:vml" Requires="v">
                  <p:oleObj spid="_x0000_s177035" name="公式" r:id="rId7" imgW="177646" imgH="190335" progId="Equation.3">
                    <p:embed/>
                  </p:oleObj>
                </mc:Choice>
                <mc:Fallback>
                  <p:oleObj name="公式" r:id="rId7" imgW="177646" imgH="190335" progId="Equation.3">
                    <p:embed/>
                    <p:pic>
                      <p:nvPicPr>
                        <p:cNvPr id="0" name="Object 401"/>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581" y="3174"/>
                          <a:ext cx="254" cy="204"/>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9486" name="Object 402"/>
            <p:cNvGraphicFramePr>
              <a:graphicFrameLocks noChangeAspect="1"/>
            </p:cNvGraphicFramePr>
            <p:nvPr/>
          </p:nvGraphicFramePr>
          <p:xfrm>
            <a:off x="4440" y="3075"/>
            <a:ext cx="254" cy="204"/>
          </p:xfrm>
          <a:graphic>
            <a:graphicData uri="http://schemas.openxmlformats.org/presentationml/2006/ole">
              <mc:AlternateContent xmlns:mc="http://schemas.openxmlformats.org/markup-compatibility/2006">
                <mc:Choice xmlns:v="urn:schemas-microsoft-com:vml" Requires="v">
                  <p:oleObj spid="_x0000_s177036" name="公式" r:id="rId9" imgW="177646" imgH="190335" progId="Equation.3">
                    <p:embed/>
                  </p:oleObj>
                </mc:Choice>
                <mc:Fallback>
                  <p:oleObj name="公式" r:id="rId9" imgW="177646" imgH="190335" progId="Equation.3">
                    <p:embed/>
                    <p:pic>
                      <p:nvPicPr>
                        <p:cNvPr id="0" name="Object 402"/>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440" y="3075"/>
                          <a:ext cx="254" cy="204"/>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sp>
        <p:nvSpPr>
          <p:cNvPr id="19477" name="Rectangle 482"/>
          <p:cNvSpPr>
            <a:spLocks noChangeArrowheads="1"/>
          </p:cNvSpPr>
          <p:nvPr/>
        </p:nvSpPr>
        <p:spPr bwMode="auto">
          <a:xfrm>
            <a:off x="1563394" y="185391"/>
            <a:ext cx="494046" cy="461665"/>
          </a:xfrm>
          <a:prstGeom prst="rect">
            <a:avLst/>
          </a:prstGeom>
          <a:noFill/>
          <a:ln w="9525">
            <a:noFill/>
            <a:miter lim="800000"/>
            <a:headEnd/>
            <a:tailEnd/>
          </a:ln>
          <a:effectLst/>
        </p:spPr>
        <p:txBody>
          <a:bodyPr wrap="none">
            <a:spAutoFit/>
          </a:bodyPr>
          <a:lstStyle/>
          <a:p>
            <a:r>
              <a:rPr kumimoji="0" lang="zh-CN" altLang="en-US" sz="2400">
                <a:solidFill>
                  <a:srgbClr val="CC0000"/>
                </a:solidFill>
                <a:ea typeface="宋体" charset="-122"/>
              </a:rPr>
              <a:t>解</a:t>
            </a:r>
          </a:p>
        </p:txBody>
      </p:sp>
      <p:sp>
        <p:nvSpPr>
          <p:cNvPr id="27107" name="Rectangle 483"/>
          <p:cNvSpPr>
            <a:spLocks noChangeArrowheads="1"/>
          </p:cNvSpPr>
          <p:nvPr/>
        </p:nvSpPr>
        <p:spPr bwMode="auto">
          <a:xfrm>
            <a:off x="2074857" y="787800"/>
            <a:ext cx="2969083" cy="461665"/>
          </a:xfrm>
          <a:prstGeom prst="rect">
            <a:avLst/>
          </a:prstGeom>
          <a:noFill/>
          <a:ln w="9525">
            <a:noFill/>
            <a:miter lim="800000"/>
            <a:headEnd/>
            <a:tailEnd/>
          </a:ln>
          <a:effectLst/>
        </p:spPr>
        <p:txBody>
          <a:bodyPr wrap="none">
            <a:spAutoFit/>
          </a:bodyPr>
          <a:lstStyle/>
          <a:p>
            <a:r>
              <a:rPr kumimoji="0" lang="zh-CN" altLang="en-US" sz="2400" dirty="0">
                <a:solidFill>
                  <a:srgbClr val="000000"/>
                </a:solidFill>
                <a:ea typeface="宋体" charset="-122"/>
              </a:rPr>
              <a:t>由圆形电流磁场公式</a:t>
            </a:r>
          </a:p>
        </p:txBody>
      </p:sp>
      <p:graphicFrame>
        <p:nvGraphicFramePr>
          <p:cNvPr id="27110" name="Object 486"/>
          <p:cNvGraphicFramePr>
            <a:graphicFrameLocks noChangeAspect="1"/>
          </p:cNvGraphicFramePr>
          <p:nvPr>
            <p:extLst>
              <p:ext uri="{D42A27DB-BD31-4B8C-83A1-F6EECF244321}">
                <p14:modId xmlns:p14="http://schemas.microsoft.com/office/powerpoint/2010/main" val="260057584"/>
              </p:ext>
            </p:extLst>
          </p:nvPr>
        </p:nvGraphicFramePr>
        <p:xfrm>
          <a:off x="5725125" y="1701469"/>
          <a:ext cx="1047750" cy="779860"/>
        </p:xfrm>
        <a:graphic>
          <a:graphicData uri="http://schemas.openxmlformats.org/presentationml/2006/ole">
            <mc:AlternateContent xmlns:mc="http://schemas.openxmlformats.org/markup-compatibility/2006">
              <mc:Choice xmlns:v="urn:schemas-microsoft-com:vml" Requires="v">
                <p:oleObj spid="_x0000_s177037" name="Equation" r:id="rId10" imgW="431640" imgH="393480" progId="Equation.DSMT4">
                  <p:embed/>
                </p:oleObj>
              </mc:Choice>
              <mc:Fallback>
                <p:oleObj name="Equation" r:id="rId10" imgW="431640" imgH="393480" progId="Equation.DSMT4">
                  <p:embed/>
                  <p:pic>
                    <p:nvPicPr>
                      <p:cNvPr id="0" name="Object 486"/>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5725125" y="1701469"/>
                        <a:ext cx="1047750" cy="779860"/>
                      </a:xfrm>
                      <a:prstGeom prst="rect">
                        <a:avLst/>
                      </a:prstGeom>
                      <a:noFill/>
                      <a:ln w="9525">
                        <a:solidFill>
                          <a:srgbClr val="FF0000"/>
                        </a:solidFill>
                        <a:miter lim="800000"/>
                        <a:headEnd/>
                        <a:tailEnd/>
                      </a:ln>
                      <a:extLst/>
                    </p:spPr>
                  </p:pic>
                </p:oleObj>
              </mc:Fallback>
            </mc:AlternateContent>
          </a:graphicData>
        </a:graphic>
      </p:graphicFrame>
      <p:graphicFrame>
        <p:nvGraphicFramePr>
          <p:cNvPr id="90" name="Object 401"/>
          <p:cNvGraphicFramePr>
            <a:graphicFrameLocks/>
          </p:cNvGraphicFramePr>
          <p:nvPr>
            <p:extLst>
              <p:ext uri="{D42A27DB-BD31-4B8C-83A1-F6EECF244321}">
                <p14:modId xmlns:p14="http://schemas.microsoft.com/office/powerpoint/2010/main" val="1663476836"/>
              </p:ext>
            </p:extLst>
          </p:nvPr>
        </p:nvGraphicFramePr>
        <p:xfrm>
          <a:off x="4909253" y="2891475"/>
          <a:ext cx="432000" cy="350971"/>
        </p:xfrm>
        <a:graphic>
          <a:graphicData uri="http://schemas.openxmlformats.org/presentationml/2006/ole">
            <mc:AlternateContent xmlns:mc="http://schemas.openxmlformats.org/markup-compatibility/2006">
              <mc:Choice xmlns:v="urn:schemas-microsoft-com:vml" Requires="v">
                <p:oleObj spid="_x0000_s177038" name="Equation" r:id="rId12" imgW="190440" imgH="177480" progId="Equation.DSMT4">
                  <p:embed/>
                </p:oleObj>
              </mc:Choice>
              <mc:Fallback>
                <p:oleObj name="Equation" r:id="rId12" imgW="190440" imgH="177480" progId="Equation.DSMT4">
                  <p:embed/>
                  <p:pic>
                    <p:nvPicPr>
                      <p:cNvPr id="19485" name="Object 401"/>
                      <p:cNvPicPr>
                        <a:picLocks noChangeAspect="1" noChangeArrowheads="1"/>
                      </p:cNvPicPr>
                      <p:nvPr/>
                    </p:nvPicPr>
                    <p:blipFill>
                      <a:blip r:embed="rId13"/>
                      <a:srcRect/>
                      <a:stretch>
                        <a:fillRect/>
                      </a:stretch>
                    </p:blipFill>
                    <p:spPr bwMode="auto">
                      <a:xfrm>
                        <a:off x="4909253" y="2891475"/>
                        <a:ext cx="432000" cy="350971"/>
                      </a:xfrm>
                      <a:prstGeom prst="rect">
                        <a:avLst/>
                      </a:prstGeom>
                      <a:noFill/>
                      <a:extLst/>
                    </p:spPr>
                  </p:pic>
                </p:oleObj>
              </mc:Fallback>
            </mc:AlternateContent>
          </a:graphicData>
        </a:graphic>
      </p:graphicFrame>
      <p:cxnSp>
        <p:nvCxnSpPr>
          <p:cNvPr id="7" name="直接箭头连接符 6"/>
          <p:cNvCxnSpPr/>
          <p:nvPr/>
        </p:nvCxnSpPr>
        <p:spPr>
          <a:xfrm>
            <a:off x="2730500" y="3469855"/>
            <a:ext cx="0" cy="457200"/>
          </a:xfrm>
          <a:prstGeom prst="straightConnector1">
            <a:avLst/>
          </a:prstGeom>
          <a:ln>
            <a:headEnd type="triangle"/>
            <a:tailEnd type="triangle"/>
          </a:ln>
        </p:spPr>
        <p:style>
          <a:lnRef idx="1">
            <a:schemeClr val="accent1"/>
          </a:lnRef>
          <a:fillRef idx="0">
            <a:schemeClr val="accent1"/>
          </a:fillRef>
          <a:effectRef idx="0">
            <a:schemeClr val="accent1"/>
          </a:effectRef>
          <a:fontRef idx="minor">
            <a:schemeClr val="tx1"/>
          </a:fontRef>
        </p:style>
      </p:cxnSp>
      <p:sp>
        <p:nvSpPr>
          <p:cNvPr id="89" name="椭圆 88"/>
          <p:cNvSpPr/>
          <p:nvPr/>
        </p:nvSpPr>
        <p:spPr>
          <a:xfrm>
            <a:off x="3599209" y="3900861"/>
            <a:ext cx="52387" cy="52387"/>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blinds(horizontal)">
                                      <p:cBhvr>
                                        <p:cTn id="7" dur="500"/>
                                        <p:tgtEl>
                                          <p:spTgt spid="5"/>
                                        </p:tgtEl>
                                      </p:cBhvr>
                                    </p:animEffect>
                                  </p:childTnLst>
                                </p:cTn>
                              </p:par>
                              <p:par>
                                <p:cTn id="8" presetID="22" presetClass="entr" presetSubtype="4" fill="hold" nodeType="withEffect">
                                  <p:stCondLst>
                                    <p:cond delay="0"/>
                                  </p:stCondLst>
                                  <p:childTnLst>
                                    <p:set>
                                      <p:cBhvr>
                                        <p:cTn id="9" dur="1" fill="hold">
                                          <p:stCondLst>
                                            <p:cond delay="0"/>
                                          </p:stCondLst>
                                        </p:cTn>
                                        <p:tgtEl>
                                          <p:spTgt spid="90"/>
                                        </p:tgtEl>
                                        <p:attrNameLst>
                                          <p:attrName>style.visibility</p:attrName>
                                        </p:attrNameLst>
                                      </p:cBhvr>
                                      <p:to>
                                        <p:strVal val="visible"/>
                                      </p:to>
                                    </p:set>
                                    <p:animEffect transition="in" filter="wipe(down)">
                                      <p:cBhvr>
                                        <p:cTn id="10" dur="500"/>
                                        <p:tgtEl>
                                          <p:spTgt spid="90"/>
                                        </p:tgtEl>
                                      </p:cBhvr>
                                    </p:animEffect>
                                  </p:childTnLst>
                                </p:cTn>
                              </p:par>
                            </p:childTnLst>
                          </p:cTn>
                        </p:par>
                      </p:childTnLst>
                    </p:cTn>
                  </p:par>
                  <p:par>
                    <p:cTn id="11" fill="hold" nodeType="clickPar">
                      <p:stCondLst>
                        <p:cond delay="indefinite"/>
                      </p:stCondLst>
                      <p:childTnLst>
                        <p:par>
                          <p:cTn id="12" fill="hold" nodeType="withGroup">
                            <p:stCondLst>
                              <p:cond delay="0"/>
                            </p:stCondLst>
                            <p:childTnLst>
                              <p:par>
                                <p:cTn id="13" presetID="3" presetClass="entr" presetSubtype="10" fill="hold" grpId="0" nodeType="clickEffect">
                                  <p:stCondLst>
                                    <p:cond delay="0"/>
                                  </p:stCondLst>
                                  <p:childTnLst>
                                    <p:set>
                                      <p:cBhvr>
                                        <p:cTn id="14" dur="1" fill="hold">
                                          <p:stCondLst>
                                            <p:cond delay="0"/>
                                          </p:stCondLst>
                                        </p:cTn>
                                        <p:tgtEl>
                                          <p:spTgt spid="27107"/>
                                        </p:tgtEl>
                                        <p:attrNameLst>
                                          <p:attrName>style.visibility</p:attrName>
                                        </p:attrNameLst>
                                      </p:cBhvr>
                                      <p:to>
                                        <p:strVal val="visible"/>
                                      </p:to>
                                    </p:set>
                                    <p:animEffect transition="in" filter="blinds(horizontal)">
                                      <p:cBhvr>
                                        <p:cTn id="15" dur="500"/>
                                        <p:tgtEl>
                                          <p:spTgt spid="27107"/>
                                        </p:tgtEl>
                                      </p:cBhvr>
                                    </p:animEffect>
                                  </p:childTnLst>
                                </p:cTn>
                              </p:par>
                            </p:childTnLst>
                          </p:cTn>
                        </p:par>
                      </p:childTnLst>
                    </p:cTn>
                  </p:par>
                  <p:par>
                    <p:cTn id="16" fill="hold" nodeType="clickPar">
                      <p:stCondLst>
                        <p:cond delay="indefinite"/>
                      </p:stCondLst>
                      <p:childTnLst>
                        <p:par>
                          <p:cTn id="17" fill="hold" nodeType="withGroup">
                            <p:stCondLst>
                              <p:cond delay="0"/>
                            </p:stCondLst>
                            <p:childTnLst>
                              <p:par>
                                <p:cTn id="18" presetID="4" presetClass="entr" presetSubtype="16" fill="hold" nodeType="clickEffect">
                                  <p:stCondLst>
                                    <p:cond delay="0"/>
                                  </p:stCondLst>
                                  <p:childTnLst>
                                    <p:set>
                                      <p:cBhvr>
                                        <p:cTn id="19" dur="1" fill="hold">
                                          <p:stCondLst>
                                            <p:cond delay="0"/>
                                          </p:stCondLst>
                                        </p:cTn>
                                        <p:tgtEl>
                                          <p:spTgt spid="26626"/>
                                        </p:tgtEl>
                                        <p:attrNameLst>
                                          <p:attrName>style.visibility</p:attrName>
                                        </p:attrNameLst>
                                      </p:cBhvr>
                                      <p:to>
                                        <p:strVal val="visible"/>
                                      </p:to>
                                    </p:set>
                                    <p:animEffect transition="in" filter="box(in)">
                                      <p:cBhvr>
                                        <p:cTn id="20" dur="500"/>
                                        <p:tgtEl>
                                          <p:spTgt spid="26626"/>
                                        </p:tgtEl>
                                      </p:cBhvr>
                                    </p:animEffect>
                                  </p:childTnLst>
                                </p:cTn>
                              </p:par>
                            </p:childTnLst>
                          </p:cTn>
                        </p:par>
                      </p:childTnLst>
                    </p:cTn>
                  </p:par>
                  <p:par>
                    <p:cTn id="21" fill="hold" nodeType="clickPar">
                      <p:stCondLst>
                        <p:cond delay="indefinite"/>
                      </p:stCondLst>
                      <p:childTnLst>
                        <p:par>
                          <p:cTn id="22" fill="hold" nodeType="withGroup">
                            <p:stCondLst>
                              <p:cond delay="0"/>
                            </p:stCondLst>
                            <p:childTnLst>
                              <p:par>
                                <p:cTn id="23" presetID="3" presetClass="entr" presetSubtype="10" fill="hold" nodeType="clickEffect">
                                  <p:stCondLst>
                                    <p:cond delay="0"/>
                                  </p:stCondLst>
                                  <p:childTnLst>
                                    <p:set>
                                      <p:cBhvr>
                                        <p:cTn id="24" dur="1" fill="hold">
                                          <p:stCondLst>
                                            <p:cond delay="0"/>
                                          </p:stCondLst>
                                        </p:cTn>
                                        <p:tgtEl>
                                          <p:spTgt spid="2"/>
                                        </p:tgtEl>
                                        <p:attrNameLst>
                                          <p:attrName>style.visibility</p:attrName>
                                        </p:attrNameLst>
                                      </p:cBhvr>
                                      <p:to>
                                        <p:strVal val="visible"/>
                                      </p:to>
                                    </p:set>
                                    <p:animEffect transition="in" filter="blinds(horizontal)">
                                      <p:cBhvr>
                                        <p:cTn id="25" dur="500"/>
                                        <p:tgtEl>
                                          <p:spTgt spid="2"/>
                                        </p:tgtEl>
                                      </p:cBhvr>
                                    </p:animEffect>
                                  </p:childTnLst>
                                </p:cTn>
                              </p:par>
                            </p:childTnLst>
                          </p:cTn>
                        </p:par>
                        <p:par>
                          <p:cTn id="26" fill="hold">
                            <p:stCondLst>
                              <p:cond delay="500"/>
                            </p:stCondLst>
                            <p:childTnLst>
                              <p:par>
                                <p:cTn id="27" presetID="3" presetClass="entr" presetSubtype="10" fill="hold" nodeType="afterEffect">
                                  <p:stCondLst>
                                    <p:cond delay="0"/>
                                  </p:stCondLst>
                                  <p:childTnLst>
                                    <p:set>
                                      <p:cBhvr>
                                        <p:cTn id="28" dur="1" fill="hold">
                                          <p:stCondLst>
                                            <p:cond delay="0"/>
                                          </p:stCondLst>
                                        </p:cTn>
                                        <p:tgtEl>
                                          <p:spTgt spid="27110"/>
                                        </p:tgtEl>
                                        <p:attrNameLst>
                                          <p:attrName>style.visibility</p:attrName>
                                        </p:attrNameLst>
                                      </p:cBhvr>
                                      <p:to>
                                        <p:strVal val="visible"/>
                                      </p:to>
                                    </p:set>
                                    <p:animEffect transition="in" filter="blinds(horizontal)">
                                      <p:cBhvr>
                                        <p:cTn id="29" dur="500"/>
                                        <p:tgtEl>
                                          <p:spTgt spid="271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107" grpId="0" autoUpdateAnimBg="0"/>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灯片编号占位符 1"/>
          <p:cNvSpPr>
            <a:spLocks noGrp="1"/>
          </p:cNvSpPr>
          <p:nvPr>
            <p:ph type="sldNum" sz="quarter" idx="10"/>
          </p:nvPr>
        </p:nvSpPr>
        <p:spPr bwMode="auto">
          <a:noFill/>
          <a:ln>
            <a:miter lim="800000"/>
            <a:headEnd/>
            <a:tailEnd/>
          </a:ln>
        </p:spPr>
        <p:txBody>
          <a:bodyPr/>
          <a:lstStyle/>
          <a:p>
            <a:fld id="{68FD908E-83EF-40F3-9D60-6036142FA230}" type="slidenum">
              <a:rPr lang="en-US" altLang="zh-CN">
                <a:ea typeface="宋体" charset="-122"/>
              </a:rPr>
              <a:pPr/>
              <a:t>33</a:t>
            </a:fld>
            <a:endParaRPr lang="en-US" altLang="zh-CN">
              <a:ea typeface="宋体" charset="-122"/>
            </a:endParaRPr>
          </a:p>
        </p:txBody>
      </p:sp>
      <p:graphicFrame>
        <p:nvGraphicFramePr>
          <p:cNvPr id="27651" name="Object 3"/>
          <p:cNvGraphicFramePr>
            <a:graphicFrameLocks noChangeAspect="1"/>
          </p:cNvGraphicFramePr>
          <p:nvPr>
            <p:extLst>
              <p:ext uri="{D42A27DB-BD31-4B8C-83A1-F6EECF244321}">
                <p14:modId xmlns:p14="http://schemas.microsoft.com/office/powerpoint/2010/main" val="1707330200"/>
              </p:ext>
            </p:extLst>
          </p:nvPr>
        </p:nvGraphicFramePr>
        <p:xfrm>
          <a:off x="2690966" y="2052332"/>
          <a:ext cx="2676372" cy="535356"/>
        </p:xfrm>
        <a:graphic>
          <a:graphicData uri="http://schemas.openxmlformats.org/presentationml/2006/ole">
            <mc:AlternateContent xmlns:mc="http://schemas.openxmlformats.org/markup-compatibility/2006">
              <mc:Choice xmlns:v="urn:schemas-microsoft-com:vml" Requires="v">
                <p:oleObj spid="_x0000_s208658" name="公式" r:id="rId3" imgW="1231366" imgH="228501" progId="Equation.3">
                  <p:embed/>
                </p:oleObj>
              </mc:Choice>
              <mc:Fallback>
                <p:oleObj name="公式" r:id="rId3" imgW="1231366" imgH="228501" progId="Equation.3">
                  <p:embed/>
                  <p:pic>
                    <p:nvPicPr>
                      <p:cNvPr id="0" name="Object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690966" y="2052332"/>
                        <a:ext cx="2676372" cy="535356"/>
                      </a:xfrm>
                      <a:prstGeom prst="rect">
                        <a:avLst/>
                      </a:prstGeom>
                      <a:noFill/>
                      <a:ln w="9525">
                        <a:solidFill>
                          <a:srgbClr val="FF0000"/>
                        </a:solidFill>
                        <a:miter lim="800000"/>
                        <a:headEnd/>
                        <a:tailEnd/>
                      </a:ln>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7652" name="Object 4"/>
          <p:cNvGraphicFramePr>
            <a:graphicFrameLocks noChangeAspect="1"/>
          </p:cNvGraphicFramePr>
          <p:nvPr/>
        </p:nvGraphicFramePr>
        <p:xfrm>
          <a:off x="1541766" y="137072"/>
          <a:ext cx="4395788" cy="1062038"/>
        </p:xfrm>
        <a:graphic>
          <a:graphicData uri="http://schemas.openxmlformats.org/presentationml/2006/ole">
            <mc:AlternateContent xmlns:mc="http://schemas.openxmlformats.org/markup-compatibility/2006">
              <mc:Choice xmlns:v="urn:schemas-microsoft-com:vml" Requires="v">
                <p:oleObj spid="_x0000_s208659" name="Equation" r:id="rId5" imgW="2082600" imgH="533160" progId="Equation.DSMT4">
                  <p:embed/>
                </p:oleObj>
              </mc:Choice>
              <mc:Fallback>
                <p:oleObj name="Equation" r:id="rId5" imgW="2082600" imgH="533160" progId="Equation.DSMT4">
                  <p:embed/>
                  <p:pic>
                    <p:nvPicPr>
                      <p:cNvPr id="0" name="Object 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541766" y="137072"/>
                        <a:ext cx="4395788" cy="106203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0488" name="Line 290"/>
          <p:cNvSpPr>
            <a:spLocks noChangeShapeType="1"/>
          </p:cNvSpPr>
          <p:nvPr/>
        </p:nvSpPr>
        <p:spPr bwMode="auto">
          <a:xfrm>
            <a:off x="2427685" y="3924062"/>
            <a:ext cx="4094559" cy="0"/>
          </a:xfrm>
          <a:prstGeom prst="line">
            <a:avLst/>
          </a:prstGeom>
          <a:noFill/>
          <a:ln w="12700">
            <a:solidFill>
              <a:srgbClr val="000000"/>
            </a:solidFill>
            <a:round/>
            <a:headEnd/>
            <a:tailEnd type="triangle" w="sm" len="lg"/>
          </a:ln>
          <a:effectLst/>
        </p:spPr>
        <p:txBody>
          <a:bodyPr wrap="none"/>
          <a:lstStyle/>
          <a:p>
            <a:pPr eaLnBrk="0" hangingPunct="0"/>
            <a:endParaRPr kumimoji="0" lang="zh-CN" altLang="en-US" sz="1350" b="0">
              <a:solidFill>
                <a:prstClr val="black"/>
              </a:solidFill>
              <a:latin typeface="Arial" charset="0"/>
              <a:ea typeface="宋体" charset="-122"/>
            </a:endParaRPr>
          </a:p>
        </p:txBody>
      </p:sp>
      <p:sp>
        <p:nvSpPr>
          <p:cNvPr id="20489" name="Line 291"/>
          <p:cNvSpPr>
            <a:spLocks noChangeShapeType="1"/>
          </p:cNvSpPr>
          <p:nvPr/>
        </p:nvSpPr>
        <p:spPr bwMode="auto">
          <a:xfrm flipH="1">
            <a:off x="2524126" y="3466862"/>
            <a:ext cx="383381" cy="0"/>
          </a:xfrm>
          <a:prstGeom prst="line">
            <a:avLst/>
          </a:prstGeom>
          <a:noFill/>
          <a:ln w="9525">
            <a:solidFill>
              <a:schemeClr val="tx1"/>
            </a:solidFill>
            <a:prstDash val="dash"/>
            <a:round/>
            <a:headEnd/>
            <a:tailEnd/>
          </a:ln>
          <a:effectLst/>
        </p:spPr>
        <p:txBody>
          <a:bodyPr wrap="none"/>
          <a:lstStyle/>
          <a:p>
            <a:pPr eaLnBrk="0" hangingPunct="0"/>
            <a:endParaRPr kumimoji="0" lang="zh-CN" altLang="en-US" sz="1350" b="0">
              <a:solidFill>
                <a:prstClr val="black"/>
              </a:solidFill>
              <a:latin typeface="Arial" charset="0"/>
              <a:ea typeface="宋体" charset="-122"/>
            </a:endParaRPr>
          </a:p>
        </p:txBody>
      </p:sp>
      <p:sp>
        <p:nvSpPr>
          <p:cNvPr id="20490" name="Text Box 293"/>
          <p:cNvSpPr txBox="1">
            <a:spLocks noChangeArrowheads="1"/>
          </p:cNvSpPr>
          <p:nvPr/>
        </p:nvSpPr>
        <p:spPr bwMode="auto">
          <a:xfrm>
            <a:off x="2461022" y="3513296"/>
            <a:ext cx="760809" cy="369332"/>
          </a:xfrm>
          <a:prstGeom prst="rect">
            <a:avLst/>
          </a:prstGeom>
          <a:noFill/>
          <a:ln w="9525">
            <a:noFill/>
            <a:miter lim="800000"/>
            <a:headEnd/>
            <a:tailEnd/>
          </a:ln>
          <a:effectLst/>
        </p:spPr>
        <p:txBody>
          <a:bodyPr>
            <a:spAutoFit/>
          </a:bodyPr>
          <a:lstStyle/>
          <a:p>
            <a:r>
              <a:rPr kumimoji="0" lang="en-US" altLang="zh-CN" sz="1800" b="0" i="1">
                <a:solidFill>
                  <a:srgbClr val="1C1C1C"/>
                </a:solidFill>
                <a:ea typeface="宋体" charset="-122"/>
              </a:rPr>
              <a:t>R</a:t>
            </a:r>
          </a:p>
        </p:txBody>
      </p:sp>
      <p:grpSp>
        <p:nvGrpSpPr>
          <p:cNvPr id="2" name="Group 296"/>
          <p:cNvGrpSpPr>
            <a:grpSpLocks/>
          </p:cNvGrpSpPr>
          <p:nvPr/>
        </p:nvGrpSpPr>
        <p:grpSpPr bwMode="auto">
          <a:xfrm>
            <a:off x="2914650" y="4272919"/>
            <a:ext cx="3228976" cy="301228"/>
            <a:chOff x="1488" y="3792"/>
            <a:chExt cx="2712" cy="253"/>
          </a:xfrm>
        </p:grpSpPr>
        <p:sp>
          <p:nvSpPr>
            <p:cNvPr id="20549" name="Oval 297"/>
            <p:cNvSpPr>
              <a:spLocks noChangeArrowheads="1"/>
            </p:cNvSpPr>
            <p:nvPr/>
          </p:nvSpPr>
          <p:spPr bwMode="auto">
            <a:xfrm>
              <a:off x="1521" y="3834"/>
              <a:ext cx="187" cy="152"/>
            </a:xfrm>
            <a:prstGeom prst="ellipse">
              <a:avLst/>
            </a:prstGeom>
            <a:gradFill rotWithShape="0">
              <a:gsLst>
                <a:gs pos="0">
                  <a:srgbClr val="FFFFFF"/>
                </a:gs>
                <a:gs pos="100000">
                  <a:schemeClr val="accent1"/>
                </a:gs>
              </a:gsLst>
              <a:path path="shape">
                <a:fillToRect l="50000" t="50000" r="50000" b="50000"/>
              </a:path>
            </a:gradFill>
            <a:ln w="19050">
              <a:solidFill>
                <a:schemeClr val="tx1"/>
              </a:solidFill>
              <a:round/>
              <a:headEnd/>
              <a:tailEnd/>
            </a:ln>
            <a:effectLst/>
          </p:spPr>
          <p:txBody>
            <a:bodyPr wrap="none" anchor="ctr"/>
            <a:lstStyle/>
            <a:p>
              <a:endParaRPr kumimoji="0" lang="zh-CN" altLang="en-US" sz="1350" b="0">
                <a:solidFill>
                  <a:prstClr val="black"/>
                </a:solidFill>
                <a:latin typeface="Arial" charset="0"/>
                <a:ea typeface="宋体" charset="-122"/>
              </a:endParaRPr>
            </a:p>
          </p:txBody>
        </p:sp>
        <p:sp>
          <p:nvSpPr>
            <p:cNvPr id="20550" name="Text Box 298"/>
            <p:cNvSpPr txBox="1">
              <a:spLocks noChangeArrowheads="1"/>
            </p:cNvSpPr>
            <p:nvPr/>
          </p:nvSpPr>
          <p:spPr bwMode="auto">
            <a:xfrm>
              <a:off x="1488" y="3793"/>
              <a:ext cx="301" cy="252"/>
            </a:xfrm>
            <a:prstGeom prst="rect">
              <a:avLst/>
            </a:prstGeom>
            <a:noFill/>
            <a:ln w="9525">
              <a:noFill/>
              <a:miter lim="800000"/>
              <a:headEnd/>
              <a:tailEnd/>
            </a:ln>
            <a:effectLst/>
          </p:spPr>
          <p:txBody>
            <a:bodyPr wrap="none">
              <a:spAutoFit/>
            </a:bodyPr>
            <a:lstStyle/>
            <a:p>
              <a:pPr>
                <a:spcBef>
                  <a:spcPct val="50000"/>
                </a:spcBef>
              </a:pPr>
              <a:r>
                <a:rPr kumimoji="0" lang="en-US" altLang="zh-CN" sz="1350">
                  <a:solidFill>
                    <a:srgbClr val="FF0000"/>
                  </a:solidFill>
                  <a:ea typeface="宋体" charset="-122"/>
                </a:rPr>
                <a:t>×</a:t>
              </a:r>
              <a:endParaRPr kumimoji="0" lang="en-US" altLang="zh-CN" sz="1350">
                <a:solidFill>
                  <a:prstClr val="black"/>
                </a:solidFill>
                <a:ea typeface="宋体" charset="-122"/>
              </a:endParaRPr>
            </a:p>
          </p:txBody>
        </p:sp>
        <p:sp>
          <p:nvSpPr>
            <p:cNvPr id="20551" name="Oval 299"/>
            <p:cNvSpPr>
              <a:spLocks noChangeArrowheads="1"/>
            </p:cNvSpPr>
            <p:nvPr/>
          </p:nvSpPr>
          <p:spPr bwMode="auto">
            <a:xfrm>
              <a:off x="1707" y="3834"/>
              <a:ext cx="187" cy="152"/>
            </a:xfrm>
            <a:prstGeom prst="ellipse">
              <a:avLst/>
            </a:prstGeom>
            <a:gradFill rotWithShape="0">
              <a:gsLst>
                <a:gs pos="0">
                  <a:srgbClr val="FFFFFF"/>
                </a:gs>
                <a:gs pos="100000">
                  <a:schemeClr val="accent1"/>
                </a:gs>
              </a:gsLst>
              <a:path path="shape">
                <a:fillToRect l="50000" t="50000" r="50000" b="50000"/>
              </a:path>
            </a:gradFill>
            <a:ln w="19050">
              <a:solidFill>
                <a:schemeClr val="tx1"/>
              </a:solidFill>
              <a:round/>
              <a:headEnd/>
              <a:tailEnd/>
            </a:ln>
            <a:effectLst/>
          </p:spPr>
          <p:txBody>
            <a:bodyPr wrap="none" anchor="ctr"/>
            <a:lstStyle/>
            <a:p>
              <a:endParaRPr kumimoji="0" lang="zh-CN" altLang="en-US" sz="1350" b="0">
                <a:solidFill>
                  <a:prstClr val="black"/>
                </a:solidFill>
                <a:latin typeface="Arial" charset="0"/>
                <a:ea typeface="宋体" charset="-122"/>
              </a:endParaRPr>
            </a:p>
          </p:txBody>
        </p:sp>
        <p:sp>
          <p:nvSpPr>
            <p:cNvPr id="20552" name="Text Box 300"/>
            <p:cNvSpPr txBox="1">
              <a:spLocks noChangeArrowheads="1"/>
            </p:cNvSpPr>
            <p:nvPr/>
          </p:nvSpPr>
          <p:spPr bwMode="auto">
            <a:xfrm>
              <a:off x="1664" y="3793"/>
              <a:ext cx="301" cy="252"/>
            </a:xfrm>
            <a:prstGeom prst="rect">
              <a:avLst/>
            </a:prstGeom>
            <a:noFill/>
            <a:ln w="9525">
              <a:noFill/>
              <a:miter lim="800000"/>
              <a:headEnd/>
              <a:tailEnd/>
            </a:ln>
            <a:effectLst/>
          </p:spPr>
          <p:txBody>
            <a:bodyPr wrap="none">
              <a:spAutoFit/>
            </a:bodyPr>
            <a:lstStyle/>
            <a:p>
              <a:pPr>
                <a:spcBef>
                  <a:spcPct val="50000"/>
                </a:spcBef>
              </a:pPr>
              <a:r>
                <a:rPr kumimoji="0" lang="en-US" altLang="zh-CN" sz="1350">
                  <a:solidFill>
                    <a:srgbClr val="FF0000"/>
                  </a:solidFill>
                  <a:ea typeface="宋体" charset="-122"/>
                </a:rPr>
                <a:t>×</a:t>
              </a:r>
              <a:endParaRPr kumimoji="0" lang="en-US" altLang="zh-CN" sz="1350">
                <a:solidFill>
                  <a:prstClr val="black"/>
                </a:solidFill>
                <a:ea typeface="宋体" charset="-122"/>
              </a:endParaRPr>
            </a:p>
          </p:txBody>
        </p:sp>
        <p:sp>
          <p:nvSpPr>
            <p:cNvPr id="20553" name="Oval 301"/>
            <p:cNvSpPr>
              <a:spLocks noChangeArrowheads="1"/>
            </p:cNvSpPr>
            <p:nvPr/>
          </p:nvSpPr>
          <p:spPr bwMode="auto">
            <a:xfrm>
              <a:off x="1892" y="3834"/>
              <a:ext cx="187" cy="152"/>
            </a:xfrm>
            <a:prstGeom prst="ellipse">
              <a:avLst/>
            </a:prstGeom>
            <a:gradFill rotWithShape="0">
              <a:gsLst>
                <a:gs pos="0">
                  <a:srgbClr val="FFFFFF"/>
                </a:gs>
                <a:gs pos="100000">
                  <a:schemeClr val="accent1"/>
                </a:gs>
              </a:gsLst>
              <a:path path="shape">
                <a:fillToRect l="50000" t="50000" r="50000" b="50000"/>
              </a:path>
            </a:gradFill>
            <a:ln w="19050">
              <a:solidFill>
                <a:schemeClr val="tx1"/>
              </a:solidFill>
              <a:round/>
              <a:headEnd/>
              <a:tailEnd/>
            </a:ln>
            <a:effectLst/>
          </p:spPr>
          <p:txBody>
            <a:bodyPr wrap="none" anchor="ctr"/>
            <a:lstStyle/>
            <a:p>
              <a:endParaRPr kumimoji="0" lang="zh-CN" altLang="en-US" sz="1350" b="0">
                <a:solidFill>
                  <a:prstClr val="black"/>
                </a:solidFill>
                <a:latin typeface="Arial" charset="0"/>
                <a:ea typeface="宋体" charset="-122"/>
              </a:endParaRPr>
            </a:p>
          </p:txBody>
        </p:sp>
        <p:sp>
          <p:nvSpPr>
            <p:cNvPr id="20554" name="Text Box 302"/>
            <p:cNvSpPr txBox="1">
              <a:spLocks noChangeArrowheads="1"/>
            </p:cNvSpPr>
            <p:nvPr/>
          </p:nvSpPr>
          <p:spPr bwMode="auto">
            <a:xfrm>
              <a:off x="1860" y="3793"/>
              <a:ext cx="301" cy="252"/>
            </a:xfrm>
            <a:prstGeom prst="rect">
              <a:avLst/>
            </a:prstGeom>
            <a:noFill/>
            <a:ln w="9525">
              <a:noFill/>
              <a:miter lim="800000"/>
              <a:headEnd/>
              <a:tailEnd/>
            </a:ln>
            <a:effectLst/>
          </p:spPr>
          <p:txBody>
            <a:bodyPr wrap="none">
              <a:spAutoFit/>
            </a:bodyPr>
            <a:lstStyle/>
            <a:p>
              <a:pPr>
                <a:spcBef>
                  <a:spcPct val="50000"/>
                </a:spcBef>
              </a:pPr>
              <a:r>
                <a:rPr kumimoji="0" lang="en-US" altLang="zh-CN" sz="1350">
                  <a:solidFill>
                    <a:srgbClr val="FF0000"/>
                  </a:solidFill>
                  <a:ea typeface="宋体" charset="-122"/>
                </a:rPr>
                <a:t>×</a:t>
              </a:r>
              <a:endParaRPr kumimoji="0" lang="en-US" altLang="zh-CN" sz="1350">
                <a:solidFill>
                  <a:prstClr val="black"/>
                </a:solidFill>
                <a:ea typeface="宋体" charset="-122"/>
              </a:endParaRPr>
            </a:p>
          </p:txBody>
        </p:sp>
        <p:sp>
          <p:nvSpPr>
            <p:cNvPr id="20555" name="Oval 303"/>
            <p:cNvSpPr>
              <a:spLocks noChangeArrowheads="1"/>
            </p:cNvSpPr>
            <p:nvPr/>
          </p:nvSpPr>
          <p:spPr bwMode="auto">
            <a:xfrm>
              <a:off x="2449" y="3834"/>
              <a:ext cx="187" cy="152"/>
            </a:xfrm>
            <a:prstGeom prst="ellipse">
              <a:avLst/>
            </a:prstGeom>
            <a:gradFill rotWithShape="0">
              <a:gsLst>
                <a:gs pos="0">
                  <a:srgbClr val="FFFFFF"/>
                </a:gs>
                <a:gs pos="100000">
                  <a:schemeClr val="accent1"/>
                </a:gs>
              </a:gsLst>
              <a:path path="shape">
                <a:fillToRect l="50000" t="50000" r="50000" b="50000"/>
              </a:path>
            </a:gradFill>
            <a:ln w="19050">
              <a:solidFill>
                <a:schemeClr val="tx1"/>
              </a:solidFill>
              <a:round/>
              <a:headEnd/>
              <a:tailEnd/>
            </a:ln>
            <a:effectLst/>
          </p:spPr>
          <p:txBody>
            <a:bodyPr wrap="none" anchor="ctr"/>
            <a:lstStyle/>
            <a:p>
              <a:endParaRPr kumimoji="0" lang="zh-CN" altLang="en-US" sz="1350" b="0">
                <a:solidFill>
                  <a:prstClr val="black"/>
                </a:solidFill>
                <a:latin typeface="Arial" charset="0"/>
                <a:ea typeface="宋体" charset="-122"/>
              </a:endParaRPr>
            </a:p>
          </p:txBody>
        </p:sp>
        <p:sp>
          <p:nvSpPr>
            <p:cNvPr id="20556" name="Text Box 304"/>
            <p:cNvSpPr txBox="1">
              <a:spLocks noChangeArrowheads="1"/>
            </p:cNvSpPr>
            <p:nvPr/>
          </p:nvSpPr>
          <p:spPr bwMode="auto">
            <a:xfrm>
              <a:off x="2415" y="3793"/>
              <a:ext cx="301" cy="252"/>
            </a:xfrm>
            <a:prstGeom prst="rect">
              <a:avLst/>
            </a:prstGeom>
            <a:noFill/>
            <a:ln w="9525">
              <a:noFill/>
              <a:miter lim="800000"/>
              <a:headEnd/>
              <a:tailEnd/>
            </a:ln>
            <a:effectLst/>
          </p:spPr>
          <p:txBody>
            <a:bodyPr wrap="none">
              <a:spAutoFit/>
            </a:bodyPr>
            <a:lstStyle/>
            <a:p>
              <a:pPr>
                <a:spcBef>
                  <a:spcPct val="50000"/>
                </a:spcBef>
              </a:pPr>
              <a:r>
                <a:rPr kumimoji="0" lang="en-US" altLang="zh-CN" sz="1350">
                  <a:solidFill>
                    <a:srgbClr val="FF0000"/>
                  </a:solidFill>
                  <a:ea typeface="宋体" charset="-122"/>
                </a:rPr>
                <a:t>×</a:t>
              </a:r>
              <a:endParaRPr kumimoji="0" lang="en-US" altLang="zh-CN" sz="1350">
                <a:solidFill>
                  <a:prstClr val="black"/>
                </a:solidFill>
                <a:ea typeface="宋体" charset="-122"/>
              </a:endParaRPr>
            </a:p>
          </p:txBody>
        </p:sp>
        <p:sp>
          <p:nvSpPr>
            <p:cNvPr id="20557" name="Oval 305"/>
            <p:cNvSpPr>
              <a:spLocks noChangeArrowheads="1"/>
            </p:cNvSpPr>
            <p:nvPr/>
          </p:nvSpPr>
          <p:spPr bwMode="auto">
            <a:xfrm>
              <a:off x="2264" y="3834"/>
              <a:ext cx="187" cy="152"/>
            </a:xfrm>
            <a:prstGeom prst="ellipse">
              <a:avLst/>
            </a:prstGeom>
            <a:gradFill rotWithShape="0">
              <a:gsLst>
                <a:gs pos="0">
                  <a:srgbClr val="FFFFFF"/>
                </a:gs>
                <a:gs pos="100000">
                  <a:schemeClr val="accent1"/>
                </a:gs>
              </a:gsLst>
              <a:path path="shape">
                <a:fillToRect l="50000" t="50000" r="50000" b="50000"/>
              </a:path>
            </a:gradFill>
            <a:ln w="19050">
              <a:solidFill>
                <a:schemeClr val="tx1"/>
              </a:solidFill>
              <a:round/>
              <a:headEnd/>
              <a:tailEnd/>
            </a:ln>
            <a:effectLst/>
          </p:spPr>
          <p:txBody>
            <a:bodyPr wrap="none" anchor="ctr"/>
            <a:lstStyle/>
            <a:p>
              <a:endParaRPr kumimoji="0" lang="zh-CN" altLang="en-US" sz="1350" b="0">
                <a:solidFill>
                  <a:prstClr val="black"/>
                </a:solidFill>
                <a:latin typeface="Arial" charset="0"/>
                <a:ea typeface="宋体" charset="-122"/>
              </a:endParaRPr>
            </a:p>
          </p:txBody>
        </p:sp>
        <p:sp>
          <p:nvSpPr>
            <p:cNvPr id="20558" name="Text Box 306"/>
            <p:cNvSpPr txBox="1">
              <a:spLocks noChangeArrowheads="1"/>
            </p:cNvSpPr>
            <p:nvPr/>
          </p:nvSpPr>
          <p:spPr bwMode="auto">
            <a:xfrm>
              <a:off x="2221" y="3792"/>
              <a:ext cx="301" cy="252"/>
            </a:xfrm>
            <a:prstGeom prst="rect">
              <a:avLst/>
            </a:prstGeom>
            <a:noFill/>
            <a:ln w="9525">
              <a:noFill/>
              <a:miter lim="800000"/>
              <a:headEnd/>
              <a:tailEnd/>
            </a:ln>
            <a:effectLst/>
          </p:spPr>
          <p:txBody>
            <a:bodyPr wrap="none">
              <a:spAutoFit/>
            </a:bodyPr>
            <a:lstStyle/>
            <a:p>
              <a:pPr>
                <a:spcBef>
                  <a:spcPct val="50000"/>
                </a:spcBef>
              </a:pPr>
              <a:r>
                <a:rPr kumimoji="0" lang="en-US" altLang="zh-CN" sz="1350">
                  <a:solidFill>
                    <a:srgbClr val="FF0000"/>
                  </a:solidFill>
                  <a:ea typeface="宋体" charset="-122"/>
                </a:rPr>
                <a:t>×</a:t>
              </a:r>
              <a:endParaRPr kumimoji="0" lang="en-US" altLang="zh-CN" sz="1350">
                <a:solidFill>
                  <a:prstClr val="black"/>
                </a:solidFill>
                <a:ea typeface="宋体" charset="-122"/>
              </a:endParaRPr>
            </a:p>
          </p:txBody>
        </p:sp>
        <p:sp>
          <p:nvSpPr>
            <p:cNvPr id="20559" name="Oval 307"/>
            <p:cNvSpPr>
              <a:spLocks noChangeArrowheads="1"/>
            </p:cNvSpPr>
            <p:nvPr/>
          </p:nvSpPr>
          <p:spPr bwMode="auto">
            <a:xfrm>
              <a:off x="2079" y="3834"/>
              <a:ext cx="187" cy="152"/>
            </a:xfrm>
            <a:prstGeom prst="ellipse">
              <a:avLst/>
            </a:prstGeom>
            <a:gradFill rotWithShape="0">
              <a:gsLst>
                <a:gs pos="0">
                  <a:srgbClr val="FFFFFF"/>
                </a:gs>
                <a:gs pos="100000">
                  <a:schemeClr val="accent1"/>
                </a:gs>
              </a:gsLst>
              <a:path path="shape">
                <a:fillToRect l="50000" t="50000" r="50000" b="50000"/>
              </a:path>
            </a:gradFill>
            <a:ln w="19050">
              <a:solidFill>
                <a:schemeClr val="tx1"/>
              </a:solidFill>
              <a:round/>
              <a:headEnd/>
              <a:tailEnd/>
            </a:ln>
            <a:effectLst/>
          </p:spPr>
          <p:txBody>
            <a:bodyPr wrap="none" anchor="ctr"/>
            <a:lstStyle/>
            <a:p>
              <a:endParaRPr kumimoji="0" lang="zh-CN" altLang="en-US" sz="1350" b="0">
                <a:solidFill>
                  <a:prstClr val="black"/>
                </a:solidFill>
                <a:latin typeface="Arial" charset="0"/>
                <a:ea typeface="宋体" charset="-122"/>
              </a:endParaRPr>
            </a:p>
          </p:txBody>
        </p:sp>
        <p:sp>
          <p:nvSpPr>
            <p:cNvPr id="20560" name="Text Box 308"/>
            <p:cNvSpPr txBox="1">
              <a:spLocks noChangeArrowheads="1"/>
            </p:cNvSpPr>
            <p:nvPr/>
          </p:nvSpPr>
          <p:spPr bwMode="auto">
            <a:xfrm>
              <a:off x="2045" y="3793"/>
              <a:ext cx="301" cy="252"/>
            </a:xfrm>
            <a:prstGeom prst="rect">
              <a:avLst/>
            </a:prstGeom>
            <a:noFill/>
            <a:ln w="9525">
              <a:noFill/>
              <a:miter lim="800000"/>
              <a:headEnd/>
              <a:tailEnd/>
            </a:ln>
            <a:effectLst/>
          </p:spPr>
          <p:txBody>
            <a:bodyPr wrap="none">
              <a:spAutoFit/>
            </a:bodyPr>
            <a:lstStyle/>
            <a:p>
              <a:pPr>
                <a:spcBef>
                  <a:spcPct val="50000"/>
                </a:spcBef>
              </a:pPr>
              <a:r>
                <a:rPr kumimoji="0" lang="en-US" altLang="zh-CN" sz="1350">
                  <a:solidFill>
                    <a:srgbClr val="FF0000"/>
                  </a:solidFill>
                  <a:ea typeface="宋体" charset="-122"/>
                </a:rPr>
                <a:t>×</a:t>
              </a:r>
              <a:endParaRPr kumimoji="0" lang="en-US" altLang="zh-CN" sz="1350">
                <a:solidFill>
                  <a:prstClr val="black"/>
                </a:solidFill>
                <a:ea typeface="宋体" charset="-122"/>
              </a:endParaRPr>
            </a:p>
          </p:txBody>
        </p:sp>
        <p:sp>
          <p:nvSpPr>
            <p:cNvPr id="20561" name="Oval 309"/>
            <p:cNvSpPr>
              <a:spLocks noChangeArrowheads="1"/>
            </p:cNvSpPr>
            <p:nvPr/>
          </p:nvSpPr>
          <p:spPr bwMode="auto">
            <a:xfrm>
              <a:off x="2636" y="3834"/>
              <a:ext cx="187" cy="152"/>
            </a:xfrm>
            <a:prstGeom prst="ellipse">
              <a:avLst/>
            </a:prstGeom>
            <a:gradFill rotWithShape="0">
              <a:gsLst>
                <a:gs pos="0">
                  <a:srgbClr val="FFFFFF"/>
                </a:gs>
                <a:gs pos="100000">
                  <a:schemeClr val="accent1"/>
                </a:gs>
              </a:gsLst>
              <a:path path="shape">
                <a:fillToRect l="50000" t="50000" r="50000" b="50000"/>
              </a:path>
            </a:gradFill>
            <a:ln w="19050">
              <a:solidFill>
                <a:schemeClr val="tx1"/>
              </a:solidFill>
              <a:round/>
              <a:headEnd/>
              <a:tailEnd/>
            </a:ln>
            <a:effectLst/>
          </p:spPr>
          <p:txBody>
            <a:bodyPr wrap="none" anchor="ctr"/>
            <a:lstStyle/>
            <a:p>
              <a:endParaRPr kumimoji="0" lang="zh-CN" altLang="en-US" sz="1350" b="0">
                <a:solidFill>
                  <a:prstClr val="black"/>
                </a:solidFill>
                <a:latin typeface="Arial" charset="0"/>
                <a:ea typeface="宋体" charset="-122"/>
              </a:endParaRPr>
            </a:p>
          </p:txBody>
        </p:sp>
        <p:sp>
          <p:nvSpPr>
            <p:cNvPr id="20562" name="Text Box 310"/>
            <p:cNvSpPr txBox="1">
              <a:spLocks noChangeArrowheads="1"/>
            </p:cNvSpPr>
            <p:nvPr/>
          </p:nvSpPr>
          <p:spPr bwMode="auto">
            <a:xfrm>
              <a:off x="2602" y="3793"/>
              <a:ext cx="301" cy="252"/>
            </a:xfrm>
            <a:prstGeom prst="rect">
              <a:avLst/>
            </a:prstGeom>
            <a:noFill/>
            <a:ln w="9525">
              <a:noFill/>
              <a:miter lim="800000"/>
              <a:headEnd/>
              <a:tailEnd/>
            </a:ln>
            <a:effectLst/>
          </p:spPr>
          <p:txBody>
            <a:bodyPr wrap="none">
              <a:spAutoFit/>
            </a:bodyPr>
            <a:lstStyle/>
            <a:p>
              <a:pPr>
                <a:spcBef>
                  <a:spcPct val="50000"/>
                </a:spcBef>
              </a:pPr>
              <a:r>
                <a:rPr kumimoji="0" lang="en-US" altLang="zh-CN" sz="1350">
                  <a:solidFill>
                    <a:srgbClr val="FF0000"/>
                  </a:solidFill>
                  <a:ea typeface="宋体" charset="-122"/>
                </a:rPr>
                <a:t>×</a:t>
              </a:r>
              <a:endParaRPr kumimoji="0" lang="en-US" altLang="zh-CN" sz="1350">
                <a:solidFill>
                  <a:prstClr val="black"/>
                </a:solidFill>
                <a:ea typeface="宋体" charset="-122"/>
              </a:endParaRPr>
            </a:p>
          </p:txBody>
        </p:sp>
        <p:sp>
          <p:nvSpPr>
            <p:cNvPr id="20563" name="Oval 311"/>
            <p:cNvSpPr>
              <a:spLocks noChangeArrowheads="1"/>
            </p:cNvSpPr>
            <p:nvPr/>
          </p:nvSpPr>
          <p:spPr bwMode="auto">
            <a:xfrm>
              <a:off x="2821" y="3834"/>
              <a:ext cx="187" cy="152"/>
            </a:xfrm>
            <a:prstGeom prst="ellipse">
              <a:avLst/>
            </a:prstGeom>
            <a:gradFill rotWithShape="0">
              <a:gsLst>
                <a:gs pos="0">
                  <a:srgbClr val="FFFFFF"/>
                </a:gs>
                <a:gs pos="100000">
                  <a:schemeClr val="accent1"/>
                </a:gs>
              </a:gsLst>
              <a:path path="shape">
                <a:fillToRect l="50000" t="50000" r="50000" b="50000"/>
              </a:path>
            </a:gradFill>
            <a:ln w="19050">
              <a:solidFill>
                <a:schemeClr val="tx1"/>
              </a:solidFill>
              <a:round/>
              <a:headEnd/>
              <a:tailEnd/>
            </a:ln>
            <a:effectLst/>
          </p:spPr>
          <p:txBody>
            <a:bodyPr wrap="none" anchor="ctr"/>
            <a:lstStyle/>
            <a:p>
              <a:endParaRPr kumimoji="0" lang="zh-CN" altLang="en-US" sz="1350" b="0">
                <a:solidFill>
                  <a:prstClr val="black"/>
                </a:solidFill>
                <a:latin typeface="Arial" charset="0"/>
                <a:ea typeface="宋体" charset="-122"/>
              </a:endParaRPr>
            </a:p>
          </p:txBody>
        </p:sp>
        <p:sp>
          <p:nvSpPr>
            <p:cNvPr id="20564" name="Text Box 312"/>
            <p:cNvSpPr txBox="1">
              <a:spLocks noChangeArrowheads="1"/>
            </p:cNvSpPr>
            <p:nvPr/>
          </p:nvSpPr>
          <p:spPr bwMode="auto">
            <a:xfrm>
              <a:off x="2778" y="3793"/>
              <a:ext cx="301" cy="252"/>
            </a:xfrm>
            <a:prstGeom prst="rect">
              <a:avLst/>
            </a:prstGeom>
            <a:noFill/>
            <a:ln w="9525">
              <a:noFill/>
              <a:miter lim="800000"/>
              <a:headEnd/>
              <a:tailEnd/>
            </a:ln>
            <a:effectLst/>
          </p:spPr>
          <p:txBody>
            <a:bodyPr wrap="none">
              <a:spAutoFit/>
            </a:bodyPr>
            <a:lstStyle/>
            <a:p>
              <a:pPr>
                <a:spcBef>
                  <a:spcPct val="50000"/>
                </a:spcBef>
              </a:pPr>
              <a:r>
                <a:rPr kumimoji="0" lang="en-US" altLang="zh-CN" sz="1350">
                  <a:solidFill>
                    <a:srgbClr val="FF0000"/>
                  </a:solidFill>
                  <a:ea typeface="宋体" charset="-122"/>
                </a:rPr>
                <a:t>×</a:t>
              </a:r>
              <a:endParaRPr kumimoji="0" lang="en-US" altLang="zh-CN" sz="1350">
                <a:solidFill>
                  <a:prstClr val="black"/>
                </a:solidFill>
                <a:ea typeface="宋体" charset="-122"/>
              </a:endParaRPr>
            </a:p>
          </p:txBody>
        </p:sp>
        <p:sp>
          <p:nvSpPr>
            <p:cNvPr id="20565" name="Oval 313"/>
            <p:cNvSpPr>
              <a:spLocks noChangeArrowheads="1"/>
            </p:cNvSpPr>
            <p:nvPr/>
          </p:nvSpPr>
          <p:spPr bwMode="auto">
            <a:xfrm>
              <a:off x="3008" y="3834"/>
              <a:ext cx="185" cy="152"/>
            </a:xfrm>
            <a:prstGeom prst="ellipse">
              <a:avLst/>
            </a:prstGeom>
            <a:gradFill rotWithShape="0">
              <a:gsLst>
                <a:gs pos="0">
                  <a:srgbClr val="FFFFFF"/>
                </a:gs>
                <a:gs pos="100000">
                  <a:schemeClr val="accent1"/>
                </a:gs>
              </a:gsLst>
              <a:path path="shape">
                <a:fillToRect l="50000" t="50000" r="50000" b="50000"/>
              </a:path>
            </a:gradFill>
            <a:ln w="19050">
              <a:solidFill>
                <a:schemeClr val="tx1"/>
              </a:solidFill>
              <a:round/>
              <a:headEnd/>
              <a:tailEnd/>
            </a:ln>
            <a:effectLst/>
          </p:spPr>
          <p:txBody>
            <a:bodyPr wrap="none" anchor="ctr"/>
            <a:lstStyle/>
            <a:p>
              <a:endParaRPr kumimoji="0" lang="zh-CN" altLang="en-US" sz="1350" b="0">
                <a:solidFill>
                  <a:prstClr val="black"/>
                </a:solidFill>
                <a:latin typeface="Arial" charset="0"/>
                <a:ea typeface="宋体" charset="-122"/>
              </a:endParaRPr>
            </a:p>
          </p:txBody>
        </p:sp>
        <p:sp>
          <p:nvSpPr>
            <p:cNvPr id="20566" name="Text Box 314"/>
            <p:cNvSpPr txBox="1">
              <a:spLocks noChangeArrowheads="1"/>
            </p:cNvSpPr>
            <p:nvPr/>
          </p:nvSpPr>
          <p:spPr bwMode="auto">
            <a:xfrm>
              <a:off x="2974" y="3793"/>
              <a:ext cx="301" cy="252"/>
            </a:xfrm>
            <a:prstGeom prst="rect">
              <a:avLst/>
            </a:prstGeom>
            <a:noFill/>
            <a:ln w="9525">
              <a:noFill/>
              <a:miter lim="800000"/>
              <a:headEnd/>
              <a:tailEnd/>
            </a:ln>
            <a:effectLst/>
          </p:spPr>
          <p:txBody>
            <a:bodyPr wrap="none">
              <a:spAutoFit/>
            </a:bodyPr>
            <a:lstStyle/>
            <a:p>
              <a:pPr>
                <a:spcBef>
                  <a:spcPct val="50000"/>
                </a:spcBef>
              </a:pPr>
              <a:r>
                <a:rPr kumimoji="0" lang="en-US" altLang="zh-CN" sz="1350">
                  <a:solidFill>
                    <a:srgbClr val="FF0000"/>
                  </a:solidFill>
                  <a:ea typeface="宋体" charset="-122"/>
                </a:rPr>
                <a:t>×</a:t>
              </a:r>
              <a:endParaRPr kumimoji="0" lang="en-US" altLang="zh-CN" sz="1350">
                <a:solidFill>
                  <a:prstClr val="black"/>
                </a:solidFill>
                <a:ea typeface="宋体" charset="-122"/>
              </a:endParaRPr>
            </a:p>
          </p:txBody>
        </p:sp>
        <p:sp>
          <p:nvSpPr>
            <p:cNvPr id="20567" name="Oval 315"/>
            <p:cNvSpPr>
              <a:spLocks noChangeArrowheads="1"/>
            </p:cNvSpPr>
            <p:nvPr/>
          </p:nvSpPr>
          <p:spPr bwMode="auto">
            <a:xfrm>
              <a:off x="3193" y="3834"/>
              <a:ext cx="187" cy="152"/>
            </a:xfrm>
            <a:prstGeom prst="ellipse">
              <a:avLst/>
            </a:prstGeom>
            <a:gradFill rotWithShape="0">
              <a:gsLst>
                <a:gs pos="0">
                  <a:srgbClr val="FFFFFF"/>
                </a:gs>
                <a:gs pos="100000">
                  <a:schemeClr val="accent1"/>
                </a:gs>
              </a:gsLst>
              <a:path path="shape">
                <a:fillToRect l="50000" t="50000" r="50000" b="50000"/>
              </a:path>
            </a:gradFill>
            <a:ln w="19050">
              <a:solidFill>
                <a:schemeClr val="tx1"/>
              </a:solidFill>
              <a:round/>
              <a:headEnd/>
              <a:tailEnd/>
            </a:ln>
            <a:effectLst/>
          </p:spPr>
          <p:txBody>
            <a:bodyPr wrap="none" anchor="ctr"/>
            <a:lstStyle/>
            <a:p>
              <a:endParaRPr kumimoji="0" lang="zh-CN" altLang="en-US" sz="1350" b="0">
                <a:solidFill>
                  <a:prstClr val="black"/>
                </a:solidFill>
                <a:latin typeface="Arial" charset="0"/>
                <a:ea typeface="宋体" charset="-122"/>
              </a:endParaRPr>
            </a:p>
          </p:txBody>
        </p:sp>
        <p:sp>
          <p:nvSpPr>
            <p:cNvPr id="20568" name="Text Box 316"/>
            <p:cNvSpPr txBox="1">
              <a:spLocks noChangeArrowheads="1"/>
            </p:cNvSpPr>
            <p:nvPr/>
          </p:nvSpPr>
          <p:spPr bwMode="auto">
            <a:xfrm>
              <a:off x="3159" y="3793"/>
              <a:ext cx="301" cy="252"/>
            </a:xfrm>
            <a:prstGeom prst="rect">
              <a:avLst/>
            </a:prstGeom>
            <a:noFill/>
            <a:ln w="9525">
              <a:noFill/>
              <a:miter lim="800000"/>
              <a:headEnd/>
              <a:tailEnd/>
            </a:ln>
            <a:effectLst/>
          </p:spPr>
          <p:txBody>
            <a:bodyPr wrap="none">
              <a:spAutoFit/>
            </a:bodyPr>
            <a:lstStyle/>
            <a:p>
              <a:pPr>
                <a:spcBef>
                  <a:spcPct val="50000"/>
                </a:spcBef>
              </a:pPr>
              <a:r>
                <a:rPr kumimoji="0" lang="en-US" altLang="zh-CN" sz="1350">
                  <a:solidFill>
                    <a:srgbClr val="FF0000"/>
                  </a:solidFill>
                  <a:ea typeface="宋体" charset="-122"/>
                </a:rPr>
                <a:t>×</a:t>
              </a:r>
              <a:endParaRPr kumimoji="0" lang="en-US" altLang="zh-CN" sz="1350">
                <a:solidFill>
                  <a:prstClr val="black"/>
                </a:solidFill>
                <a:ea typeface="宋体" charset="-122"/>
              </a:endParaRPr>
            </a:p>
          </p:txBody>
        </p:sp>
        <p:sp>
          <p:nvSpPr>
            <p:cNvPr id="20569" name="Oval 317"/>
            <p:cNvSpPr>
              <a:spLocks noChangeArrowheads="1"/>
            </p:cNvSpPr>
            <p:nvPr/>
          </p:nvSpPr>
          <p:spPr bwMode="auto">
            <a:xfrm>
              <a:off x="3378" y="3834"/>
              <a:ext cx="187" cy="152"/>
            </a:xfrm>
            <a:prstGeom prst="ellipse">
              <a:avLst/>
            </a:prstGeom>
            <a:gradFill rotWithShape="0">
              <a:gsLst>
                <a:gs pos="0">
                  <a:srgbClr val="FFFFFF"/>
                </a:gs>
                <a:gs pos="100000">
                  <a:schemeClr val="accent1"/>
                </a:gs>
              </a:gsLst>
              <a:path path="shape">
                <a:fillToRect l="50000" t="50000" r="50000" b="50000"/>
              </a:path>
            </a:gradFill>
            <a:ln w="19050">
              <a:solidFill>
                <a:schemeClr val="tx1"/>
              </a:solidFill>
              <a:round/>
              <a:headEnd/>
              <a:tailEnd/>
            </a:ln>
            <a:effectLst/>
          </p:spPr>
          <p:txBody>
            <a:bodyPr wrap="none" anchor="ctr"/>
            <a:lstStyle/>
            <a:p>
              <a:endParaRPr kumimoji="0" lang="zh-CN" altLang="en-US" sz="1350" b="0">
                <a:solidFill>
                  <a:prstClr val="black"/>
                </a:solidFill>
                <a:latin typeface="Arial" charset="0"/>
                <a:ea typeface="宋体" charset="-122"/>
              </a:endParaRPr>
            </a:p>
          </p:txBody>
        </p:sp>
        <p:sp>
          <p:nvSpPr>
            <p:cNvPr id="20570" name="Text Box 318"/>
            <p:cNvSpPr txBox="1">
              <a:spLocks noChangeArrowheads="1"/>
            </p:cNvSpPr>
            <p:nvPr/>
          </p:nvSpPr>
          <p:spPr bwMode="auto">
            <a:xfrm>
              <a:off x="3335" y="3793"/>
              <a:ext cx="301" cy="252"/>
            </a:xfrm>
            <a:prstGeom prst="rect">
              <a:avLst/>
            </a:prstGeom>
            <a:noFill/>
            <a:ln w="9525">
              <a:noFill/>
              <a:miter lim="800000"/>
              <a:headEnd/>
              <a:tailEnd/>
            </a:ln>
            <a:effectLst/>
          </p:spPr>
          <p:txBody>
            <a:bodyPr wrap="none">
              <a:spAutoFit/>
            </a:bodyPr>
            <a:lstStyle/>
            <a:p>
              <a:pPr>
                <a:spcBef>
                  <a:spcPct val="50000"/>
                </a:spcBef>
              </a:pPr>
              <a:r>
                <a:rPr kumimoji="0" lang="en-US" altLang="zh-CN" sz="1350">
                  <a:solidFill>
                    <a:srgbClr val="FF0000"/>
                  </a:solidFill>
                  <a:ea typeface="宋体" charset="-122"/>
                </a:rPr>
                <a:t>×</a:t>
              </a:r>
              <a:endParaRPr kumimoji="0" lang="en-US" altLang="zh-CN" sz="1350">
                <a:solidFill>
                  <a:prstClr val="black"/>
                </a:solidFill>
                <a:ea typeface="宋体" charset="-122"/>
              </a:endParaRPr>
            </a:p>
          </p:txBody>
        </p:sp>
        <p:sp>
          <p:nvSpPr>
            <p:cNvPr id="20571" name="Oval 319"/>
            <p:cNvSpPr>
              <a:spLocks noChangeArrowheads="1"/>
            </p:cNvSpPr>
            <p:nvPr/>
          </p:nvSpPr>
          <p:spPr bwMode="auto">
            <a:xfrm>
              <a:off x="3565" y="3834"/>
              <a:ext cx="185" cy="152"/>
            </a:xfrm>
            <a:prstGeom prst="ellipse">
              <a:avLst/>
            </a:prstGeom>
            <a:gradFill rotWithShape="0">
              <a:gsLst>
                <a:gs pos="0">
                  <a:srgbClr val="FFFFFF"/>
                </a:gs>
                <a:gs pos="100000">
                  <a:schemeClr val="accent1"/>
                </a:gs>
              </a:gsLst>
              <a:path path="shape">
                <a:fillToRect l="50000" t="50000" r="50000" b="50000"/>
              </a:path>
            </a:gradFill>
            <a:ln w="19050">
              <a:solidFill>
                <a:schemeClr val="tx1"/>
              </a:solidFill>
              <a:round/>
              <a:headEnd/>
              <a:tailEnd/>
            </a:ln>
            <a:effectLst/>
          </p:spPr>
          <p:txBody>
            <a:bodyPr wrap="none" anchor="ctr"/>
            <a:lstStyle/>
            <a:p>
              <a:endParaRPr kumimoji="0" lang="zh-CN" altLang="en-US" sz="1350" b="0">
                <a:solidFill>
                  <a:prstClr val="black"/>
                </a:solidFill>
                <a:latin typeface="Arial" charset="0"/>
                <a:ea typeface="宋体" charset="-122"/>
              </a:endParaRPr>
            </a:p>
          </p:txBody>
        </p:sp>
        <p:sp>
          <p:nvSpPr>
            <p:cNvPr id="20572" name="Text Box 320"/>
            <p:cNvSpPr txBox="1">
              <a:spLocks noChangeArrowheads="1"/>
            </p:cNvSpPr>
            <p:nvPr/>
          </p:nvSpPr>
          <p:spPr bwMode="auto">
            <a:xfrm>
              <a:off x="3522" y="3793"/>
              <a:ext cx="301" cy="252"/>
            </a:xfrm>
            <a:prstGeom prst="rect">
              <a:avLst/>
            </a:prstGeom>
            <a:noFill/>
            <a:ln w="9525">
              <a:noFill/>
              <a:miter lim="800000"/>
              <a:headEnd/>
              <a:tailEnd/>
            </a:ln>
            <a:effectLst/>
          </p:spPr>
          <p:txBody>
            <a:bodyPr wrap="none">
              <a:spAutoFit/>
            </a:bodyPr>
            <a:lstStyle/>
            <a:p>
              <a:pPr>
                <a:spcBef>
                  <a:spcPct val="50000"/>
                </a:spcBef>
              </a:pPr>
              <a:r>
                <a:rPr kumimoji="0" lang="en-US" altLang="zh-CN" sz="1350">
                  <a:solidFill>
                    <a:srgbClr val="FF0000"/>
                  </a:solidFill>
                  <a:ea typeface="宋体" charset="-122"/>
                </a:rPr>
                <a:t>×</a:t>
              </a:r>
              <a:endParaRPr kumimoji="0" lang="en-US" altLang="zh-CN" sz="1350">
                <a:solidFill>
                  <a:prstClr val="black"/>
                </a:solidFill>
                <a:ea typeface="宋体" charset="-122"/>
              </a:endParaRPr>
            </a:p>
          </p:txBody>
        </p:sp>
        <p:sp>
          <p:nvSpPr>
            <p:cNvPr id="20573" name="Oval 321"/>
            <p:cNvSpPr>
              <a:spLocks noChangeArrowheads="1"/>
            </p:cNvSpPr>
            <p:nvPr/>
          </p:nvSpPr>
          <p:spPr bwMode="auto">
            <a:xfrm>
              <a:off x="3737" y="3834"/>
              <a:ext cx="187" cy="152"/>
            </a:xfrm>
            <a:prstGeom prst="ellipse">
              <a:avLst/>
            </a:prstGeom>
            <a:gradFill rotWithShape="0">
              <a:gsLst>
                <a:gs pos="0">
                  <a:srgbClr val="FFFFFF"/>
                </a:gs>
                <a:gs pos="100000">
                  <a:schemeClr val="accent1"/>
                </a:gs>
              </a:gsLst>
              <a:path path="shape">
                <a:fillToRect l="50000" t="50000" r="50000" b="50000"/>
              </a:path>
            </a:gradFill>
            <a:ln w="19050">
              <a:solidFill>
                <a:schemeClr val="tx1"/>
              </a:solidFill>
              <a:round/>
              <a:headEnd/>
              <a:tailEnd/>
            </a:ln>
            <a:effectLst/>
          </p:spPr>
          <p:txBody>
            <a:bodyPr wrap="none" anchor="ctr"/>
            <a:lstStyle/>
            <a:p>
              <a:endParaRPr kumimoji="0" lang="zh-CN" altLang="en-US" sz="1350" b="0">
                <a:solidFill>
                  <a:prstClr val="black"/>
                </a:solidFill>
                <a:latin typeface="Arial" charset="0"/>
                <a:ea typeface="宋体" charset="-122"/>
              </a:endParaRPr>
            </a:p>
          </p:txBody>
        </p:sp>
        <p:sp>
          <p:nvSpPr>
            <p:cNvPr id="20574" name="Text Box 322"/>
            <p:cNvSpPr txBox="1">
              <a:spLocks noChangeArrowheads="1"/>
            </p:cNvSpPr>
            <p:nvPr/>
          </p:nvSpPr>
          <p:spPr bwMode="auto">
            <a:xfrm>
              <a:off x="3694" y="3793"/>
              <a:ext cx="301" cy="252"/>
            </a:xfrm>
            <a:prstGeom prst="rect">
              <a:avLst/>
            </a:prstGeom>
            <a:noFill/>
            <a:ln w="9525">
              <a:noFill/>
              <a:miter lim="800000"/>
              <a:headEnd/>
              <a:tailEnd/>
            </a:ln>
            <a:effectLst/>
          </p:spPr>
          <p:txBody>
            <a:bodyPr wrap="none">
              <a:spAutoFit/>
            </a:bodyPr>
            <a:lstStyle/>
            <a:p>
              <a:pPr>
                <a:spcBef>
                  <a:spcPct val="50000"/>
                </a:spcBef>
              </a:pPr>
              <a:r>
                <a:rPr kumimoji="0" lang="en-US" altLang="zh-CN" sz="1350">
                  <a:solidFill>
                    <a:srgbClr val="FF0000"/>
                  </a:solidFill>
                  <a:ea typeface="宋体" charset="-122"/>
                </a:rPr>
                <a:t>×</a:t>
              </a:r>
              <a:endParaRPr kumimoji="0" lang="en-US" altLang="zh-CN" sz="1350">
                <a:solidFill>
                  <a:prstClr val="black"/>
                </a:solidFill>
                <a:ea typeface="宋体" charset="-122"/>
              </a:endParaRPr>
            </a:p>
          </p:txBody>
        </p:sp>
        <p:sp>
          <p:nvSpPr>
            <p:cNvPr id="20575" name="Oval 323"/>
            <p:cNvSpPr>
              <a:spLocks noChangeArrowheads="1"/>
            </p:cNvSpPr>
            <p:nvPr/>
          </p:nvSpPr>
          <p:spPr bwMode="auto">
            <a:xfrm>
              <a:off x="3933" y="3834"/>
              <a:ext cx="187" cy="152"/>
            </a:xfrm>
            <a:prstGeom prst="ellipse">
              <a:avLst/>
            </a:prstGeom>
            <a:gradFill rotWithShape="0">
              <a:gsLst>
                <a:gs pos="0">
                  <a:srgbClr val="FFFFFF"/>
                </a:gs>
                <a:gs pos="100000">
                  <a:schemeClr val="accent1"/>
                </a:gs>
              </a:gsLst>
              <a:path path="shape">
                <a:fillToRect l="50000" t="50000" r="50000" b="50000"/>
              </a:path>
            </a:gradFill>
            <a:ln w="19050">
              <a:solidFill>
                <a:schemeClr val="tx1"/>
              </a:solidFill>
              <a:round/>
              <a:headEnd/>
              <a:tailEnd/>
            </a:ln>
            <a:effectLst/>
          </p:spPr>
          <p:txBody>
            <a:bodyPr wrap="none" anchor="ctr"/>
            <a:lstStyle/>
            <a:p>
              <a:endParaRPr kumimoji="0" lang="zh-CN" altLang="en-US" sz="1350" b="0">
                <a:solidFill>
                  <a:prstClr val="black"/>
                </a:solidFill>
                <a:latin typeface="Arial" charset="0"/>
                <a:ea typeface="宋体" charset="-122"/>
              </a:endParaRPr>
            </a:p>
          </p:txBody>
        </p:sp>
        <p:sp>
          <p:nvSpPr>
            <p:cNvPr id="20576" name="Text Box 324"/>
            <p:cNvSpPr txBox="1">
              <a:spLocks noChangeArrowheads="1"/>
            </p:cNvSpPr>
            <p:nvPr/>
          </p:nvSpPr>
          <p:spPr bwMode="auto">
            <a:xfrm>
              <a:off x="3899" y="3793"/>
              <a:ext cx="301" cy="252"/>
            </a:xfrm>
            <a:prstGeom prst="rect">
              <a:avLst/>
            </a:prstGeom>
            <a:noFill/>
            <a:ln w="9525">
              <a:noFill/>
              <a:miter lim="800000"/>
              <a:headEnd/>
              <a:tailEnd/>
            </a:ln>
            <a:effectLst/>
          </p:spPr>
          <p:txBody>
            <a:bodyPr wrap="none">
              <a:spAutoFit/>
            </a:bodyPr>
            <a:lstStyle/>
            <a:p>
              <a:pPr>
                <a:spcBef>
                  <a:spcPct val="50000"/>
                </a:spcBef>
              </a:pPr>
              <a:r>
                <a:rPr kumimoji="0" lang="en-US" altLang="zh-CN" sz="1350">
                  <a:solidFill>
                    <a:srgbClr val="FF0000"/>
                  </a:solidFill>
                  <a:ea typeface="宋体" charset="-122"/>
                </a:rPr>
                <a:t>×</a:t>
              </a:r>
              <a:endParaRPr kumimoji="0" lang="en-US" altLang="zh-CN" sz="1350">
                <a:solidFill>
                  <a:prstClr val="black"/>
                </a:solidFill>
                <a:ea typeface="宋体" charset="-122"/>
              </a:endParaRPr>
            </a:p>
          </p:txBody>
        </p:sp>
      </p:grpSp>
      <p:sp>
        <p:nvSpPr>
          <p:cNvPr id="20495" name="Rectangle 326"/>
          <p:cNvSpPr>
            <a:spLocks noChangeArrowheads="1"/>
          </p:cNvSpPr>
          <p:nvPr/>
        </p:nvSpPr>
        <p:spPr bwMode="auto">
          <a:xfrm>
            <a:off x="2924175" y="3329940"/>
            <a:ext cx="3143250" cy="228600"/>
          </a:xfrm>
          <a:prstGeom prst="rect">
            <a:avLst/>
          </a:prstGeom>
          <a:noFill/>
          <a:ln w="12700">
            <a:solidFill>
              <a:schemeClr val="tx1"/>
            </a:solidFill>
            <a:miter lim="800000"/>
            <a:headEnd/>
            <a:tailEnd/>
          </a:ln>
          <a:effectLst/>
        </p:spPr>
        <p:txBody>
          <a:bodyPr wrap="none" anchor="ctr"/>
          <a:lstStyle/>
          <a:p>
            <a:endParaRPr kumimoji="0" lang="zh-CN" altLang="en-US" sz="1350" b="0">
              <a:solidFill>
                <a:prstClr val="black"/>
              </a:solidFill>
              <a:latin typeface="Arial" charset="0"/>
              <a:ea typeface="宋体" charset="-122"/>
            </a:endParaRPr>
          </a:p>
        </p:txBody>
      </p:sp>
      <p:sp>
        <p:nvSpPr>
          <p:cNvPr id="20496" name="Rectangle 327"/>
          <p:cNvSpPr>
            <a:spLocks noChangeArrowheads="1"/>
          </p:cNvSpPr>
          <p:nvPr/>
        </p:nvSpPr>
        <p:spPr bwMode="auto">
          <a:xfrm>
            <a:off x="2914650" y="4301490"/>
            <a:ext cx="3143250" cy="228600"/>
          </a:xfrm>
          <a:prstGeom prst="rect">
            <a:avLst/>
          </a:prstGeom>
          <a:noFill/>
          <a:ln w="12700">
            <a:solidFill>
              <a:schemeClr val="tx1"/>
            </a:solidFill>
            <a:miter lim="800000"/>
            <a:headEnd/>
            <a:tailEnd/>
          </a:ln>
          <a:effectLst/>
        </p:spPr>
        <p:txBody>
          <a:bodyPr wrap="none" anchor="ctr"/>
          <a:lstStyle/>
          <a:p>
            <a:endParaRPr kumimoji="0" lang="zh-CN" altLang="en-US" sz="1350" b="0">
              <a:solidFill>
                <a:prstClr val="black"/>
              </a:solidFill>
              <a:latin typeface="Arial" charset="0"/>
              <a:ea typeface="宋体" charset="-122"/>
            </a:endParaRPr>
          </a:p>
        </p:txBody>
      </p:sp>
      <p:sp>
        <p:nvSpPr>
          <p:cNvPr id="20497" name="Line 328"/>
          <p:cNvSpPr>
            <a:spLocks noChangeShapeType="1"/>
          </p:cNvSpPr>
          <p:nvPr/>
        </p:nvSpPr>
        <p:spPr bwMode="auto">
          <a:xfrm>
            <a:off x="2914650" y="3501390"/>
            <a:ext cx="0" cy="857250"/>
          </a:xfrm>
          <a:prstGeom prst="line">
            <a:avLst/>
          </a:prstGeom>
          <a:noFill/>
          <a:ln w="9525">
            <a:solidFill>
              <a:schemeClr val="tx1"/>
            </a:solidFill>
            <a:prstDash val="dash"/>
            <a:round/>
            <a:headEnd/>
            <a:tailEnd/>
          </a:ln>
          <a:effectLst/>
        </p:spPr>
        <p:txBody>
          <a:bodyPr/>
          <a:lstStyle/>
          <a:p>
            <a:pPr eaLnBrk="0" hangingPunct="0"/>
            <a:endParaRPr kumimoji="0" lang="zh-CN" altLang="en-US" sz="1350" b="0">
              <a:solidFill>
                <a:prstClr val="black"/>
              </a:solidFill>
              <a:latin typeface="Arial" charset="0"/>
              <a:ea typeface="宋体" charset="-122"/>
            </a:endParaRPr>
          </a:p>
        </p:txBody>
      </p:sp>
      <p:sp>
        <p:nvSpPr>
          <p:cNvPr id="20498" name="Line 329"/>
          <p:cNvSpPr>
            <a:spLocks noChangeShapeType="1"/>
          </p:cNvSpPr>
          <p:nvPr/>
        </p:nvSpPr>
        <p:spPr bwMode="auto">
          <a:xfrm>
            <a:off x="6057900" y="3558540"/>
            <a:ext cx="0" cy="857250"/>
          </a:xfrm>
          <a:prstGeom prst="line">
            <a:avLst/>
          </a:prstGeom>
          <a:noFill/>
          <a:ln w="9525">
            <a:solidFill>
              <a:schemeClr val="tx1"/>
            </a:solidFill>
            <a:prstDash val="dash"/>
            <a:round/>
            <a:headEnd/>
            <a:tailEnd/>
          </a:ln>
          <a:effectLst/>
        </p:spPr>
        <p:txBody>
          <a:bodyPr/>
          <a:lstStyle/>
          <a:p>
            <a:pPr eaLnBrk="0" hangingPunct="0"/>
            <a:endParaRPr kumimoji="0" lang="zh-CN" altLang="en-US" sz="1350" b="0">
              <a:solidFill>
                <a:prstClr val="black"/>
              </a:solidFill>
              <a:latin typeface="Arial" charset="0"/>
              <a:ea typeface="宋体" charset="-122"/>
            </a:endParaRPr>
          </a:p>
        </p:txBody>
      </p:sp>
      <p:grpSp>
        <p:nvGrpSpPr>
          <p:cNvPr id="3" name="Group 330"/>
          <p:cNvGrpSpPr>
            <a:grpSpLocks/>
          </p:cNvGrpSpPr>
          <p:nvPr/>
        </p:nvGrpSpPr>
        <p:grpSpPr bwMode="auto">
          <a:xfrm>
            <a:off x="2933700" y="3359706"/>
            <a:ext cx="3121819" cy="179784"/>
            <a:chOff x="1152" y="288"/>
            <a:chExt cx="2622" cy="151"/>
          </a:xfrm>
        </p:grpSpPr>
        <p:sp>
          <p:nvSpPr>
            <p:cNvPr id="20520" name="Oval 331"/>
            <p:cNvSpPr>
              <a:spLocks noChangeArrowheads="1"/>
            </p:cNvSpPr>
            <p:nvPr/>
          </p:nvSpPr>
          <p:spPr bwMode="auto">
            <a:xfrm>
              <a:off x="1152" y="288"/>
              <a:ext cx="185" cy="151"/>
            </a:xfrm>
            <a:prstGeom prst="ellipse">
              <a:avLst/>
            </a:prstGeom>
            <a:gradFill rotWithShape="0">
              <a:gsLst>
                <a:gs pos="0">
                  <a:srgbClr val="FFFFFF"/>
                </a:gs>
                <a:gs pos="100000">
                  <a:schemeClr val="accent1"/>
                </a:gs>
              </a:gsLst>
              <a:path path="shape">
                <a:fillToRect l="50000" t="50000" r="50000" b="50000"/>
              </a:path>
            </a:gradFill>
            <a:ln w="19050">
              <a:solidFill>
                <a:schemeClr val="tx1"/>
              </a:solidFill>
              <a:round/>
              <a:headEnd/>
              <a:tailEnd/>
            </a:ln>
            <a:effectLst/>
          </p:spPr>
          <p:txBody>
            <a:bodyPr wrap="none" anchor="ctr"/>
            <a:lstStyle/>
            <a:p>
              <a:endParaRPr kumimoji="0" lang="zh-CN" altLang="en-US" sz="1350" b="0">
                <a:solidFill>
                  <a:prstClr val="black"/>
                </a:solidFill>
                <a:latin typeface="Arial" charset="0"/>
                <a:ea typeface="宋体" charset="-122"/>
              </a:endParaRPr>
            </a:p>
          </p:txBody>
        </p:sp>
        <p:sp>
          <p:nvSpPr>
            <p:cNvPr id="20521" name="Oval 332"/>
            <p:cNvSpPr>
              <a:spLocks noChangeArrowheads="1"/>
            </p:cNvSpPr>
            <p:nvPr/>
          </p:nvSpPr>
          <p:spPr bwMode="auto">
            <a:xfrm>
              <a:off x="1214" y="338"/>
              <a:ext cx="62" cy="51"/>
            </a:xfrm>
            <a:prstGeom prst="ellipse">
              <a:avLst/>
            </a:prstGeom>
            <a:solidFill>
              <a:srgbClr val="FF0000"/>
            </a:solidFill>
            <a:ln w="19050">
              <a:solidFill>
                <a:schemeClr val="tx1"/>
              </a:solidFill>
              <a:round/>
              <a:headEnd/>
              <a:tailEnd/>
            </a:ln>
            <a:effectLst/>
          </p:spPr>
          <p:txBody>
            <a:bodyPr wrap="none" anchor="ctr"/>
            <a:lstStyle/>
            <a:p>
              <a:endParaRPr kumimoji="0" lang="zh-CN" altLang="en-US" sz="1350" b="0">
                <a:solidFill>
                  <a:prstClr val="black"/>
                </a:solidFill>
                <a:latin typeface="Arial" charset="0"/>
                <a:ea typeface="宋体" charset="-122"/>
              </a:endParaRPr>
            </a:p>
          </p:txBody>
        </p:sp>
        <p:sp>
          <p:nvSpPr>
            <p:cNvPr id="20522" name="Oval 333"/>
            <p:cNvSpPr>
              <a:spLocks noChangeArrowheads="1"/>
            </p:cNvSpPr>
            <p:nvPr/>
          </p:nvSpPr>
          <p:spPr bwMode="auto">
            <a:xfrm>
              <a:off x="1337" y="288"/>
              <a:ext cx="187" cy="151"/>
            </a:xfrm>
            <a:prstGeom prst="ellipse">
              <a:avLst/>
            </a:prstGeom>
            <a:gradFill rotWithShape="0">
              <a:gsLst>
                <a:gs pos="0">
                  <a:srgbClr val="FFFFFF"/>
                </a:gs>
                <a:gs pos="100000">
                  <a:schemeClr val="accent1"/>
                </a:gs>
              </a:gsLst>
              <a:path path="shape">
                <a:fillToRect l="50000" t="50000" r="50000" b="50000"/>
              </a:path>
            </a:gradFill>
            <a:ln w="19050">
              <a:solidFill>
                <a:schemeClr val="tx1"/>
              </a:solidFill>
              <a:round/>
              <a:headEnd/>
              <a:tailEnd/>
            </a:ln>
            <a:effectLst/>
          </p:spPr>
          <p:txBody>
            <a:bodyPr wrap="none" anchor="ctr"/>
            <a:lstStyle/>
            <a:p>
              <a:endParaRPr kumimoji="0" lang="zh-CN" altLang="en-US" sz="1350" b="0">
                <a:solidFill>
                  <a:prstClr val="black"/>
                </a:solidFill>
                <a:latin typeface="Arial" charset="0"/>
                <a:ea typeface="宋体" charset="-122"/>
              </a:endParaRPr>
            </a:p>
          </p:txBody>
        </p:sp>
        <p:sp>
          <p:nvSpPr>
            <p:cNvPr id="20523" name="Oval 334"/>
            <p:cNvSpPr>
              <a:spLocks noChangeArrowheads="1"/>
            </p:cNvSpPr>
            <p:nvPr/>
          </p:nvSpPr>
          <p:spPr bwMode="auto">
            <a:xfrm>
              <a:off x="1399" y="338"/>
              <a:ext cx="64" cy="51"/>
            </a:xfrm>
            <a:prstGeom prst="ellipse">
              <a:avLst/>
            </a:prstGeom>
            <a:solidFill>
              <a:srgbClr val="FF0000"/>
            </a:solidFill>
            <a:ln w="19050">
              <a:solidFill>
                <a:schemeClr val="tx1"/>
              </a:solidFill>
              <a:round/>
              <a:headEnd/>
              <a:tailEnd/>
            </a:ln>
            <a:effectLst/>
          </p:spPr>
          <p:txBody>
            <a:bodyPr wrap="none" anchor="ctr"/>
            <a:lstStyle/>
            <a:p>
              <a:endParaRPr kumimoji="0" lang="zh-CN" altLang="en-US" sz="1350" b="0">
                <a:solidFill>
                  <a:prstClr val="black"/>
                </a:solidFill>
                <a:latin typeface="Arial" charset="0"/>
                <a:ea typeface="宋体" charset="-122"/>
              </a:endParaRPr>
            </a:p>
          </p:txBody>
        </p:sp>
        <p:sp>
          <p:nvSpPr>
            <p:cNvPr id="20524" name="Oval 335"/>
            <p:cNvSpPr>
              <a:spLocks noChangeArrowheads="1"/>
            </p:cNvSpPr>
            <p:nvPr/>
          </p:nvSpPr>
          <p:spPr bwMode="auto">
            <a:xfrm>
              <a:off x="1709" y="288"/>
              <a:ext cx="185" cy="151"/>
            </a:xfrm>
            <a:prstGeom prst="ellipse">
              <a:avLst/>
            </a:prstGeom>
            <a:gradFill rotWithShape="0">
              <a:gsLst>
                <a:gs pos="0">
                  <a:srgbClr val="FFFFFF"/>
                </a:gs>
                <a:gs pos="100000">
                  <a:schemeClr val="accent1"/>
                </a:gs>
              </a:gsLst>
              <a:path path="shape">
                <a:fillToRect l="50000" t="50000" r="50000" b="50000"/>
              </a:path>
            </a:gradFill>
            <a:ln w="19050">
              <a:solidFill>
                <a:schemeClr val="tx1"/>
              </a:solidFill>
              <a:round/>
              <a:headEnd/>
              <a:tailEnd/>
            </a:ln>
            <a:effectLst/>
          </p:spPr>
          <p:txBody>
            <a:bodyPr wrap="none" anchor="ctr"/>
            <a:lstStyle/>
            <a:p>
              <a:endParaRPr kumimoji="0" lang="zh-CN" altLang="en-US" sz="1350" b="0">
                <a:solidFill>
                  <a:prstClr val="black"/>
                </a:solidFill>
                <a:latin typeface="Arial" charset="0"/>
                <a:ea typeface="宋体" charset="-122"/>
              </a:endParaRPr>
            </a:p>
          </p:txBody>
        </p:sp>
        <p:sp>
          <p:nvSpPr>
            <p:cNvPr id="20525" name="Oval 336"/>
            <p:cNvSpPr>
              <a:spLocks noChangeArrowheads="1"/>
            </p:cNvSpPr>
            <p:nvPr/>
          </p:nvSpPr>
          <p:spPr bwMode="auto">
            <a:xfrm>
              <a:off x="1771" y="338"/>
              <a:ext cx="62" cy="51"/>
            </a:xfrm>
            <a:prstGeom prst="ellipse">
              <a:avLst/>
            </a:prstGeom>
            <a:solidFill>
              <a:srgbClr val="FF0000"/>
            </a:solidFill>
            <a:ln w="19050">
              <a:solidFill>
                <a:schemeClr val="tx1"/>
              </a:solidFill>
              <a:round/>
              <a:headEnd/>
              <a:tailEnd/>
            </a:ln>
            <a:effectLst/>
          </p:spPr>
          <p:txBody>
            <a:bodyPr wrap="none" anchor="ctr"/>
            <a:lstStyle/>
            <a:p>
              <a:endParaRPr kumimoji="0" lang="zh-CN" altLang="en-US" sz="1350" b="0">
                <a:solidFill>
                  <a:prstClr val="black"/>
                </a:solidFill>
                <a:latin typeface="Arial" charset="0"/>
                <a:ea typeface="宋体" charset="-122"/>
              </a:endParaRPr>
            </a:p>
          </p:txBody>
        </p:sp>
        <p:sp>
          <p:nvSpPr>
            <p:cNvPr id="20526" name="Oval 337"/>
            <p:cNvSpPr>
              <a:spLocks noChangeArrowheads="1"/>
            </p:cNvSpPr>
            <p:nvPr/>
          </p:nvSpPr>
          <p:spPr bwMode="auto">
            <a:xfrm>
              <a:off x="1524" y="288"/>
              <a:ext cx="185" cy="151"/>
            </a:xfrm>
            <a:prstGeom prst="ellipse">
              <a:avLst/>
            </a:prstGeom>
            <a:gradFill rotWithShape="0">
              <a:gsLst>
                <a:gs pos="0">
                  <a:srgbClr val="FFFFFF"/>
                </a:gs>
                <a:gs pos="100000">
                  <a:schemeClr val="accent1"/>
                </a:gs>
              </a:gsLst>
              <a:path path="shape">
                <a:fillToRect l="50000" t="50000" r="50000" b="50000"/>
              </a:path>
            </a:gradFill>
            <a:ln w="19050">
              <a:solidFill>
                <a:schemeClr val="tx1"/>
              </a:solidFill>
              <a:round/>
              <a:headEnd/>
              <a:tailEnd/>
            </a:ln>
            <a:effectLst/>
          </p:spPr>
          <p:txBody>
            <a:bodyPr wrap="none" anchor="ctr"/>
            <a:lstStyle/>
            <a:p>
              <a:endParaRPr kumimoji="0" lang="zh-CN" altLang="en-US" sz="1350" b="0">
                <a:solidFill>
                  <a:prstClr val="black"/>
                </a:solidFill>
                <a:latin typeface="Arial" charset="0"/>
                <a:ea typeface="宋体" charset="-122"/>
              </a:endParaRPr>
            </a:p>
          </p:txBody>
        </p:sp>
        <p:sp>
          <p:nvSpPr>
            <p:cNvPr id="20527" name="Oval 338"/>
            <p:cNvSpPr>
              <a:spLocks noChangeArrowheads="1"/>
            </p:cNvSpPr>
            <p:nvPr/>
          </p:nvSpPr>
          <p:spPr bwMode="auto">
            <a:xfrm>
              <a:off x="1586" y="338"/>
              <a:ext cx="62" cy="51"/>
            </a:xfrm>
            <a:prstGeom prst="ellipse">
              <a:avLst/>
            </a:prstGeom>
            <a:solidFill>
              <a:srgbClr val="FF0000"/>
            </a:solidFill>
            <a:ln w="19050">
              <a:solidFill>
                <a:schemeClr val="tx1"/>
              </a:solidFill>
              <a:round/>
              <a:headEnd/>
              <a:tailEnd/>
            </a:ln>
            <a:effectLst/>
          </p:spPr>
          <p:txBody>
            <a:bodyPr wrap="none" anchor="ctr"/>
            <a:lstStyle/>
            <a:p>
              <a:endParaRPr kumimoji="0" lang="zh-CN" altLang="en-US" sz="1350" b="0">
                <a:solidFill>
                  <a:prstClr val="black"/>
                </a:solidFill>
                <a:latin typeface="Arial" charset="0"/>
                <a:ea typeface="宋体" charset="-122"/>
              </a:endParaRPr>
            </a:p>
          </p:txBody>
        </p:sp>
        <p:sp>
          <p:nvSpPr>
            <p:cNvPr id="20528" name="Oval 339"/>
            <p:cNvSpPr>
              <a:spLocks noChangeArrowheads="1"/>
            </p:cNvSpPr>
            <p:nvPr/>
          </p:nvSpPr>
          <p:spPr bwMode="auto">
            <a:xfrm>
              <a:off x="1894" y="288"/>
              <a:ext cx="187" cy="151"/>
            </a:xfrm>
            <a:prstGeom prst="ellipse">
              <a:avLst/>
            </a:prstGeom>
            <a:gradFill rotWithShape="0">
              <a:gsLst>
                <a:gs pos="0">
                  <a:srgbClr val="FFFFFF"/>
                </a:gs>
                <a:gs pos="100000">
                  <a:schemeClr val="accent1"/>
                </a:gs>
              </a:gsLst>
              <a:path path="shape">
                <a:fillToRect l="50000" t="50000" r="50000" b="50000"/>
              </a:path>
            </a:gradFill>
            <a:ln w="19050">
              <a:solidFill>
                <a:schemeClr val="tx1"/>
              </a:solidFill>
              <a:round/>
              <a:headEnd/>
              <a:tailEnd/>
            </a:ln>
            <a:effectLst/>
          </p:spPr>
          <p:txBody>
            <a:bodyPr wrap="none" anchor="ctr"/>
            <a:lstStyle/>
            <a:p>
              <a:endParaRPr kumimoji="0" lang="zh-CN" altLang="en-US" sz="1350" b="0">
                <a:solidFill>
                  <a:prstClr val="black"/>
                </a:solidFill>
                <a:latin typeface="Arial" charset="0"/>
                <a:ea typeface="宋体" charset="-122"/>
              </a:endParaRPr>
            </a:p>
          </p:txBody>
        </p:sp>
        <p:sp>
          <p:nvSpPr>
            <p:cNvPr id="20529" name="Oval 340"/>
            <p:cNvSpPr>
              <a:spLocks noChangeArrowheads="1"/>
            </p:cNvSpPr>
            <p:nvPr/>
          </p:nvSpPr>
          <p:spPr bwMode="auto">
            <a:xfrm>
              <a:off x="1956" y="338"/>
              <a:ext cx="64" cy="51"/>
            </a:xfrm>
            <a:prstGeom prst="ellipse">
              <a:avLst/>
            </a:prstGeom>
            <a:solidFill>
              <a:srgbClr val="FF0000"/>
            </a:solidFill>
            <a:ln w="19050">
              <a:solidFill>
                <a:schemeClr val="tx1"/>
              </a:solidFill>
              <a:round/>
              <a:headEnd/>
              <a:tailEnd/>
            </a:ln>
            <a:effectLst/>
          </p:spPr>
          <p:txBody>
            <a:bodyPr wrap="none" anchor="ctr"/>
            <a:lstStyle/>
            <a:p>
              <a:endParaRPr kumimoji="0" lang="zh-CN" altLang="en-US" sz="1350" b="0">
                <a:solidFill>
                  <a:prstClr val="black"/>
                </a:solidFill>
                <a:latin typeface="Arial" charset="0"/>
                <a:ea typeface="宋体" charset="-122"/>
              </a:endParaRPr>
            </a:p>
          </p:txBody>
        </p:sp>
        <p:sp>
          <p:nvSpPr>
            <p:cNvPr id="20530" name="Oval 341"/>
            <p:cNvSpPr>
              <a:spLocks noChangeArrowheads="1"/>
            </p:cNvSpPr>
            <p:nvPr/>
          </p:nvSpPr>
          <p:spPr bwMode="auto">
            <a:xfrm>
              <a:off x="2081" y="288"/>
              <a:ext cx="186" cy="151"/>
            </a:xfrm>
            <a:prstGeom prst="ellipse">
              <a:avLst/>
            </a:prstGeom>
            <a:gradFill rotWithShape="0">
              <a:gsLst>
                <a:gs pos="0">
                  <a:srgbClr val="FFFFFF"/>
                </a:gs>
                <a:gs pos="100000">
                  <a:schemeClr val="accent1"/>
                </a:gs>
              </a:gsLst>
              <a:path path="shape">
                <a:fillToRect l="50000" t="50000" r="50000" b="50000"/>
              </a:path>
            </a:gradFill>
            <a:ln w="19050">
              <a:solidFill>
                <a:schemeClr val="tx1"/>
              </a:solidFill>
              <a:round/>
              <a:headEnd/>
              <a:tailEnd/>
            </a:ln>
            <a:effectLst/>
          </p:spPr>
          <p:txBody>
            <a:bodyPr wrap="none" anchor="ctr"/>
            <a:lstStyle/>
            <a:p>
              <a:endParaRPr kumimoji="0" lang="zh-CN" altLang="en-US" sz="1350" b="0">
                <a:solidFill>
                  <a:prstClr val="black"/>
                </a:solidFill>
                <a:latin typeface="Arial" charset="0"/>
                <a:ea typeface="宋体" charset="-122"/>
              </a:endParaRPr>
            </a:p>
          </p:txBody>
        </p:sp>
        <p:sp>
          <p:nvSpPr>
            <p:cNvPr id="20531" name="Oval 342"/>
            <p:cNvSpPr>
              <a:spLocks noChangeArrowheads="1"/>
            </p:cNvSpPr>
            <p:nvPr/>
          </p:nvSpPr>
          <p:spPr bwMode="auto">
            <a:xfrm>
              <a:off x="2143" y="338"/>
              <a:ext cx="62" cy="51"/>
            </a:xfrm>
            <a:prstGeom prst="ellipse">
              <a:avLst/>
            </a:prstGeom>
            <a:solidFill>
              <a:srgbClr val="FF0000"/>
            </a:solidFill>
            <a:ln w="19050">
              <a:solidFill>
                <a:schemeClr val="tx1"/>
              </a:solidFill>
              <a:round/>
              <a:headEnd/>
              <a:tailEnd/>
            </a:ln>
            <a:effectLst/>
          </p:spPr>
          <p:txBody>
            <a:bodyPr wrap="none" anchor="ctr"/>
            <a:lstStyle/>
            <a:p>
              <a:endParaRPr kumimoji="0" lang="zh-CN" altLang="en-US" sz="1350" b="0">
                <a:solidFill>
                  <a:prstClr val="black"/>
                </a:solidFill>
                <a:latin typeface="Arial" charset="0"/>
                <a:ea typeface="宋体" charset="-122"/>
              </a:endParaRPr>
            </a:p>
          </p:txBody>
        </p:sp>
        <p:sp>
          <p:nvSpPr>
            <p:cNvPr id="20532" name="Oval 343"/>
            <p:cNvSpPr>
              <a:spLocks noChangeArrowheads="1"/>
            </p:cNvSpPr>
            <p:nvPr/>
          </p:nvSpPr>
          <p:spPr bwMode="auto">
            <a:xfrm>
              <a:off x="2267" y="288"/>
              <a:ext cx="185" cy="151"/>
            </a:xfrm>
            <a:prstGeom prst="ellipse">
              <a:avLst/>
            </a:prstGeom>
            <a:gradFill rotWithShape="0">
              <a:gsLst>
                <a:gs pos="0">
                  <a:srgbClr val="FFFFFF"/>
                </a:gs>
                <a:gs pos="100000">
                  <a:schemeClr val="accent1"/>
                </a:gs>
              </a:gsLst>
              <a:path path="shape">
                <a:fillToRect l="50000" t="50000" r="50000" b="50000"/>
              </a:path>
            </a:gradFill>
            <a:ln w="19050">
              <a:solidFill>
                <a:schemeClr val="tx1"/>
              </a:solidFill>
              <a:round/>
              <a:headEnd/>
              <a:tailEnd/>
            </a:ln>
            <a:effectLst/>
          </p:spPr>
          <p:txBody>
            <a:bodyPr wrap="none" anchor="ctr"/>
            <a:lstStyle/>
            <a:p>
              <a:endParaRPr kumimoji="0" lang="zh-CN" altLang="en-US" sz="1350" b="0">
                <a:solidFill>
                  <a:prstClr val="black"/>
                </a:solidFill>
                <a:latin typeface="Arial" charset="0"/>
                <a:ea typeface="宋体" charset="-122"/>
              </a:endParaRPr>
            </a:p>
          </p:txBody>
        </p:sp>
        <p:sp>
          <p:nvSpPr>
            <p:cNvPr id="20533" name="Oval 344"/>
            <p:cNvSpPr>
              <a:spLocks noChangeArrowheads="1"/>
            </p:cNvSpPr>
            <p:nvPr/>
          </p:nvSpPr>
          <p:spPr bwMode="auto">
            <a:xfrm>
              <a:off x="2328" y="338"/>
              <a:ext cx="62" cy="51"/>
            </a:xfrm>
            <a:prstGeom prst="ellipse">
              <a:avLst/>
            </a:prstGeom>
            <a:solidFill>
              <a:srgbClr val="FF0000"/>
            </a:solidFill>
            <a:ln w="19050">
              <a:solidFill>
                <a:schemeClr val="tx1"/>
              </a:solidFill>
              <a:round/>
              <a:headEnd/>
              <a:tailEnd/>
            </a:ln>
            <a:effectLst/>
          </p:spPr>
          <p:txBody>
            <a:bodyPr wrap="none" anchor="ctr"/>
            <a:lstStyle/>
            <a:p>
              <a:endParaRPr kumimoji="0" lang="zh-CN" altLang="en-US" sz="1350" b="0">
                <a:solidFill>
                  <a:prstClr val="black"/>
                </a:solidFill>
                <a:latin typeface="Arial" charset="0"/>
                <a:ea typeface="宋体" charset="-122"/>
              </a:endParaRPr>
            </a:p>
          </p:txBody>
        </p:sp>
        <p:sp>
          <p:nvSpPr>
            <p:cNvPr id="20534" name="Oval 345"/>
            <p:cNvSpPr>
              <a:spLocks noChangeArrowheads="1"/>
            </p:cNvSpPr>
            <p:nvPr/>
          </p:nvSpPr>
          <p:spPr bwMode="auto">
            <a:xfrm>
              <a:off x="2452" y="288"/>
              <a:ext cx="187" cy="151"/>
            </a:xfrm>
            <a:prstGeom prst="ellipse">
              <a:avLst/>
            </a:prstGeom>
            <a:gradFill rotWithShape="0">
              <a:gsLst>
                <a:gs pos="0">
                  <a:srgbClr val="FFFFFF"/>
                </a:gs>
                <a:gs pos="100000">
                  <a:schemeClr val="accent1"/>
                </a:gs>
              </a:gsLst>
              <a:path path="shape">
                <a:fillToRect l="50000" t="50000" r="50000" b="50000"/>
              </a:path>
            </a:gradFill>
            <a:ln w="19050">
              <a:solidFill>
                <a:schemeClr val="tx1"/>
              </a:solidFill>
              <a:round/>
              <a:headEnd/>
              <a:tailEnd/>
            </a:ln>
            <a:effectLst/>
          </p:spPr>
          <p:txBody>
            <a:bodyPr wrap="none" anchor="ctr"/>
            <a:lstStyle/>
            <a:p>
              <a:endParaRPr kumimoji="0" lang="zh-CN" altLang="en-US" sz="1350" b="0">
                <a:solidFill>
                  <a:prstClr val="black"/>
                </a:solidFill>
                <a:latin typeface="Arial" charset="0"/>
                <a:ea typeface="宋体" charset="-122"/>
              </a:endParaRPr>
            </a:p>
          </p:txBody>
        </p:sp>
        <p:sp>
          <p:nvSpPr>
            <p:cNvPr id="20535" name="Oval 346"/>
            <p:cNvSpPr>
              <a:spLocks noChangeArrowheads="1"/>
            </p:cNvSpPr>
            <p:nvPr/>
          </p:nvSpPr>
          <p:spPr bwMode="auto">
            <a:xfrm>
              <a:off x="2513" y="338"/>
              <a:ext cx="64" cy="51"/>
            </a:xfrm>
            <a:prstGeom prst="ellipse">
              <a:avLst/>
            </a:prstGeom>
            <a:solidFill>
              <a:srgbClr val="FF0000"/>
            </a:solidFill>
            <a:ln w="19050">
              <a:solidFill>
                <a:schemeClr val="tx1"/>
              </a:solidFill>
              <a:round/>
              <a:headEnd/>
              <a:tailEnd/>
            </a:ln>
            <a:effectLst/>
          </p:spPr>
          <p:txBody>
            <a:bodyPr wrap="none" anchor="ctr"/>
            <a:lstStyle/>
            <a:p>
              <a:endParaRPr kumimoji="0" lang="zh-CN" altLang="en-US" sz="1350" b="0">
                <a:solidFill>
                  <a:prstClr val="black"/>
                </a:solidFill>
                <a:latin typeface="Arial" charset="0"/>
                <a:ea typeface="宋体" charset="-122"/>
              </a:endParaRPr>
            </a:p>
          </p:txBody>
        </p:sp>
        <p:sp>
          <p:nvSpPr>
            <p:cNvPr id="20536" name="Oval 347"/>
            <p:cNvSpPr>
              <a:spLocks noChangeArrowheads="1"/>
            </p:cNvSpPr>
            <p:nvPr/>
          </p:nvSpPr>
          <p:spPr bwMode="auto">
            <a:xfrm>
              <a:off x="2639" y="288"/>
              <a:ext cx="185" cy="151"/>
            </a:xfrm>
            <a:prstGeom prst="ellipse">
              <a:avLst/>
            </a:prstGeom>
            <a:gradFill rotWithShape="0">
              <a:gsLst>
                <a:gs pos="0">
                  <a:srgbClr val="FFFFFF"/>
                </a:gs>
                <a:gs pos="100000">
                  <a:schemeClr val="accent1"/>
                </a:gs>
              </a:gsLst>
              <a:path path="shape">
                <a:fillToRect l="50000" t="50000" r="50000" b="50000"/>
              </a:path>
            </a:gradFill>
            <a:ln w="19050">
              <a:solidFill>
                <a:schemeClr val="tx1"/>
              </a:solidFill>
              <a:round/>
              <a:headEnd/>
              <a:tailEnd/>
            </a:ln>
            <a:effectLst/>
          </p:spPr>
          <p:txBody>
            <a:bodyPr wrap="none" anchor="ctr"/>
            <a:lstStyle/>
            <a:p>
              <a:endParaRPr kumimoji="0" lang="zh-CN" altLang="en-US" sz="1350" b="0">
                <a:solidFill>
                  <a:prstClr val="black"/>
                </a:solidFill>
                <a:latin typeface="Arial" charset="0"/>
                <a:ea typeface="宋体" charset="-122"/>
              </a:endParaRPr>
            </a:p>
          </p:txBody>
        </p:sp>
        <p:sp>
          <p:nvSpPr>
            <p:cNvPr id="20537" name="Oval 348"/>
            <p:cNvSpPr>
              <a:spLocks noChangeArrowheads="1"/>
            </p:cNvSpPr>
            <p:nvPr/>
          </p:nvSpPr>
          <p:spPr bwMode="auto">
            <a:xfrm>
              <a:off x="2700" y="338"/>
              <a:ext cx="62" cy="51"/>
            </a:xfrm>
            <a:prstGeom prst="ellipse">
              <a:avLst/>
            </a:prstGeom>
            <a:solidFill>
              <a:srgbClr val="FF0000"/>
            </a:solidFill>
            <a:ln w="19050">
              <a:solidFill>
                <a:schemeClr val="tx1"/>
              </a:solidFill>
              <a:round/>
              <a:headEnd/>
              <a:tailEnd/>
            </a:ln>
            <a:effectLst/>
          </p:spPr>
          <p:txBody>
            <a:bodyPr wrap="none" anchor="ctr"/>
            <a:lstStyle/>
            <a:p>
              <a:endParaRPr kumimoji="0" lang="zh-CN" altLang="en-US" sz="1350" b="0">
                <a:solidFill>
                  <a:prstClr val="black"/>
                </a:solidFill>
                <a:latin typeface="Arial" charset="0"/>
                <a:ea typeface="宋体" charset="-122"/>
              </a:endParaRPr>
            </a:p>
          </p:txBody>
        </p:sp>
        <p:sp>
          <p:nvSpPr>
            <p:cNvPr id="20538" name="Oval 349"/>
            <p:cNvSpPr>
              <a:spLocks noChangeArrowheads="1"/>
            </p:cNvSpPr>
            <p:nvPr/>
          </p:nvSpPr>
          <p:spPr bwMode="auto">
            <a:xfrm>
              <a:off x="2824" y="288"/>
              <a:ext cx="185" cy="151"/>
            </a:xfrm>
            <a:prstGeom prst="ellipse">
              <a:avLst/>
            </a:prstGeom>
            <a:gradFill rotWithShape="0">
              <a:gsLst>
                <a:gs pos="0">
                  <a:srgbClr val="FFFFFF"/>
                </a:gs>
                <a:gs pos="100000">
                  <a:schemeClr val="accent1"/>
                </a:gs>
              </a:gsLst>
              <a:path path="shape">
                <a:fillToRect l="50000" t="50000" r="50000" b="50000"/>
              </a:path>
            </a:gradFill>
            <a:ln w="19050">
              <a:solidFill>
                <a:schemeClr val="tx1"/>
              </a:solidFill>
              <a:round/>
              <a:headEnd/>
              <a:tailEnd/>
            </a:ln>
            <a:effectLst/>
          </p:spPr>
          <p:txBody>
            <a:bodyPr wrap="none" anchor="ctr"/>
            <a:lstStyle/>
            <a:p>
              <a:endParaRPr kumimoji="0" lang="zh-CN" altLang="en-US" sz="1350" b="0">
                <a:solidFill>
                  <a:prstClr val="black"/>
                </a:solidFill>
                <a:latin typeface="Arial" charset="0"/>
                <a:ea typeface="宋体" charset="-122"/>
              </a:endParaRPr>
            </a:p>
          </p:txBody>
        </p:sp>
        <p:sp>
          <p:nvSpPr>
            <p:cNvPr id="20539" name="Oval 350"/>
            <p:cNvSpPr>
              <a:spLocks noChangeArrowheads="1"/>
            </p:cNvSpPr>
            <p:nvPr/>
          </p:nvSpPr>
          <p:spPr bwMode="auto">
            <a:xfrm>
              <a:off x="2885" y="338"/>
              <a:ext cx="62" cy="51"/>
            </a:xfrm>
            <a:prstGeom prst="ellipse">
              <a:avLst/>
            </a:prstGeom>
            <a:solidFill>
              <a:srgbClr val="FF0000"/>
            </a:solidFill>
            <a:ln w="19050">
              <a:solidFill>
                <a:schemeClr val="tx1"/>
              </a:solidFill>
              <a:round/>
              <a:headEnd/>
              <a:tailEnd/>
            </a:ln>
            <a:effectLst/>
          </p:spPr>
          <p:txBody>
            <a:bodyPr wrap="none" anchor="ctr"/>
            <a:lstStyle/>
            <a:p>
              <a:endParaRPr kumimoji="0" lang="zh-CN" altLang="en-US" sz="1350" b="0">
                <a:solidFill>
                  <a:prstClr val="black"/>
                </a:solidFill>
                <a:latin typeface="Arial" charset="0"/>
                <a:ea typeface="宋体" charset="-122"/>
              </a:endParaRPr>
            </a:p>
          </p:txBody>
        </p:sp>
        <p:sp>
          <p:nvSpPr>
            <p:cNvPr id="20540" name="Oval 351"/>
            <p:cNvSpPr>
              <a:spLocks noChangeArrowheads="1"/>
            </p:cNvSpPr>
            <p:nvPr/>
          </p:nvSpPr>
          <p:spPr bwMode="auto">
            <a:xfrm>
              <a:off x="3009" y="288"/>
              <a:ext cx="187" cy="151"/>
            </a:xfrm>
            <a:prstGeom prst="ellipse">
              <a:avLst/>
            </a:prstGeom>
            <a:gradFill rotWithShape="0">
              <a:gsLst>
                <a:gs pos="0">
                  <a:srgbClr val="FFFFFF"/>
                </a:gs>
                <a:gs pos="100000">
                  <a:schemeClr val="accent1"/>
                </a:gs>
              </a:gsLst>
              <a:path path="shape">
                <a:fillToRect l="50000" t="50000" r="50000" b="50000"/>
              </a:path>
            </a:gradFill>
            <a:ln w="19050">
              <a:solidFill>
                <a:schemeClr val="tx1"/>
              </a:solidFill>
              <a:round/>
              <a:headEnd/>
              <a:tailEnd/>
            </a:ln>
            <a:effectLst/>
          </p:spPr>
          <p:txBody>
            <a:bodyPr wrap="none" anchor="ctr"/>
            <a:lstStyle/>
            <a:p>
              <a:endParaRPr kumimoji="0" lang="zh-CN" altLang="en-US" sz="1350" b="0">
                <a:solidFill>
                  <a:prstClr val="black"/>
                </a:solidFill>
                <a:latin typeface="Arial" charset="0"/>
                <a:ea typeface="宋体" charset="-122"/>
              </a:endParaRPr>
            </a:p>
          </p:txBody>
        </p:sp>
        <p:sp>
          <p:nvSpPr>
            <p:cNvPr id="20541" name="Oval 352"/>
            <p:cNvSpPr>
              <a:spLocks noChangeArrowheads="1"/>
            </p:cNvSpPr>
            <p:nvPr/>
          </p:nvSpPr>
          <p:spPr bwMode="auto">
            <a:xfrm>
              <a:off x="3070" y="338"/>
              <a:ext cx="64" cy="51"/>
            </a:xfrm>
            <a:prstGeom prst="ellipse">
              <a:avLst/>
            </a:prstGeom>
            <a:solidFill>
              <a:srgbClr val="FF0000"/>
            </a:solidFill>
            <a:ln w="19050">
              <a:solidFill>
                <a:schemeClr val="tx1"/>
              </a:solidFill>
              <a:round/>
              <a:headEnd/>
              <a:tailEnd/>
            </a:ln>
            <a:effectLst/>
          </p:spPr>
          <p:txBody>
            <a:bodyPr wrap="none" anchor="ctr"/>
            <a:lstStyle/>
            <a:p>
              <a:endParaRPr kumimoji="0" lang="zh-CN" altLang="en-US" sz="1350" b="0">
                <a:solidFill>
                  <a:prstClr val="black"/>
                </a:solidFill>
                <a:latin typeface="Arial" charset="0"/>
                <a:ea typeface="宋体" charset="-122"/>
              </a:endParaRPr>
            </a:p>
          </p:txBody>
        </p:sp>
        <p:sp>
          <p:nvSpPr>
            <p:cNvPr id="20542" name="Oval 353"/>
            <p:cNvSpPr>
              <a:spLocks noChangeArrowheads="1"/>
            </p:cNvSpPr>
            <p:nvPr/>
          </p:nvSpPr>
          <p:spPr bwMode="auto">
            <a:xfrm>
              <a:off x="3196" y="288"/>
              <a:ext cx="185" cy="151"/>
            </a:xfrm>
            <a:prstGeom prst="ellipse">
              <a:avLst/>
            </a:prstGeom>
            <a:gradFill rotWithShape="0">
              <a:gsLst>
                <a:gs pos="0">
                  <a:srgbClr val="FFFFFF"/>
                </a:gs>
                <a:gs pos="100000">
                  <a:schemeClr val="accent1"/>
                </a:gs>
              </a:gsLst>
              <a:path path="shape">
                <a:fillToRect l="50000" t="50000" r="50000" b="50000"/>
              </a:path>
            </a:gradFill>
            <a:ln w="19050">
              <a:solidFill>
                <a:schemeClr val="tx1"/>
              </a:solidFill>
              <a:round/>
              <a:headEnd/>
              <a:tailEnd/>
            </a:ln>
            <a:effectLst/>
          </p:spPr>
          <p:txBody>
            <a:bodyPr wrap="none" anchor="ctr"/>
            <a:lstStyle/>
            <a:p>
              <a:endParaRPr kumimoji="0" lang="zh-CN" altLang="en-US" sz="1350" b="0">
                <a:solidFill>
                  <a:prstClr val="black"/>
                </a:solidFill>
                <a:latin typeface="Arial" charset="0"/>
                <a:ea typeface="宋体" charset="-122"/>
              </a:endParaRPr>
            </a:p>
          </p:txBody>
        </p:sp>
        <p:sp>
          <p:nvSpPr>
            <p:cNvPr id="20543" name="Oval 354"/>
            <p:cNvSpPr>
              <a:spLocks noChangeArrowheads="1"/>
            </p:cNvSpPr>
            <p:nvPr/>
          </p:nvSpPr>
          <p:spPr bwMode="auto">
            <a:xfrm>
              <a:off x="3257" y="338"/>
              <a:ext cx="62" cy="51"/>
            </a:xfrm>
            <a:prstGeom prst="ellipse">
              <a:avLst/>
            </a:prstGeom>
            <a:solidFill>
              <a:srgbClr val="FF0000"/>
            </a:solidFill>
            <a:ln w="19050">
              <a:solidFill>
                <a:schemeClr val="tx1"/>
              </a:solidFill>
              <a:round/>
              <a:headEnd/>
              <a:tailEnd/>
            </a:ln>
            <a:effectLst/>
          </p:spPr>
          <p:txBody>
            <a:bodyPr wrap="none" anchor="ctr"/>
            <a:lstStyle/>
            <a:p>
              <a:endParaRPr kumimoji="0" lang="zh-CN" altLang="en-US" sz="1350" b="0">
                <a:solidFill>
                  <a:prstClr val="black"/>
                </a:solidFill>
                <a:latin typeface="Arial" charset="0"/>
                <a:ea typeface="宋体" charset="-122"/>
              </a:endParaRPr>
            </a:p>
          </p:txBody>
        </p:sp>
        <p:sp>
          <p:nvSpPr>
            <p:cNvPr id="20544" name="Oval 355"/>
            <p:cNvSpPr>
              <a:spLocks noChangeArrowheads="1"/>
            </p:cNvSpPr>
            <p:nvPr/>
          </p:nvSpPr>
          <p:spPr bwMode="auto">
            <a:xfrm>
              <a:off x="3395" y="288"/>
              <a:ext cx="187" cy="151"/>
            </a:xfrm>
            <a:prstGeom prst="ellipse">
              <a:avLst/>
            </a:prstGeom>
            <a:gradFill rotWithShape="0">
              <a:gsLst>
                <a:gs pos="0">
                  <a:srgbClr val="FFFFFF"/>
                </a:gs>
                <a:gs pos="100000">
                  <a:schemeClr val="accent1"/>
                </a:gs>
              </a:gsLst>
              <a:path path="shape">
                <a:fillToRect l="50000" t="50000" r="50000" b="50000"/>
              </a:path>
            </a:gradFill>
            <a:ln w="19050">
              <a:solidFill>
                <a:schemeClr val="tx1"/>
              </a:solidFill>
              <a:round/>
              <a:headEnd/>
              <a:tailEnd/>
            </a:ln>
            <a:effectLst/>
          </p:spPr>
          <p:txBody>
            <a:bodyPr wrap="none" anchor="ctr"/>
            <a:lstStyle/>
            <a:p>
              <a:endParaRPr kumimoji="0" lang="zh-CN" altLang="en-US" sz="1350" b="0">
                <a:solidFill>
                  <a:prstClr val="black"/>
                </a:solidFill>
                <a:latin typeface="Arial" charset="0"/>
                <a:ea typeface="宋体" charset="-122"/>
              </a:endParaRPr>
            </a:p>
          </p:txBody>
        </p:sp>
        <p:sp>
          <p:nvSpPr>
            <p:cNvPr id="20545" name="Oval 356"/>
            <p:cNvSpPr>
              <a:spLocks noChangeArrowheads="1"/>
            </p:cNvSpPr>
            <p:nvPr/>
          </p:nvSpPr>
          <p:spPr bwMode="auto">
            <a:xfrm>
              <a:off x="3461" y="338"/>
              <a:ext cx="64" cy="51"/>
            </a:xfrm>
            <a:prstGeom prst="ellipse">
              <a:avLst/>
            </a:prstGeom>
            <a:solidFill>
              <a:srgbClr val="FF0000"/>
            </a:solidFill>
            <a:ln w="19050">
              <a:solidFill>
                <a:schemeClr val="tx1"/>
              </a:solidFill>
              <a:round/>
              <a:headEnd/>
              <a:tailEnd/>
            </a:ln>
            <a:effectLst/>
          </p:spPr>
          <p:txBody>
            <a:bodyPr wrap="none" anchor="ctr"/>
            <a:lstStyle/>
            <a:p>
              <a:endParaRPr kumimoji="0" lang="zh-CN" altLang="en-US" sz="1350" b="0">
                <a:solidFill>
                  <a:prstClr val="black"/>
                </a:solidFill>
                <a:latin typeface="Arial" charset="0"/>
                <a:ea typeface="宋体" charset="-122"/>
              </a:endParaRPr>
            </a:p>
          </p:txBody>
        </p:sp>
        <p:sp>
          <p:nvSpPr>
            <p:cNvPr id="20546" name="Oval 357"/>
            <p:cNvSpPr>
              <a:spLocks noChangeArrowheads="1"/>
            </p:cNvSpPr>
            <p:nvPr/>
          </p:nvSpPr>
          <p:spPr bwMode="auto">
            <a:xfrm>
              <a:off x="3616" y="338"/>
              <a:ext cx="62" cy="51"/>
            </a:xfrm>
            <a:prstGeom prst="ellipse">
              <a:avLst/>
            </a:prstGeom>
            <a:solidFill>
              <a:schemeClr val="accent1"/>
            </a:solidFill>
            <a:ln w="19050">
              <a:solidFill>
                <a:schemeClr val="tx1"/>
              </a:solidFill>
              <a:round/>
              <a:headEnd/>
              <a:tailEnd/>
            </a:ln>
            <a:effectLst/>
          </p:spPr>
          <p:txBody>
            <a:bodyPr wrap="none" anchor="ctr"/>
            <a:lstStyle/>
            <a:p>
              <a:endParaRPr kumimoji="0" lang="zh-CN" altLang="en-US" sz="1350" b="0">
                <a:solidFill>
                  <a:prstClr val="black"/>
                </a:solidFill>
                <a:latin typeface="Arial" charset="0"/>
                <a:ea typeface="宋体" charset="-122"/>
              </a:endParaRPr>
            </a:p>
          </p:txBody>
        </p:sp>
        <p:sp>
          <p:nvSpPr>
            <p:cNvPr id="20547" name="Oval 358"/>
            <p:cNvSpPr>
              <a:spLocks noChangeArrowheads="1"/>
            </p:cNvSpPr>
            <p:nvPr/>
          </p:nvSpPr>
          <p:spPr bwMode="auto">
            <a:xfrm>
              <a:off x="3587" y="288"/>
              <a:ext cx="187" cy="151"/>
            </a:xfrm>
            <a:prstGeom prst="ellipse">
              <a:avLst/>
            </a:prstGeom>
            <a:gradFill rotWithShape="0">
              <a:gsLst>
                <a:gs pos="0">
                  <a:srgbClr val="FFFFFF"/>
                </a:gs>
                <a:gs pos="100000">
                  <a:schemeClr val="accent1"/>
                </a:gs>
              </a:gsLst>
              <a:path path="shape">
                <a:fillToRect l="50000" t="50000" r="50000" b="50000"/>
              </a:path>
            </a:gradFill>
            <a:ln w="19050">
              <a:solidFill>
                <a:schemeClr val="tx1"/>
              </a:solidFill>
              <a:round/>
              <a:headEnd/>
              <a:tailEnd/>
            </a:ln>
            <a:effectLst/>
          </p:spPr>
          <p:txBody>
            <a:bodyPr wrap="none" anchor="ctr"/>
            <a:lstStyle/>
            <a:p>
              <a:endParaRPr kumimoji="0" lang="zh-CN" altLang="en-US" sz="1350" b="0">
                <a:solidFill>
                  <a:prstClr val="black"/>
                </a:solidFill>
                <a:latin typeface="Arial" charset="0"/>
                <a:ea typeface="宋体" charset="-122"/>
              </a:endParaRPr>
            </a:p>
          </p:txBody>
        </p:sp>
        <p:sp>
          <p:nvSpPr>
            <p:cNvPr id="20548" name="Oval 359"/>
            <p:cNvSpPr>
              <a:spLocks noChangeArrowheads="1"/>
            </p:cNvSpPr>
            <p:nvPr/>
          </p:nvSpPr>
          <p:spPr bwMode="auto">
            <a:xfrm>
              <a:off x="3653" y="338"/>
              <a:ext cx="64" cy="51"/>
            </a:xfrm>
            <a:prstGeom prst="ellipse">
              <a:avLst/>
            </a:prstGeom>
            <a:solidFill>
              <a:srgbClr val="FF0000"/>
            </a:solidFill>
            <a:ln w="19050">
              <a:solidFill>
                <a:schemeClr val="tx1"/>
              </a:solidFill>
              <a:round/>
              <a:headEnd/>
              <a:tailEnd/>
            </a:ln>
            <a:effectLst/>
          </p:spPr>
          <p:txBody>
            <a:bodyPr wrap="none" anchor="ctr"/>
            <a:lstStyle/>
            <a:p>
              <a:endParaRPr kumimoji="0" lang="zh-CN" altLang="en-US" sz="1350" b="0">
                <a:solidFill>
                  <a:prstClr val="black"/>
                </a:solidFill>
                <a:latin typeface="Arial" charset="0"/>
                <a:ea typeface="宋体" charset="-122"/>
              </a:endParaRPr>
            </a:p>
          </p:txBody>
        </p:sp>
      </p:grpSp>
      <p:sp>
        <p:nvSpPr>
          <p:cNvPr id="20500" name="Line 360"/>
          <p:cNvSpPr>
            <a:spLocks noChangeShapeType="1"/>
          </p:cNvSpPr>
          <p:nvPr/>
        </p:nvSpPr>
        <p:spPr bwMode="auto">
          <a:xfrm>
            <a:off x="3582591" y="3245302"/>
            <a:ext cx="0" cy="1056188"/>
          </a:xfrm>
          <a:prstGeom prst="line">
            <a:avLst/>
          </a:prstGeom>
          <a:noFill/>
          <a:ln w="12700">
            <a:solidFill>
              <a:srgbClr val="000000"/>
            </a:solidFill>
            <a:prstDash val="dash"/>
            <a:round/>
            <a:headEnd/>
            <a:tailEnd/>
          </a:ln>
          <a:effectLst/>
        </p:spPr>
        <p:txBody>
          <a:bodyPr wrap="none"/>
          <a:lstStyle/>
          <a:p>
            <a:pPr eaLnBrk="0" hangingPunct="0"/>
            <a:endParaRPr kumimoji="0" lang="zh-CN" altLang="en-US" sz="1350" b="0">
              <a:solidFill>
                <a:prstClr val="black"/>
              </a:solidFill>
              <a:latin typeface="Arial" charset="0"/>
              <a:ea typeface="宋体" charset="-122"/>
            </a:endParaRPr>
          </a:p>
        </p:txBody>
      </p:sp>
      <p:sp>
        <p:nvSpPr>
          <p:cNvPr id="20501" name="Text Box 361"/>
          <p:cNvSpPr txBox="1">
            <a:spLocks noChangeArrowheads="1"/>
          </p:cNvSpPr>
          <p:nvPr/>
        </p:nvSpPr>
        <p:spPr bwMode="auto">
          <a:xfrm>
            <a:off x="3257550" y="3844290"/>
            <a:ext cx="381000" cy="415498"/>
          </a:xfrm>
          <a:prstGeom prst="rect">
            <a:avLst/>
          </a:prstGeom>
          <a:noFill/>
          <a:ln w="9525">
            <a:noFill/>
            <a:miter lim="800000"/>
            <a:headEnd/>
            <a:tailEnd/>
          </a:ln>
          <a:effectLst/>
        </p:spPr>
        <p:txBody>
          <a:bodyPr>
            <a:spAutoFit/>
          </a:bodyPr>
          <a:lstStyle/>
          <a:p>
            <a:r>
              <a:rPr kumimoji="0" lang="en-US" altLang="zh-CN" sz="2100" b="0" i="1">
                <a:solidFill>
                  <a:srgbClr val="1C1C1C"/>
                </a:solidFill>
                <a:ea typeface="宋体" charset="-122"/>
              </a:rPr>
              <a:t>O</a:t>
            </a:r>
          </a:p>
        </p:txBody>
      </p:sp>
      <p:sp>
        <p:nvSpPr>
          <p:cNvPr id="20502" name="Rectangle 362"/>
          <p:cNvSpPr>
            <a:spLocks noChangeArrowheads="1"/>
          </p:cNvSpPr>
          <p:nvPr/>
        </p:nvSpPr>
        <p:spPr bwMode="auto">
          <a:xfrm>
            <a:off x="4956573" y="3251359"/>
            <a:ext cx="191690" cy="1393031"/>
          </a:xfrm>
          <a:prstGeom prst="rect">
            <a:avLst/>
          </a:prstGeom>
          <a:solidFill>
            <a:srgbClr val="66CCFF">
              <a:alpha val="50195"/>
            </a:srgbClr>
          </a:solidFill>
          <a:ln w="19050">
            <a:solidFill>
              <a:srgbClr val="0000FF"/>
            </a:solidFill>
            <a:prstDash val="dash"/>
            <a:miter lim="800000"/>
            <a:headEnd/>
            <a:tailEnd/>
          </a:ln>
          <a:effectLst/>
        </p:spPr>
        <p:txBody>
          <a:bodyPr wrap="none" anchor="ctr"/>
          <a:lstStyle/>
          <a:p>
            <a:endParaRPr kumimoji="0" lang="zh-CN" altLang="en-US" sz="1350" b="0">
              <a:solidFill>
                <a:prstClr val="black"/>
              </a:solidFill>
              <a:latin typeface="Arial" charset="0"/>
              <a:ea typeface="宋体" charset="-122"/>
            </a:endParaRPr>
          </a:p>
        </p:txBody>
      </p:sp>
      <p:graphicFrame>
        <p:nvGraphicFramePr>
          <p:cNvPr id="20503" name="Object 363"/>
          <p:cNvGraphicFramePr>
            <a:graphicFrameLocks noChangeAspect="1"/>
          </p:cNvGraphicFramePr>
          <p:nvPr>
            <p:extLst>
              <p:ext uri="{D42A27DB-BD31-4B8C-83A1-F6EECF244321}">
                <p14:modId xmlns:p14="http://schemas.microsoft.com/office/powerpoint/2010/main" val="3134702321"/>
              </p:ext>
            </p:extLst>
          </p:nvPr>
        </p:nvGraphicFramePr>
        <p:xfrm>
          <a:off x="6411516" y="3940731"/>
          <a:ext cx="302419" cy="242888"/>
        </p:xfrm>
        <a:graphic>
          <a:graphicData uri="http://schemas.openxmlformats.org/presentationml/2006/ole">
            <mc:AlternateContent xmlns:mc="http://schemas.openxmlformats.org/markup-compatibility/2006">
              <mc:Choice xmlns:v="urn:schemas-microsoft-com:vml" Requires="v">
                <p:oleObj spid="_x0000_s208660" name="公式" r:id="rId7" imgW="177646" imgH="190335" progId="Equation.3">
                  <p:embed/>
                </p:oleObj>
              </mc:Choice>
              <mc:Fallback>
                <p:oleObj name="公式" r:id="rId7" imgW="177646" imgH="190335" progId="Equation.3">
                  <p:embed/>
                  <p:pic>
                    <p:nvPicPr>
                      <p:cNvPr id="0" name="Object 363"/>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6411516" y="3940731"/>
                        <a:ext cx="302419" cy="24288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nvGrpSpPr>
          <p:cNvPr id="4" name="Group 381"/>
          <p:cNvGrpSpPr>
            <a:grpSpLocks/>
          </p:cNvGrpSpPr>
          <p:nvPr/>
        </p:nvGrpSpPr>
        <p:grpSpPr bwMode="auto">
          <a:xfrm>
            <a:off x="2743200" y="3501391"/>
            <a:ext cx="3714750" cy="756047"/>
            <a:chOff x="1056" y="96"/>
            <a:chExt cx="3104" cy="635"/>
          </a:xfrm>
        </p:grpSpPr>
        <p:graphicFrame>
          <p:nvGraphicFramePr>
            <p:cNvPr id="20505" name="Object 365"/>
            <p:cNvGraphicFramePr>
              <a:graphicFrameLocks noChangeAspect="1"/>
            </p:cNvGraphicFramePr>
            <p:nvPr/>
          </p:nvGraphicFramePr>
          <p:xfrm>
            <a:off x="1056" y="368"/>
            <a:ext cx="332" cy="341"/>
          </p:xfrm>
          <a:graphic>
            <a:graphicData uri="http://schemas.openxmlformats.org/presentationml/2006/ole">
              <mc:AlternateContent xmlns:mc="http://schemas.openxmlformats.org/markup-compatibility/2006">
                <mc:Choice xmlns:v="urn:schemas-microsoft-com:vml" Requires="v">
                  <p:oleObj spid="_x0000_s208661" name="Equation" r:id="rId9" imgW="152268" imgH="215713" progId="Equation.3">
                    <p:embed/>
                  </p:oleObj>
                </mc:Choice>
                <mc:Fallback>
                  <p:oleObj name="Equation" r:id="rId9" imgW="152268" imgH="215713" progId="Equation.3">
                    <p:embed/>
                    <p:pic>
                      <p:nvPicPr>
                        <p:cNvPr id="0" name="Object 365"/>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056" y="368"/>
                          <a:ext cx="332" cy="341"/>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0506" name="Object 366"/>
            <p:cNvGraphicFramePr>
              <a:graphicFrameLocks noChangeAspect="1"/>
            </p:cNvGraphicFramePr>
            <p:nvPr/>
          </p:nvGraphicFramePr>
          <p:xfrm>
            <a:off x="3789" y="380"/>
            <a:ext cx="371" cy="351"/>
          </p:xfrm>
          <a:graphic>
            <a:graphicData uri="http://schemas.openxmlformats.org/presentationml/2006/ole">
              <mc:AlternateContent xmlns:mc="http://schemas.openxmlformats.org/markup-compatibility/2006">
                <mc:Choice xmlns:v="urn:schemas-microsoft-com:vml" Requires="v">
                  <p:oleObj spid="_x0000_s208662" name="Equation" r:id="rId11" imgW="164885" imgH="215619" progId="Equation.3">
                    <p:embed/>
                  </p:oleObj>
                </mc:Choice>
                <mc:Fallback>
                  <p:oleObj name="Equation" r:id="rId11" imgW="164885" imgH="215619" progId="Equation.3">
                    <p:embed/>
                    <p:pic>
                      <p:nvPicPr>
                        <p:cNvPr id="0" name="Object 366"/>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3789" y="380"/>
                          <a:ext cx="371" cy="351"/>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nvGrpSpPr>
            <p:cNvPr id="6" name="Group 371"/>
            <p:cNvGrpSpPr>
              <a:grpSpLocks/>
            </p:cNvGrpSpPr>
            <p:nvPr/>
          </p:nvGrpSpPr>
          <p:grpSpPr bwMode="auto">
            <a:xfrm>
              <a:off x="1757" y="96"/>
              <a:ext cx="1248" cy="363"/>
              <a:chOff x="2018" y="2795"/>
              <a:chExt cx="1225" cy="363"/>
            </a:xfrm>
          </p:grpSpPr>
          <p:sp>
            <p:nvSpPr>
              <p:cNvPr id="20516" name="Arc 372"/>
              <p:cNvSpPr>
                <a:spLocks/>
              </p:cNvSpPr>
              <p:nvPr/>
            </p:nvSpPr>
            <p:spPr bwMode="auto">
              <a:xfrm>
                <a:off x="2807" y="2918"/>
                <a:ext cx="68" cy="240"/>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Lst>
                <a:ahLst/>
                <a:cxnLst>
                  <a:cxn ang="T6">
                    <a:pos x="T0" y="T1"/>
                  </a:cxn>
                  <a:cxn ang="T7">
                    <a:pos x="T2" y="T3"/>
                  </a:cxn>
                  <a:cxn ang="T8">
                    <a:pos x="T4" y="T5"/>
                  </a:cxn>
                </a:cxnLst>
                <a:rect l="0" t="0" r="r" b="b"/>
                <a:pathLst>
                  <a:path w="21600" h="21600" fill="none" extrusionOk="0">
                    <a:moveTo>
                      <a:pt x="-1" y="0"/>
                    </a:moveTo>
                    <a:cubicBezTo>
                      <a:pt x="11893" y="0"/>
                      <a:pt x="21548" y="9614"/>
                      <a:pt x="21599" y="21507"/>
                    </a:cubicBezTo>
                  </a:path>
                  <a:path w="21600" h="21600" stroke="0" extrusionOk="0">
                    <a:moveTo>
                      <a:pt x="-1" y="0"/>
                    </a:moveTo>
                    <a:cubicBezTo>
                      <a:pt x="11893" y="0"/>
                      <a:pt x="21548" y="9614"/>
                      <a:pt x="21599" y="21507"/>
                    </a:cubicBezTo>
                    <a:lnTo>
                      <a:pt x="0" y="21600"/>
                    </a:lnTo>
                    <a:lnTo>
                      <a:pt x="-1" y="0"/>
                    </a:lnTo>
                    <a:close/>
                  </a:path>
                </a:pathLst>
              </a:custGeom>
              <a:noFill/>
              <a:ln w="28575">
                <a:solidFill>
                  <a:srgbClr val="CC00CC"/>
                </a:solidFill>
                <a:round/>
                <a:headEnd/>
                <a:tailEnd/>
              </a:ln>
              <a:effectLst/>
            </p:spPr>
            <p:txBody>
              <a:bodyPr wrap="none" anchor="ctr"/>
              <a:lstStyle/>
              <a:p>
                <a:pPr eaLnBrk="0" hangingPunct="0"/>
                <a:endParaRPr kumimoji="0" lang="zh-CN" altLang="en-US" sz="1350" b="0">
                  <a:solidFill>
                    <a:prstClr val="black"/>
                  </a:solidFill>
                  <a:latin typeface="Arial" charset="0"/>
                  <a:ea typeface="宋体" charset="-122"/>
                </a:endParaRPr>
              </a:p>
            </p:txBody>
          </p:sp>
          <p:grpSp>
            <p:nvGrpSpPr>
              <p:cNvPr id="7" name="Group 373"/>
              <p:cNvGrpSpPr>
                <a:grpSpLocks/>
              </p:cNvGrpSpPr>
              <p:nvPr/>
            </p:nvGrpSpPr>
            <p:grpSpPr bwMode="auto">
              <a:xfrm>
                <a:off x="2018" y="2795"/>
                <a:ext cx="1225" cy="360"/>
                <a:chOff x="2018" y="2795"/>
                <a:chExt cx="1225" cy="360"/>
              </a:xfrm>
            </p:grpSpPr>
            <p:sp>
              <p:nvSpPr>
                <p:cNvPr id="20518" name="Line 374"/>
                <p:cNvSpPr>
                  <a:spLocks noChangeShapeType="1"/>
                </p:cNvSpPr>
                <p:nvPr/>
              </p:nvSpPr>
              <p:spPr bwMode="auto">
                <a:xfrm flipV="1">
                  <a:off x="2018" y="2795"/>
                  <a:ext cx="1162" cy="360"/>
                </a:xfrm>
                <a:prstGeom prst="line">
                  <a:avLst/>
                </a:prstGeom>
                <a:noFill/>
                <a:ln w="28575">
                  <a:solidFill>
                    <a:srgbClr val="6666FF"/>
                  </a:solidFill>
                  <a:round/>
                  <a:headEnd/>
                  <a:tailEnd/>
                </a:ln>
                <a:effectLst/>
              </p:spPr>
              <p:txBody>
                <a:bodyPr wrap="none"/>
                <a:lstStyle/>
                <a:p>
                  <a:pPr eaLnBrk="0" hangingPunct="0"/>
                  <a:endParaRPr kumimoji="0" lang="zh-CN" altLang="en-US" sz="1350" b="0">
                    <a:solidFill>
                      <a:prstClr val="black"/>
                    </a:solidFill>
                    <a:latin typeface="Arial" charset="0"/>
                    <a:ea typeface="宋体" charset="-122"/>
                  </a:endParaRPr>
                </a:p>
              </p:txBody>
            </p:sp>
            <p:graphicFrame>
              <p:nvGraphicFramePr>
                <p:cNvPr id="20519" name="Object 375"/>
                <p:cNvGraphicFramePr>
                  <a:graphicFrameLocks noChangeAspect="1"/>
                </p:cNvGraphicFramePr>
                <p:nvPr/>
              </p:nvGraphicFramePr>
              <p:xfrm>
                <a:off x="2882" y="2838"/>
                <a:ext cx="361" cy="302"/>
              </p:xfrm>
              <a:graphic>
                <a:graphicData uri="http://schemas.openxmlformats.org/presentationml/2006/ole">
                  <mc:AlternateContent xmlns:mc="http://schemas.openxmlformats.org/markup-compatibility/2006">
                    <mc:Choice xmlns:v="urn:schemas-microsoft-com:vml" Requires="v">
                      <p:oleObj spid="_x0000_s208663" name="Equation" r:id="rId13" imgW="152268" imgH="203024" progId="Equation.3">
                        <p:embed/>
                      </p:oleObj>
                    </mc:Choice>
                    <mc:Fallback>
                      <p:oleObj name="Equation" r:id="rId13" imgW="152268" imgH="203024" progId="Equation.3">
                        <p:embed/>
                        <p:pic>
                          <p:nvPicPr>
                            <p:cNvPr id="0" name="Object 375"/>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2882" y="2838"/>
                              <a:ext cx="361" cy="30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grpSp>
      </p:grpSp>
      <p:graphicFrame>
        <p:nvGraphicFramePr>
          <p:cNvPr id="9" name="Object 12"/>
          <p:cNvGraphicFramePr>
            <a:graphicFrameLocks noChangeAspect="1"/>
          </p:cNvGraphicFramePr>
          <p:nvPr>
            <p:extLst>
              <p:ext uri="{D42A27DB-BD31-4B8C-83A1-F6EECF244321}">
                <p14:modId xmlns:p14="http://schemas.microsoft.com/office/powerpoint/2010/main" val="2783437536"/>
              </p:ext>
            </p:extLst>
          </p:nvPr>
        </p:nvGraphicFramePr>
        <p:xfrm>
          <a:off x="2699042" y="1297522"/>
          <a:ext cx="1802712" cy="497681"/>
        </p:xfrm>
        <a:graphic>
          <a:graphicData uri="http://schemas.openxmlformats.org/presentationml/2006/ole">
            <mc:AlternateContent xmlns:mc="http://schemas.openxmlformats.org/markup-compatibility/2006">
              <mc:Choice xmlns:v="urn:schemas-microsoft-com:vml" Requires="v">
                <p:oleObj spid="_x0000_s208664" name="Equation" r:id="rId15" imgW="660113" imgH="203112" progId="Equation.DSMT4">
                  <p:embed/>
                </p:oleObj>
              </mc:Choice>
              <mc:Fallback>
                <p:oleObj name="Equation" r:id="rId15" imgW="660113" imgH="203112" progId="Equation.DSMT4">
                  <p:embed/>
                  <p:pic>
                    <p:nvPicPr>
                      <p:cNvPr id="0" name="Picture 12"/>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2699042" y="1297522"/>
                        <a:ext cx="1802712" cy="497681"/>
                      </a:xfrm>
                      <a:prstGeom prst="rect">
                        <a:avLst/>
                      </a:prstGeom>
                      <a:noFill/>
                      <a:ln w="9525">
                        <a:solidFill>
                          <a:srgbClr val="FF0000"/>
                        </a:solidFill>
                        <a:miter lim="800000"/>
                        <a:headEnd/>
                        <a:tailEnd/>
                      </a:ln>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0" name="Object 5"/>
          <p:cNvGraphicFramePr>
            <a:graphicFrameLocks noChangeAspect="1"/>
          </p:cNvGraphicFramePr>
          <p:nvPr>
            <p:extLst>
              <p:ext uri="{D42A27DB-BD31-4B8C-83A1-F6EECF244321}">
                <p14:modId xmlns:p14="http://schemas.microsoft.com/office/powerpoint/2010/main" val="3059184139"/>
              </p:ext>
            </p:extLst>
          </p:nvPr>
        </p:nvGraphicFramePr>
        <p:xfrm>
          <a:off x="4764022" y="1236813"/>
          <a:ext cx="2889317" cy="562657"/>
        </p:xfrm>
        <a:graphic>
          <a:graphicData uri="http://schemas.openxmlformats.org/presentationml/2006/ole">
            <mc:AlternateContent xmlns:mc="http://schemas.openxmlformats.org/markup-compatibility/2006">
              <mc:Choice xmlns:v="urn:schemas-microsoft-com:vml" Requires="v">
                <p:oleObj spid="_x0000_s208665" name="Equation" r:id="rId17" imgW="1193760" imgH="228600" progId="Equation.DSMT4">
                  <p:embed/>
                </p:oleObj>
              </mc:Choice>
              <mc:Fallback>
                <p:oleObj name="Equation" r:id="rId17" imgW="1193760" imgH="228600" progId="Equation.DSMT4">
                  <p:embed/>
                  <p:pic>
                    <p:nvPicPr>
                      <p:cNvPr id="0" name="Object 5"/>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4764022" y="1236813"/>
                        <a:ext cx="2889317" cy="562657"/>
                      </a:xfrm>
                      <a:prstGeom prst="rect">
                        <a:avLst/>
                      </a:prstGeom>
                      <a:noFill/>
                      <a:ln w="9525">
                        <a:solidFill>
                          <a:srgbClr val="FF0000"/>
                        </a:solidFill>
                        <a:miter lim="800000"/>
                        <a:headEnd/>
                        <a:tailEnd/>
                      </a:ln>
                      <a:extLst>
                        <a:ext uri="{909E8E84-426E-40DD-AFC4-6F175D3DCCD1}">
                          <a14:hiddenFill xmlns:a14="http://schemas.microsoft.com/office/drawing/2010/main">
                            <a:solidFill>
                              <a:srgbClr val="FFFFFF"/>
                            </a:solidFill>
                          </a14:hiddenFill>
                        </a:ext>
                      </a:extLst>
                    </p:spPr>
                  </p:pic>
                </p:oleObj>
              </mc:Fallback>
            </mc:AlternateContent>
          </a:graphicData>
        </a:graphic>
      </p:graphicFrame>
      <p:grpSp>
        <p:nvGrpSpPr>
          <p:cNvPr id="100" name="组合 99"/>
          <p:cNvGrpSpPr/>
          <p:nvPr/>
        </p:nvGrpSpPr>
        <p:grpSpPr>
          <a:xfrm>
            <a:off x="2982553" y="3515439"/>
            <a:ext cx="845433" cy="425292"/>
            <a:chOff x="2452737" y="4514532"/>
            <a:chExt cx="1127244" cy="567056"/>
          </a:xfrm>
        </p:grpSpPr>
        <p:sp>
          <p:nvSpPr>
            <p:cNvPr id="97" name="Line 368"/>
            <p:cNvSpPr>
              <a:spLocks noChangeShapeType="1"/>
            </p:cNvSpPr>
            <p:nvPr/>
          </p:nvSpPr>
          <p:spPr bwMode="auto">
            <a:xfrm flipH="1" flipV="1">
              <a:off x="2452737" y="4584700"/>
              <a:ext cx="794650" cy="496888"/>
            </a:xfrm>
            <a:prstGeom prst="line">
              <a:avLst/>
            </a:prstGeom>
            <a:noFill/>
            <a:ln w="28575">
              <a:solidFill>
                <a:srgbClr val="9900CC"/>
              </a:solidFill>
              <a:round/>
              <a:headEnd/>
              <a:tailEnd/>
            </a:ln>
            <a:effectLst/>
          </p:spPr>
          <p:txBody>
            <a:bodyPr wrap="none"/>
            <a:lstStyle/>
            <a:p>
              <a:pPr eaLnBrk="0" hangingPunct="0"/>
              <a:endParaRPr kumimoji="0" lang="zh-CN" altLang="en-US" sz="1350" b="0">
                <a:solidFill>
                  <a:prstClr val="black"/>
                </a:solidFill>
                <a:latin typeface="Arial" charset="0"/>
                <a:ea typeface="宋体" charset="-122"/>
              </a:endParaRPr>
            </a:p>
          </p:txBody>
        </p:sp>
        <p:sp>
          <p:nvSpPr>
            <p:cNvPr id="98" name="Arc 369"/>
            <p:cNvSpPr>
              <a:spLocks/>
            </p:cNvSpPr>
            <p:nvPr/>
          </p:nvSpPr>
          <p:spPr bwMode="auto">
            <a:xfrm>
              <a:off x="3060692" y="4948238"/>
              <a:ext cx="505832" cy="123825"/>
            </a:xfrm>
            <a:custGeom>
              <a:avLst/>
              <a:gdLst>
                <a:gd name="T0" fmla="*/ 0 w 23764"/>
                <a:gd name="T1" fmla="*/ 0 h 21600"/>
                <a:gd name="T2" fmla="*/ 0 w 23764"/>
                <a:gd name="T3" fmla="*/ 0 h 21600"/>
                <a:gd name="T4" fmla="*/ 0 w 23764"/>
                <a:gd name="T5" fmla="*/ 0 h 21600"/>
                <a:gd name="T6" fmla="*/ 0 60000 65536"/>
                <a:gd name="T7" fmla="*/ 0 60000 65536"/>
                <a:gd name="T8" fmla="*/ 0 60000 65536"/>
              </a:gdLst>
              <a:ahLst/>
              <a:cxnLst>
                <a:cxn ang="T6">
                  <a:pos x="T0" y="T1"/>
                </a:cxn>
                <a:cxn ang="T7">
                  <a:pos x="T2" y="T3"/>
                </a:cxn>
                <a:cxn ang="T8">
                  <a:pos x="T4" y="T5"/>
                </a:cxn>
              </a:cxnLst>
              <a:rect l="0" t="0" r="r" b="b"/>
              <a:pathLst>
                <a:path w="23764" h="21600" fill="none" extrusionOk="0">
                  <a:moveTo>
                    <a:pt x="-1" y="108"/>
                  </a:moveTo>
                  <a:cubicBezTo>
                    <a:pt x="719" y="36"/>
                    <a:pt x="1441" y="-1"/>
                    <a:pt x="2164" y="0"/>
                  </a:cubicBezTo>
                  <a:cubicBezTo>
                    <a:pt x="14093" y="0"/>
                    <a:pt x="23764" y="9670"/>
                    <a:pt x="23764" y="21600"/>
                  </a:cubicBezTo>
                </a:path>
                <a:path w="23764" h="21600" stroke="0" extrusionOk="0">
                  <a:moveTo>
                    <a:pt x="-1" y="108"/>
                  </a:moveTo>
                  <a:cubicBezTo>
                    <a:pt x="719" y="36"/>
                    <a:pt x="1441" y="-1"/>
                    <a:pt x="2164" y="0"/>
                  </a:cubicBezTo>
                  <a:cubicBezTo>
                    <a:pt x="14093" y="0"/>
                    <a:pt x="23764" y="9670"/>
                    <a:pt x="23764" y="21600"/>
                  </a:cubicBezTo>
                  <a:lnTo>
                    <a:pt x="2164" y="21600"/>
                  </a:lnTo>
                  <a:lnTo>
                    <a:pt x="-1" y="108"/>
                  </a:lnTo>
                  <a:close/>
                </a:path>
              </a:pathLst>
            </a:custGeom>
            <a:noFill/>
            <a:ln w="28575">
              <a:solidFill>
                <a:srgbClr val="FF0000"/>
              </a:solidFill>
              <a:round/>
              <a:headEnd/>
              <a:tailEnd/>
            </a:ln>
            <a:effectLst/>
          </p:spPr>
          <p:txBody>
            <a:bodyPr wrap="none" anchor="ctr"/>
            <a:lstStyle/>
            <a:p>
              <a:pPr eaLnBrk="0" hangingPunct="0"/>
              <a:endParaRPr kumimoji="0" lang="zh-CN" altLang="en-US" sz="1350" b="0">
                <a:solidFill>
                  <a:prstClr val="black"/>
                </a:solidFill>
                <a:latin typeface="Arial" charset="0"/>
                <a:ea typeface="宋体" charset="-122"/>
              </a:endParaRPr>
            </a:p>
          </p:txBody>
        </p:sp>
        <p:graphicFrame>
          <p:nvGraphicFramePr>
            <p:cNvPr id="99" name="Object 370"/>
            <p:cNvGraphicFramePr>
              <a:graphicFrameLocks noChangeAspect="1"/>
            </p:cNvGraphicFramePr>
            <p:nvPr/>
          </p:nvGraphicFramePr>
          <p:xfrm>
            <a:off x="3204995" y="4514532"/>
            <a:ext cx="374986" cy="452438"/>
          </p:xfrm>
          <a:graphic>
            <a:graphicData uri="http://schemas.openxmlformats.org/presentationml/2006/ole">
              <mc:AlternateContent xmlns:mc="http://schemas.openxmlformats.org/markup-compatibility/2006">
                <mc:Choice xmlns:v="urn:schemas-microsoft-com:vml" Requires="v">
                  <p:oleObj spid="_x0000_s208666" name="Equation" r:id="rId19" imgW="177569" imgH="215619" progId="Equation.DSMT4">
                    <p:embed/>
                  </p:oleObj>
                </mc:Choice>
                <mc:Fallback>
                  <p:oleObj name="Equation" r:id="rId19" imgW="177569" imgH="215619" progId="Equation.DSMT4">
                    <p:embed/>
                    <p:pic>
                      <p:nvPicPr>
                        <p:cNvPr id="0" name="Object 370"/>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3204995" y="4514532"/>
                          <a:ext cx="374986" cy="45243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grpSp>
        <p:nvGrpSpPr>
          <p:cNvPr id="104" name="组合 103"/>
          <p:cNvGrpSpPr/>
          <p:nvPr/>
        </p:nvGrpSpPr>
        <p:grpSpPr>
          <a:xfrm>
            <a:off x="3583327" y="3540681"/>
            <a:ext cx="2488069" cy="760810"/>
            <a:chOff x="3253769" y="4548188"/>
            <a:chExt cx="3317425" cy="1014413"/>
          </a:xfrm>
        </p:grpSpPr>
        <p:sp>
          <p:nvSpPr>
            <p:cNvPr id="101" name="Line 377"/>
            <p:cNvSpPr>
              <a:spLocks noChangeShapeType="1"/>
            </p:cNvSpPr>
            <p:nvPr/>
          </p:nvSpPr>
          <p:spPr bwMode="auto">
            <a:xfrm flipV="1">
              <a:off x="3253769" y="4548188"/>
              <a:ext cx="3317425" cy="542925"/>
            </a:xfrm>
            <a:prstGeom prst="line">
              <a:avLst/>
            </a:prstGeom>
            <a:noFill/>
            <a:ln w="28575">
              <a:solidFill>
                <a:srgbClr val="009900"/>
              </a:solidFill>
              <a:round/>
              <a:headEnd/>
              <a:tailEnd/>
            </a:ln>
            <a:effectLst/>
          </p:spPr>
          <p:txBody>
            <a:bodyPr wrap="none"/>
            <a:lstStyle/>
            <a:p>
              <a:pPr eaLnBrk="0" hangingPunct="0"/>
              <a:endParaRPr kumimoji="0" lang="zh-CN" altLang="en-US" sz="1350" b="0">
                <a:solidFill>
                  <a:prstClr val="black"/>
                </a:solidFill>
                <a:latin typeface="Arial" charset="0"/>
                <a:ea typeface="宋体" charset="-122"/>
              </a:endParaRPr>
            </a:p>
          </p:txBody>
        </p:sp>
        <p:sp>
          <p:nvSpPr>
            <p:cNvPr id="102" name="Arc 378"/>
            <p:cNvSpPr>
              <a:spLocks/>
            </p:cNvSpPr>
            <p:nvPr/>
          </p:nvSpPr>
          <p:spPr bwMode="auto">
            <a:xfrm>
              <a:off x="3996573" y="4983163"/>
              <a:ext cx="71517" cy="149225"/>
            </a:xfrm>
            <a:custGeom>
              <a:avLst/>
              <a:gdLst>
                <a:gd name="T0" fmla="*/ 0 w 20593"/>
                <a:gd name="T1" fmla="*/ 0 h 21600"/>
                <a:gd name="T2" fmla="*/ 0 w 20593"/>
                <a:gd name="T3" fmla="*/ 0 h 21600"/>
                <a:gd name="T4" fmla="*/ 0 w 20593"/>
                <a:gd name="T5" fmla="*/ 0 h 21600"/>
                <a:gd name="T6" fmla="*/ 0 60000 65536"/>
                <a:gd name="T7" fmla="*/ 0 60000 65536"/>
                <a:gd name="T8" fmla="*/ 0 60000 65536"/>
              </a:gdLst>
              <a:ahLst/>
              <a:cxnLst>
                <a:cxn ang="T6">
                  <a:pos x="T0" y="T1"/>
                </a:cxn>
                <a:cxn ang="T7">
                  <a:pos x="T2" y="T3"/>
                </a:cxn>
                <a:cxn ang="T8">
                  <a:pos x="T4" y="T5"/>
                </a:cxn>
              </a:cxnLst>
              <a:rect l="0" t="0" r="r" b="b"/>
              <a:pathLst>
                <a:path w="20593" h="21600" fill="none" extrusionOk="0">
                  <a:moveTo>
                    <a:pt x="-1" y="0"/>
                  </a:moveTo>
                  <a:cubicBezTo>
                    <a:pt x="9418" y="0"/>
                    <a:pt x="17751" y="6103"/>
                    <a:pt x="20593" y="15082"/>
                  </a:cubicBezTo>
                </a:path>
                <a:path w="20593" h="21600" stroke="0" extrusionOk="0">
                  <a:moveTo>
                    <a:pt x="-1" y="0"/>
                  </a:moveTo>
                  <a:cubicBezTo>
                    <a:pt x="9418" y="0"/>
                    <a:pt x="17751" y="6103"/>
                    <a:pt x="20593" y="15082"/>
                  </a:cubicBezTo>
                  <a:lnTo>
                    <a:pt x="0" y="21600"/>
                  </a:lnTo>
                  <a:lnTo>
                    <a:pt x="-1" y="0"/>
                  </a:lnTo>
                  <a:close/>
                </a:path>
              </a:pathLst>
            </a:custGeom>
            <a:noFill/>
            <a:ln w="28575">
              <a:solidFill>
                <a:srgbClr val="FF0000"/>
              </a:solidFill>
              <a:round/>
              <a:headEnd/>
              <a:tailEnd/>
            </a:ln>
            <a:effectLst/>
          </p:spPr>
          <p:txBody>
            <a:bodyPr wrap="none" anchor="ctr"/>
            <a:lstStyle/>
            <a:p>
              <a:pPr eaLnBrk="0" hangingPunct="0"/>
              <a:endParaRPr kumimoji="0" lang="zh-CN" altLang="en-US" sz="1350" b="0">
                <a:solidFill>
                  <a:prstClr val="black"/>
                </a:solidFill>
                <a:latin typeface="Arial" charset="0"/>
                <a:ea typeface="宋体" charset="-122"/>
              </a:endParaRPr>
            </a:p>
          </p:txBody>
        </p:sp>
        <p:graphicFrame>
          <p:nvGraphicFramePr>
            <p:cNvPr id="103" name="Object 379"/>
            <p:cNvGraphicFramePr>
              <a:graphicFrameLocks noChangeAspect="1"/>
            </p:cNvGraphicFramePr>
            <p:nvPr/>
          </p:nvGraphicFramePr>
          <p:xfrm>
            <a:off x="3884421" y="5099051"/>
            <a:ext cx="622525" cy="463550"/>
          </p:xfrm>
          <a:graphic>
            <a:graphicData uri="http://schemas.openxmlformats.org/presentationml/2006/ole">
              <mc:AlternateContent xmlns:mc="http://schemas.openxmlformats.org/markup-compatibility/2006">
                <mc:Choice xmlns:v="urn:schemas-microsoft-com:vml" Requires="v">
                  <p:oleObj spid="_x0000_s208667" name="Equation" r:id="rId21" imgW="190335" imgH="215713" progId="Equation.3">
                    <p:embed/>
                  </p:oleObj>
                </mc:Choice>
                <mc:Fallback>
                  <p:oleObj name="Equation" r:id="rId21" imgW="190335" imgH="215713" progId="Equation.3">
                    <p:embed/>
                    <p:pic>
                      <p:nvPicPr>
                        <p:cNvPr id="0" name="Object 379"/>
                        <p:cNvPicPr>
                          <a:picLocks noChangeAspect="1" noChangeArrowheads="1"/>
                        </p:cNvPicPr>
                        <p:nvPr/>
                      </p:nvPicPr>
                      <p:blipFill>
                        <a:blip r:embed="rId22">
                          <a:extLst>
                            <a:ext uri="{28A0092B-C50C-407E-A947-70E740481C1C}">
                              <a14:useLocalDpi xmlns:a14="http://schemas.microsoft.com/office/drawing/2010/main" val="0"/>
                            </a:ext>
                          </a:extLst>
                        </a:blip>
                        <a:srcRect/>
                        <a:stretch>
                          <a:fillRect/>
                        </a:stretch>
                      </p:blipFill>
                      <p:spPr bwMode="auto">
                        <a:xfrm>
                          <a:off x="3884421" y="5099051"/>
                          <a:ext cx="622525" cy="4635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graphicFrame>
        <p:nvGraphicFramePr>
          <p:cNvPr id="105" name="Object 401"/>
          <p:cNvGraphicFramePr>
            <a:graphicFrameLocks/>
          </p:cNvGraphicFramePr>
          <p:nvPr>
            <p:extLst>
              <p:ext uri="{D42A27DB-BD31-4B8C-83A1-F6EECF244321}">
                <p14:modId xmlns:p14="http://schemas.microsoft.com/office/powerpoint/2010/main" val="2039186206"/>
              </p:ext>
            </p:extLst>
          </p:nvPr>
        </p:nvGraphicFramePr>
        <p:xfrm>
          <a:off x="4863533" y="2921955"/>
          <a:ext cx="432000" cy="350971"/>
        </p:xfrm>
        <a:graphic>
          <a:graphicData uri="http://schemas.openxmlformats.org/presentationml/2006/ole">
            <mc:AlternateContent xmlns:mc="http://schemas.openxmlformats.org/markup-compatibility/2006">
              <mc:Choice xmlns:v="urn:schemas-microsoft-com:vml" Requires="v">
                <p:oleObj spid="_x0000_s208668" name="Equation" r:id="rId23" imgW="190440" imgH="177480" progId="Equation.DSMT4">
                  <p:embed/>
                </p:oleObj>
              </mc:Choice>
              <mc:Fallback>
                <p:oleObj name="Equation" r:id="rId23" imgW="190440" imgH="177480" progId="Equation.DSMT4">
                  <p:embed/>
                  <p:pic>
                    <p:nvPicPr>
                      <p:cNvPr id="90" name="Object 401"/>
                      <p:cNvPicPr>
                        <a:picLocks noChangeAspect="1" noChangeArrowheads="1"/>
                      </p:cNvPicPr>
                      <p:nvPr/>
                    </p:nvPicPr>
                    <p:blipFill>
                      <a:blip r:embed="rId24"/>
                      <a:srcRect/>
                      <a:stretch>
                        <a:fillRect/>
                      </a:stretch>
                    </p:blipFill>
                    <p:spPr bwMode="auto">
                      <a:xfrm>
                        <a:off x="4863533" y="2921955"/>
                        <a:ext cx="432000" cy="350971"/>
                      </a:xfrm>
                      <a:prstGeom prst="rect">
                        <a:avLst/>
                      </a:prstGeom>
                      <a:noFill/>
                      <a:extLst/>
                    </p:spPr>
                  </p:pic>
                </p:oleObj>
              </mc:Fallback>
            </mc:AlternateContent>
          </a:graphicData>
        </a:graphic>
      </p:graphicFrame>
      <p:sp>
        <p:nvSpPr>
          <p:cNvPr id="106" name="Line 400"/>
          <p:cNvSpPr>
            <a:spLocks noChangeShapeType="1"/>
          </p:cNvSpPr>
          <p:nvPr/>
        </p:nvSpPr>
        <p:spPr bwMode="auto">
          <a:xfrm flipH="1">
            <a:off x="3582659" y="3263591"/>
            <a:ext cx="1379935" cy="0"/>
          </a:xfrm>
          <a:prstGeom prst="line">
            <a:avLst/>
          </a:prstGeom>
          <a:noFill/>
          <a:ln w="19050">
            <a:solidFill>
              <a:srgbClr val="0000FF"/>
            </a:solidFill>
            <a:round/>
            <a:headEnd type="triangle" w="sm" len="lg"/>
            <a:tailEnd type="triangle" w="sm" len="lg"/>
          </a:ln>
          <a:effectLst/>
        </p:spPr>
        <p:txBody>
          <a:bodyPr wrap="none"/>
          <a:lstStyle/>
          <a:p>
            <a:pPr eaLnBrk="0" hangingPunct="0"/>
            <a:endParaRPr kumimoji="0" lang="zh-CN" altLang="en-US" sz="1350" b="0">
              <a:solidFill>
                <a:prstClr val="black"/>
              </a:solidFill>
              <a:latin typeface="Arial" charset="0"/>
              <a:ea typeface="宋体" charset="-122"/>
            </a:endParaRPr>
          </a:p>
        </p:txBody>
      </p:sp>
      <p:graphicFrame>
        <p:nvGraphicFramePr>
          <p:cNvPr id="107" name="Object 401"/>
          <p:cNvGraphicFramePr>
            <a:graphicFrameLocks noChangeAspect="1"/>
          </p:cNvGraphicFramePr>
          <p:nvPr>
            <p:extLst>
              <p:ext uri="{D42A27DB-BD31-4B8C-83A1-F6EECF244321}">
                <p14:modId xmlns:p14="http://schemas.microsoft.com/office/powerpoint/2010/main" val="2086385123"/>
              </p:ext>
            </p:extLst>
          </p:nvPr>
        </p:nvGraphicFramePr>
        <p:xfrm>
          <a:off x="4241550" y="2979555"/>
          <a:ext cx="302419" cy="242888"/>
        </p:xfrm>
        <a:graphic>
          <a:graphicData uri="http://schemas.openxmlformats.org/presentationml/2006/ole">
            <mc:AlternateContent xmlns:mc="http://schemas.openxmlformats.org/markup-compatibility/2006">
              <mc:Choice xmlns:v="urn:schemas-microsoft-com:vml" Requires="v">
                <p:oleObj spid="_x0000_s208669" name="公式" r:id="rId25" imgW="177646" imgH="190335" progId="Equation.3">
                  <p:embed/>
                </p:oleObj>
              </mc:Choice>
              <mc:Fallback>
                <p:oleObj name="公式" r:id="rId25" imgW="177646" imgH="190335" progId="Equation.3">
                  <p:embed/>
                  <p:pic>
                    <p:nvPicPr>
                      <p:cNvPr id="19485" name="Object 401"/>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241550" y="2979555"/>
                        <a:ext cx="302419" cy="24288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cxnSp>
        <p:nvCxnSpPr>
          <p:cNvPr id="108" name="直接箭头连接符 107"/>
          <p:cNvCxnSpPr/>
          <p:nvPr/>
        </p:nvCxnSpPr>
        <p:spPr>
          <a:xfrm>
            <a:off x="2730500" y="3469855"/>
            <a:ext cx="0" cy="457200"/>
          </a:xfrm>
          <a:prstGeom prst="straightConnector1">
            <a:avLst/>
          </a:prstGeom>
          <a:ln>
            <a:headEnd type="triangle"/>
            <a:tailEnd type="triangle"/>
          </a:ln>
        </p:spPr>
        <p:style>
          <a:lnRef idx="1">
            <a:schemeClr val="accent1"/>
          </a:lnRef>
          <a:fillRef idx="0">
            <a:schemeClr val="accent1"/>
          </a:fillRef>
          <a:effectRef idx="0">
            <a:schemeClr val="accent1"/>
          </a:effectRef>
          <a:fontRef idx="minor">
            <a:schemeClr val="tx1"/>
          </a:fontRef>
        </p:style>
      </p:cxnSp>
      <p:sp>
        <p:nvSpPr>
          <p:cNvPr id="109" name="椭圆 108"/>
          <p:cNvSpPr/>
          <p:nvPr/>
        </p:nvSpPr>
        <p:spPr>
          <a:xfrm>
            <a:off x="3558301" y="3914297"/>
            <a:ext cx="52387" cy="52387"/>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blinds(horizontal)">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blinds(horizontal)">
                                      <p:cBhvr>
                                        <p:cTn id="12" dur="500"/>
                                        <p:tgtEl>
                                          <p:spTgt spid="9"/>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10"/>
                                        </p:tgtEl>
                                        <p:attrNameLst>
                                          <p:attrName>style.visibility</p:attrName>
                                        </p:attrNameLst>
                                      </p:cBhvr>
                                      <p:to>
                                        <p:strVal val="visible"/>
                                      </p:to>
                                    </p:set>
                                    <p:animEffect transition="in" filter="blinds(horizontal)">
                                      <p:cBhvr>
                                        <p:cTn id="17" dur="500"/>
                                        <p:tgtEl>
                                          <p:spTgt spid="10"/>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nodeType="clickEffect">
                                  <p:stCondLst>
                                    <p:cond delay="0"/>
                                  </p:stCondLst>
                                  <p:childTnLst>
                                    <p:set>
                                      <p:cBhvr>
                                        <p:cTn id="21" dur="1" fill="hold">
                                          <p:stCondLst>
                                            <p:cond delay="0"/>
                                          </p:stCondLst>
                                        </p:cTn>
                                        <p:tgtEl>
                                          <p:spTgt spid="27651"/>
                                        </p:tgtEl>
                                        <p:attrNameLst>
                                          <p:attrName>style.visibility</p:attrName>
                                        </p:attrNameLst>
                                      </p:cBhvr>
                                      <p:to>
                                        <p:strVal val="visible"/>
                                      </p:to>
                                    </p:set>
                                    <p:animEffect transition="in" filter="blinds(horizontal)">
                                      <p:cBhvr>
                                        <p:cTn id="22" dur="500"/>
                                        <p:tgtEl>
                                          <p:spTgt spid="27651"/>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4" fill="hold" nodeType="clickEffect">
                                  <p:stCondLst>
                                    <p:cond delay="0"/>
                                  </p:stCondLst>
                                  <p:childTnLst>
                                    <p:set>
                                      <p:cBhvr>
                                        <p:cTn id="26" dur="1" fill="hold">
                                          <p:stCondLst>
                                            <p:cond delay="0"/>
                                          </p:stCondLst>
                                        </p:cTn>
                                        <p:tgtEl>
                                          <p:spTgt spid="100"/>
                                        </p:tgtEl>
                                        <p:attrNameLst>
                                          <p:attrName>style.visibility</p:attrName>
                                        </p:attrNameLst>
                                      </p:cBhvr>
                                      <p:to>
                                        <p:strVal val="visible"/>
                                      </p:to>
                                    </p:set>
                                    <p:animEffect transition="in" filter="wipe(down)">
                                      <p:cBhvr>
                                        <p:cTn id="27" dur="500"/>
                                        <p:tgtEl>
                                          <p:spTgt spid="100"/>
                                        </p:tgtEl>
                                      </p:cBhvr>
                                    </p:animEffect>
                                  </p:childTnLst>
                                </p:cTn>
                              </p:par>
                              <p:par>
                                <p:cTn id="28" presetID="22" presetClass="entr" presetSubtype="4" fill="hold" nodeType="withEffect">
                                  <p:stCondLst>
                                    <p:cond delay="0"/>
                                  </p:stCondLst>
                                  <p:childTnLst>
                                    <p:set>
                                      <p:cBhvr>
                                        <p:cTn id="29" dur="1" fill="hold">
                                          <p:stCondLst>
                                            <p:cond delay="0"/>
                                          </p:stCondLst>
                                        </p:cTn>
                                        <p:tgtEl>
                                          <p:spTgt spid="104"/>
                                        </p:tgtEl>
                                        <p:attrNameLst>
                                          <p:attrName>style.visibility</p:attrName>
                                        </p:attrNameLst>
                                      </p:cBhvr>
                                      <p:to>
                                        <p:strVal val="visible"/>
                                      </p:to>
                                    </p:set>
                                    <p:animEffect transition="in" filter="wipe(down)">
                                      <p:cBhvr>
                                        <p:cTn id="30" dur="500"/>
                                        <p:tgtEl>
                                          <p:spTgt spid="10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灯片编号占位符 1"/>
          <p:cNvSpPr>
            <a:spLocks noGrp="1"/>
          </p:cNvSpPr>
          <p:nvPr>
            <p:ph type="sldNum" sz="quarter" idx="10"/>
          </p:nvPr>
        </p:nvSpPr>
        <p:spPr bwMode="auto">
          <a:noFill/>
          <a:ln>
            <a:miter lim="800000"/>
            <a:headEnd/>
            <a:tailEnd/>
          </a:ln>
        </p:spPr>
        <p:txBody>
          <a:bodyPr/>
          <a:lstStyle/>
          <a:p>
            <a:fld id="{9BA604D3-E74B-4FE5-A821-55408781079E}" type="slidenum">
              <a:rPr lang="en-US" altLang="zh-CN">
                <a:ea typeface="宋体" charset="-122"/>
              </a:rPr>
              <a:pPr/>
              <a:t>34</a:t>
            </a:fld>
            <a:endParaRPr lang="en-US" altLang="zh-CN">
              <a:ea typeface="宋体" charset="-122"/>
            </a:endParaRPr>
          </a:p>
        </p:txBody>
      </p:sp>
      <p:graphicFrame>
        <p:nvGraphicFramePr>
          <p:cNvPr id="28781" name="Object 109"/>
          <p:cNvGraphicFramePr>
            <a:graphicFrameLocks noChangeAspect="1"/>
          </p:cNvGraphicFramePr>
          <p:nvPr/>
        </p:nvGraphicFramePr>
        <p:xfrm>
          <a:off x="1500346" y="367196"/>
          <a:ext cx="4103927" cy="959768"/>
        </p:xfrm>
        <a:graphic>
          <a:graphicData uri="http://schemas.openxmlformats.org/presentationml/2006/ole">
            <mc:AlternateContent xmlns:mc="http://schemas.openxmlformats.org/markup-compatibility/2006">
              <mc:Choice xmlns:v="urn:schemas-microsoft-com:vml" Requires="v">
                <p:oleObj spid="_x0000_s214248" name="Equation" r:id="rId3" imgW="1701800" imgH="444500" progId="Equation.DSMT4">
                  <p:embed/>
                </p:oleObj>
              </mc:Choice>
              <mc:Fallback>
                <p:oleObj name="Equation" r:id="rId3" imgW="1701800" imgH="444500" progId="Equation.DSMT4">
                  <p:embed/>
                  <p:pic>
                    <p:nvPicPr>
                      <p:cNvPr id="0" name="Object 109"/>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00346" y="367196"/>
                        <a:ext cx="4103927" cy="95976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8782" name="Object 110"/>
          <p:cNvGraphicFramePr>
            <a:graphicFrameLocks noChangeAspect="1"/>
          </p:cNvGraphicFramePr>
          <p:nvPr/>
        </p:nvGraphicFramePr>
        <p:xfrm>
          <a:off x="1774397" y="1590929"/>
          <a:ext cx="5861447" cy="820340"/>
        </p:xfrm>
        <a:graphic>
          <a:graphicData uri="http://schemas.openxmlformats.org/presentationml/2006/ole">
            <mc:AlternateContent xmlns:mc="http://schemas.openxmlformats.org/markup-compatibility/2006">
              <mc:Choice xmlns:v="urn:schemas-microsoft-com:vml" Requires="v">
                <p:oleObj spid="_x0000_s214249" name="Equation" r:id="rId5" imgW="2908080" imgH="393480" progId="Equation.DSMT4">
                  <p:embed/>
                </p:oleObj>
              </mc:Choice>
              <mc:Fallback>
                <p:oleObj name="Equation" r:id="rId5" imgW="2908080" imgH="393480" progId="Equation.DSMT4">
                  <p:embed/>
                  <p:pic>
                    <p:nvPicPr>
                      <p:cNvPr id="0" name="Object 110"/>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774397" y="1590929"/>
                        <a:ext cx="5861447" cy="82034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nvGrpSpPr>
          <p:cNvPr id="187" name="组合 186"/>
          <p:cNvGrpSpPr/>
          <p:nvPr/>
        </p:nvGrpSpPr>
        <p:grpSpPr>
          <a:xfrm>
            <a:off x="2427685" y="3121819"/>
            <a:ext cx="4286250" cy="1393031"/>
            <a:chOff x="1712913" y="4162425"/>
            <a:chExt cx="5715000" cy="1857375"/>
          </a:xfrm>
        </p:grpSpPr>
        <p:sp>
          <p:nvSpPr>
            <p:cNvPr id="98" name="Line 290"/>
            <p:cNvSpPr>
              <a:spLocks noChangeShapeType="1"/>
            </p:cNvSpPr>
            <p:nvPr/>
          </p:nvSpPr>
          <p:spPr bwMode="auto">
            <a:xfrm>
              <a:off x="1712913" y="5059363"/>
              <a:ext cx="5459412" cy="0"/>
            </a:xfrm>
            <a:prstGeom prst="line">
              <a:avLst/>
            </a:prstGeom>
            <a:noFill/>
            <a:ln w="12700">
              <a:solidFill>
                <a:srgbClr val="000000"/>
              </a:solidFill>
              <a:round/>
              <a:headEnd/>
              <a:tailEnd type="triangle" w="sm" len="lg"/>
            </a:ln>
            <a:effectLst/>
          </p:spPr>
          <p:txBody>
            <a:bodyPr wrap="none"/>
            <a:lstStyle/>
            <a:p>
              <a:pPr eaLnBrk="0" hangingPunct="0"/>
              <a:endParaRPr kumimoji="0" lang="zh-CN" altLang="en-US" sz="1350" b="0">
                <a:solidFill>
                  <a:prstClr val="black"/>
                </a:solidFill>
                <a:latin typeface="Arial" charset="0"/>
                <a:ea typeface="宋体" charset="-122"/>
              </a:endParaRPr>
            </a:p>
          </p:txBody>
        </p:sp>
        <p:sp>
          <p:nvSpPr>
            <p:cNvPr id="99" name="Line 291"/>
            <p:cNvSpPr>
              <a:spLocks noChangeShapeType="1"/>
            </p:cNvSpPr>
            <p:nvPr/>
          </p:nvSpPr>
          <p:spPr bwMode="auto">
            <a:xfrm flipH="1">
              <a:off x="1841500" y="4449763"/>
              <a:ext cx="511175" cy="0"/>
            </a:xfrm>
            <a:prstGeom prst="line">
              <a:avLst/>
            </a:prstGeom>
            <a:noFill/>
            <a:ln w="9525">
              <a:solidFill>
                <a:schemeClr val="tx1"/>
              </a:solidFill>
              <a:prstDash val="dash"/>
              <a:round/>
              <a:headEnd/>
              <a:tailEnd/>
            </a:ln>
            <a:effectLst/>
          </p:spPr>
          <p:txBody>
            <a:bodyPr wrap="none"/>
            <a:lstStyle/>
            <a:p>
              <a:pPr eaLnBrk="0" hangingPunct="0"/>
              <a:endParaRPr kumimoji="0" lang="zh-CN" altLang="en-US" sz="1350" b="0">
                <a:solidFill>
                  <a:prstClr val="black"/>
                </a:solidFill>
                <a:latin typeface="Arial" charset="0"/>
                <a:ea typeface="宋体" charset="-122"/>
              </a:endParaRPr>
            </a:p>
          </p:txBody>
        </p:sp>
        <p:sp>
          <p:nvSpPr>
            <p:cNvPr id="100" name="Text Box 293"/>
            <p:cNvSpPr txBox="1">
              <a:spLocks noChangeArrowheads="1"/>
            </p:cNvSpPr>
            <p:nvPr/>
          </p:nvSpPr>
          <p:spPr bwMode="auto">
            <a:xfrm>
              <a:off x="1757364" y="4511674"/>
              <a:ext cx="1014412" cy="492443"/>
            </a:xfrm>
            <a:prstGeom prst="rect">
              <a:avLst/>
            </a:prstGeom>
            <a:noFill/>
            <a:ln w="9525">
              <a:noFill/>
              <a:miter lim="800000"/>
              <a:headEnd/>
              <a:tailEnd/>
            </a:ln>
            <a:effectLst/>
          </p:spPr>
          <p:txBody>
            <a:bodyPr>
              <a:spAutoFit/>
            </a:bodyPr>
            <a:lstStyle/>
            <a:p>
              <a:r>
                <a:rPr kumimoji="0" lang="en-US" altLang="zh-CN" sz="1800" b="0" i="1">
                  <a:solidFill>
                    <a:srgbClr val="1C1C1C"/>
                  </a:solidFill>
                  <a:ea typeface="宋体" charset="-122"/>
                </a:rPr>
                <a:t>R</a:t>
              </a:r>
            </a:p>
          </p:txBody>
        </p:sp>
        <p:grpSp>
          <p:nvGrpSpPr>
            <p:cNvPr id="103" name="Group 296"/>
            <p:cNvGrpSpPr>
              <a:grpSpLocks/>
            </p:cNvGrpSpPr>
            <p:nvPr/>
          </p:nvGrpSpPr>
          <p:grpSpPr bwMode="auto">
            <a:xfrm>
              <a:off x="2362200" y="5524507"/>
              <a:ext cx="4305300" cy="401638"/>
              <a:chOff x="1488" y="3792"/>
              <a:chExt cx="2712" cy="253"/>
            </a:xfrm>
          </p:grpSpPr>
          <p:sp>
            <p:nvSpPr>
              <p:cNvPr id="104" name="Oval 297"/>
              <p:cNvSpPr>
                <a:spLocks noChangeArrowheads="1"/>
              </p:cNvSpPr>
              <p:nvPr/>
            </p:nvSpPr>
            <p:spPr bwMode="auto">
              <a:xfrm>
                <a:off x="1521" y="3834"/>
                <a:ext cx="187" cy="152"/>
              </a:xfrm>
              <a:prstGeom prst="ellipse">
                <a:avLst/>
              </a:prstGeom>
              <a:gradFill rotWithShape="0">
                <a:gsLst>
                  <a:gs pos="0">
                    <a:srgbClr val="FFFFFF"/>
                  </a:gs>
                  <a:gs pos="100000">
                    <a:schemeClr val="accent1"/>
                  </a:gs>
                </a:gsLst>
                <a:path path="shape">
                  <a:fillToRect l="50000" t="50000" r="50000" b="50000"/>
                </a:path>
              </a:gradFill>
              <a:ln w="19050">
                <a:solidFill>
                  <a:schemeClr val="tx1"/>
                </a:solidFill>
                <a:round/>
                <a:headEnd/>
                <a:tailEnd/>
              </a:ln>
              <a:effectLst/>
            </p:spPr>
            <p:txBody>
              <a:bodyPr wrap="none" anchor="ctr"/>
              <a:lstStyle/>
              <a:p>
                <a:endParaRPr kumimoji="0" lang="zh-CN" altLang="en-US" sz="1350" b="0">
                  <a:solidFill>
                    <a:prstClr val="black"/>
                  </a:solidFill>
                  <a:latin typeface="Arial" charset="0"/>
                  <a:ea typeface="宋体" charset="-122"/>
                </a:endParaRPr>
              </a:p>
            </p:txBody>
          </p:sp>
          <p:sp>
            <p:nvSpPr>
              <p:cNvPr id="105" name="Text Box 298"/>
              <p:cNvSpPr txBox="1">
                <a:spLocks noChangeArrowheads="1"/>
              </p:cNvSpPr>
              <p:nvPr/>
            </p:nvSpPr>
            <p:spPr bwMode="auto">
              <a:xfrm>
                <a:off x="1488" y="3793"/>
                <a:ext cx="301" cy="252"/>
              </a:xfrm>
              <a:prstGeom prst="rect">
                <a:avLst/>
              </a:prstGeom>
              <a:noFill/>
              <a:ln w="9525">
                <a:noFill/>
                <a:miter lim="800000"/>
                <a:headEnd/>
                <a:tailEnd/>
              </a:ln>
              <a:effectLst/>
            </p:spPr>
            <p:txBody>
              <a:bodyPr wrap="none">
                <a:spAutoFit/>
              </a:bodyPr>
              <a:lstStyle/>
              <a:p>
                <a:pPr>
                  <a:spcBef>
                    <a:spcPct val="50000"/>
                  </a:spcBef>
                </a:pPr>
                <a:r>
                  <a:rPr kumimoji="0" lang="en-US" altLang="zh-CN" sz="1350">
                    <a:solidFill>
                      <a:srgbClr val="FF0000"/>
                    </a:solidFill>
                    <a:ea typeface="宋体" charset="-122"/>
                  </a:rPr>
                  <a:t>×</a:t>
                </a:r>
                <a:endParaRPr kumimoji="0" lang="en-US" altLang="zh-CN" sz="1350">
                  <a:solidFill>
                    <a:prstClr val="black"/>
                  </a:solidFill>
                  <a:ea typeface="宋体" charset="-122"/>
                </a:endParaRPr>
              </a:p>
            </p:txBody>
          </p:sp>
          <p:sp>
            <p:nvSpPr>
              <p:cNvPr id="106" name="Oval 299"/>
              <p:cNvSpPr>
                <a:spLocks noChangeArrowheads="1"/>
              </p:cNvSpPr>
              <p:nvPr/>
            </p:nvSpPr>
            <p:spPr bwMode="auto">
              <a:xfrm>
                <a:off x="1707" y="3834"/>
                <a:ext cx="187" cy="152"/>
              </a:xfrm>
              <a:prstGeom prst="ellipse">
                <a:avLst/>
              </a:prstGeom>
              <a:gradFill rotWithShape="0">
                <a:gsLst>
                  <a:gs pos="0">
                    <a:srgbClr val="FFFFFF"/>
                  </a:gs>
                  <a:gs pos="100000">
                    <a:schemeClr val="accent1"/>
                  </a:gs>
                </a:gsLst>
                <a:path path="shape">
                  <a:fillToRect l="50000" t="50000" r="50000" b="50000"/>
                </a:path>
              </a:gradFill>
              <a:ln w="19050">
                <a:solidFill>
                  <a:schemeClr val="tx1"/>
                </a:solidFill>
                <a:round/>
                <a:headEnd/>
                <a:tailEnd/>
              </a:ln>
              <a:effectLst/>
            </p:spPr>
            <p:txBody>
              <a:bodyPr wrap="none" anchor="ctr"/>
              <a:lstStyle/>
              <a:p>
                <a:endParaRPr kumimoji="0" lang="zh-CN" altLang="en-US" sz="1350" b="0">
                  <a:solidFill>
                    <a:prstClr val="black"/>
                  </a:solidFill>
                  <a:latin typeface="Arial" charset="0"/>
                  <a:ea typeface="宋体" charset="-122"/>
                </a:endParaRPr>
              </a:p>
            </p:txBody>
          </p:sp>
          <p:sp>
            <p:nvSpPr>
              <p:cNvPr id="107" name="Text Box 300"/>
              <p:cNvSpPr txBox="1">
                <a:spLocks noChangeArrowheads="1"/>
              </p:cNvSpPr>
              <p:nvPr/>
            </p:nvSpPr>
            <p:spPr bwMode="auto">
              <a:xfrm>
                <a:off x="1664" y="3793"/>
                <a:ext cx="301" cy="252"/>
              </a:xfrm>
              <a:prstGeom prst="rect">
                <a:avLst/>
              </a:prstGeom>
              <a:noFill/>
              <a:ln w="9525">
                <a:noFill/>
                <a:miter lim="800000"/>
                <a:headEnd/>
                <a:tailEnd/>
              </a:ln>
              <a:effectLst/>
            </p:spPr>
            <p:txBody>
              <a:bodyPr wrap="none">
                <a:spAutoFit/>
              </a:bodyPr>
              <a:lstStyle/>
              <a:p>
                <a:pPr>
                  <a:spcBef>
                    <a:spcPct val="50000"/>
                  </a:spcBef>
                </a:pPr>
                <a:r>
                  <a:rPr kumimoji="0" lang="en-US" altLang="zh-CN" sz="1350">
                    <a:solidFill>
                      <a:srgbClr val="FF0000"/>
                    </a:solidFill>
                    <a:ea typeface="宋体" charset="-122"/>
                  </a:rPr>
                  <a:t>×</a:t>
                </a:r>
                <a:endParaRPr kumimoji="0" lang="en-US" altLang="zh-CN" sz="1350">
                  <a:solidFill>
                    <a:prstClr val="black"/>
                  </a:solidFill>
                  <a:ea typeface="宋体" charset="-122"/>
                </a:endParaRPr>
              </a:p>
            </p:txBody>
          </p:sp>
          <p:sp>
            <p:nvSpPr>
              <p:cNvPr id="108" name="Oval 301"/>
              <p:cNvSpPr>
                <a:spLocks noChangeArrowheads="1"/>
              </p:cNvSpPr>
              <p:nvPr/>
            </p:nvSpPr>
            <p:spPr bwMode="auto">
              <a:xfrm>
                <a:off x="1892" y="3834"/>
                <a:ext cx="187" cy="152"/>
              </a:xfrm>
              <a:prstGeom prst="ellipse">
                <a:avLst/>
              </a:prstGeom>
              <a:gradFill rotWithShape="0">
                <a:gsLst>
                  <a:gs pos="0">
                    <a:srgbClr val="FFFFFF"/>
                  </a:gs>
                  <a:gs pos="100000">
                    <a:schemeClr val="accent1"/>
                  </a:gs>
                </a:gsLst>
                <a:path path="shape">
                  <a:fillToRect l="50000" t="50000" r="50000" b="50000"/>
                </a:path>
              </a:gradFill>
              <a:ln w="19050">
                <a:solidFill>
                  <a:schemeClr val="tx1"/>
                </a:solidFill>
                <a:round/>
                <a:headEnd/>
                <a:tailEnd/>
              </a:ln>
              <a:effectLst/>
            </p:spPr>
            <p:txBody>
              <a:bodyPr wrap="none" anchor="ctr"/>
              <a:lstStyle/>
              <a:p>
                <a:endParaRPr kumimoji="0" lang="zh-CN" altLang="en-US" sz="1350" b="0">
                  <a:solidFill>
                    <a:prstClr val="black"/>
                  </a:solidFill>
                  <a:latin typeface="Arial" charset="0"/>
                  <a:ea typeface="宋体" charset="-122"/>
                </a:endParaRPr>
              </a:p>
            </p:txBody>
          </p:sp>
          <p:sp>
            <p:nvSpPr>
              <p:cNvPr id="109" name="Text Box 302"/>
              <p:cNvSpPr txBox="1">
                <a:spLocks noChangeArrowheads="1"/>
              </p:cNvSpPr>
              <p:nvPr/>
            </p:nvSpPr>
            <p:spPr bwMode="auto">
              <a:xfrm>
                <a:off x="1860" y="3793"/>
                <a:ext cx="301" cy="252"/>
              </a:xfrm>
              <a:prstGeom prst="rect">
                <a:avLst/>
              </a:prstGeom>
              <a:noFill/>
              <a:ln w="9525">
                <a:noFill/>
                <a:miter lim="800000"/>
                <a:headEnd/>
                <a:tailEnd/>
              </a:ln>
              <a:effectLst/>
            </p:spPr>
            <p:txBody>
              <a:bodyPr wrap="none">
                <a:spAutoFit/>
              </a:bodyPr>
              <a:lstStyle/>
              <a:p>
                <a:pPr>
                  <a:spcBef>
                    <a:spcPct val="50000"/>
                  </a:spcBef>
                </a:pPr>
                <a:r>
                  <a:rPr kumimoji="0" lang="en-US" altLang="zh-CN" sz="1350">
                    <a:solidFill>
                      <a:srgbClr val="FF0000"/>
                    </a:solidFill>
                    <a:ea typeface="宋体" charset="-122"/>
                  </a:rPr>
                  <a:t>×</a:t>
                </a:r>
                <a:endParaRPr kumimoji="0" lang="en-US" altLang="zh-CN" sz="1350">
                  <a:solidFill>
                    <a:prstClr val="black"/>
                  </a:solidFill>
                  <a:ea typeface="宋体" charset="-122"/>
                </a:endParaRPr>
              </a:p>
            </p:txBody>
          </p:sp>
          <p:sp>
            <p:nvSpPr>
              <p:cNvPr id="110" name="Oval 303"/>
              <p:cNvSpPr>
                <a:spLocks noChangeArrowheads="1"/>
              </p:cNvSpPr>
              <p:nvPr/>
            </p:nvSpPr>
            <p:spPr bwMode="auto">
              <a:xfrm>
                <a:off x="2449" y="3834"/>
                <a:ext cx="187" cy="152"/>
              </a:xfrm>
              <a:prstGeom prst="ellipse">
                <a:avLst/>
              </a:prstGeom>
              <a:gradFill rotWithShape="0">
                <a:gsLst>
                  <a:gs pos="0">
                    <a:srgbClr val="FFFFFF"/>
                  </a:gs>
                  <a:gs pos="100000">
                    <a:schemeClr val="accent1"/>
                  </a:gs>
                </a:gsLst>
                <a:path path="shape">
                  <a:fillToRect l="50000" t="50000" r="50000" b="50000"/>
                </a:path>
              </a:gradFill>
              <a:ln w="19050">
                <a:solidFill>
                  <a:schemeClr val="tx1"/>
                </a:solidFill>
                <a:round/>
                <a:headEnd/>
                <a:tailEnd/>
              </a:ln>
              <a:effectLst/>
            </p:spPr>
            <p:txBody>
              <a:bodyPr wrap="none" anchor="ctr"/>
              <a:lstStyle/>
              <a:p>
                <a:endParaRPr kumimoji="0" lang="zh-CN" altLang="en-US" sz="1350" b="0">
                  <a:solidFill>
                    <a:prstClr val="black"/>
                  </a:solidFill>
                  <a:latin typeface="Arial" charset="0"/>
                  <a:ea typeface="宋体" charset="-122"/>
                </a:endParaRPr>
              </a:p>
            </p:txBody>
          </p:sp>
          <p:sp>
            <p:nvSpPr>
              <p:cNvPr id="111" name="Text Box 304"/>
              <p:cNvSpPr txBox="1">
                <a:spLocks noChangeArrowheads="1"/>
              </p:cNvSpPr>
              <p:nvPr/>
            </p:nvSpPr>
            <p:spPr bwMode="auto">
              <a:xfrm>
                <a:off x="2415" y="3793"/>
                <a:ext cx="301" cy="252"/>
              </a:xfrm>
              <a:prstGeom prst="rect">
                <a:avLst/>
              </a:prstGeom>
              <a:noFill/>
              <a:ln w="9525">
                <a:noFill/>
                <a:miter lim="800000"/>
                <a:headEnd/>
                <a:tailEnd/>
              </a:ln>
              <a:effectLst/>
            </p:spPr>
            <p:txBody>
              <a:bodyPr wrap="none">
                <a:spAutoFit/>
              </a:bodyPr>
              <a:lstStyle/>
              <a:p>
                <a:pPr>
                  <a:spcBef>
                    <a:spcPct val="50000"/>
                  </a:spcBef>
                </a:pPr>
                <a:r>
                  <a:rPr kumimoji="0" lang="en-US" altLang="zh-CN" sz="1350">
                    <a:solidFill>
                      <a:srgbClr val="FF0000"/>
                    </a:solidFill>
                    <a:ea typeface="宋体" charset="-122"/>
                  </a:rPr>
                  <a:t>×</a:t>
                </a:r>
                <a:endParaRPr kumimoji="0" lang="en-US" altLang="zh-CN" sz="1350">
                  <a:solidFill>
                    <a:prstClr val="black"/>
                  </a:solidFill>
                  <a:ea typeface="宋体" charset="-122"/>
                </a:endParaRPr>
              </a:p>
            </p:txBody>
          </p:sp>
          <p:sp>
            <p:nvSpPr>
              <p:cNvPr id="112" name="Oval 305"/>
              <p:cNvSpPr>
                <a:spLocks noChangeArrowheads="1"/>
              </p:cNvSpPr>
              <p:nvPr/>
            </p:nvSpPr>
            <p:spPr bwMode="auto">
              <a:xfrm>
                <a:off x="2264" y="3834"/>
                <a:ext cx="187" cy="152"/>
              </a:xfrm>
              <a:prstGeom prst="ellipse">
                <a:avLst/>
              </a:prstGeom>
              <a:gradFill rotWithShape="0">
                <a:gsLst>
                  <a:gs pos="0">
                    <a:srgbClr val="FFFFFF"/>
                  </a:gs>
                  <a:gs pos="100000">
                    <a:schemeClr val="accent1"/>
                  </a:gs>
                </a:gsLst>
                <a:path path="shape">
                  <a:fillToRect l="50000" t="50000" r="50000" b="50000"/>
                </a:path>
              </a:gradFill>
              <a:ln w="19050">
                <a:solidFill>
                  <a:schemeClr val="tx1"/>
                </a:solidFill>
                <a:round/>
                <a:headEnd/>
                <a:tailEnd/>
              </a:ln>
              <a:effectLst/>
            </p:spPr>
            <p:txBody>
              <a:bodyPr wrap="none" anchor="ctr"/>
              <a:lstStyle/>
              <a:p>
                <a:endParaRPr kumimoji="0" lang="zh-CN" altLang="en-US" sz="1350" b="0">
                  <a:solidFill>
                    <a:prstClr val="black"/>
                  </a:solidFill>
                  <a:latin typeface="Arial" charset="0"/>
                  <a:ea typeface="宋体" charset="-122"/>
                </a:endParaRPr>
              </a:p>
            </p:txBody>
          </p:sp>
          <p:sp>
            <p:nvSpPr>
              <p:cNvPr id="113" name="Text Box 306"/>
              <p:cNvSpPr txBox="1">
                <a:spLocks noChangeArrowheads="1"/>
              </p:cNvSpPr>
              <p:nvPr/>
            </p:nvSpPr>
            <p:spPr bwMode="auto">
              <a:xfrm>
                <a:off x="2221" y="3792"/>
                <a:ext cx="301" cy="252"/>
              </a:xfrm>
              <a:prstGeom prst="rect">
                <a:avLst/>
              </a:prstGeom>
              <a:noFill/>
              <a:ln w="9525">
                <a:noFill/>
                <a:miter lim="800000"/>
                <a:headEnd/>
                <a:tailEnd/>
              </a:ln>
              <a:effectLst/>
            </p:spPr>
            <p:txBody>
              <a:bodyPr wrap="none">
                <a:spAutoFit/>
              </a:bodyPr>
              <a:lstStyle/>
              <a:p>
                <a:pPr>
                  <a:spcBef>
                    <a:spcPct val="50000"/>
                  </a:spcBef>
                </a:pPr>
                <a:r>
                  <a:rPr kumimoji="0" lang="en-US" altLang="zh-CN" sz="1350">
                    <a:solidFill>
                      <a:srgbClr val="FF0000"/>
                    </a:solidFill>
                    <a:ea typeface="宋体" charset="-122"/>
                  </a:rPr>
                  <a:t>×</a:t>
                </a:r>
                <a:endParaRPr kumimoji="0" lang="en-US" altLang="zh-CN" sz="1350">
                  <a:solidFill>
                    <a:prstClr val="black"/>
                  </a:solidFill>
                  <a:ea typeface="宋体" charset="-122"/>
                </a:endParaRPr>
              </a:p>
            </p:txBody>
          </p:sp>
          <p:sp>
            <p:nvSpPr>
              <p:cNvPr id="114" name="Oval 307"/>
              <p:cNvSpPr>
                <a:spLocks noChangeArrowheads="1"/>
              </p:cNvSpPr>
              <p:nvPr/>
            </p:nvSpPr>
            <p:spPr bwMode="auto">
              <a:xfrm>
                <a:off x="2079" y="3834"/>
                <a:ext cx="187" cy="152"/>
              </a:xfrm>
              <a:prstGeom prst="ellipse">
                <a:avLst/>
              </a:prstGeom>
              <a:gradFill rotWithShape="0">
                <a:gsLst>
                  <a:gs pos="0">
                    <a:srgbClr val="FFFFFF"/>
                  </a:gs>
                  <a:gs pos="100000">
                    <a:schemeClr val="accent1"/>
                  </a:gs>
                </a:gsLst>
                <a:path path="shape">
                  <a:fillToRect l="50000" t="50000" r="50000" b="50000"/>
                </a:path>
              </a:gradFill>
              <a:ln w="19050">
                <a:solidFill>
                  <a:schemeClr val="tx1"/>
                </a:solidFill>
                <a:round/>
                <a:headEnd/>
                <a:tailEnd/>
              </a:ln>
              <a:effectLst/>
            </p:spPr>
            <p:txBody>
              <a:bodyPr wrap="none" anchor="ctr"/>
              <a:lstStyle/>
              <a:p>
                <a:endParaRPr kumimoji="0" lang="zh-CN" altLang="en-US" sz="1350" b="0">
                  <a:solidFill>
                    <a:prstClr val="black"/>
                  </a:solidFill>
                  <a:latin typeface="Arial" charset="0"/>
                  <a:ea typeface="宋体" charset="-122"/>
                </a:endParaRPr>
              </a:p>
            </p:txBody>
          </p:sp>
          <p:sp>
            <p:nvSpPr>
              <p:cNvPr id="115" name="Text Box 308"/>
              <p:cNvSpPr txBox="1">
                <a:spLocks noChangeArrowheads="1"/>
              </p:cNvSpPr>
              <p:nvPr/>
            </p:nvSpPr>
            <p:spPr bwMode="auto">
              <a:xfrm>
                <a:off x="2045" y="3793"/>
                <a:ext cx="301" cy="252"/>
              </a:xfrm>
              <a:prstGeom prst="rect">
                <a:avLst/>
              </a:prstGeom>
              <a:noFill/>
              <a:ln w="9525">
                <a:noFill/>
                <a:miter lim="800000"/>
                <a:headEnd/>
                <a:tailEnd/>
              </a:ln>
              <a:effectLst/>
            </p:spPr>
            <p:txBody>
              <a:bodyPr wrap="none">
                <a:spAutoFit/>
              </a:bodyPr>
              <a:lstStyle/>
              <a:p>
                <a:pPr>
                  <a:spcBef>
                    <a:spcPct val="50000"/>
                  </a:spcBef>
                </a:pPr>
                <a:r>
                  <a:rPr kumimoji="0" lang="en-US" altLang="zh-CN" sz="1350">
                    <a:solidFill>
                      <a:srgbClr val="FF0000"/>
                    </a:solidFill>
                    <a:ea typeface="宋体" charset="-122"/>
                  </a:rPr>
                  <a:t>×</a:t>
                </a:r>
                <a:endParaRPr kumimoji="0" lang="en-US" altLang="zh-CN" sz="1350">
                  <a:solidFill>
                    <a:prstClr val="black"/>
                  </a:solidFill>
                  <a:ea typeface="宋体" charset="-122"/>
                </a:endParaRPr>
              </a:p>
            </p:txBody>
          </p:sp>
          <p:sp>
            <p:nvSpPr>
              <p:cNvPr id="116" name="Oval 309"/>
              <p:cNvSpPr>
                <a:spLocks noChangeArrowheads="1"/>
              </p:cNvSpPr>
              <p:nvPr/>
            </p:nvSpPr>
            <p:spPr bwMode="auto">
              <a:xfrm>
                <a:off x="2636" y="3834"/>
                <a:ext cx="187" cy="152"/>
              </a:xfrm>
              <a:prstGeom prst="ellipse">
                <a:avLst/>
              </a:prstGeom>
              <a:gradFill rotWithShape="0">
                <a:gsLst>
                  <a:gs pos="0">
                    <a:srgbClr val="FFFFFF"/>
                  </a:gs>
                  <a:gs pos="100000">
                    <a:schemeClr val="accent1"/>
                  </a:gs>
                </a:gsLst>
                <a:path path="shape">
                  <a:fillToRect l="50000" t="50000" r="50000" b="50000"/>
                </a:path>
              </a:gradFill>
              <a:ln w="19050">
                <a:solidFill>
                  <a:schemeClr val="tx1"/>
                </a:solidFill>
                <a:round/>
                <a:headEnd/>
                <a:tailEnd/>
              </a:ln>
              <a:effectLst/>
            </p:spPr>
            <p:txBody>
              <a:bodyPr wrap="none" anchor="ctr"/>
              <a:lstStyle/>
              <a:p>
                <a:endParaRPr kumimoji="0" lang="zh-CN" altLang="en-US" sz="1350" b="0">
                  <a:solidFill>
                    <a:prstClr val="black"/>
                  </a:solidFill>
                  <a:latin typeface="Arial" charset="0"/>
                  <a:ea typeface="宋体" charset="-122"/>
                </a:endParaRPr>
              </a:p>
            </p:txBody>
          </p:sp>
          <p:sp>
            <p:nvSpPr>
              <p:cNvPr id="117" name="Text Box 310"/>
              <p:cNvSpPr txBox="1">
                <a:spLocks noChangeArrowheads="1"/>
              </p:cNvSpPr>
              <p:nvPr/>
            </p:nvSpPr>
            <p:spPr bwMode="auto">
              <a:xfrm>
                <a:off x="2602" y="3793"/>
                <a:ext cx="301" cy="252"/>
              </a:xfrm>
              <a:prstGeom prst="rect">
                <a:avLst/>
              </a:prstGeom>
              <a:noFill/>
              <a:ln w="9525">
                <a:noFill/>
                <a:miter lim="800000"/>
                <a:headEnd/>
                <a:tailEnd/>
              </a:ln>
              <a:effectLst/>
            </p:spPr>
            <p:txBody>
              <a:bodyPr wrap="none">
                <a:spAutoFit/>
              </a:bodyPr>
              <a:lstStyle/>
              <a:p>
                <a:pPr>
                  <a:spcBef>
                    <a:spcPct val="50000"/>
                  </a:spcBef>
                </a:pPr>
                <a:r>
                  <a:rPr kumimoji="0" lang="en-US" altLang="zh-CN" sz="1350">
                    <a:solidFill>
                      <a:srgbClr val="FF0000"/>
                    </a:solidFill>
                    <a:ea typeface="宋体" charset="-122"/>
                  </a:rPr>
                  <a:t>×</a:t>
                </a:r>
                <a:endParaRPr kumimoji="0" lang="en-US" altLang="zh-CN" sz="1350">
                  <a:solidFill>
                    <a:prstClr val="black"/>
                  </a:solidFill>
                  <a:ea typeface="宋体" charset="-122"/>
                </a:endParaRPr>
              </a:p>
            </p:txBody>
          </p:sp>
          <p:sp>
            <p:nvSpPr>
              <p:cNvPr id="118" name="Oval 311"/>
              <p:cNvSpPr>
                <a:spLocks noChangeArrowheads="1"/>
              </p:cNvSpPr>
              <p:nvPr/>
            </p:nvSpPr>
            <p:spPr bwMode="auto">
              <a:xfrm>
                <a:off x="2821" y="3834"/>
                <a:ext cx="187" cy="152"/>
              </a:xfrm>
              <a:prstGeom prst="ellipse">
                <a:avLst/>
              </a:prstGeom>
              <a:gradFill rotWithShape="0">
                <a:gsLst>
                  <a:gs pos="0">
                    <a:srgbClr val="FFFFFF"/>
                  </a:gs>
                  <a:gs pos="100000">
                    <a:schemeClr val="accent1"/>
                  </a:gs>
                </a:gsLst>
                <a:path path="shape">
                  <a:fillToRect l="50000" t="50000" r="50000" b="50000"/>
                </a:path>
              </a:gradFill>
              <a:ln w="19050">
                <a:solidFill>
                  <a:schemeClr val="tx1"/>
                </a:solidFill>
                <a:round/>
                <a:headEnd/>
                <a:tailEnd/>
              </a:ln>
              <a:effectLst/>
            </p:spPr>
            <p:txBody>
              <a:bodyPr wrap="none" anchor="ctr"/>
              <a:lstStyle/>
              <a:p>
                <a:endParaRPr kumimoji="0" lang="zh-CN" altLang="en-US" sz="1350" b="0">
                  <a:solidFill>
                    <a:prstClr val="black"/>
                  </a:solidFill>
                  <a:latin typeface="Arial" charset="0"/>
                  <a:ea typeface="宋体" charset="-122"/>
                </a:endParaRPr>
              </a:p>
            </p:txBody>
          </p:sp>
          <p:sp>
            <p:nvSpPr>
              <p:cNvPr id="119" name="Text Box 312"/>
              <p:cNvSpPr txBox="1">
                <a:spLocks noChangeArrowheads="1"/>
              </p:cNvSpPr>
              <p:nvPr/>
            </p:nvSpPr>
            <p:spPr bwMode="auto">
              <a:xfrm>
                <a:off x="2778" y="3793"/>
                <a:ext cx="301" cy="252"/>
              </a:xfrm>
              <a:prstGeom prst="rect">
                <a:avLst/>
              </a:prstGeom>
              <a:noFill/>
              <a:ln w="9525">
                <a:noFill/>
                <a:miter lim="800000"/>
                <a:headEnd/>
                <a:tailEnd/>
              </a:ln>
              <a:effectLst/>
            </p:spPr>
            <p:txBody>
              <a:bodyPr wrap="none">
                <a:spAutoFit/>
              </a:bodyPr>
              <a:lstStyle/>
              <a:p>
                <a:pPr>
                  <a:spcBef>
                    <a:spcPct val="50000"/>
                  </a:spcBef>
                </a:pPr>
                <a:r>
                  <a:rPr kumimoji="0" lang="en-US" altLang="zh-CN" sz="1350">
                    <a:solidFill>
                      <a:srgbClr val="FF0000"/>
                    </a:solidFill>
                    <a:ea typeface="宋体" charset="-122"/>
                  </a:rPr>
                  <a:t>×</a:t>
                </a:r>
                <a:endParaRPr kumimoji="0" lang="en-US" altLang="zh-CN" sz="1350">
                  <a:solidFill>
                    <a:prstClr val="black"/>
                  </a:solidFill>
                  <a:ea typeface="宋体" charset="-122"/>
                </a:endParaRPr>
              </a:p>
            </p:txBody>
          </p:sp>
          <p:sp>
            <p:nvSpPr>
              <p:cNvPr id="120" name="Oval 313"/>
              <p:cNvSpPr>
                <a:spLocks noChangeArrowheads="1"/>
              </p:cNvSpPr>
              <p:nvPr/>
            </p:nvSpPr>
            <p:spPr bwMode="auto">
              <a:xfrm>
                <a:off x="3008" y="3834"/>
                <a:ext cx="185" cy="152"/>
              </a:xfrm>
              <a:prstGeom prst="ellipse">
                <a:avLst/>
              </a:prstGeom>
              <a:gradFill rotWithShape="0">
                <a:gsLst>
                  <a:gs pos="0">
                    <a:srgbClr val="FFFFFF"/>
                  </a:gs>
                  <a:gs pos="100000">
                    <a:schemeClr val="accent1"/>
                  </a:gs>
                </a:gsLst>
                <a:path path="shape">
                  <a:fillToRect l="50000" t="50000" r="50000" b="50000"/>
                </a:path>
              </a:gradFill>
              <a:ln w="19050">
                <a:solidFill>
                  <a:schemeClr val="tx1"/>
                </a:solidFill>
                <a:round/>
                <a:headEnd/>
                <a:tailEnd/>
              </a:ln>
              <a:effectLst/>
            </p:spPr>
            <p:txBody>
              <a:bodyPr wrap="none" anchor="ctr"/>
              <a:lstStyle/>
              <a:p>
                <a:endParaRPr kumimoji="0" lang="zh-CN" altLang="en-US" sz="1350" b="0">
                  <a:solidFill>
                    <a:prstClr val="black"/>
                  </a:solidFill>
                  <a:latin typeface="Arial" charset="0"/>
                  <a:ea typeface="宋体" charset="-122"/>
                </a:endParaRPr>
              </a:p>
            </p:txBody>
          </p:sp>
          <p:sp>
            <p:nvSpPr>
              <p:cNvPr id="121" name="Text Box 314"/>
              <p:cNvSpPr txBox="1">
                <a:spLocks noChangeArrowheads="1"/>
              </p:cNvSpPr>
              <p:nvPr/>
            </p:nvSpPr>
            <p:spPr bwMode="auto">
              <a:xfrm>
                <a:off x="2974" y="3793"/>
                <a:ext cx="301" cy="252"/>
              </a:xfrm>
              <a:prstGeom prst="rect">
                <a:avLst/>
              </a:prstGeom>
              <a:noFill/>
              <a:ln w="9525">
                <a:noFill/>
                <a:miter lim="800000"/>
                <a:headEnd/>
                <a:tailEnd/>
              </a:ln>
              <a:effectLst/>
            </p:spPr>
            <p:txBody>
              <a:bodyPr wrap="none">
                <a:spAutoFit/>
              </a:bodyPr>
              <a:lstStyle/>
              <a:p>
                <a:pPr>
                  <a:spcBef>
                    <a:spcPct val="50000"/>
                  </a:spcBef>
                </a:pPr>
                <a:r>
                  <a:rPr kumimoji="0" lang="en-US" altLang="zh-CN" sz="1350">
                    <a:solidFill>
                      <a:srgbClr val="FF0000"/>
                    </a:solidFill>
                    <a:ea typeface="宋体" charset="-122"/>
                  </a:rPr>
                  <a:t>×</a:t>
                </a:r>
                <a:endParaRPr kumimoji="0" lang="en-US" altLang="zh-CN" sz="1350">
                  <a:solidFill>
                    <a:prstClr val="black"/>
                  </a:solidFill>
                  <a:ea typeface="宋体" charset="-122"/>
                </a:endParaRPr>
              </a:p>
            </p:txBody>
          </p:sp>
          <p:sp>
            <p:nvSpPr>
              <p:cNvPr id="122" name="Oval 315"/>
              <p:cNvSpPr>
                <a:spLocks noChangeArrowheads="1"/>
              </p:cNvSpPr>
              <p:nvPr/>
            </p:nvSpPr>
            <p:spPr bwMode="auto">
              <a:xfrm>
                <a:off x="3193" y="3834"/>
                <a:ext cx="187" cy="152"/>
              </a:xfrm>
              <a:prstGeom prst="ellipse">
                <a:avLst/>
              </a:prstGeom>
              <a:gradFill rotWithShape="0">
                <a:gsLst>
                  <a:gs pos="0">
                    <a:srgbClr val="FFFFFF"/>
                  </a:gs>
                  <a:gs pos="100000">
                    <a:schemeClr val="accent1"/>
                  </a:gs>
                </a:gsLst>
                <a:path path="shape">
                  <a:fillToRect l="50000" t="50000" r="50000" b="50000"/>
                </a:path>
              </a:gradFill>
              <a:ln w="19050">
                <a:solidFill>
                  <a:schemeClr val="tx1"/>
                </a:solidFill>
                <a:round/>
                <a:headEnd/>
                <a:tailEnd/>
              </a:ln>
              <a:effectLst/>
            </p:spPr>
            <p:txBody>
              <a:bodyPr wrap="none" anchor="ctr"/>
              <a:lstStyle/>
              <a:p>
                <a:endParaRPr kumimoji="0" lang="zh-CN" altLang="en-US" sz="1350" b="0">
                  <a:solidFill>
                    <a:prstClr val="black"/>
                  </a:solidFill>
                  <a:latin typeface="Arial" charset="0"/>
                  <a:ea typeface="宋体" charset="-122"/>
                </a:endParaRPr>
              </a:p>
            </p:txBody>
          </p:sp>
          <p:sp>
            <p:nvSpPr>
              <p:cNvPr id="123" name="Text Box 316"/>
              <p:cNvSpPr txBox="1">
                <a:spLocks noChangeArrowheads="1"/>
              </p:cNvSpPr>
              <p:nvPr/>
            </p:nvSpPr>
            <p:spPr bwMode="auto">
              <a:xfrm>
                <a:off x="3159" y="3793"/>
                <a:ext cx="301" cy="252"/>
              </a:xfrm>
              <a:prstGeom prst="rect">
                <a:avLst/>
              </a:prstGeom>
              <a:noFill/>
              <a:ln w="9525">
                <a:noFill/>
                <a:miter lim="800000"/>
                <a:headEnd/>
                <a:tailEnd/>
              </a:ln>
              <a:effectLst/>
            </p:spPr>
            <p:txBody>
              <a:bodyPr wrap="none">
                <a:spAutoFit/>
              </a:bodyPr>
              <a:lstStyle/>
              <a:p>
                <a:pPr>
                  <a:spcBef>
                    <a:spcPct val="50000"/>
                  </a:spcBef>
                </a:pPr>
                <a:r>
                  <a:rPr kumimoji="0" lang="en-US" altLang="zh-CN" sz="1350">
                    <a:solidFill>
                      <a:srgbClr val="FF0000"/>
                    </a:solidFill>
                    <a:ea typeface="宋体" charset="-122"/>
                  </a:rPr>
                  <a:t>×</a:t>
                </a:r>
                <a:endParaRPr kumimoji="0" lang="en-US" altLang="zh-CN" sz="1350">
                  <a:solidFill>
                    <a:prstClr val="black"/>
                  </a:solidFill>
                  <a:ea typeface="宋体" charset="-122"/>
                </a:endParaRPr>
              </a:p>
            </p:txBody>
          </p:sp>
          <p:sp>
            <p:nvSpPr>
              <p:cNvPr id="124" name="Oval 317"/>
              <p:cNvSpPr>
                <a:spLocks noChangeArrowheads="1"/>
              </p:cNvSpPr>
              <p:nvPr/>
            </p:nvSpPr>
            <p:spPr bwMode="auto">
              <a:xfrm>
                <a:off x="3378" y="3834"/>
                <a:ext cx="187" cy="152"/>
              </a:xfrm>
              <a:prstGeom prst="ellipse">
                <a:avLst/>
              </a:prstGeom>
              <a:gradFill rotWithShape="0">
                <a:gsLst>
                  <a:gs pos="0">
                    <a:srgbClr val="FFFFFF"/>
                  </a:gs>
                  <a:gs pos="100000">
                    <a:schemeClr val="accent1"/>
                  </a:gs>
                </a:gsLst>
                <a:path path="shape">
                  <a:fillToRect l="50000" t="50000" r="50000" b="50000"/>
                </a:path>
              </a:gradFill>
              <a:ln w="19050">
                <a:solidFill>
                  <a:schemeClr val="tx1"/>
                </a:solidFill>
                <a:round/>
                <a:headEnd/>
                <a:tailEnd/>
              </a:ln>
              <a:effectLst/>
            </p:spPr>
            <p:txBody>
              <a:bodyPr wrap="none" anchor="ctr"/>
              <a:lstStyle/>
              <a:p>
                <a:endParaRPr kumimoji="0" lang="zh-CN" altLang="en-US" sz="1350" b="0">
                  <a:solidFill>
                    <a:prstClr val="black"/>
                  </a:solidFill>
                  <a:latin typeface="Arial" charset="0"/>
                  <a:ea typeface="宋体" charset="-122"/>
                </a:endParaRPr>
              </a:p>
            </p:txBody>
          </p:sp>
          <p:sp>
            <p:nvSpPr>
              <p:cNvPr id="125" name="Text Box 318"/>
              <p:cNvSpPr txBox="1">
                <a:spLocks noChangeArrowheads="1"/>
              </p:cNvSpPr>
              <p:nvPr/>
            </p:nvSpPr>
            <p:spPr bwMode="auto">
              <a:xfrm>
                <a:off x="3335" y="3793"/>
                <a:ext cx="301" cy="252"/>
              </a:xfrm>
              <a:prstGeom prst="rect">
                <a:avLst/>
              </a:prstGeom>
              <a:noFill/>
              <a:ln w="9525">
                <a:noFill/>
                <a:miter lim="800000"/>
                <a:headEnd/>
                <a:tailEnd/>
              </a:ln>
              <a:effectLst/>
            </p:spPr>
            <p:txBody>
              <a:bodyPr wrap="none">
                <a:spAutoFit/>
              </a:bodyPr>
              <a:lstStyle/>
              <a:p>
                <a:pPr>
                  <a:spcBef>
                    <a:spcPct val="50000"/>
                  </a:spcBef>
                </a:pPr>
                <a:r>
                  <a:rPr kumimoji="0" lang="en-US" altLang="zh-CN" sz="1350">
                    <a:solidFill>
                      <a:srgbClr val="FF0000"/>
                    </a:solidFill>
                    <a:ea typeface="宋体" charset="-122"/>
                  </a:rPr>
                  <a:t>×</a:t>
                </a:r>
                <a:endParaRPr kumimoji="0" lang="en-US" altLang="zh-CN" sz="1350">
                  <a:solidFill>
                    <a:prstClr val="black"/>
                  </a:solidFill>
                  <a:ea typeface="宋体" charset="-122"/>
                </a:endParaRPr>
              </a:p>
            </p:txBody>
          </p:sp>
          <p:sp>
            <p:nvSpPr>
              <p:cNvPr id="126" name="Oval 319"/>
              <p:cNvSpPr>
                <a:spLocks noChangeArrowheads="1"/>
              </p:cNvSpPr>
              <p:nvPr/>
            </p:nvSpPr>
            <p:spPr bwMode="auto">
              <a:xfrm>
                <a:off x="3565" y="3834"/>
                <a:ext cx="185" cy="152"/>
              </a:xfrm>
              <a:prstGeom prst="ellipse">
                <a:avLst/>
              </a:prstGeom>
              <a:gradFill rotWithShape="0">
                <a:gsLst>
                  <a:gs pos="0">
                    <a:srgbClr val="FFFFFF"/>
                  </a:gs>
                  <a:gs pos="100000">
                    <a:schemeClr val="accent1"/>
                  </a:gs>
                </a:gsLst>
                <a:path path="shape">
                  <a:fillToRect l="50000" t="50000" r="50000" b="50000"/>
                </a:path>
              </a:gradFill>
              <a:ln w="19050">
                <a:solidFill>
                  <a:schemeClr val="tx1"/>
                </a:solidFill>
                <a:round/>
                <a:headEnd/>
                <a:tailEnd/>
              </a:ln>
              <a:effectLst/>
            </p:spPr>
            <p:txBody>
              <a:bodyPr wrap="none" anchor="ctr"/>
              <a:lstStyle/>
              <a:p>
                <a:endParaRPr kumimoji="0" lang="zh-CN" altLang="en-US" sz="1350" b="0">
                  <a:solidFill>
                    <a:prstClr val="black"/>
                  </a:solidFill>
                  <a:latin typeface="Arial" charset="0"/>
                  <a:ea typeface="宋体" charset="-122"/>
                </a:endParaRPr>
              </a:p>
            </p:txBody>
          </p:sp>
          <p:sp>
            <p:nvSpPr>
              <p:cNvPr id="127" name="Text Box 320"/>
              <p:cNvSpPr txBox="1">
                <a:spLocks noChangeArrowheads="1"/>
              </p:cNvSpPr>
              <p:nvPr/>
            </p:nvSpPr>
            <p:spPr bwMode="auto">
              <a:xfrm>
                <a:off x="3522" y="3793"/>
                <a:ext cx="301" cy="252"/>
              </a:xfrm>
              <a:prstGeom prst="rect">
                <a:avLst/>
              </a:prstGeom>
              <a:noFill/>
              <a:ln w="9525">
                <a:noFill/>
                <a:miter lim="800000"/>
                <a:headEnd/>
                <a:tailEnd/>
              </a:ln>
              <a:effectLst/>
            </p:spPr>
            <p:txBody>
              <a:bodyPr wrap="none">
                <a:spAutoFit/>
              </a:bodyPr>
              <a:lstStyle/>
              <a:p>
                <a:pPr>
                  <a:spcBef>
                    <a:spcPct val="50000"/>
                  </a:spcBef>
                </a:pPr>
                <a:r>
                  <a:rPr kumimoji="0" lang="en-US" altLang="zh-CN" sz="1350">
                    <a:solidFill>
                      <a:srgbClr val="FF0000"/>
                    </a:solidFill>
                    <a:ea typeface="宋体" charset="-122"/>
                  </a:rPr>
                  <a:t>×</a:t>
                </a:r>
                <a:endParaRPr kumimoji="0" lang="en-US" altLang="zh-CN" sz="1350">
                  <a:solidFill>
                    <a:prstClr val="black"/>
                  </a:solidFill>
                  <a:ea typeface="宋体" charset="-122"/>
                </a:endParaRPr>
              </a:p>
            </p:txBody>
          </p:sp>
          <p:sp>
            <p:nvSpPr>
              <p:cNvPr id="128" name="Oval 321"/>
              <p:cNvSpPr>
                <a:spLocks noChangeArrowheads="1"/>
              </p:cNvSpPr>
              <p:nvPr/>
            </p:nvSpPr>
            <p:spPr bwMode="auto">
              <a:xfrm>
                <a:off x="3737" y="3834"/>
                <a:ext cx="187" cy="152"/>
              </a:xfrm>
              <a:prstGeom prst="ellipse">
                <a:avLst/>
              </a:prstGeom>
              <a:gradFill rotWithShape="0">
                <a:gsLst>
                  <a:gs pos="0">
                    <a:srgbClr val="FFFFFF"/>
                  </a:gs>
                  <a:gs pos="100000">
                    <a:schemeClr val="accent1"/>
                  </a:gs>
                </a:gsLst>
                <a:path path="shape">
                  <a:fillToRect l="50000" t="50000" r="50000" b="50000"/>
                </a:path>
              </a:gradFill>
              <a:ln w="19050">
                <a:solidFill>
                  <a:schemeClr val="tx1"/>
                </a:solidFill>
                <a:round/>
                <a:headEnd/>
                <a:tailEnd/>
              </a:ln>
              <a:effectLst/>
            </p:spPr>
            <p:txBody>
              <a:bodyPr wrap="none" anchor="ctr"/>
              <a:lstStyle/>
              <a:p>
                <a:endParaRPr kumimoji="0" lang="zh-CN" altLang="en-US" sz="1350" b="0">
                  <a:solidFill>
                    <a:prstClr val="black"/>
                  </a:solidFill>
                  <a:latin typeface="Arial" charset="0"/>
                  <a:ea typeface="宋体" charset="-122"/>
                </a:endParaRPr>
              </a:p>
            </p:txBody>
          </p:sp>
          <p:sp>
            <p:nvSpPr>
              <p:cNvPr id="129" name="Text Box 322"/>
              <p:cNvSpPr txBox="1">
                <a:spLocks noChangeArrowheads="1"/>
              </p:cNvSpPr>
              <p:nvPr/>
            </p:nvSpPr>
            <p:spPr bwMode="auto">
              <a:xfrm>
                <a:off x="3694" y="3793"/>
                <a:ext cx="301" cy="252"/>
              </a:xfrm>
              <a:prstGeom prst="rect">
                <a:avLst/>
              </a:prstGeom>
              <a:noFill/>
              <a:ln w="9525">
                <a:noFill/>
                <a:miter lim="800000"/>
                <a:headEnd/>
                <a:tailEnd/>
              </a:ln>
              <a:effectLst/>
            </p:spPr>
            <p:txBody>
              <a:bodyPr wrap="none">
                <a:spAutoFit/>
              </a:bodyPr>
              <a:lstStyle/>
              <a:p>
                <a:pPr>
                  <a:spcBef>
                    <a:spcPct val="50000"/>
                  </a:spcBef>
                </a:pPr>
                <a:r>
                  <a:rPr kumimoji="0" lang="en-US" altLang="zh-CN" sz="1350">
                    <a:solidFill>
                      <a:srgbClr val="FF0000"/>
                    </a:solidFill>
                    <a:ea typeface="宋体" charset="-122"/>
                  </a:rPr>
                  <a:t>×</a:t>
                </a:r>
                <a:endParaRPr kumimoji="0" lang="en-US" altLang="zh-CN" sz="1350">
                  <a:solidFill>
                    <a:prstClr val="black"/>
                  </a:solidFill>
                  <a:ea typeface="宋体" charset="-122"/>
                </a:endParaRPr>
              </a:p>
            </p:txBody>
          </p:sp>
          <p:sp>
            <p:nvSpPr>
              <p:cNvPr id="130" name="Oval 323"/>
              <p:cNvSpPr>
                <a:spLocks noChangeArrowheads="1"/>
              </p:cNvSpPr>
              <p:nvPr/>
            </p:nvSpPr>
            <p:spPr bwMode="auto">
              <a:xfrm>
                <a:off x="3933" y="3834"/>
                <a:ext cx="187" cy="152"/>
              </a:xfrm>
              <a:prstGeom prst="ellipse">
                <a:avLst/>
              </a:prstGeom>
              <a:gradFill rotWithShape="0">
                <a:gsLst>
                  <a:gs pos="0">
                    <a:srgbClr val="FFFFFF"/>
                  </a:gs>
                  <a:gs pos="100000">
                    <a:schemeClr val="accent1"/>
                  </a:gs>
                </a:gsLst>
                <a:path path="shape">
                  <a:fillToRect l="50000" t="50000" r="50000" b="50000"/>
                </a:path>
              </a:gradFill>
              <a:ln w="19050">
                <a:solidFill>
                  <a:schemeClr val="tx1"/>
                </a:solidFill>
                <a:round/>
                <a:headEnd/>
                <a:tailEnd/>
              </a:ln>
              <a:effectLst/>
            </p:spPr>
            <p:txBody>
              <a:bodyPr wrap="none" anchor="ctr"/>
              <a:lstStyle/>
              <a:p>
                <a:endParaRPr kumimoji="0" lang="zh-CN" altLang="en-US" sz="1350" b="0">
                  <a:solidFill>
                    <a:prstClr val="black"/>
                  </a:solidFill>
                  <a:latin typeface="Arial" charset="0"/>
                  <a:ea typeface="宋体" charset="-122"/>
                </a:endParaRPr>
              </a:p>
            </p:txBody>
          </p:sp>
          <p:sp>
            <p:nvSpPr>
              <p:cNvPr id="131" name="Text Box 324"/>
              <p:cNvSpPr txBox="1">
                <a:spLocks noChangeArrowheads="1"/>
              </p:cNvSpPr>
              <p:nvPr/>
            </p:nvSpPr>
            <p:spPr bwMode="auto">
              <a:xfrm>
                <a:off x="3899" y="3793"/>
                <a:ext cx="301" cy="252"/>
              </a:xfrm>
              <a:prstGeom prst="rect">
                <a:avLst/>
              </a:prstGeom>
              <a:noFill/>
              <a:ln w="9525">
                <a:noFill/>
                <a:miter lim="800000"/>
                <a:headEnd/>
                <a:tailEnd/>
              </a:ln>
              <a:effectLst/>
            </p:spPr>
            <p:txBody>
              <a:bodyPr wrap="none">
                <a:spAutoFit/>
              </a:bodyPr>
              <a:lstStyle/>
              <a:p>
                <a:pPr>
                  <a:spcBef>
                    <a:spcPct val="50000"/>
                  </a:spcBef>
                </a:pPr>
                <a:r>
                  <a:rPr kumimoji="0" lang="en-US" altLang="zh-CN" sz="1350">
                    <a:solidFill>
                      <a:srgbClr val="FF0000"/>
                    </a:solidFill>
                    <a:ea typeface="宋体" charset="-122"/>
                  </a:rPr>
                  <a:t>×</a:t>
                </a:r>
                <a:endParaRPr kumimoji="0" lang="en-US" altLang="zh-CN" sz="1350">
                  <a:solidFill>
                    <a:prstClr val="black"/>
                  </a:solidFill>
                  <a:ea typeface="宋体" charset="-122"/>
                </a:endParaRPr>
              </a:p>
            </p:txBody>
          </p:sp>
        </p:grpSp>
        <p:sp>
          <p:nvSpPr>
            <p:cNvPr id="133" name="Rectangle 326"/>
            <p:cNvSpPr>
              <a:spLocks noChangeArrowheads="1"/>
            </p:cNvSpPr>
            <p:nvPr/>
          </p:nvSpPr>
          <p:spPr bwMode="auto">
            <a:xfrm>
              <a:off x="2374900" y="4267200"/>
              <a:ext cx="4191000" cy="304800"/>
            </a:xfrm>
            <a:prstGeom prst="rect">
              <a:avLst/>
            </a:prstGeom>
            <a:noFill/>
            <a:ln w="12700">
              <a:solidFill>
                <a:schemeClr val="tx1"/>
              </a:solidFill>
              <a:miter lim="800000"/>
              <a:headEnd/>
              <a:tailEnd/>
            </a:ln>
            <a:effectLst/>
          </p:spPr>
          <p:txBody>
            <a:bodyPr wrap="none" anchor="ctr"/>
            <a:lstStyle/>
            <a:p>
              <a:endParaRPr kumimoji="0" lang="zh-CN" altLang="en-US" sz="1350" b="0">
                <a:solidFill>
                  <a:prstClr val="black"/>
                </a:solidFill>
                <a:latin typeface="Arial" charset="0"/>
                <a:ea typeface="宋体" charset="-122"/>
              </a:endParaRPr>
            </a:p>
          </p:txBody>
        </p:sp>
        <p:sp>
          <p:nvSpPr>
            <p:cNvPr id="134" name="Rectangle 327"/>
            <p:cNvSpPr>
              <a:spLocks noChangeArrowheads="1"/>
            </p:cNvSpPr>
            <p:nvPr/>
          </p:nvSpPr>
          <p:spPr bwMode="auto">
            <a:xfrm>
              <a:off x="2362200" y="5562600"/>
              <a:ext cx="4191000" cy="304800"/>
            </a:xfrm>
            <a:prstGeom prst="rect">
              <a:avLst/>
            </a:prstGeom>
            <a:noFill/>
            <a:ln w="12700">
              <a:solidFill>
                <a:schemeClr val="tx1"/>
              </a:solidFill>
              <a:miter lim="800000"/>
              <a:headEnd/>
              <a:tailEnd/>
            </a:ln>
            <a:effectLst/>
          </p:spPr>
          <p:txBody>
            <a:bodyPr wrap="none" anchor="ctr"/>
            <a:lstStyle/>
            <a:p>
              <a:endParaRPr kumimoji="0" lang="zh-CN" altLang="en-US" sz="1350" b="0">
                <a:solidFill>
                  <a:prstClr val="black"/>
                </a:solidFill>
                <a:latin typeface="Arial" charset="0"/>
                <a:ea typeface="宋体" charset="-122"/>
              </a:endParaRPr>
            </a:p>
          </p:txBody>
        </p:sp>
        <p:sp>
          <p:nvSpPr>
            <p:cNvPr id="135" name="Line 328"/>
            <p:cNvSpPr>
              <a:spLocks noChangeShapeType="1"/>
            </p:cNvSpPr>
            <p:nvPr/>
          </p:nvSpPr>
          <p:spPr bwMode="auto">
            <a:xfrm>
              <a:off x="2362200" y="4495800"/>
              <a:ext cx="0" cy="1143000"/>
            </a:xfrm>
            <a:prstGeom prst="line">
              <a:avLst/>
            </a:prstGeom>
            <a:noFill/>
            <a:ln w="9525">
              <a:solidFill>
                <a:schemeClr val="tx1"/>
              </a:solidFill>
              <a:prstDash val="dash"/>
              <a:round/>
              <a:headEnd/>
              <a:tailEnd/>
            </a:ln>
            <a:effectLst/>
          </p:spPr>
          <p:txBody>
            <a:bodyPr/>
            <a:lstStyle/>
            <a:p>
              <a:pPr eaLnBrk="0" hangingPunct="0"/>
              <a:endParaRPr kumimoji="0" lang="zh-CN" altLang="en-US" sz="1350" b="0">
                <a:solidFill>
                  <a:prstClr val="black"/>
                </a:solidFill>
                <a:latin typeface="Arial" charset="0"/>
                <a:ea typeface="宋体" charset="-122"/>
              </a:endParaRPr>
            </a:p>
          </p:txBody>
        </p:sp>
        <p:sp>
          <p:nvSpPr>
            <p:cNvPr id="136" name="Line 329"/>
            <p:cNvSpPr>
              <a:spLocks noChangeShapeType="1"/>
            </p:cNvSpPr>
            <p:nvPr/>
          </p:nvSpPr>
          <p:spPr bwMode="auto">
            <a:xfrm>
              <a:off x="6553200" y="4572000"/>
              <a:ext cx="0" cy="1143000"/>
            </a:xfrm>
            <a:prstGeom prst="line">
              <a:avLst/>
            </a:prstGeom>
            <a:noFill/>
            <a:ln w="9525">
              <a:solidFill>
                <a:schemeClr val="tx1"/>
              </a:solidFill>
              <a:prstDash val="dash"/>
              <a:round/>
              <a:headEnd/>
              <a:tailEnd/>
            </a:ln>
            <a:effectLst/>
          </p:spPr>
          <p:txBody>
            <a:bodyPr/>
            <a:lstStyle/>
            <a:p>
              <a:pPr eaLnBrk="0" hangingPunct="0"/>
              <a:endParaRPr kumimoji="0" lang="zh-CN" altLang="en-US" sz="1350" b="0">
                <a:solidFill>
                  <a:prstClr val="black"/>
                </a:solidFill>
                <a:latin typeface="Arial" charset="0"/>
                <a:ea typeface="宋体" charset="-122"/>
              </a:endParaRPr>
            </a:p>
          </p:txBody>
        </p:sp>
        <p:grpSp>
          <p:nvGrpSpPr>
            <p:cNvPr id="137" name="Group 330"/>
            <p:cNvGrpSpPr>
              <a:grpSpLocks/>
            </p:cNvGrpSpPr>
            <p:nvPr/>
          </p:nvGrpSpPr>
          <p:grpSpPr bwMode="auto">
            <a:xfrm>
              <a:off x="2387600" y="4306888"/>
              <a:ext cx="4162425" cy="239712"/>
              <a:chOff x="1152" y="288"/>
              <a:chExt cx="2622" cy="151"/>
            </a:xfrm>
          </p:grpSpPr>
          <p:sp>
            <p:nvSpPr>
              <p:cNvPr id="138" name="Oval 331"/>
              <p:cNvSpPr>
                <a:spLocks noChangeArrowheads="1"/>
              </p:cNvSpPr>
              <p:nvPr/>
            </p:nvSpPr>
            <p:spPr bwMode="auto">
              <a:xfrm>
                <a:off x="1152" y="288"/>
                <a:ext cx="185" cy="151"/>
              </a:xfrm>
              <a:prstGeom prst="ellipse">
                <a:avLst/>
              </a:prstGeom>
              <a:gradFill rotWithShape="0">
                <a:gsLst>
                  <a:gs pos="0">
                    <a:srgbClr val="FFFFFF"/>
                  </a:gs>
                  <a:gs pos="100000">
                    <a:schemeClr val="accent1"/>
                  </a:gs>
                </a:gsLst>
                <a:path path="shape">
                  <a:fillToRect l="50000" t="50000" r="50000" b="50000"/>
                </a:path>
              </a:gradFill>
              <a:ln w="19050">
                <a:solidFill>
                  <a:schemeClr val="tx1"/>
                </a:solidFill>
                <a:round/>
                <a:headEnd/>
                <a:tailEnd/>
              </a:ln>
              <a:effectLst/>
            </p:spPr>
            <p:txBody>
              <a:bodyPr wrap="none" anchor="ctr"/>
              <a:lstStyle/>
              <a:p>
                <a:endParaRPr kumimoji="0" lang="zh-CN" altLang="en-US" sz="1350" b="0">
                  <a:solidFill>
                    <a:prstClr val="black"/>
                  </a:solidFill>
                  <a:latin typeface="Arial" charset="0"/>
                  <a:ea typeface="宋体" charset="-122"/>
                </a:endParaRPr>
              </a:p>
            </p:txBody>
          </p:sp>
          <p:sp>
            <p:nvSpPr>
              <p:cNvPr id="139" name="Oval 332"/>
              <p:cNvSpPr>
                <a:spLocks noChangeArrowheads="1"/>
              </p:cNvSpPr>
              <p:nvPr/>
            </p:nvSpPr>
            <p:spPr bwMode="auto">
              <a:xfrm>
                <a:off x="1214" y="338"/>
                <a:ext cx="62" cy="51"/>
              </a:xfrm>
              <a:prstGeom prst="ellipse">
                <a:avLst/>
              </a:prstGeom>
              <a:solidFill>
                <a:srgbClr val="FF0000"/>
              </a:solidFill>
              <a:ln w="19050">
                <a:solidFill>
                  <a:schemeClr val="tx1"/>
                </a:solidFill>
                <a:round/>
                <a:headEnd/>
                <a:tailEnd/>
              </a:ln>
              <a:effectLst/>
            </p:spPr>
            <p:txBody>
              <a:bodyPr wrap="none" anchor="ctr"/>
              <a:lstStyle/>
              <a:p>
                <a:endParaRPr kumimoji="0" lang="zh-CN" altLang="en-US" sz="1350" b="0">
                  <a:solidFill>
                    <a:prstClr val="black"/>
                  </a:solidFill>
                  <a:latin typeface="Arial" charset="0"/>
                  <a:ea typeface="宋体" charset="-122"/>
                </a:endParaRPr>
              </a:p>
            </p:txBody>
          </p:sp>
          <p:sp>
            <p:nvSpPr>
              <p:cNvPr id="140" name="Oval 333"/>
              <p:cNvSpPr>
                <a:spLocks noChangeArrowheads="1"/>
              </p:cNvSpPr>
              <p:nvPr/>
            </p:nvSpPr>
            <p:spPr bwMode="auto">
              <a:xfrm>
                <a:off x="1337" y="288"/>
                <a:ext cx="187" cy="151"/>
              </a:xfrm>
              <a:prstGeom prst="ellipse">
                <a:avLst/>
              </a:prstGeom>
              <a:gradFill rotWithShape="0">
                <a:gsLst>
                  <a:gs pos="0">
                    <a:srgbClr val="FFFFFF"/>
                  </a:gs>
                  <a:gs pos="100000">
                    <a:schemeClr val="accent1"/>
                  </a:gs>
                </a:gsLst>
                <a:path path="shape">
                  <a:fillToRect l="50000" t="50000" r="50000" b="50000"/>
                </a:path>
              </a:gradFill>
              <a:ln w="19050">
                <a:solidFill>
                  <a:schemeClr val="tx1"/>
                </a:solidFill>
                <a:round/>
                <a:headEnd/>
                <a:tailEnd/>
              </a:ln>
              <a:effectLst/>
            </p:spPr>
            <p:txBody>
              <a:bodyPr wrap="none" anchor="ctr"/>
              <a:lstStyle/>
              <a:p>
                <a:endParaRPr kumimoji="0" lang="zh-CN" altLang="en-US" sz="1350" b="0">
                  <a:solidFill>
                    <a:prstClr val="black"/>
                  </a:solidFill>
                  <a:latin typeface="Arial" charset="0"/>
                  <a:ea typeface="宋体" charset="-122"/>
                </a:endParaRPr>
              </a:p>
            </p:txBody>
          </p:sp>
          <p:sp>
            <p:nvSpPr>
              <p:cNvPr id="141" name="Oval 334"/>
              <p:cNvSpPr>
                <a:spLocks noChangeArrowheads="1"/>
              </p:cNvSpPr>
              <p:nvPr/>
            </p:nvSpPr>
            <p:spPr bwMode="auto">
              <a:xfrm>
                <a:off x="1399" y="338"/>
                <a:ext cx="64" cy="51"/>
              </a:xfrm>
              <a:prstGeom prst="ellipse">
                <a:avLst/>
              </a:prstGeom>
              <a:solidFill>
                <a:srgbClr val="FF0000"/>
              </a:solidFill>
              <a:ln w="19050">
                <a:solidFill>
                  <a:schemeClr val="tx1"/>
                </a:solidFill>
                <a:round/>
                <a:headEnd/>
                <a:tailEnd/>
              </a:ln>
              <a:effectLst/>
            </p:spPr>
            <p:txBody>
              <a:bodyPr wrap="none" anchor="ctr"/>
              <a:lstStyle/>
              <a:p>
                <a:endParaRPr kumimoji="0" lang="zh-CN" altLang="en-US" sz="1350" b="0">
                  <a:solidFill>
                    <a:prstClr val="black"/>
                  </a:solidFill>
                  <a:latin typeface="Arial" charset="0"/>
                  <a:ea typeface="宋体" charset="-122"/>
                </a:endParaRPr>
              </a:p>
            </p:txBody>
          </p:sp>
          <p:sp>
            <p:nvSpPr>
              <p:cNvPr id="142" name="Oval 335"/>
              <p:cNvSpPr>
                <a:spLocks noChangeArrowheads="1"/>
              </p:cNvSpPr>
              <p:nvPr/>
            </p:nvSpPr>
            <p:spPr bwMode="auto">
              <a:xfrm>
                <a:off x="1709" y="288"/>
                <a:ext cx="185" cy="151"/>
              </a:xfrm>
              <a:prstGeom prst="ellipse">
                <a:avLst/>
              </a:prstGeom>
              <a:gradFill rotWithShape="0">
                <a:gsLst>
                  <a:gs pos="0">
                    <a:srgbClr val="FFFFFF"/>
                  </a:gs>
                  <a:gs pos="100000">
                    <a:schemeClr val="accent1"/>
                  </a:gs>
                </a:gsLst>
                <a:path path="shape">
                  <a:fillToRect l="50000" t="50000" r="50000" b="50000"/>
                </a:path>
              </a:gradFill>
              <a:ln w="19050">
                <a:solidFill>
                  <a:schemeClr val="tx1"/>
                </a:solidFill>
                <a:round/>
                <a:headEnd/>
                <a:tailEnd/>
              </a:ln>
              <a:effectLst/>
            </p:spPr>
            <p:txBody>
              <a:bodyPr wrap="none" anchor="ctr"/>
              <a:lstStyle/>
              <a:p>
                <a:endParaRPr kumimoji="0" lang="zh-CN" altLang="en-US" sz="1350" b="0">
                  <a:solidFill>
                    <a:prstClr val="black"/>
                  </a:solidFill>
                  <a:latin typeface="Arial" charset="0"/>
                  <a:ea typeface="宋体" charset="-122"/>
                </a:endParaRPr>
              </a:p>
            </p:txBody>
          </p:sp>
          <p:sp>
            <p:nvSpPr>
              <p:cNvPr id="143" name="Oval 336"/>
              <p:cNvSpPr>
                <a:spLocks noChangeArrowheads="1"/>
              </p:cNvSpPr>
              <p:nvPr/>
            </p:nvSpPr>
            <p:spPr bwMode="auto">
              <a:xfrm>
                <a:off x="1771" y="338"/>
                <a:ext cx="62" cy="51"/>
              </a:xfrm>
              <a:prstGeom prst="ellipse">
                <a:avLst/>
              </a:prstGeom>
              <a:solidFill>
                <a:srgbClr val="FF0000"/>
              </a:solidFill>
              <a:ln w="19050">
                <a:solidFill>
                  <a:schemeClr val="tx1"/>
                </a:solidFill>
                <a:round/>
                <a:headEnd/>
                <a:tailEnd/>
              </a:ln>
              <a:effectLst/>
            </p:spPr>
            <p:txBody>
              <a:bodyPr wrap="none" anchor="ctr"/>
              <a:lstStyle/>
              <a:p>
                <a:endParaRPr kumimoji="0" lang="zh-CN" altLang="en-US" sz="1350" b="0">
                  <a:solidFill>
                    <a:prstClr val="black"/>
                  </a:solidFill>
                  <a:latin typeface="Arial" charset="0"/>
                  <a:ea typeface="宋体" charset="-122"/>
                </a:endParaRPr>
              </a:p>
            </p:txBody>
          </p:sp>
          <p:sp>
            <p:nvSpPr>
              <p:cNvPr id="144" name="Oval 337"/>
              <p:cNvSpPr>
                <a:spLocks noChangeArrowheads="1"/>
              </p:cNvSpPr>
              <p:nvPr/>
            </p:nvSpPr>
            <p:spPr bwMode="auto">
              <a:xfrm>
                <a:off x="1524" y="288"/>
                <a:ext cx="185" cy="151"/>
              </a:xfrm>
              <a:prstGeom prst="ellipse">
                <a:avLst/>
              </a:prstGeom>
              <a:gradFill rotWithShape="0">
                <a:gsLst>
                  <a:gs pos="0">
                    <a:srgbClr val="FFFFFF"/>
                  </a:gs>
                  <a:gs pos="100000">
                    <a:schemeClr val="accent1"/>
                  </a:gs>
                </a:gsLst>
                <a:path path="shape">
                  <a:fillToRect l="50000" t="50000" r="50000" b="50000"/>
                </a:path>
              </a:gradFill>
              <a:ln w="19050">
                <a:solidFill>
                  <a:schemeClr val="tx1"/>
                </a:solidFill>
                <a:round/>
                <a:headEnd/>
                <a:tailEnd/>
              </a:ln>
              <a:effectLst/>
            </p:spPr>
            <p:txBody>
              <a:bodyPr wrap="none" anchor="ctr"/>
              <a:lstStyle/>
              <a:p>
                <a:endParaRPr kumimoji="0" lang="zh-CN" altLang="en-US" sz="1350" b="0">
                  <a:solidFill>
                    <a:prstClr val="black"/>
                  </a:solidFill>
                  <a:latin typeface="Arial" charset="0"/>
                  <a:ea typeface="宋体" charset="-122"/>
                </a:endParaRPr>
              </a:p>
            </p:txBody>
          </p:sp>
          <p:sp>
            <p:nvSpPr>
              <p:cNvPr id="145" name="Oval 338"/>
              <p:cNvSpPr>
                <a:spLocks noChangeArrowheads="1"/>
              </p:cNvSpPr>
              <p:nvPr/>
            </p:nvSpPr>
            <p:spPr bwMode="auto">
              <a:xfrm>
                <a:off x="1586" y="338"/>
                <a:ext cx="62" cy="51"/>
              </a:xfrm>
              <a:prstGeom prst="ellipse">
                <a:avLst/>
              </a:prstGeom>
              <a:solidFill>
                <a:srgbClr val="FF0000"/>
              </a:solidFill>
              <a:ln w="19050">
                <a:solidFill>
                  <a:schemeClr val="tx1"/>
                </a:solidFill>
                <a:round/>
                <a:headEnd/>
                <a:tailEnd/>
              </a:ln>
              <a:effectLst/>
            </p:spPr>
            <p:txBody>
              <a:bodyPr wrap="none" anchor="ctr"/>
              <a:lstStyle/>
              <a:p>
                <a:endParaRPr kumimoji="0" lang="zh-CN" altLang="en-US" sz="1350" b="0">
                  <a:solidFill>
                    <a:prstClr val="black"/>
                  </a:solidFill>
                  <a:latin typeface="Arial" charset="0"/>
                  <a:ea typeface="宋体" charset="-122"/>
                </a:endParaRPr>
              </a:p>
            </p:txBody>
          </p:sp>
          <p:sp>
            <p:nvSpPr>
              <p:cNvPr id="146" name="Oval 339"/>
              <p:cNvSpPr>
                <a:spLocks noChangeArrowheads="1"/>
              </p:cNvSpPr>
              <p:nvPr/>
            </p:nvSpPr>
            <p:spPr bwMode="auto">
              <a:xfrm>
                <a:off x="1894" y="288"/>
                <a:ext cx="187" cy="151"/>
              </a:xfrm>
              <a:prstGeom prst="ellipse">
                <a:avLst/>
              </a:prstGeom>
              <a:gradFill rotWithShape="0">
                <a:gsLst>
                  <a:gs pos="0">
                    <a:srgbClr val="FFFFFF"/>
                  </a:gs>
                  <a:gs pos="100000">
                    <a:schemeClr val="accent1"/>
                  </a:gs>
                </a:gsLst>
                <a:path path="shape">
                  <a:fillToRect l="50000" t="50000" r="50000" b="50000"/>
                </a:path>
              </a:gradFill>
              <a:ln w="19050">
                <a:solidFill>
                  <a:schemeClr val="tx1"/>
                </a:solidFill>
                <a:round/>
                <a:headEnd/>
                <a:tailEnd/>
              </a:ln>
              <a:effectLst/>
            </p:spPr>
            <p:txBody>
              <a:bodyPr wrap="none" anchor="ctr"/>
              <a:lstStyle/>
              <a:p>
                <a:endParaRPr kumimoji="0" lang="zh-CN" altLang="en-US" sz="1350" b="0">
                  <a:solidFill>
                    <a:prstClr val="black"/>
                  </a:solidFill>
                  <a:latin typeface="Arial" charset="0"/>
                  <a:ea typeface="宋体" charset="-122"/>
                </a:endParaRPr>
              </a:p>
            </p:txBody>
          </p:sp>
          <p:sp>
            <p:nvSpPr>
              <p:cNvPr id="147" name="Oval 340"/>
              <p:cNvSpPr>
                <a:spLocks noChangeArrowheads="1"/>
              </p:cNvSpPr>
              <p:nvPr/>
            </p:nvSpPr>
            <p:spPr bwMode="auto">
              <a:xfrm>
                <a:off x="1956" y="338"/>
                <a:ext cx="64" cy="51"/>
              </a:xfrm>
              <a:prstGeom prst="ellipse">
                <a:avLst/>
              </a:prstGeom>
              <a:solidFill>
                <a:srgbClr val="FF0000"/>
              </a:solidFill>
              <a:ln w="19050">
                <a:solidFill>
                  <a:schemeClr val="tx1"/>
                </a:solidFill>
                <a:round/>
                <a:headEnd/>
                <a:tailEnd/>
              </a:ln>
              <a:effectLst/>
            </p:spPr>
            <p:txBody>
              <a:bodyPr wrap="none" anchor="ctr"/>
              <a:lstStyle/>
              <a:p>
                <a:endParaRPr kumimoji="0" lang="zh-CN" altLang="en-US" sz="1350" b="0">
                  <a:solidFill>
                    <a:prstClr val="black"/>
                  </a:solidFill>
                  <a:latin typeface="Arial" charset="0"/>
                  <a:ea typeface="宋体" charset="-122"/>
                </a:endParaRPr>
              </a:p>
            </p:txBody>
          </p:sp>
          <p:sp>
            <p:nvSpPr>
              <p:cNvPr id="148" name="Oval 341"/>
              <p:cNvSpPr>
                <a:spLocks noChangeArrowheads="1"/>
              </p:cNvSpPr>
              <p:nvPr/>
            </p:nvSpPr>
            <p:spPr bwMode="auto">
              <a:xfrm>
                <a:off x="2081" y="288"/>
                <a:ext cx="186" cy="151"/>
              </a:xfrm>
              <a:prstGeom prst="ellipse">
                <a:avLst/>
              </a:prstGeom>
              <a:gradFill rotWithShape="0">
                <a:gsLst>
                  <a:gs pos="0">
                    <a:srgbClr val="FFFFFF"/>
                  </a:gs>
                  <a:gs pos="100000">
                    <a:schemeClr val="accent1"/>
                  </a:gs>
                </a:gsLst>
                <a:path path="shape">
                  <a:fillToRect l="50000" t="50000" r="50000" b="50000"/>
                </a:path>
              </a:gradFill>
              <a:ln w="19050">
                <a:solidFill>
                  <a:schemeClr val="tx1"/>
                </a:solidFill>
                <a:round/>
                <a:headEnd/>
                <a:tailEnd/>
              </a:ln>
              <a:effectLst/>
            </p:spPr>
            <p:txBody>
              <a:bodyPr wrap="none" anchor="ctr"/>
              <a:lstStyle/>
              <a:p>
                <a:endParaRPr kumimoji="0" lang="zh-CN" altLang="en-US" sz="1350" b="0">
                  <a:solidFill>
                    <a:prstClr val="black"/>
                  </a:solidFill>
                  <a:latin typeface="Arial" charset="0"/>
                  <a:ea typeface="宋体" charset="-122"/>
                </a:endParaRPr>
              </a:p>
            </p:txBody>
          </p:sp>
          <p:sp>
            <p:nvSpPr>
              <p:cNvPr id="149" name="Oval 342"/>
              <p:cNvSpPr>
                <a:spLocks noChangeArrowheads="1"/>
              </p:cNvSpPr>
              <p:nvPr/>
            </p:nvSpPr>
            <p:spPr bwMode="auto">
              <a:xfrm>
                <a:off x="2143" y="338"/>
                <a:ext cx="62" cy="51"/>
              </a:xfrm>
              <a:prstGeom prst="ellipse">
                <a:avLst/>
              </a:prstGeom>
              <a:solidFill>
                <a:srgbClr val="FF0000"/>
              </a:solidFill>
              <a:ln w="19050">
                <a:solidFill>
                  <a:schemeClr val="tx1"/>
                </a:solidFill>
                <a:round/>
                <a:headEnd/>
                <a:tailEnd/>
              </a:ln>
              <a:effectLst/>
            </p:spPr>
            <p:txBody>
              <a:bodyPr wrap="none" anchor="ctr"/>
              <a:lstStyle/>
              <a:p>
                <a:endParaRPr kumimoji="0" lang="zh-CN" altLang="en-US" sz="1350" b="0">
                  <a:solidFill>
                    <a:prstClr val="black"/>
                  </a:solidFill>
                  <a:latin typeface="Arial" charset="0"/>
                  <a:ea typeface="宋体" charset="-122"/>
                </a:endParaRPr>
              </a:p>
            </p:txBody>
          </p:sp>
          <p:sp>
            <p:nvSpPr>
              <p:cNvPr id="150" name="Oval 343"/>
              <p:cNvSpPr>
                <a:spLocks noChangeArrowheads="1"/>
              </p:cNvSpPr>
              <p:nvPr/>
            </p:nvSpPr>
            <p:spPr bwMode="auto">
              <a:xfrm>
                <a:off x="2267" y="288"/>
                <a:ext cx="185" cy="151"/>
              </a:xfrm>
              <a:prstGeom prst="ellipse">
                <a:avLst/>
              </a:prstGeom>
              <a:gradFill rotWithShape="0">
                <a:gsLst>
                  <a:gs pos="0">
                    <a:srgbClr val="FFFFFF"/>
                  </a:gs>
                  <a:gs pos="100000">
                    <a:schemeClr val="accent1"/>
                  </a:gs>
                </a:gsLst>
                <a:path path="shape">
                  <a:fillToRect l="50000" t="50000" r="50000" b="50000"/>
                </a:path>
              </a:gradFill>
              <a:ln w="19050">
                <a:solidFill>
                  <a:schemeClr val="tx1"/>
                </a:solidFill>
                <a:round/>
                <a:headEnd/>
                <a:tailEnd/>
              </a:ln>
              <a:effectLst/>
            </p:spPr>
            <p:txBody>
              <a:bodyPr wrap="none" anchor="ctr"/>
              <a:lstStyle/>
              <a:p>
                <a:endParaRPr kumimoji="0" lang="zh-CN" altLang="en-US" sz="1350" b="0">
                  <a:solidFill>
                    <a:prstClr val="black"/>
                  </a:solidFill>
                  <a:latin typeface="Arial" charset="0"/>
                  <a:ea typeface="宋体" charset="-122"/>
                </a:endParaRPr>
              </a:p>
            </p:txBody>
          </p:sp>
          <p:sp>
            <p:nvSpPr>
              <p:cNvPr id="151" name="Oval 344"/>
              <p:cNvSpPr>
                <a:spLocks noChangeArrowheads="1"/>
              </p:cNvSpPr>
              <p:nvPr/>
            </p:nvSpPr>
            <p:spPr bwMode="auto">
              <a:xfrm>
                <a:off x="2328" y="338"/>
                <a:ext cx="62" cy="51"/>
              </a:xfrm>
              <a:prstGeom prst="ellipse">
                <a:avLst/>
              </a:prstGeom>
              <a:solidFill>
                <a:srgbClr val="FF0000"/>
              </a:solidFill>
              <a:ln w="19050">
                <a:solidFill>
                  <a:schemeClr val="tx1"/>
                </a:solidFill>
                <a:round/>
                <a:headEnd/>
                <a:tailEnd/>
              </a:ln>
              <a:effectLst/>
            </p:spPr>
            <p:txBody>
              <a:bodyPr wrap="none" anchor="ctr"/>
              <a:lstStyle/>
              <a:p>
                <a:endParaRPr kumimoji="0" lang="zh-CN" altLang="en-US" sz="1350" b="0">
                  <a:solidFill>
                    <a:prstClr val="black"/>
                  </a:solidFill>
                  <a:latin typeface="Arial" charset="0"/>
                  <a:ea typeface="宋体" charset="-122"/>
                </a:endParaRPr>
              </a:p>
            </p:txBody>
          </p:sp>
          <p:sp>
            <p:nvSpPr>
              <p:cNvPr id="152" name="Oval 345"/>
              <p:cNvSpPr>
                <a:spLocks noChangeArrowheads="1"/>
              </p:cNvSpPr>
              <p:nvPr/>
            </p:nvSpPr>
            <p:spPr bwMode="auto">
              <a:xfrm>
                <a:off x="2452" y="288"/>
                <a:ext cx="187" cy="151"/>
              </a:xfrm>
              <a:prstGeom prst="ellipse">
                <a:avLst/>
              </a:prstGeom>
              <a:gradFill rotWithShape="0">
                <a:gsLst>
                  <a:gs pos="0">
                    <a:srgbClr val="FFFFFF"/>
                  </a:gs>
                  <a:gs pos="100000">
                    <a:schemeClr val="accent1"/>
                  </a:gs>
                </a:gsLst>
                <a:path path="shape">
                  <a:fillToRect l="50000" t="50000" r="50000" b="50000"/>
                </a:path>
              </a:gradFill>
              <a:ln w="19050">
                <a:solidFill>
                  <a:schemeClr val="tx1"/>
                </a:solidFill>
                <a:round/>
                <a:headEnd/>
                <a:tailEnd/>
              </a:ln>
              <a:effectLst/>
            </p:spPr>
            <p:txBody>
              <a:bodyPr wrap="none" anchor="ctr"/>
              <a:lstStyle/>
              <a:p>
                <a:endParaRPr kumimoji="0" lang="zh-CN" altLang="en-US" sz="1350" b="0">
                  <a:solidFill>
                    <a:prstClr val="black"/>
                  </a:solidFill>
                  <a:latin typeface="Arial" charset="0"/>
                  <a:ea typeface="宋体" charset="-122"/>
                </a:endParaRPr>
              </a:p>
            </p:txBody>
          </p:sp>
          <p:sp>
            <p:nvSpPr>
              <p:cNvPr id="153" name="Oval 346"/>
              <p:cNvSpPr>
                <a:spLocks noChangeArrowheads="1"/>
              </p:cNvSpPr>
              <p:nvPr/>
            </p:nvSpPr>
            <p:spPr bwMode="auto">
              <a:xfrm>
                <a:off x="2513" y="338"/>
                <a:ext cx="64" cy="51"/>
              </a:xfrm>
              <a:prstGeom prst="ellipse">
                <a:avLst/>
              </a:prstGeom>
              <a:solidFill>
                <a:srgbClr val="FF0000"/>
              </a:solidFill>
              <a:ln w="19050">
                <a:solidFill>
                  <a:schemeClr val="tx1"/>
                </a:solidFill>
                <a:round/>
                <a:headEnd/>
                <a:tailEnd/>
              </a:ln>
              <a:effectLst/>
            </p:spPr>
            <p:txBody>
              <a:bodyPr wrap="none" anchor="ctr"/>
              <a:lstStyle/>
              <a:p>
                <a:endParaRPr kumimoji="0" lang="zh-CN" altLang="en-US" sz="1350" b="0">
                  <a:solidFill>
                    <a:prstClr val="black"/>
                  </a:solidFill>
                  <a:latin typeface="Arial" charset="0"/>
                  <a:ea typeface="宋体" charset="-122"/>
                </a:endParaRPr>
              </a:p>
            </p:txBody>
          </p:sp>
          <p:sp>
            <p:nvSpPr>
              <p:cNvPr id="154" name="Oval 347"/>
              <p:cNvSpPr>
                <a:spLocks noChangeArrowheads="1"/>
              </p:cNvSpPr>
              <p:nvPr/>
            </p:nvSpPr>
            <p:spPr bwMode="auto">
              <a:xfrm>
                <a:off x="2639" y="288"/>
                <a:ext cx="185" cy="151"/>
              </a:xfrm>
              <a:prstGeom prst="ellipse">
                <a:avLst/>
              </a:prstGeom>
              <a:gradFill rotWithShape="0">
                <a:gsLst>
                  <a:gs pos="0">
                    <a:srgbClr val="FFFFFF"/>
                  </a:gs>
                  <a:gs pos="100000">
                    <a:schemeClr val="accent1"/>
                  </a:gs>
                </a:gsLst>
                <a:path path="shape">
                  <a:fillToRect l="50000" t="50000" r="50000" b="50000"/>
                </a:path>
              </a:gradFill>
              <a:ln w="19050">
                <a:solidFill>
                  <a:schemeClr val="tx1"/>
                </a:solidFill>
                <a:round/>
                <a:headEnd/>
                <a:tailEnd/>
              </a:ln>
              <a:effectLst/>
            </p:spPr>
            <p:txBody>
              <a:bodyPr wrap="none" anchor="ctr"/>
              <a:lstStyle/>
              <a:p>
                <a:endParaRPr kumimoji="0" lang="zh-CN" altLang="en-US" sz="1350" b="0">
                  <a:solidFill>
                    <a:prstClr val="black"/>
                  </a:solidFill>
                  <a:latin typeface="Arial" charset="0"/>
                  <a:ea typeface="宋体" charset="-122"/>
                </a:endParaRPr>
              </a:p>
            </p:txBody>
          </p:sp>
          <p:sp>
            <p:nvSpPr>
              <p:cNvPr id="155" name="Oval 348"/>
              <p:cNvSpPr>
                <a:spLocks noChangeArrowheads="1"/>
              </p:cNvSpPr>
              <p:nvPr/>
            </p:nvSpPr>
            <p:spPr bwMode="auto">
              <a:xfrm>
                <a:off x="2700" y="338"/>
                <a:ext cx="62" cy="51"/>
              </a:xfrm>
              <a:prstGeom prst="ellipse">
                <a:avLst/>
              </a:prstGeom>
              <a:solidFill>
                <a:srgbClr val="FF0000"/>
              </a:solidFill>
              <a:ln w="19050">
                <a:solidFill>
                  <a:schemeClr val="tx1"/>
                </a:solidFill>
                <a:round/>
                <a:headEnd/>
                <a:tailEnd/>
              </a:ln>
              <a:effectLst/>
            </p:spPr>
            <p:txBody>
              <a:bodyPr wrap="none" anchor="ctr"/>
              <a:lstStyle/>
              <a:p>
                <a:endParaRPr kumimoji="0" lang="zh-CN" altLang="en-US" sz="1350" b="0">
                  <a:solidFill>
                    <a:prstClr val="black"/>
                  </a:solidFill>
                  <a:latin typeface="Arial" charset="0"/>
                  <a:ea typeface="宋体" charset="-122"/>
                </a:endParaRPr>
              </a:p>
            </p:txBody>
          </p:sp>
          <p:sp>
            <p:nvSpPr>
              <p:cNvPr id="156" name="Oval 349"/>
              <p:cNvSpPr>
                <a:spLocks noChangeArrowheads="1"/>
              </p:cNvSpPr>
              <p:nvPr/>
            </p:nvSpPr>
            <p:spPr bwMode="auto">
              <a:xfrm>
                <a:off x="2824" y="288"/>
                <a:ext cx="185" cy="151"/>
              </a:xfrm>
              <a:prstGeom prst="ellipse">
                <a:avLst/>
              </a:prstGeom>
              <a:gradFill rotWithShape="0">
                <a:gsLst>
                  <a:gs pos="0">
                    <a:srgbClr val="FFFFFF"/>
                  </a:gs>
                  <a:gs pos="100000">
                    <a:schemeClr val="accent1"/>
                  </a:gs>
                </a:gsLst>
                <a:path path="shape">
                  <a:fillToRect l="50000" t="50000" r="50000" b="50000"/>
                </a:path>
              </a:gradFill>
              <a:ln w="19050">
                <a:solidFill>
                  <a:schemeClr val="tx1"/>
                </a:solidFill>
                <a:round/>
                <a:headEnd/>
                <a:tailEnd/>
              </a:ln>
              <a:effectLst/>
            </p:spPr>
            <p:txBody>
              <a:bodyPr wrap="none" anchor="ctr"/>
              <a:lstStyle/>
              <a:p>
                <a:endParaRPr kumimoji="0" lang="zh-CN" altLang="en-US" sz="1350" b="0">
                  <a:solidFill>
                    <a:prstClr val="black"/>
                  </a:solidFill>
                  <a:latin typeface="Arial" charset="0"/>
                  <a:ea typeface="宋体" charset="-122"/>
                </a:endParaRPr>
              </a:p>
            </p:txBody>
          </p:sp>
          <p:sp>
            <p:nvSpPr>
              <p:cNvPr id="157" name="Oval 350"/>
              <p:cNvSpPr>
                <a:spLocks noChangeArrowheads="1"/>
              </p:cNvSpPr>
              <p:nvPr/>
            </p:nvSpPr>
            <p:spPr bwMode="auto">
              <a:xfrm>
                <a:off x="2885" y="338"/>
                <a:ext cx="62" cy="51"/>
              </a:xfrm>
              <a:prstGeom prst="ellipse">
                <a:avLst/>
              </a:prstGeom>
              <a:solidFill>
                <a:srgbClr val="FF0000"/>
              </a:solidFill>
              <a:ln w="19050">
                <a:solidFill>
                  <a:schemeClr val="tx1"/>
                </a:solidFill>
                <a:round/>
                <a:headEnd/>
                <a:tailEnd/>
              </a:ln>
              <a:effectLst/>
            </p:spPr>
            <p:txBody>
              <a:bodyPr wrap="none" anchor="ctr"/>
              <a:lstStyle/>
              <a:p>
                <a:endParaRPr kumimoji="0" lang="zh-CN" altLang="en-US" sz="1350" b="0">
                  <a:solidFill>
                    <a:prstClr val="black"/>
                  </a:solidFill>
                  <a:latin typeface="Arial" charset="0"/>
                  <a:ea typeface="宋体" charset="-122"/>
                </a:endParaRPr>
              </a:p>
            </p:txBody>
          </p:sp>
          <p:sp>
            <p:nvSpPr>
              <p:cNvPr id="158" name="Oval 351"/>
              <p:cNvSpPr>
                <a:spLocks noChangeArrowheads="1"/>
              </p:cNvSpPr>
              <p:nvPr/>
            </p:nvSpPr>
            <p:spPr bwMode="auto">
              <a:xfrm>
                <a:off x="3009" y="288"/>
                <a:ext cx="187" cy="151"/>
              </a:xfrm>
              <a:prstGeom prst="ellipse">
                <a:avLst/>
              </a:prstGeom>
              <a:gradFill rotWithShape="0">
                <a:gsLst>
                  <a:gs pos="0">
                    <a:srgbClr val="FFFFFF"/>
                  </a:gs>
                  <a:gs pos="100000">
                    <a:schemeClr val="accent1"/>
                  </a:gs>
                </a:gsLst>
                <a:path path="shape">
                  <a:fillToRect l="50000" t="50000" r="50000" b="50000"/>
                </a:path>
              </a:gradFill>
              <a:ln w="19050">
                <a:solidFill>
                  <a:schemeClr val="tx1"/>
                </a:solidFill>
                <a:round/>
                <a:headEnd/>
                <a:tailEnd/>
              </a:ln>
              <a:effectLst/>
            </p:spPr>
            <p:txBody>
              <a:bodyPr wrap="none" anchor="ctr"/>
              <a:lstStyle/>
              <a:p>
                <a:endParaRPr kumimoji="0" lang="zh-CN" altLang="en-US" sz="1350" b="0">
                  <a:solidFill>
                    <a:prstClr val="black"/>
                  </a:solidFill>
                  <a:latin typeface="Arial" charset="0"/>
                  <a:ea typeface="宋体" charset="-122"/>
                </a:endParaRPr>
              </a:p>
            </p:txBody>
          </p:sp>
          <p:sp>
            <p:nvSpPr>
              <p:cNvPr id="159" name="Oval 352"/>
              <p:cNvSpPr>
                <a:spLocks noChangeArrowheads="1"/>
              </p:cNvSpPr>
              <p:nvPr/>
            </p:nvSpPr>
            <p:spPr bwMode="auto">
              <a:xfrm>
                <a:off x="3070" y="338"/>
                <a:ext cx="64" cy="51"/>
              </a:xfrm>
              <a:prstGeom prst="ellipse">
                <a:avLst/>
              </a:prstGeom>
              <a:solidFill>
                <a:srgbClr val="FF0000"/>
              </a:solidFill>
              <a:ln w="19050">
                <a:solidFill>
                  <a:schemeClr val="tx1"/>
                </a:solidFill>
                <a:round/>
                <a:headEnd/>
                <a:tailEnd/>
              </a:ln>
              <a:effectLst/>
            </p:spPr>
            <p:txBody>
              <a:bodyPr wrap="none" anchor="ctr"/>
              <a:lstStyle/>
              <a:p>
                <a:endParaRPr kumimoji="0" lang="zh-CN" altLang="en-US" sz="1350" b="0">
                  <a:solidFill>
                    <a:prstClr val="black"/>
                  </a:solidFill>
                  <a:latin typeface="Arial" charset="0"/>
                  <a:ea typeface="宋体" charset="-122"/>
                </a:endParaRPr>
              </a:p>
            </p:txBody>
          </p:sp>
          <p:sp>
            <p:nvSpPr>
              <p:cNvPr id="160" name="Oval 353"/>
              <p:cNvSpPr>
                <a:spLocks noChangeArrowheads="1"/>
              </p:cNvSpPr>
              <p:nvPr/>
            </p:nvSpPr>
            <p:spPr bwMode="auto">
              <a:xfrm>
                <a:off x="3196" y="288"/>
                <a:ext cx="185" cy="151"/>
              </a:xfrm>
              <a:prstGeom prst="ellipse">
                <a:avLst/>
              </a:prstGeom>
              <a:gradFill rotWithShape="0">
                <a:gsLst>
                  <a:gs pos="0">
                    <a:srgbClr val="FFFFFF"/>
                  </a:gs>
                  <a:gs pos="100000">
                    <a:schemeClr val="accent1"/>
                  </a:gs>
                </a:gsLst>
                <a:path path="shape">
                  <a:fillToRect l="50000" t="50000" r="50000" b="50000"/>
                </a:path>
              </a:gradFill>
              <a:ln w="19050">
                <a:solidFill>
                  <a:schemeClr val="tx1"/>
                </a:solidFill>
                <a:round/>
                <a:headEnd/>
                <a:tailEnd/>
              </a:ln>
              <a:effectLst/>
            </p:spPr>
            <p:txBody>
              <a:bodyPr wrap="none" anchor="ctr"/>
              <a:lstStyle/>
              <a:p>
                <a:endParaRPr kumimoji="0" lang="zh-CN" altLang="en-US" sz="1350" b="0">
                  <a:solidFill>
                    <a:prstClr val="black"/>
                  </a:solidFill>
                  <a:latin typeface="Arial" charset="0"/>
                  <a:ea typeface="宋体" charset="-122"/>
                </a:endParaRPr>
              </a:p>
            </p:txBody>
          </p:sp>
          <p:sp>
            <p:nvSpPr>
              <p:cNvPr id="161" name="Oval 354"/>
              <p:cNvSpPr>
                <a:spLocks noChangeArrowheads="1"/>
              </p:cNvSpPr>
              <p:nvPr/>
            </p:nvSpPr>
            <p:spPr bwMode="auto">
              <a:xfrm>
                <a:off x="3257" y="338"/>
                <a:ext cx="62" cy="51"/>
              </a:xfrm>
              <a:prstGeom prst="ellipse">
                <a:avLst/>
              </a:prstGeom>
              <a:solidFill>
                <a:srgbClr val="FF0000"/>
              </a:solidFill>
              <a:ln w="19050">
                <a:solidFill>
                  <a:schemeClr val="tx1"/>
                </a:solidFill>
                <a:round/>
                <a:headEnd/>
                <a:tailEnd/>
              </a:ln>
              <a:effectLst/>
            </p:spPr>
            <p:txBody>
              <a:bodyPr wrap="none" anchor="ctr"/>
              <a:lstStyle/>
              <a:p>
                <a:endParaRPr kumimoji="0" lang="zh-CN" altLang="en-US" sz="1350" b="0">
                  <a:solidFill>
                    <a:prstClr val="black"/>
                  </a:solidFill>
                  <a:latin typeface="Arial" charset="0"/>
                  <a:ea typeface="宋体" charset="-122"/>
                </a:endParaRPr>
              </a:p>
            </p:txBody>
          </p:sp>
          <p:sp>
            <p:nvSpPr>
              <p:cNvPr id="162" name="Oval 355"/>
              <p:cNvSpPr>
                <a:spLocks noChangeArrowheads="1"/>
              </p:cNvSpPr>
              <p:nvPr/>
            </p:nvSpPr>
            <p:spPr bwMode="auto">
              <a:xfrm>
                <a:off x="3395" y="288"/>
                <a:ext cx="187" cy="151"/>
              </a:xfrm>
              <a:prstGeom prst="ellipse">
                <a:avLst/>
              </a:prstGeom>
              <a:gradFill rotWithShape="0">
                <a:gsLst>
                  <a:gs pos="0">
                    <a:srgbClr val="FFFFFF"/>
                  </a:gs>
                  <a:gs pos="100000">
                    <a:schemeClr val="accent1"/>
                  </a:gs>
                </a:gsLst>
                <a:path path="shape">
                  <a:fillToRect l="50000" t="50000" r="50000" b="50000"/>
                </a:path>
              </a:gradFill>
              <a:ln w="19050">
                <a:solidFill>
                  <a:schemeClr val="tx1"/>
                </a:solidFill>
                <a:round/>
                <a:headEnd/>
                <a:tailEnd/>
              </a:ln>
              <a:effectLst/>
            </p:spPr>
            <p:txBody>
              <a:bodyPr wrap="none" anchor="ctr"/>
              <a:lstStyle/>
              <a:p>
                <a:endParaRPr kumimoji="0" lang="zh-CN" altLang="en-US" sz="1350" b="0">
                  <a:solidFill>
                    <a:prstClr val="black"/>
                  </a:solidFill>
                  <a:latin typeface="Arial" charset="0"/>
                  <a:ea typeface="宋体" charset="-122"/>
                </a:endParaRPr>
              </a:p>
            </p:txBody>
          </p:sp>
          <p:sp>
            <p:nvSpPr>
              <p:cNvPr id="163" name="Oval 356"/>
              <p:cNvSpPr>
                <a:spLocks noChangeArrowheads="1"/>
              </p:cNvSpPr>
              <p:nvPr/>
            </p:nvSpPr>
            <p:spPr bwMode="auto">
              <a:xfrm>
                <a:off x="3461" y="338"/>
                <a:ext cx="64" cy="51"/>
              </a:xfrm>
              <a:prstGeom prst="ellipse">
                <a:avLst/>
              </a:prstGeom>
              <a:solidFill>
                <a:srgbClr val="FF0000"/>
              </a:solidFill>
              <a:ln w="19050">
                <a:solidFill>
                  <a:schemeClr val="tx1"/>
                </a:solidFill>
                <a:round/>
                <a:headEnd/>
                <a:tailEnd/>
              </a:ln>
              <a:effectLst/>
            </p:spPr>
            <p:txBody>
              <a:bodyPr wrap="none" anchor="ctr"/>
              <a:lstStyle/>
              <a:p>
                <a:endParaRPr kumimoji="0" lang="zh-CN" altLang="en-US" sz="1350" b="0">
                  <a:solidFill>
                    <a:prstClr val="black"/>
                  </a:solidFill>
                  <a:latin typeface="Arial" charset="0"/>
                  <a:ea typeface="宋体" charset="-122"/>
                </a:endParaRPr>
              </a:p>
            </p:txBody>
          </p:sp>
          <p:sp>
            <p:nvSpPr>
              <p:cNvPr id="164" name="Oval 357"/>
              <p:cNvSpPr>
                <a:spLocks noChangeArrowheads="1"/>
              </p:cNvSpPr>
              <p:nvPr/>
            </p:nvSpPr>
            <p:spPr bwMode="auto">
              <a:xfrm>
                <a:off x="3616" y="338"/>
                <a:ext cx="62" cy="51"/>
              </a:xfrm>
              <a:prstGeom prst="ellipse">
                <a:avLst/>
              </a:prstGeom>
              <a:solidFill>
                <a:schemeClr val="accent1"/>
              </a:solidFill>
              <a:ln w="19050">
                <a:solidFill>
                  <a:schemeClr val="tx1"/>
                </a:solidFill>
                <a:round/>
                <a:headEnd/>
                <a:tailEnd/>
              </a:ln>
              <a:effectLst/>
            </p:spPr>
            <p:txBody>
              <a:bodyPr wrap="none" anchor="ctr"/>
              <a:lstStyle/>
              <a:p>
                <a:endParaRPr kumimoji="0" lang="zh-CN" altLang="en-US" sz="1350" b="0">
                  <a:solidFill>
                    <a:prstClr val="black"/>
                  </a:solidFill>
                  <a:latin typeface="Arial" charset="0"/>
                  <a:ea typeface="宋体" charset="-122"/>
                </a:endParaRPr>
              </a:p>
            </p:txBody>
          </p:sp>
          <p:sp>
            <p:nvSpPr>
              <p:cNvPr id="165" name="Oval 358"/>
              <p:cNvSpPr>
                <a:spLocks noChangeArrowheads="1"/>
              </p:cNvSpPr>
              <p:nvPr/>
            </p:nvSpPr>
            <p:spPr bwMode="auto">
              <a:xfrm>
                <a:off x="3587" y="288"/>
                <a:ext cx="187" cy="151"/>
              </a:xfrm>
              <a:prstGeom prst="ellipse">
                <a:avLst/>
              </a:prstGeom>
              <a:gradFill rotWithShape="0">
                <a:gsLst>
                  <a:gs pos="0">
                    <a:srgbClr val="FFFFFF"/>
                  </a:gs>
                  <a:gs pos="100000">
                    <a:schemeClr val="accent1"/>
                  </a:gs>
                </a:gsLst>
                <a:path path="shape">
                  <a:fillToRect l="50000" t="50000" r="50000" b="50000"/>
                </a:path>
              </a:gradFill>
              <a:ln w="19050">
                <a:solidFill>
                  <a:schemeClr val="tx1"/>
                </a:solidFill>
                <a:round/>
                <a:headEnd/>
                <a:tailEnd/>
              </a:ln>
              <a:effectLst/>
            </p:spPr>
            <p:txBody>
              <a:bodyPr wrap="none" anchor="ctr"/>
              <a:lstStyle/>
              <a:p>
                <a:endParaRPr kumimoji="0" lang="zh-CN" altLang="en-US" sz="1350" b="0">
                  <a:solidFill>
                    <a:prstClr val="black"/>
                  </a:solidFill>
                  <a:latin typeface="Arial" charset="0"/>
                  <a:ea typeface="宋体" charset="-122"/>
                </a:endParaRPr>
              </a:p>
            </p:txBody>
          </p:sp>
          <p:sp>
            <p:nvSpPr>
              <p:cNvPr id="166" name="Oval 359"/>
              <p:cNvSpPr>
                <a:spLocks noChangeArrowheads="1"/>
              </p:cNvSpPr>
              <p:nvPr/>
            </p:nvSpPr>
            <p:spPr bwMode="auto">
              <a:xfrm>
                <a:off x="3653" y="338"/>
                <a:ext cx="64" cy="51"/>
              </a:xfrm>
              <a:prstGeom prst="ellipse">
                <a:avLst/>
              </a:prstGeom>
              <a:solidFill>
                <a:srgbClr val="FF0000"/>
              </a:solidFill>
              <a:ln w="19050">
                <a:solidFill>
                  <a:schemeClr val="tx1"/>
                </a:solidFill>
                <a:round/>
                <a:headEnd/>
                <a:tailEnd/>
              </a:ln>
              <a:effectLst/>
            </p:spPr>
            <p:txBody>
              <a:bodyPr wrap="none" anchor="ctr"/>
              <a:lstStyle/>
              <a:p>
                <a:endParaRPr kumimoji="0" lang="zh-CN" altLang="en-US" sz="1350" b="0">
                  <a:solidFill>
                    <a:prstClr val="black"/>
                  </a:solidFill>
                  <a:latin typeface="Arial" charset="0"/>
                  <a:ea typeface="宋体" charset="-122"/>
                </a:endParaRPr>
              </a:p>
            </p:txBody>
          </p:sp>
        </p:grpSp>
        <p:sp>
          <p:nvSpPr>
            <p:cNvPr id="167" name="Line 360"/>
            <p:cNvSpPr>
              <a:spLocks noChangeShapeType="1"/>
            </p:cNvSpPr>
            <p:nvPr/>
          </p:nvSpPr>
          <p:spPr bwMode="auto">
            <a:xfrm>
              <a:off x="3252788" y="4724400"/>
              <a:ext cx="0" cy="838200"/>
            </a:xfrm>
            <a:prstGeom prst="line">
              <a:avLst/>
            </a:prstGeom>
            <a:noFill/>
            <a:ln w="12700">
              <a:solidFill>
                <a:srgbClr val="000000"/>
              </a:solidFill>
              <a:prstDash val="dash"/>
              <a:round/>
              <a:headEnd/>
              <a:tailEnd/>
            </a:ln>
            <a:effectLst/>
          </p:spPr>
          <p:txBody>
            <a:bodyPr wrap="none"/>
            <a:lstStyle/>
            <a:p>
              <a:pPr eaLnBrk="0" hangingPunct="0"/>
              <a:endParaRPr kumimoji="0" lang="zh-CN" altLang="en-US" sz="1350" b="0">
                <a:solidFill>
                  <a:prstClr val="black"/>
                </a:solidFill>
                <a:latin typeface="Arial" charset="0"/>
                <a:ea typeface="宋体" charset="-122"/>
              </a:endParaRPr>
            </a:p>
          </p:txBody>
        </p:sp>
        <p:sp>
          <p:nvSpPr>
            <p:cNvPr id="168" name="Text Box 361"/>
            <p:cNvSpPr txBox="1">
              <a:spLocks noChangeArrowheads="1"/>
            </p:cNvSpPr>
            <p:nvPr/>
          </p:nvSpPr>
          <p:spPr bwMode="auto">
            <a:xfrm>
              <a:off x="2819400" y="4953000"/>
              <a:ext cx="508000" cy="553997"/>
            </a:xfrm>
            <a:prstGeom prst="rect">
              <a:avLst/>
            </a:prstGeom>
            <a:noFill/>
            <a:ln w="9525">
              <a:noFill/>
              <a:miter lim="800000"/>
              <a:headEnd/>
              <a:tailEnd/>
            </a:ln>
            <a:effectLst/>
          </p:spPr>
          <p:txBody>
            <a:bodyPr>
              <a:spAutoFit/>
            </a:bodyPr>
            <a:lstStyle/>
            <a:p>
              <a:r>
                <a:rPr kumimoji="0" lang="en-US" altLang="zh-CN" sz="2100" b="0" i="1">
                  <a:solidFill>
                    <a:srgbClr val="1C1C1C"/>
                  </a:solidFill>
                  <a:ea typeface="宋体" charset="-122"/>
                </a:rPr>
                <a:t>O</a:t>
              </a:r>
            </a:p>
          </p:txBody>
        </p:sp>
        <p:sp>
          <p:nvSpPr>
            <p:cNvPr id="169" name="Rectangle 362"/>
            <p:cNvSpPr>
              <a:spLocks noChangeArrowheads="1"/>
            </p:cNvSpPr>
            <p:nvPr/>
          </p:nvSpPr>
          <p:spPr bwMode="auto">
            <a:xfrm>
              <a:off x="5084763" y="4162425"/>
              <a:ext cx="255587" cy="1857375"/>
            </a:xfrm>
            <a:prstGeom prst="rect">
              <a:avLst/>
            </a:prstGeom>
            <a:solidFill>
              <a:srgbClr val="66CCFF">
                <a:alpha val="50195"/>
              </a:srgbClr>
            </a:solidFill>
            <a:ln w="19050">
              <a:solidFill>
                <a:srgbClr val="0000FF"/>
              </a:solidFill>
              <a:prstDash val="dash"/>
              <a:miter lim="800000"/>
              <a:headEnd/>
              <a:tailEnd/>
            </a:ln>
            <a:effectLst/>
          </p:spPr>
          <p:txBody>
            <a:bodyPr wrap="none" anchor="ctr"/>
            <a:lstStyle/>
            <a:p>
              <a:endParaRPr kumimoji="0" lang="zh-CN" altLang="en-US" sz="1350" b="0">
                <a:solidFill>
                  <a:prstClr val="black"/>
                </a:solidFill>
                <a:latin typeface="Arial" charset="0"/>
                <a:ea typeface="宋体" charset="-122"/>
              </a:endParaRPr>
            </a:p>
          </p:txBody>
        </p:sp>
        <p:graphicFrame>
          <p:nvGraphicFramePr>
            <p:cNvPr id="170" name="Object 363"/>
            <p:cNvGraphicFramePr>
              <a:graphicFrameLocks noChangeAspect="1"/>
            </p:cNvGraphicFramePr>
            <p:nvPr/>
          </p:nvGraphicFramePr>
          <p:xfrm>
            <a:off x="7024688" y="5081588"/>
            <a:ext cx="403225" cy="323850"/>
          </p:xfrm>
          <a:graphic>
            <a:graphicData uri="http://schemas.openxmlformats.org/presentationml/2006/ole">
              <mc:AlternateContent xmlns:mc="http://schemas.openxmlformats.org/markup-compatibility/2006">
                <mc:Choice xmlns:v="urn:schemas-microsoft-com:vml" Requires="v">
                  <p:oleObj spid="_x0000_s214250" name="公式" r:id="rId7" imgW="177646" imgH="190335" progId="Equation.3">
                    <p:embed/>
                  </p:oleObj>
                </mc:Choice>
                <mc:Fallback>
                  <p:oleObj name="公式" r:id="rId7" imgW="177646" imgH="190335" progId="Equation.3">
                    <p:embed/>
                    <p:pic>
                      <p:nvPicPr>
                        <p:cNvPr id="0" name="Object 363"/>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7024688" y="5081588"/>
                          <a:ext cx="403225" cy="3238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nvGrpSpPr>
            <p:cNvPr id="171" name="Group 381"/>
            <p:cNvGrpSpPr>
              <a:grpSpLocks/>
            </p:cNvGrpSpPr>
            <p:nvPr/>
          </p:nvGrpSpPr>
          <p:grpSpPr bwMode="auto">
            <a:xfrm>
              <a:off x="2133600" y="4495800"/>
              <a:ext cx="4953000" cy="1008063"/>
              <a:chOff x="1056" y="96"/>
              <a:chExt cx="3104" cy="635"/>
            </a:xfrm>
          </p:grpSpPr>
          <p:graphicFrame>
            <p:nvGraphicFramePr>
              <p:cNvPr id="172" name="Object 365"/>
              <p:cNvGraphicFramePr>
                <a:graphicFrameLocks noChangeAspect="1"/>
              </p:cNvGraphicFramePr>
              <p:nvPr/>
            </p:nvGraphicFramePr>
            <p:xfrm>
              <a:off x="1056" y="368"/>
              <a:ext cx="332" cy="341"/>
            </p:xfrm>
            <a:graphic>
              <a:graphicData uri="http://schemas.openxmlformats.org/presentationml/2006/ole">
                <mc:AlternateContent xmlns:mc="http://schemas.openxmlformats.org/markup-compatibility/2006">
                  <mc:Choice xmlns:v="urn:schemas-microsoft-com:vml" Requires="v">
                    <p:oleObj spid="_x0000_s214251" name="Equation" r:id="rId9" imgW="152268" imgH="215713" progId="Equation.3">
                      <p:embed/>
                    </p:oleObj>
                  </mc:Choice>
                  <mc:Fallback>
                    <p:oleObj name="Equation" r:id="rId9" imgW="152268" imgH="215713" progId="Equation.3">
                      <p:embed/>
                      <p:pic>
                        <p:nvPicPr>
                          <p:cNvPr id="0" name="Object 365"/>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056" y="368"/>
                            <a:ext cx="332" cy="341"/>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73" name="Object 366"/>
              <p:cNvGraphicFramePr>
                <a:graphicFrameLocks noChangeAspect="1"/>
              </p:cNvGraphicFramePr>
              <p:nvPr/>
            </p:nvGraphicFramePr>
            <p:xfrm>
              <a:off x="3789" y="380"/>
              <a:ext cx="371" cy="351"/>
            </p:xfrm>
            <a:graphic>
              <a:graphicData uri="http://schemas.openxmlformats.org/presentationml/2006/ole">
                <mc:AlternateContent xmlns:mc="http://schemas.openxmlformats.org/markup-compatibility/2006">
                  <mc:Choice xmlns:v="urn:schemas-microsoft-com:vml" Requires="v">
                    <p:oleObj spid="_x0000_s214252" name="Equation" r:id="rId11" imgW="164885" imgH="215619" progId="Equation.3">
                      <p:embed/>
                    </p:oleObj>
                  </mc:Choice>
                  <mc:Fallback>
                    <p:oleObj name="Equation" r:id="rId11" imgW="164885" imgH="215619" progId="Equation.3">
                      <p:embed/>
                      <p:pic>
                        <p:nvPicPr>
                          <p:cNvPr id="0" name="Object 366"/>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3789" y="380"/>
                            <a:ext cx="371" cy="351"/>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nvGrpSpPr>
              <p:cNvPr id="174" name="Group 371"/>
              <p:cNvGrpSpPr>
                <a:grpSpLocks/>
              </p:cNvGrpSpPr>
              <p:nvPr/>
            </p:nvGrpSpPr>
            <p:grpSpPr bwMode="auto">
              <a:xfrm>
                <a:off x="1757" y="96"/>
                <a:ext cx="1248" cy="363"/>
                <a:chOff x="2018" y="2795"/>
                <a:chExt cx="1225" cy="363"/>
              </a:xfrm>
            </p:grpSpPr>
            <p:sp>
              <p:nvSpPr>
                <p:cNvPr id="175" name="Arc 372"/>
                <p:cNvSpPr>
                  <a:spLocks/>
                </p:cNvSpPr>
                <p:nvPr/>
              </p:nvSpPr>
              <p:spPr bwMode="auto">
                <a:xfrm>
                  <a:off x="2807" y="2918"/>
                  <a:ext cx="68" cy="240"/>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Lst>
                  <a:ahLst/>
                  <a:cxnLst>
                    <a:cxn ang="T6">
                      <a:pos x="T0" y="T1"/>
                    </a:cxn>
                    <a:cxn ang="T7">
                      <a:pos x="T2" y="T3"/>
                    </a:cxn>
                    <a:cxn ang="T8">
                      <a:pos x="T4" y="T5"/>
                    </a:cxn>
                  </a:cxnLst>
                  <a:rect l="0" t="0" r="r" b="b"/>
                  <a:pathLst>
                    <a:path w="21600" h="21600" fill="none" extrusionOk="0">
                      <a:moveTo>
                        <a:pt x="-1" y="0"/>
                      </a:moveTo>
                      <a:cubicBezTo>
                        <a:pt x="11893" y="0"/>
                        <a:pt x="21548" y="9614"/>
                        <a:pt x="21599" y="21507"/>
                      </a:cubicBezTo>
                    </a:path>
                    <a:path w="21600" h="21600" stroke="0" extrusionOk="0">
                      <a:moveTo>
                        <a:pt x="-1" y="0"/>
                      </a:moveTo>
                      <a:cubicBezTo>
                        <a:pt x="11893" y="0"/>
                        <a:pt x="21548" y="9614"/>
                        <a:pt x="21599" y="21507"/>
                      </a:cubicBezTo>
                      <a:lnTo>
                        <a:pt x="0" y="21600"/>
                      </a:lnTo>
                      <a:lnTo>
                        <a:pt x="-1" y="0"/>
                      </a:lnTo>
                      <a:close/>
                    </a:path>
                  </a:pathLst>
                </a:custGeom>
                <a:noFill/>
                <a:ln w="28575">
                  <a:solidFill>
                    <a:srgbClr val="CC00CC"/>
                  </a:solidFill>
                  <a:round/>
                  <a:headEnd/>
                  <a:tailEnd/>
                </a:ln>
                <a:effectLst/>
              </p:spPr>
              <p:txBody>
                <a:bodyPr wrap="none" anchor="ctr"/>
                <a:lstStyle/>
                <a:p>
                  <a:pPr eaLnBrk="0" hangingPunct="0"/>
                  <a:endParaRPr kumimoji="0" lang="zh-CN" altLang="en-US" sz="1350" b="0">
                    <a:solidFill>
                      <a:prstClr val="black"/>
                    </a:solidFill>
                    <a:latin typeface="Arial" charset="0"/>
                    <a:ea typeface="宋体" charset="-122"/>
                  </a:endParaRPr>
                </a:p>
              </p:txBody>
            </p:sp>
            <p:grpSp>
              <p:nvGrpSpPr>
                <p:cNvPr id="176" name="Group 373"/>
                <p:cNvGrpSpPr>
                  <a:grpSpLocks/>
                </p:cNvGrpSpPr>
                <p:nvPr/>
              </p:nvGrpSpPr>
              <p:grpSpPr bwMode="auto">
                <a:xfrm>
                  <a:off x="2018" y="2795"/>
                  <a:ext cx="1225" cy="360"/>
                  <a:chOff x="2018" y="2795"/>
                  <a:chExt cx="1225" cy="360"/>
                </a:xfrm>
              </p:grpSpPr>
              <p:sp>
                <p:nvSpPr>
                  <p:cNvPr id="177" name="Line 374"/>
                  <p:cNvSpPr>
                    <a:spLocks noChangeShapeType="1"/>
                  </p:cNvSpPr>
                  <p:nvPr/>
                </p:nvSpPr>
                <p:spPr bwMode="auto">
                  <a:xfrm flipV="1">
                    <a:off x="2018" y="2795"/>
                    <a:ext cx="1162" cy="360"/>
                  </a:xfrm>
                  <a:prstGeom prst="line">
                    <a:avLst/>
                  </a:prstGeom>
                  <a:noFill/>
                  <a:ln w="28575">
                    <a:solidFill>
                      <a:srgbClr val="6666FF"/>
                    </a:solidFill>
                    <a:round/>
                    <a:headEnd/>
                    <a:tailEnd/>
                  </a:ln>
                  <a:effectLst/>
                </p:spPr>
                <p:txBody>
                  <a:bodyPr wrap="none"/>
                  <a:lstStyle/>
                  <a:p>
                    <a:pPr eaLnBrk="0" hangingPunct="0"/>
                    <a:endParaRPr kumimoji="0" lang="zh-CN" altLang="en-US" sz="1350" b="0">
                      <a:solidFill>
                        <a:prstClr val="black"/>
                      </a:solidFill>
                      <a:latin typeface="Arial" charset="0"/>
                      <a:ea typeface="宋体" charset="-122"/>
                    </a:endParaRPr>
                  </a:p>
                </p:txBody>
              </p:sp>
              <p:graphicFrame>
                <p:nvGraphicFramePr>
                  <p:cNvPr id="178" name="Object 375"/>
                  <p:cNvGraphicFramePr>
                    <a:graphicFrameLocks noChangeAspect="1"/>
                  </p:cNvGraphicFramePr>
                  <p:nvPr/>
                </p:nvGraphicFramePr>
                <p:xfrm>
                  <a:off x="2882" y="2838"/>
                  <a:ext cx="361" cy="302"/>
                </p:xfrm>
                <a:graphic>
                  <a:graphicData uri="http://schemas.openxmlformats.org/presentationml/2006/ole">
                    <mc:AlternateContent xmlns:mc="http://schemas.openxmlformats.org/markup-compatibility/2006">
                      <mc:Choice xmlns:v="urn:schemas-microsoft-com:vml" Requires="v">
                        <p:oleObj spid="_x0000_s214253" name="Equation" r:id="rId13" imgW="152268" imgH="203024" progId="Equation.3">
                          <p:embed/>
                        </p:oleObj>
                      </mc:Choice>
                      <mc:Fallback>
                        <p:oleObj name="Equation" r:id="rId13" imgW="152268" imgH="203024" progId="Equation.3">
                          <p:embed/>
                          <p:pic>
                            <p:nvPicPr>
                              <p:cNvPr id="0" name="Object 375"/>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2882" y="2838"/>
                                <a:ext cx="361" cy="30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grpSp>
        </p:grpSp>
        <p:grpSp>
          <p:nvGrpSpPr>
            <p:cNvPr id="179" name="组合 178"/>
            <p:cNvGrpSpPr/>
            <p:nvPr/>
          </p:nvGrpSpPr>
          <p:grpSpPr>
            <a:xfrm>
              <a:off x="2452737" y="4514532"/>
              <a:ext cx="1127244" cy="567056"/>
              <a:chOff x="2452737" y="4514532"/>
              <a:chExt cx="1127244" cy="567056"/>
            </a:xfrm>
          </p:grpSpPr>
          <p:sp>
            <p:nvSpPr>
              <p:cNvPr id="180" name="Line 368"/>
              <p:cNvSpPr>
                <a:spLocks noChangeShapeType="1"/>
              </p:cNvSpPr>
              <p:nvPr/>
            </p:nvSpPr>
            <p:spPr bwMode="auto">
              <a:xfrm flipH="1" flipV="1">
                <a:off x="2452737" y="4584700"/>
                <a:ext cx="794650" cy="496888"/>
              </a:xfrm>
              <a:prstGeom prst="line">
                <a:avLst/>
              </a:prstGeom>
              <a:noFill/>
              <a:ln w="28575">
                <a:solidFill>
                  <a:srgbClr val="9900CC"/>
                </a:solidFill>
                <a:round/>
                <a:headEnd/>
                <a:tailEnd/>
              </a:ln>
              <a:effectLst/>
            </p:spPr>
            <p:txBody>
              <a:bodyPr wrap="none"/>
              <a:lstStyle/>
              <a:p>
                <a:pPr eaLnBrk="0" hangingPunct="0"/>
                <a:endParaRPr kumimoji="0" lang="zh-CN" altLang="en-US" sz="1350" b="0">
                  <a:solidFill>
                    <a:prstClr val="black"/>
                  </a:solidFill>
                  <a:latin typeface="Arial" charset="0"/>
                  <a:ea typeface="宋体" charset="-122"/>
                </a:endParaRPr>
              </a:p>
            </p:txBody>
          </p:sp>
          <p:sp>
            <p:nvSpPr>
              <p:cNvPr id="181" name="Arc 369"/>
              <p:cNvSpPr>
                <a:spLocks/>
              </p:cNvSpPr>
              <p:nvPr/>
            </p:nvSpPr>
            <p:spPr bwMode="auto">
              <a:xfrm>
                <a:off x="3060692" y="4948238"/>
                <a:ext cx="505832" cy="123825"/>
              </a:xfrm>
              <a:custGeom>
                <a:avLst/>
                <a:gdLst>
                  <a:gd name="T0" fmla="*/ 0 w 23764"/>
                  <a:gd name="T1" fmla="*/ 0 h 21600"/>
                  <a:gd name="T2" fmla="*/ 0 w 23764"/>
                  <a:gd name="T3" fmla="*/ 0 h 21600"/>
                  <a:gd name="T4" fmla="*/ 0 w 23764"/>
                  <a:gd name="T5" fmla="*/ 0 h 21600"/>
                  <a:gd name="T6" fmla="*/ 0 60000 65536"/>
                  <a:gd name="T7" fmla="*/ 0 60000 65536"/>
                  <a:gd name="T8" fmla="*/ 0 60000 65536"/>
                </a:gdLst>
                <a:ahLst/>
                <a:cxnLst>
                  <a:cxn ang="T6">
                    <a:pos x="T0" y="T1"/>
                  </a:cxn>
                  <a:cxn ang="T7">
                    <a:pos x="T2" y="T3"/>
                  </a:cxn>
                  <a:cxn ang="T8">
                    <a:pos x="T4" y="T5"/>
                  </a:cxn>
                </a:cxnLst>
                <a:rect l="0" t="0" r="r" b="b"/>
                <a:pathLst>
                  <a:path w="23764" h="21600" fill="none" extrusionOk="0">
                    <a:moveTo>
                      <a:pt x="-1" y="108"/>
                    </a:moveTo>
                    <a:cubicBezTo>
                      <a:pt x="719" y="36"/>
                      <a:pt x="1441" y="-1"/>
                      <a:pt x="2164" y="0"/>
                    </a:cubicBezTo>
                    <a:cubicBezTo>
                      <a:pt x="14093" y="0"/>
                      <a:pt x="23764" y="9670"/>
                      <a:pt x="23764" y="21600"/>
                    </a:cubicBezTo>
                  </a:path>
                  <a:path w="23764" h="21600" stroke="0" extrusionOk="0">
                    <a:moveTo>
                      <a:pt x="-1" y="108"/>
                    </a:moveTo>
                    <a:cubicBezTo>
                      <a:pt x="719" y="36"/>
                      <a:pt x="1441" y="-1"/>
                      <a:pt x="2164" y="0"/>
                    </a:cubicBezTo>
                    <a:cubicBezTo>
                      <a:pt x="14093" y="0"/>
                      <a:pt x="23764" y="9670"/>
                      <a:pt x="23764" y="21600"/>
                    </a:cubicBezTo>
                    <a:lnTo>
                      <a:pt x="2164" y="21600"/>
                    </a:lnTo>
                    <a:lnTo>
                      <a:pt x="-1" y="108"/>
                    </a:lnTo>
                    <a:close/>
                  </a:path>
                </a:pathLst>
              </a:custGeom>
              <a:noFill/>
              <a:ln w="28575">
                <a:solidFill>
                  <a:srgbClr val="FF0000"/>
                </a:solidFill>
                <a:round/>
                <a:headEnd/>
                <a:tailEnd/>
              </a:ln>
              <a:effectLst/>
            </p:spPr>
            <p:txBody>
              <a:bodyPr wrap="none" anchor="ctr"/>
              <a:lstStyle/>
              <a:p>
                <a:pPr eaLnBrk="0" hangingPunct="0"/>
                <a:endParaRPr kumimoji="0" lang="zh-CN" altLang="en-US" sz="1350" b="0">
                  <a:solidFill>
                    <a:prstClr val="black"/>
                  </a:solidFill>
                  <a:latin typeface="Arial" charset="0"/>
                  <a:ea typeface="宋体" charset="-122"/>
                </a:endParaRPr>
              </a:p>
            </p:txBody>
          </p:sp>
          <p:graphicFrame>
            <p:nvGraphicFramePr>
              <p:cNvPr id="182" name="Object 370"/>
              <p:cNvGraphicFramePr>
                <a:graphicFrameLocks noChangeAspect="1"/>
              </p:cNvGraphicFramePr>
              <p:nvPr/>
            </p:nvGraphicFramePr>
            <p:xfrm>
              <a:off x="3204995" y="4514532"/>
              <a:ext cx="374986" cy="452438"/>
            </p:xfrm>
            <a:graphic>
              <a:graphicData uri="http://schemas.openxmlformats.org/presentationml/2006/ole">
                <mc:AlternateContent xmlns:mc="http://schemas.openxmlformats.org/markup-compatibility/2006">
                  <mc:Choice xmlns:v="urn:schemas-microsoft-com:vml" Requires="v">
                    <p:oleObj spid="_x0000_s214254" name="Equation" r:id="rId15" imgW="177569" imgH="215619" progId="Equation.DSMT4">
                      <p:embed/>
                    </p:oleObj>
                  </mc:Choice>
                  <mc:Fallback>
                    <p:oleObj name="Equation" r:id="rId15" imgW="177569" imgH="215619" progId="Equation.DSMT4">
                      <p:embed/>
                      <p:pic>
                        <p:nvPicPr>
                          <p:cNvPr id="0" name="Object 370"/>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3204995" y="4514532"/>
                            <a:ext cx="374986" cy="45243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grpSp>
          <p:nvGrpSpPr>
            <p:cNvPr id="183" name="组合 182"/>
            <p:cNvGrpSpPr/>
            <p:nvPr/>
          </p:nvGrpSpPr>
          <p:grpSpPr>
            <a:xfrm>
              <a:off x="3253769" y="4548188"/>
              <a:ext cx="3317425" cy="1014413"/>
              <a:chOff x="3253769" y="4548188"/>
              <a:chExt cx="3317425" cy="1014413"/>
            </a:xfrm>
          </p:grpSpPr>
          <p:sp>
            <p:nvSpPr>
              <p:cNvPr id="184" name="Line 377"/>
              <p:cNvSpPr>
                <a:spLocks noChangeShapeType="1"/>
              </p:cNvSpPr>
              <p:nvPr/>
            </p:nvSpPr>
            <p:spPr bwMode="auto">
              <a:xfrm flipV="1">
                <a:off x="3253769" y="4548188"/>
                <a:ext cx="3317425" cy="542925"/>
              </a:xfrm>
              <a:prstGeom prst="line">
                <a:avLst/>
              </a:prstGeom>
              <a:noFill/>
              <a:ln w="28575">
                <a:solidFill>
                  <a:srgbClr val="009900"/>
                </a:solidFill>
                <a:round/>
                <a:headEnd/>
                <a:tailEnd/>
              </a:ln>
              <a:effectLst/>
            </p:spPr>
            <p:txBody>
              <a:bodyPr wrap="none"/>
              <a:lstStyle/>
              <a:p>
                <a:pPr eaLnBrk="0" hangingPunct="0"/>
                <a:endParaRPr kumimoji="0" lang="zh-CN" altLang="en-US" sz="1350" b="0">
                  <a:solidFill>
                    <a:prstClr val="black"/>
                  </a:solidFill>
                  <a:latin typeface="Arial" charset="0"/>
                  <a:ea typeface="宋体" charset="-122"/>
                </a:endParaRPr>
              </a:p>
            </p:txBody>
          </p:sp>
          <p:sp>
            <p:nvSpPr>
              <p:cNvPr id="185" name="Arc 378"/>
              <p:cNvSpPr>
                <a:spLocks/>
              </p:cNvSpPr>
              <p:nvPr/>
            </p:nvSpPr>
            <p:spPr bwMode="auto">
              <a:xfrm>
                <a:off x="3996573" y="4983163"/>
                <a:ext cx="71517" cy="149225"/>
              </a:xfrm>
              <a:custGeom>
                <a:avLst/>
                <a:gdLst>
                  <a:gd name="T0" fmla="*/ 0 w 20593"/>
                  <a:gd name="T1" fmla="*/ 0 h 21600"/>
                  <a:gd name="T2" fmla="*/ 0 w 20593"/>
                  <a:gd name="T3" fmla="*/ 0 h 21600"/>
                  <a:gd name="T4" fmla="*/ 0 w 20593"/>
                  <a:gd name="T5" fmla="*/ 0 h 21600"/>
                  <a:gd name="T6" fmla="*/ 0 60000 65536"/>
                  <a:gd name="T7" fmla="*/ 0 60000 65536"/>
                  <a:gd name="T8" fmla="*/ 0 60000 65536"/>
                </a:gdLst>
                <a:ahLst/>
                <a:cxnLst>
                  <a:cxn ang="T6">
                    <a:pos x="T0" y="T1"/>
                  </a:cxn>
                  <a:cxn ang="T7">
                    <a:pos x="T2" y="T3"/>
                  </a:cxn>
                  <a:cxn ang="T8">
                    <a:pos x="T4" y="T5"/>
                  </a:cxn>
                </a:cxnLst>
                <a:rect l="0" t="0" r="r" b="b"/>
                <a:pathLst>
                  <a:path w="20593" h="21600" fill="none" extrusionOk="0">
                    <a:moveTo>
                      <a:pt x="-1" y="0"/>
                    </a:moveTo>
                    <a:cubicBezTo>
                      <a:pt x="9418" y="0"/>
                      <a:pt x="17751" y="6103"/>
                      <a:pt x="20593" y="15082"/>
                    </a:cubicBezTo>
                  </a:path>
                  <a:path w="20593" h="21600" stroke="0" extrusionOk="0">
                    <a:moveTo>
                      <a:pt x="-1" y="0"/>
                    </a:moveTo>
                    <a:cubicBezTo>
                      <a:pt x="9418" y="0"/>
                      <a:pt x="17751" y="6103"/>
                      <a:pt x="20593" y="15082"/>
                    </a:cubicBezTo>
                    <a:lnTo>
                      <a:pt x="0" y="21600"/>
                    </a:lnTo>
                    <a:lnTo>
                      <a:pt x="-1" y="0"/>
                    </a:lnTo>
                    <a:close/>
                  </a:path>
                </a:pathLst>
              </a:custGeom>
              <a:noFill/>
              <a:ln w="28575">
                <a:solidFill>
                  <a:srgbClr val="FF0000"/>
                </a:solidFill>
                <a:round/>
                <a:headEnd/>
                <a:tailEnd/>
              </a:ln>
              <a:effectLst/>
            </p:spPr>
            <p:txBody>
              <a:bodyPr wrap="none" anchor="ctr"/>
              <a:lstStyle/>
              <a:p>
                <a:pPr eaLnBrk="0" hangingPunct="0"/>
                <a:endParaRPr kumimoji="0" lang="zh-CN" altLang="en-US" sz="1350" b="0">
                  <a:solidFill>
                    <a:prstClr val="black"/>
                  </a:solidFill>
                  <a:latin typeface="Arial" charset="0"/>
                  <a:ea typeface="宋体" charset="-122"/>
                </a:endParaRPr>
              </a:p>
            </p:txBody>
          </p:sp>
          <p:graphicFrame>
            <p:nvGraphicFramePr>
              <p:cNvPr id="186" name="Object 379"/>
              <p:cNvGraphicFramePr>
                <a:graphicFrameLocks noChangeAspect="1"/>
              </p:cNvGraphicFramePr>
              <p:nvPr/>
            </p:nvGraphicFramePr>
            <p:xfrm>
              <a:off x="3884421" y="5099051"/>
              <a:ext cx="622525" cy="463550"/>
            </p:xfrm>
            <a:graphic>
              <a:graphicData uri="http://schemas.openxmlformats.org/presentationml/2006/ole">
                <mc:AlternateContent xmlns:mc="http://schemas.openxmlformats.org/markup-compatibility/2006">
                  <mc:Choice xmlns:v="urn:schemas-microsoft-com:vml" Requires="v">
                    <p:oleObj spid="_x0000_s214255" name="Equation" r:id="rId17" imgW="190335" imgH="215713" progId="Equation.3">
                      <p:embed/>
                    </p:oleObj>
                  </mc:Choice>
                  <mc:Fallback>
                    <p:oleObj name="Equation" r:id="rId17" imgW="190335" imgH="215713" progId="Equation.3">
                      <p:embed/>
                      <p:pic>
                        <p:nvPicPr>
                          <p:cNvPr id="0" name="Object 379"/>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3884421" y="5099051"/>
                            <a:ext cx="622525" cy="4635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grpSp>
      <p:sp>
        <p:nvSpPr>
          <p:cNvPr id="188" name="Line 400"/>
          <p:cNvSpPr>
            <a:spLocks noChangeShapeType="1"/>
          </p:cNvSpPr>
          <p:nvPr/>
        </p:nvSpPr>
        <p:spPr bwMode="auto">
          <a:xfrm flipH="1">
            <a:off x="3582659" y="3263591"/>
            <a:ext cx="1379935" cy="0"/>
          </a:xfrm>
          <a:prstGeom prst="line">
            <a:avLst/>
          </a:prstGeom>
          <a:noFill/>
          <a:ln w="19050">
            <a:solidFill>
              <a:srgbClr val="0000FF"/>
            </a:solidFill>
            <a:round/>
            <a:headEnd type="triangle" w="sm" len="lg"/>
            <a:tailEnd type="triangle" w="sm" len="lg"/>
          </a:ln>
          <a:effectLst/>
        </p:spPr>
        <p:txBody>
          <a:bodyPr wrap="none"/>
          <a:lstStyle/>
          <a:p>
            <a:pPr eaLnBrk="0" hangingPunct="0"/>
            <a:endParaRPr kumimoji="0" lang="zh-CN" altLang="en-US" sz="1350" b="0">
              <a:solidFill>
                <a:prstClr val="black"/>
              </a:solidFill>
              <a:latin typeface="Arial" charset="0"/>
              <a:ea typeface="宋体" charset="-122"/>
            </a:endParaRPr>
          </a:p>
        </p:txBody>
      </p:sp>
      <p:cxnSp>
        <p:nvCxnSpPr>
          <p:cNvPr id="96" name="直接箭头连接符 95"/>
          <p:cNvCxnSpPr/>
          <p:nvPr/>
        </p:nvCxnSpPr>
        <p:spPr>
          <a:xfrm>
            <a:off x="2730500" y="3335235"/>
            <a:ext cx="0" cy="457200"/>
          </a:xfrm>
          <a:prstGeom prst="straightConnector1">
            <a:avLst/>
          </a:prstGeom>
          <a:ln>
            <a:headEnd type="triangle"/>
            <a:tailEnd type="triangle"/>
          </a:ln>
        </p:spPr>
        <p:style>
          <a:lnRef idx="1">
            <a:schemeClr val="accent1"/>
          </a:lnRef>
          <a:fillRef idx="0">
            <a:schemeClr val="accent1"/>
          </a:fillRef>
          <a:effectRef idx="0">
            <a:schemeClr val="accent1"/>
          </a:effectRef>
          <a:fontRef idx="minor">
            <a:schemeClr val="tx1"/>
          </a:fontRef>
        </p:style>
      </p:cxnSp>
      <p:sp>
        <p:nvSpPr>
          <p:cNvPr id="95" name="椭圆 94"/>
          <p:cNvSpPr/>
          <p:nvPr/>
        </p:nvSpPr>
        <p:spPr>
          <a:xfrm>
            <a:off x="3558301" y="3781425"/>
            <a:ext cx="52387" cy="52387"/>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28782"/>
                                        </p:tgtEl>
                                        <p:attrNameLst>
                                          <p:attrName>style.visibility</p:attrName>
                                        </p:attrNameLst>
                                      </p:cBhvr>
                                      <p:to>
                                        <p:strVal val="visible"/>
                                      </p:to>
                                    </p:set>
                                    <p:animEffect transition="in" filter="blinds(horizontal)">
                                      <p:cBhvr>
                                        <p:cTn id="7" dur="500"/>
                                        <p:tgtEl>
                                          <p:spTgt spid="2878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灯片编号占位符 1"/>
          <p:cNvSpPr>
            <a:spLocks noGrp="1"/>
          </p:cNvSpPr>
          <p:nvPr>
            <p:ph type="sldNum" sz="quarter" idx="10"/>
          </p:nvPr>
        </p:nvSpPr>
        <p:spPr bwMode="auto">
          <a:noFill/>
          <a:ln>
            <a:miter lim="800000"/>
            <a:headEnd/>
            <a:tailEnd/>
          </a:ln>
        </p:spPr>
        <p:txBody>
          <a:bodyPr/>
          <a:lstStyle/>
          <a:p>
            <a:fld id="{32984CDB-5608-423A-A11E-6A8F6FC9C81A}" type="slidenum">
              <a:rPr lang="en-US" altLang="zh-CN">
                <a:ea typeface="宋体" charset="-122"/>
              </a:rPr>
              <a:pPr/>
              <a:t>35</a:t>
            </a:fld>
            <a:endParaRPr lang="en-US" altLang="zh-CN">
              <a:ea typeface="宋体" charset="-122"/>
            </a:endParaRPr>
          </a:p>
        </p:txBody>
      </p:sp>
      <p:graphicFrame>
        <p:nvGraphicFramePr>
          <p:cNvPr id="22531" name="Object 2"/>
          <p:cNvGraphicFramePr>
            <a:graphicFrameLocks noChangeAspect="1"/>
          </p:cNvGraphicFramePr>
          <p:nvPr/>
        </p:nvGraphicFramePr>
        <p:xfrm>
          <a:off x="3799285" y="403622"/>
          <a:ext cx="3223022" cy="781050"/>
        </p:xfrm>
        <a:graphic>
          <a:graphicData uri="http://schemas.openxmlformats.org/presentationml/2006/ole">
            <mc:AlternateContent xmlns:mc="http://schemas.openxmlformats.org/markup-compatibility/2006">
              <mc:Choice xmlns:v="urn:schemas-microsoft-com:vml" Requires="v">
                <p:oleObj spid="_x0000_s180141" name="Equation" r:id="rId3" imgW="1676160" imgH="393480" progId="Equation.DSMT4">
                  <p:embed/>
                </p:oleObj>
              </mc:Choice>
              <mc:Fallback>
                <p:oleObj name="Equation" r:id="rId3" imgW="1676160" imgH="393480" progId="Equation.DSMT4">
                  <p:embed/>
                  <p:pic>
                    <p:nvPicPr>
                      <p:cNvPr id="0" name="Object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799285" y="403622"/>
                        <a:ext cx="3223022" cy="7810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oleObj>
              </mc:Fallback>
            </mc:AlternateContent>
          </a:graphicData>
        </a:graphic>
      </p:graphicFrame>
      <p:grpSp>
        <p:nvGrpSpPr>
          <p:cNvPr id="2" name="Group 24"/>
          <p:cNvGrpSpPr>
            <a:grpSpLocks/>
          </p:cNvGrpSpPr>
          <p:nvPr/>
        </p:nvGrpSpPr>
        <p:grpSpPr bwMode="auto">
          <a:xfrm>
            <a:off x="1818085" y="468179"/>
            <a:ext cx="1200150" cy="685800"/>
            <a:chOff x="567" y="663"/>
            <a:chExt cx="1008" cy="576"/>
          </a:xfrm>
        </p:grpSpPr>
        <p:sp>
          <p:nvSpPr>
            <p:cNvPr id="29700" name="AutoShape 4"/>
            <p:cNvSpPr>
              <a:spLocks noChangeArrowheads="1"/>
            </p:cNvSpPr>
            <p:nvPr/>
          </p:nvSpPr>
          <p:spPr bwMode="auto">
            <a:xfrm>
              <a:off x="567" y="663"/>
              <a:ext cx="1008" cy="576"/>
            </a:xfrm>
            <a:prstGeom prst="horizontalScroll">
              <a:avLst>
                <a:gd name="adj" fmla="val 12500"/>
              </a:avLst>
            </a:prstGeom>
            <a:gradFill rotWithShape="1">
              <a:gsLst>
                <a:gs pos="0">
                  <a:schemeClr val="accent1"/>
                </a:gs>
                <a:gs pos="50000">
                  <a:schemeClr val="bg1"/>
                </a:gs>
                <a:gs pos="100000">
                  <a:schemeClr val="accent1"/>
                </a:gs>
              </a:gsLst>
              <a:lin ang="5400000" scaled="1"/>
            </a:gradFill>
            <a:ln w="9525">
              <a:solidFill>
                <a:schemeClr val="tx1"/>
              </a:solidFill>
              <a:round/>
              <a:headEnd/>
              <a:tailEnd/>
            </a:ln>
            <a:effectLst>
              <a:prstShdw prst="shdw17" dist="17961" dir="2700000">
                <a:schemeClr val="tx1">
                  <a:gamma/>
                  <a:shade val="60000"/>
                  <a:invGamma/>
                </a:schemeClr>
              </a:prstShdw>
            </a:effectLst>
          </p:spPr>
          <p:txBody>
            <a:bodyPr wrap="none" anchor="ctr"/>
            <a:lstStyle/>
            <a:p>
              <a:pPr>
                <a:defRPr/>
              </a:pPr>
              <a:endParaRPr kumimoji="0" lang="zh-CN" altLang="en-US" sz="1350" b="0">
                <a:solidFill>
                  <a:prstClr val="black"/>
                </a:solidFill>
                <a:latin typeface="Arial" charset="0"/>
              </a:endParaRPr>
            </a:p>
          </p:txBody>
        </p:sp>
        <p:sp>
          <p:nvSpPr>
            <p:cNvPr id="29701" name="Text Box 5"/>
            <p:cNvSpPr txBox="1">
              <a:spLocks noChangeArrowheads="1"/>
            </p:cNvSpPr>
            <p:nvPr/>
          </p:nvSpPr>
          <p:spPr bwMode="auto">
            <a:xfrm>
              <a:off x="613" y="754"/>
              <a:ext cx="952" cy="388"/>
            </a:xfrm>
            <a:prstGeom prst="rect">
              <a:avLst/>
            </a:prstGeom>
            <a:gradFill rotWithShape="0">
              <a:gsLst>
                <a:gs pos="0">
                  <a:schemeClr val="accent1"/>
                </a:gs>
                <a:gs pos="50000">
                  <a:schemeClr val="bg1"/>
                </a:gs>
                <a:gs pos="100000">
                  <a:schemeClr val="accent1"/>
                </a:gs>
              </a:gsLst>
              <a:lin ang="5400000" scaled="1"/>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defRPr/>
              </a:pPr>
              <a:r>
                <a:rPr lang="en-US" altLang="zh-CN" sz="2400">
                  <a:solidFill>
                    <a:srgbClr val="CC0000"/>
                  </a:solidFill>
                </a:rPr>
                <a:t> </a:t>
              </a:r>
              <a:r>
                <a:rPr lang="zh-CN" altLang="en-US" sz="2400">
                  <a:solidFill>
                    <a:srgbClr val="CC0000"/>
                  </a:solidFill>
                </a:rPr>
                <a:t>讨  论</a:t>
              </a:r>
            </a:p>
          </p:txBody>
        </p:sp>
      </p:grpSp>
      <p:sp>
        <p:nvSpPr>
          <p:cNvPr id="29702" name="Text Box 6"/>
          <p:cNvSpPr txBox="1">
            <a:spLocks noChangeArrowheads="1"/>
          </p:cNvSpPr>
          <p:nvPr/>
        </p:nvSpPr>
        <p:spPr bwMode="auto">
          <a:xfrm>
            <a:off x="1703785" y="1470825"/>
            <a:ext cx="4411265" cy="461665"/>
          </a:xfrm>
          <a:prstGeom prst="rect">
            <a:avLst/>
          </a:prstGeom>
          <a:noFill/>
          <a:ln w="9525">
            <a:noFill/>
            <a:miter lim="800000"/>
            <a:headEnd/>
            <a:tailEnd/>
          </a:ln>
          <a:effectLst/>
        </p:spPr>
        <p:txBody>
          <a:bodyPr>
            <a:spAutoFit/>
          </a:bodyPr>
          <a:lstStyle/>
          <a:p>
            <a:r>
              <a:rPr kumimoji="0" lang="zh-CN" altLang="en-US" sz="2400" dirty="0">
                <a:solidFill>
                  <a:srgbClr val="CC0000"/>
                </a:solidFill>
                <a:ea typeface="宋体" charset="-122"/>
              </a:rPr>
              <a:t>（</a:t>
            </a:r>
            <a:r>
              <a:rPr kumimoji="0" lang="en-US" altLang="zh-CN" sz="2400" dirty="0">
                <a:solidFill>
                  <a:srgbClr val="CC0000"/>
                </a:solidFill>
                <a:ea typeface="宋体" charset="-122"/>
              </a:rPr>
              <a:t>1</a:t>
            </a:r>
            <a:r>
              <a:rPr kumimoji="0" lang="zh-CN" altLang="en-US" sz="2400" dirty="0">
                <a:solidFill>
                  <a:srgbClr val="CC0000"/>
                </a:solidFill>
                <a:ea typeface="宋体" charset="-122"/>
              </a:rPr>
              <a:t>）</a:t>
            </a:r>
          </a:p>
        </p:txBody>
      </p:sp>
      <p:sp>
        <p:nvSpPr>
          <p:cNvPr id="93" name="Text Box 2"/>
          <p:cNvSpPr txBox="1">
            <a:spLocks noChangeArrowheads="1"/>
          </p:cNvSpPr>
          <p:nvPr/>
        </p:nvSpPr>
        <p:spPr bwMode="auto">
          <a:xfrm>
            <a:off x="2414329" y="1472579"/>
            <a:ext cx="3429000" cy="461665"/>
          </a:xfrm>
          <a:prstGeom prst="rect">
            <a:avLst/>
          </a:prstGeom>
          <a:noFill/>
          <a:ln w="9525">
            <a:noFill/>
            <a:miter lim="800000"/>
            <a:headEnd/>
            <a:tailEnd/>
          </a:ln>
          <a:effectLst/>
        </p:spPr>
        <p:txBody>
          <a:bodyPr>
            <a:spAutoFit/>
          </a:bodyPr>
          <a:lstStyle/>
          <a:p>
            <a:r>
              <a:rPr kumimoji="0" lang="zh-CN" altLang="en-US" sz="2400" dirty="0">
                <a:solidFill>
                  <a:srgbClr val="C00000"/>
                </a:solidFill>
                <a:ea typeface="宋体" charset="-122"/>
              </a:rPr>
              <a:t>无限长的</a:t>
            </a:r>
            <a:r>
              <a:rPr kumimoji="0" lang="zh-CN" altLang="en-US" sz="2400" dirty="0">
                <a:ea typeface="宋体" charset="-122"/>
              </a:rPr>
              <a:t>螺线管</a:t>
            </a:r>
            <a:r>
              <a:rPr kumimoji="0" lang="zh-CN" altLang="en-US" sz="2400" dirty="0">
                <a:solidFill>
                  <a:srgbClr val="C00000"/>
                </a:solidFill>
                <a:ea typeface="宋体" charset="-122"/>
              </a:rPr>
              <a:t>   </a:t>
            </a:r>
          </a:p>
        </p:txBody>
      </p:sp>
      <p:graphicFrame>
        <p:nvGraphicFramePr>
          <p:cNvPr id="94" name="Object 7"/>
          <p:cNvGraphicFramePr>
            <a:graphicFrameLocks noChangeAspect="1"/>
          </p:cNvGraphicFramePr>
          <p:nvPr/>
        </p:nvGraphicFramePr>
        <p:xfrm>
          <a:off x="5019675" y="1470825"/>
          <a:ext cx="1843088" cy="429816"/>
        </p:xfrm>
        <a:graphic>
          <a:graphicData uri="http://schemas.openxmlformats.org/presentationml/2006/ole">
            <mc:AlternateContent xmlns:mc="http://schemas.openxmlformats.org/markup-compatibility/2006">
              <mc:Choice xmlns:v="urn:schemas-microsoft-com:vml" Requires="v">
                <p:oleObj spid="_x0000_s180142" name="公式" r:id="rId5" imgW="964781" imgH="215806" progId="Equation.3">
                  <p:embed/>
                </p:oleObj>
              </mc:Choice>
              <mc:Fallback>
                <p:oleObj name="公式" r:id="rId5" imgW="964781" imgH="215806" progId="Equation.3">
                  <p:embed/>
                  <p:pic>
                    <p:nvPicPr>
                      <p:cNvPr id="0" name="Object 7"/>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019675" y="1470825"/>
                        <a:ext cx="1843088" cy="429816"/>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nvGrpSpPr>
          <p:cNvPr id="95" name="Group 148"/>
          <p:cNvGrpSpPr>
            <a:grpSpLocks/>
          </p:cNvGrpSpPr>
          <p:nvPr/>
        </p:nvGrpSpPr>
        <p:grpSpPr bwMode="auto">
          <a:xfrm>
            <a:off x="2414329" y="2165619"/>
            <a:ext cx="1619250" cy="461963"/>
            <a:chOff x="948" y="1872"/>
            <a:chExt cx="1360" cy="388"/>
          </a:xfrm>
        </p:grpSpPr>
        <p:graphicFrame>
          <p:nvGraphicFramePr>
            <p:cNvPr id="96" name="Object 34"/>
            <p:cNvGraphicFramePr>
              <a:graphicFrameLocks noChangeAspect="1"/>
            </p:cNvGraphicFramePr>
            <p:nvPr/>
          </p:nvGraphicFramePr>
          <p:xfrm>
            <a:off x="1335" y="1872"/>
            <a:ext cx="973" cy="379"/>
          </p:xfrm>
          <a:graphic>
            <a:graphicData uri="http://schemas.openxmlformats.org/presentationml/2006/ole">
              <mc:AlternateContent xmlns:mc="http://schemas.openxmlformats.org/markup-compatibility/2006">
                <mc:Choice xmlns:v="urn:schemas-microsoft-com:vml" Requires="v">
                  <p:oleObj spid="_x0000_s180143" name="Equation" r:id="rId7" imgW="622080" imgH="228600" progId="Equation.DSMT4">
                    <p:embed/>
                  </p:oleObj>
                </mc:Choice>
                <mc:Fallback>
                  <p:oleObj name="Equation" r:id="rId7" imgW="622080" imgH="228600" progId="Equation.DSMT4">
                    <p:embed/>
                    <p:pic>
                      <p:nvPicPr>
                        <p:cNvPr id="0" name="Object 34"/>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335" y="1872"/>
                          <a:ext cx="973" cy="379"/>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rgbClr val="9900CC"/>
                              </a:solidFill>
                              <a:miter lim="800000"/>
                              <a:headEnd/>
                              <a:tailEnd/>
                            </a14:hiddenLine>
                          </a:ext>
                        </a:extLst>
                      </p:spPr>
                    </p:pic>
                  </p:oleObj>
                </mc:Fallback>
              </mc:AlternateContent>
            </a:graphicData>
          </a:graphic>
        </p:graphicFrame>
        <p:sp>
          <p:nvSpPr>
            <p:cNvPr id="97" name="Rectangle 147"/>
            <p:cNvSpPr>
              <a:spLocks noChangeArrowheads="1"/>
            </p:cNvSpPr>
            <p:nvPr/>
          </p:nvSpPr>
          <p:spPr bwMode="auto">
            <a:xfrm>
              <a:off x="948" y="1872"/>
              <a:ext cx="415" cy="388"/>
            </a:xfrm>
            <a:prstGeom prst="rect">
              <a:avLst/>
            </a:prstGeom>
            <a:noFill/>
            <a:ln w="9525">
              <a:noFill/>
              <a:miter lim="800000"/>
              <a:headEnd/>
              <a:tailEnd/>
            </a:ln>
            <a:effectLst/>
          </p:spPr>
          <p:txBody>
            <a:bodyPr wrap="none">
              <a:spAutoFit/>
            </a:bodyPr>
            <a:lstStyle/>
            <a:p>
              <a:r>
                <a:rPr kumimoji="0" lang="zh-CN" altLang="en-US" sz="2400">
                  <a:solidFill>
                    <a:srgbClr val="000000"/>
                  </a:solidFill>
                  <a:ea typeface="宋体" charset="-122"/>
                </a:rPr>
                <a:t>故</a:t>
              </a:r>
            </a:p>
          </p:txBody>
        </p:sp>
      </p:grpSp>
      <p:grpSp>
        <p:nvGrpSpPr>
          <p:cNvPr id="8" name="组合 7"/>
          <p:cNvGrpSpPr/>
          <p:nvPr/>
        </p:nvGrpSpPr>
        <p:grpSpPr>
          <a:xfrm>
            <a:off x="2427685" y="3200400"/>
            <a:ext cx="4286250" cy="1244207"/>
            <a:chOff x="2427685" y="3200400"/>
            <a:chExt cx="4286250" cy="1244207"/>
          </a:xfrm>
        </p:grpSpPr>
        <p:sp>
          <p:nvSpPr>
            <p:cNvPr id="22538" name="Line 28"/>
            <p:cNvSpPr>
              <a:spLocks noChangeShapeType="1"/>
            </p:cNvSpPr>
            <p:nvPr/>
          </p:nvSpPr>
          <p:spPr bwMode="auto">
            <a:xfrm>
              <a:off x="2427685" y="3794522"/>
              <a:ext cx="4094559" cy="0"/>
            </a:xfrm>
            <a:prstGeom prst="line">
              <a:avLst/>
            </a:prstGeom>
            <a:noFill/>
            <a:ln w="12700">
              <a:solidFill>
                <a:srgbClr val="000000"/>
              </a:solidFill>
              <a:round/>
              <a:headEnd/>
              <a:tailEnd type="triangle" w="sm" len="lg"/>
            </a:ln>
            <a:effectLst/>
          </p:spPr>
          <p:txBody>
            <a:bodyPr wrap="none"/>
            <a:lstStyle/>
            <a:p>
              <a:pPr eaLnBrk="0" hangingPunct="0"/>
              <a:endParaRPr kumimoji="0" lang="zh-CN" altLang="en-US" sz="1350" b="0">
                <a:solidFill>
                  <a:prstClr val="black"/>
                </a:solidFill>
                <a:latin typeface="Arial" charset="0"/>
                <a:ea typeface="宋体" charset="-122"/>
              </a:endParaRPr>
            </a:p>
          </p:txBody>
        </p:sp>
        <p:sp>
          <p:nvSpPr>
            <p:cNvPr id="22539" name="Line 29"/>
            <p:cNvSpPr>
              <a:spLocks noChangeShapeType="1"/>
            </p:cNvSpPr>
            <p:nvPr/>
          </p:nvSpPr>
          <p:spPr bwMode="auto">
            <a:xfrm flipH="1">
              <a:off x="2524126" y="3337322"/>
              <a:ext cx="383381" cy="0"/>
            </a:xfrm>
            <a:prstGeom prst="line">
              <a:avLst/>
            </a:prstGeom>
            <a:noFill/>
            <a:ln w="9525">
              <a:solidFill>
                <a:schemeClr val="tx1"/>
              </a:solidFill>
              <a:prstDash val="dash"/>
              <a:round/>
              <a:headEnd/>
              <a:tailEnd/>
            </a:ln>
            <a:effectLst/>
          </p:spPr>
          <p:txBody>
            <a:bodyPr wrap="none"/>
            <a:lstStyle/>
            <a:p>
              <a:pPr eaLnBrk="0" hangingPunct="0"/>
              <a:endParaRPr kumimoji="0" lang="zh-CN" altLang="en-US" sz="1350" b="0">
                <a:solidFill>
                  <a:prstClr val="black"/>
                </a:solidFill>
                <a:latin typeface="Arial" charset="0"/>
                <a:ea typeface="宋体" charset="-122"/>
              </a:endParaRPr>
            </a:p>
          </p:txBody>
        </p:sp>
        <p:sp>
          <p:nvSpPr>
            <p:cNvPr id="22540" name="Text Box 30"/>
            <p:cNvSpPr txBox="1">
              <a:spLocks noChangeArrowheads="1"/>
            </p:cNvSpPr>
            <p:nvPr/>
          </p:nvSpPr>
          <p:spPr bwMode="auto">
            <a:xfrm>
              <a:off x="3600450" y="3429000"/>
              <a:ext cx="694135" cy="415498"/>
            </a:xfrm>
            <a:prstGeom prst="rect">
              <a:avLst/>
            </a:prstGeom>
            <a:noFill/>
            <a:ln w="9525">
              <a:noFill/>
              <a:miter lim="800000"/>
              <a:headEnd/>
              <a:tailEnd/>
            </a:ln>
            <a:effectLst/>
          </p:spPr>
          <p:txBody>
            <a:bodyPr>
              <a:spAutoFit/>
            </a:bodyPr>
            <a:lstStyle/>
            <a:p>
              <a:endParaRPr kumimoji="0" lang="zh-CN" altLang="zh-CN" sz="2100" b="0" i="1">
                <a:solidFill>
                  <a:srgbClr val="1C1C1C"/>
                </a:solidFill>
                <a:ea typeface="宋体" charset="-122"/>
              </a:endParaRPr>
            </a:p>
          </p:txBody>
        </p:sp>
        <p:sp>
          <p:nvSpPr>
            <p:cNvPr id="22541" name="Text Box 31"/>
            <p:cNvSpPr txBox="1">
              <a:spLocks noChangeArrowheads="1"/>
            </p:cNvSpPr>
            <p:nvPr/>
          </p:nvSpPr>
          <p:spPr bwMode="auto">
            <a:xfrm>
              <a:off x="2461022" y="3383756"/>
              <a:ext cx="760809" cy="369332"/>
            </a:xfrm>
            <a:prstGeom prst="rect">
              <a:avLst/>
            </a:prstGeom>
            <a:noFill/>
            <a:ln w="9525">
              <a:noFill/>
              <a:miter lim="800000"/>
              <a:headEnd/>
              <a:tailEnd/>
            </a:ln>
            <a:effectLst/>
          </p:spPr>
          <p:txBody>
            <a:bodyPr>
              <a:spAutoFit/>
            </a:bodyPr>
            <a:lstStyle/>
            <a:p>
              <a:r>
                <a:rPr kumimoji="0" lang="en-US" altLang="zh-CN" sz="1800" b="0" i="1">
                  <a:solidFill>
                    <a:srgbClr val="1C1C1C"/>
                  </a:solidFill>
                  <a:ea typeface="宋体" charset="-122"/>
                </a:rPr>
                <a:t>R</a:t>
              </a:r>
            </a:p>
          </p:txBody>
        </p:sp>
        <p:grpSp>
          <p:nvGrpSpPr>
            <p:cNvPr id="3" name="Group 34"/>
            <p:cNvGrpSpPr>
              <a:grpSpLocks/>
            </p:cNvGrpSpPr>
            <p:nvPr/>
          </p:nvGrpSpPr>
          <p:grpSpPr bwMode="auto">
            <a:xfrm>
              <a:off x="2914650" y="4143379"/>
              <a:ext cx="3228976" cy="301228"/>
              <a:chOff x="1488" y="3792"/>
              <a:chExt cx="2712" cy="253"/>
            </a:xfrm>
          </p:grpSpPr>
          <p:sp>
            <p:nvSpPr>
              <p:cNvPr id="22591" name="Oval 35"/>
              <p:cNvSpPr>
                <a:spLocks noChangeArrowheads="1"/>
              </p:cNvSpPr>
              <p:nvPr/>
            </p:nvSpPr>
            <p:spPr bwMode="auto">
              <a:xfrm>
                <a:off x="1521" y="3834"/>
                <a:ext cx="187" cy="152"/>
              </a:xfrm>
              <a:prstGeom prst="ellipse">
                <a:avLst/>
              </a:prstGeom>
              <a:gradFill rotWithShape="0">
                <a:gsLst>
                  <a:gs pos="0">
                    <a:srgbClr val="FFFFFF"/>
                  </a:gs>
                  <a:gs pos="100000">
                    <a:schemeClr val="accent1"/>
                  </a:gs>
                </a:gsLst>
                <a:path path="shape">
                  <a:fillToRect l="50000" t="50000" r="50000" b="50000"/>
                </a:path>
              </a:gradFill>
              <a:ln w="19050">
                <a:solidFill>
                  <a:schemeClr val="tx1"/>
                </a:solidFill>
                <a:round/>
                <a:headEnd/>
                <a:tailEnd/>
              </a:ln>
              <a:effectLst/>
            </p:spPr>
            <p:txBody>
              <a:bodyPr wrap="none" anchor="ctr"/>
              <a:lstStyle/>
              <a:p>
                <a:endParaRPr kumimoji="0" lang="zh-CN" altLang="en-US" sz="1350" b="0">
                  <a:solidFill>
                    <a:prstClr val="black"/>
                  </a:solidFill>
                  <a:latin typeface="Arial" charset="0"/>
                  <a:ea typeface="宋体" charset="-122"/>
                </a:endParaRPr>
              </a:p>
            </p:txBody>
          </p:sp>
          <p:sp>
            <p:nvSpPr>
              <p:cNvPr id="22592" name="Text Box 36"/>
              <p:cNvSpPr txBox="1">
                <a:spLocks noChangeArrowheads="1"/>
              </p:cNvSpPr>
              <p:nvPr/>
            </p:nvSpPr>
            <p:spPr bwMode="auto">
              <a:xfrm>
                <a:off x="1488" y="3793"/>
                <a:ext cx="301" cy="252"/>
              </a:xfrm>
              <a:prstGeom prst="rect">
                <a:avLst/>
              </a:prstGeom>
              <a:noFill/>
              <a:ln w="9525">
                <a:noFill/>
                <a:miter lim="800000"/>
                <a:headEnd/>
                <a:tailEnd/>
              </a:ln>
              <a:effectLst/>
            </p:spPr>
            <p:txBody>
              <a:bodyPr wrap="none">
                <a:spAutoFit/>
              </a:bodyPr>
              <a:lstStyle/>
              <a:p>
                <a:pPr>
                  <a:spcBef>
                    <a:spcPct val="50000"/>
                  </a:spcBef>
                </a:pPr>
                <a:r>
                  <a:rPr kumimoji="0" lang="en-US" altLang="zh-CN" sz="1350">
                    <a:solidFill>
                      <a:srgbClr val="FF0000"/>
                    </a:solidFill>
                    <a:ea typeface="宋体" charset="-122"/>
                  </a:rPr>
                  <a:t>×</a:t>
                </a:r>
                <a:endParaRPr kumimoji="0" lang="en-US" altLang="zh-CN" sz="1350">
                  <a:solidFill>
                    <a:prstClr val="black"/>
                  </a:solidFill>
                  <a:ea typeface="宋体" charset="-122"/>
                </a:endParaRPr>
              </a:p>
            </p:txBody>
          </p:sp>
          <p:sp>
            <p:nvSpPr>
              <p:cNvPr id="22593" name="Oval 37"/>
              <p:cNvSpPr>
                <a:spLocks noChangeArrowheads="1"/>
              </p:cNvSpPr>
              <p:nvPr/>
            </p:nvSpPr>
            <p:spPr bwMode="auto">
              <a:xfrm>
                <a:off x="1707" y="3834"/>
                <a:ext cx="187" cy="152"/>
              </a:xfrm>
              <a:prstGeom prst="ellipse">
                <a:avLst/>
              </a:prstGeom>
              <a:gradFill rotWithShape="0">
                <a:gsLst>
                  <a:gs pos="0">
                    <a:srgbClr val="FFFFFF"/>
                  </a:gs>
                  <a:gs pos="100000">
                    <a:schemeClr val="accent1"/>
                  </a:gs>
                </a:gsLst>
                <a:path path="shape">
                  <a:fillToRect l="50000" t="50000" r="50000" b="50000"/>
                </a:path>
              </a:gradFill>
              <a:ln w="19050">
                <a:solidFill>
                  <a:schemeClr val="tx1"/>
                </a:solidFill>
                <a:round/>
                <a:headEnd/>
                <a:tailEnd/>
              </a:ln>
              <a:effectLst/>
            </p:spPr>
            <p:txBody>
              <a:bodyPr wrap="none" anchor="ctr"/>
              <a:lstStyle/>
              <a:p>
                <a:endParaRPr kumimoji="0" lang="zh-CN" altLang="en-US" sz="1350" b="0">
                  <a:solidFill>
                    <a:prstClr val="black"/>
                  </a:solidFill>
                  <a:latin typeface="Arial" charset="0"/>
                  <a:ea typeface="宋体" charset="-122"/>
                </a:endParaRPr>
              </a:p>
            </p:txBody>
          </p:sp>
          <p:sp>
            <p:nvSpPr>
              <p:cNvPr id="22594" name="Text Box 38"/>
              <p:cNvSpPr txBox="1">
                <a:spLocks noChangeArrowheads="1"/>
              </p:cNvSpPr>
              <p:nvPr/>
            </p:nvSpPr>
            <p:spPr bwMode="auto">
              <a:xfrm>
                <a:off x="1664" y="3793"/>
                <a:ext cx="301" cy="252"/>
              </a:xfrm>
              <a:prstGeom prst="rect">
                <a:avLst/>
              </a:prstGeom>
              <a:noFill/>
              <a:ln w="9525">
                <a:noFill/>
                <a:miter lim="800000"/>
                <a:headEnd/>
                <a:tailEnd/>
              </a:ln>
              <a:effectLst/>
            </p:spPr>
            <p:txBody>
              <a:bodyPr wrap="none">
                <a:spAutoFit/>
              </a:bodyPr>
              <a:lstStyle/>
              <a:p>
                <a:pPr>
                  <a:spcBef>
                    <a:spcPct val="50000"/>
                  </a:spcBef>
                </a:pPr>
                <a:r>
                  <a:rPr kumimoji="0" lang="en-US" altLang="zh-CN" sz="1350">
                    <a:solidFill>
                      <a:srgbClr val="FF0000"/>
                    </a:solidFill>
                    <a:ea typeface="宋体" charset="-122"/>
                  </a:rPr>
                  <a:t>×</a:t>
                </a:r>
                <a:endParaRPr kumimoji="0" lang="en-US" altLang="zh-CN" sz="1350">
                  <a:solidFill>
                    <a:prstClr val="black"/>
                  </a:solidFill>
                  <a:ea typeface="宋体" charset="-122"/>
                </a:endParaRPr>
              </a:p>
            </p:txBody>
          </p:sp>
          <p:sp>
            <p:nvSpPr>
              <p:cNvPr id="22595" name="Oval 39"/>
              <p:cNvSpPr>
                <a:spLocks noChangeArrowheads="1"/>
              </p:cNvSpPr>
              <p:nvPr/>
            </p:nvSpPr>
            <p:spPr bwMode="auto">
              <a:xfrm>
                <a:off x="1892" y="3834"/>
                <a:ext cx="187" cy="152"/>
              </a:xfrm>
              <a:prstGeom prst="ellipse">
                <a:avLst/>
              </a:prstGeom>
              <a:gradFill rotWithShape="0">
                <a:gsLst>
                  <a:gs pos="0">
                    <a:srgbClr val="FFFFFF"/>
                  </a:gs>
                  <a:gs pos="100000">
                    <a:schemeClr val="accent1"/>
                  </a:gs>
                </a:gsLst>
                <a:path path="shape">
                  <a:fillToRect l="50000" t="50000" r="50000" b="50000"/>
                </a:path>
              </a:gradFill>
              <a:ln w="19050">
                <a:solidFill>
                  <a:schemeClr val="tx1"/>
                </a:solidFill>
                <a:round/>
                <a:headEnd/>
                <a:tailEnd/>
              </a:ln>
              <a:effectLst/>
            </p:spPr>
            <p:txBody>
              <a:bodyPr wrap="none" anchor="ctr"/>
              <a:lstStyle/>
              <a:p>
                <a:endParaRPr kumimoji="0" lang="zh-CN" altLang="en-US" sz="1350" b="0">
                  <a:solidFill>
                    <a:prstClr val="black"/>
                  </a:solidFill>
                  <a:latin typeface="Arial" charset="0"/>
                  <a:ea typeface="宋体" charset="-122"/>
                </a:endParaRPr>
              </a:p>
            </p:txBody>
          </p:sp>
          <p:sp>
            <p:nvSpPr>
              <p:cNvPr id="22596" name="Text Box 40"/>
              <p:cNvSpPr txBox="1">
                <a:spLocks noChangeArrowheads="1"/>
              </p:cNvSpPr>
              <p:nvPr/>
            </p:nvSpPr>
            <p:spPr bwMode="auto">
              <a:xfrm>
                <a:off x="1860" y="3793"/>
                <a:ext cx="301" cy="252"/>
              </a:xfrm>
              <a:prstGeom prst="rect">
                <a:avLst/>
              </a:prstGeom>
              <a:noFill/>
              <a:ln w="9525">
                <a:noFill/>
                <a:miter lim="800000"/>
                <a:headEnd/>
                <a:tailEnd/>
              </a:ln>
              <a:effectLst/>
            </p:spPr>
            <p:txBody>
              <a:bodyPr wrap="none">
                <a:spAutoFit/>
              </a:bodyPr>
              <a:lstStyle/>
              <a:p>
                <a:pPr>
                  <a:spcBef>
                    <a:spcPct val="50000"/>
                  </a:spcBef>
                </a:pPr>
                <a:r>
                  <a:rPr kumimoji="0" lang="en-US" altLang="zh-CN" sz="1350">
                    <a:solidFill>
                      <a:srgbClr val="FF0000"/>
                    </a:solidFill>
                    <a:ea typeface="宋体" charset="-122"/>
                  </a:rPr>
                  <a:t>×</a:t>
                </a:r>
                <a:endParaRPr kumimoji="0" lang="en-US" altLang="zh-CN" sz="1350">
                  <a:solidFill>
                    <a:prstClr val="black"/>
                  </a:solidFill>
                  <a:ea typeface="宋体" charset="-122"/>
                </a:endParaRPr>
              </a:p>
            </p:txBody>
          </p:sp>
          <p:sp>
            <p:nvSpPr>
              <p:cNvPr id="22597" name="Oval 41"/>
              <p:cNvSpPr>
                <a:spLocks noChangeArrowheads="1"/>
              </p:cNvSpPr>
              <p:nvPr/>
            </p:nvSpPr>
            <p:spPr bwMode="auto">
              <a:xfrm>
                <a:off x="2449" y="3834"/>
                <a:ext cx="187" cy="152"/>
              </a:xfrm>
              <a:prstGeom prst="ellipse">
                <a:avLst/>
              </a:prstGeom>
              <a:gradFill rotWithShape="0">
                <a:gsLst>
                  <a:gs pos="0">
                    <a:srgbClr val="FFFFFF"/>
                  </a:gs>
                  <a:gs pos="100000">
                    <a:schemeClr val="accent1"/>
                  </a:gs>
                </a:gsLst>
                <a:path path="shape">
                  <a:fillToRect l="50000" t="50000" r="50000" b="50000"/>
                </a:path>
              </a:gradFill>
              <a:ln w="19050">
                <a:solidFill>
                  <a:schemeClr val="tx1"/>
                </a:solidFill>
                <a:round/>
                <a:headEnd/>
                <a:tailEnd/>
              </a:ln>
              <a:effectLst/>
            </p:spPr>
            <p:txBody>
              <a:bodyPr wrap="none" anchor="ctr"/>
              <a:lstStyle/>
              <a:p>
                <a:endParaRPr kumimoji="0" lang="zh-CN" altLang="en-US" sz="1350" b="0">
                  <a:solidFill>
                    <a:prstClr val="black"/>
                  </a:solidFill>
                  <a:latin typeface="Arial" charset="0"/>
                  <a:ea typeface="宋体" charset="-122"/>
                </a:endParaRPr>
              </a:p>
            </p:txBody>
          </p:sp>
          <p:sp>
            <p:nvSpPr>
              <p:cNvPr id="22598" name="Text Box 42"/>
              <p:cNvSpPr txBox="1">
                <a:spLocks noChangeArrowheads="1"/>
              </p:cNvSpPr>
              <p:nvPr/>
            </p:nvSpPr>
            <p:spPr bwMode="auto">
              <a:xfrm>
                <a:off x="2415" y="3793"/>
                <a:ext cx="301" cy="252"/>
              </a:xfrm>
              <a:prstGeom prst="rect">
                <a:avLst/>
              </a:prstGeom>
              <a:noFill/>
              <a:ln w="9525">
                <a:noFill/>
                <a:miter lim="800000"/>
                <a:headEnd/>
                <a:tailEnd/>
              </a:ln>
              <a:effectLst/>
            </p:spPr>
            <p:txBody>
              <a:bodyPr wrap="none">
                <a:spAutoFit/>
              </a:bodyPr>
              <a:lstStyle/>
              <a:p>
                <a:pPr>
                  <a:spcBef>
                    <a:spcPct val="50000"/>
                  </a:spcBef>
                </a:pPr>
                <a:r>
                  <a:rPr kumimoji="0" lang="en-US" altLang="zh-CN" sz="1350">
                    <a:solidFill>
                      <a:srgbClr val="FF0000"/>
                    </a:solidFill>
                    <a:ea typeface="宋体" charset="-122"/>
                  </a:rPr>
                  <a:t>×</a:t>
                </a:r>
                <a:endParaRPr kumimoji="0" lang="en-US" altLang="zh-CN" sz="1350">
                  <a:solidFill>
                    <a:prstClr val="black"/>
                  </a:solidFill>
                  <a:ea typeface="宋体" charset="-122"/>
                </a:endParaRPr>
              </a:p>
            </p:txBody>
          </p:sp>
          <p:sp>
            <p:nvSpPr>
              <p:cNvPr id="22599" name="Oval 43"/>
              <p:cNvSpPr>
                <a:spLocks noChangeArrowheads="1"/>
              </p:cNvSpPr>
              <p:nvPr/>
            </p:nvSpPr>
            <p:spPr bwMode="auto">
              <a:xfrm>
                <a:off x="2264" y="3834"/>
                <a:ext cx="187" cy="152"/>
              </a:xfrm>
              <a:prstGeom prst="ellipse">
                <a:avLst/>
              </a:prstGeom>
              <a:gradFill rotWithShape="0">
                <a:gsLst>
                  <a:gs pos="0">
                    <a:srgbClr val="FFFFFF"/>
                  </a:gs>
                  <a:gs pos="100000">
                    <a:schemeClr val="accent1"/>
                  </a:gs>
                </a:gsLst>
                <a:path path="shape">
                  <a:fillToRect l="50000" t="50000" r="50000" b="50000"/>
                </a:path>
              </a:gradFill>
              <a:ln w="19050">
                <a:solidFill>
                  <a:schemeClr val="tx1"/>
                </a:solidFill>
                <a:round/>
                <a:headEnd/>
                <a:tailEnd/>
              </a:ln>
              <a:effectLst/>
            </p:spPr>
            <p:txBody>
              <a:bodyPr wrap="none" anchor="ctr"/>
              <a:lstStyle/>
              <a:p>
                <a:endParaRPr kumimoji="0" lang="zh-CN" altLang="en-US" sz="1350" b="0">
                  <a:solidFill>
                    <a:prstClr val="black"/>
                  </a:solidFill>
                  <a:latin typeface="Arial" charset="0"/>
                  <a:ea typeface="宋体" charset="-122"/>
                </a:endParaRPr>
              </a:p>
            </p:txBody>
          </p:sp>
          <p:sp>
            <p:nvSpPr>
              <p:cNvPr id="22600" name="Text Box 44"/>
              <p:cNvSpPr txBox="1">
                <a:spLocks noChangeArrowheads="1"/>
              </p:cNvSpPr>
              <p:nvPr/>
            </p:nvSpPr>
            <p:spPr bwMode="auto">
              <a:xfrm>
                <a:off x="2221" y="3792"/>
                <a:ext cx="301" cy="252"/>
              </a:xfrm>
              <a:prstGeom prst="rect">
                <a:avLst/>
              </a:prstGeom>
              <a:noFill/>
              <a:ln w="9525">
                <a:noFill/>
                <a:miter lim="800000"/>
                <a:headEnd/>
                <a:tailEnd/>
              </a:ln>
              <a:effectLst/>
            </p:spPr>
            <p:txBody>
              <a:bodyPr wrap="none">
                <a:spAutoFit/>
              </a:bodyPr>
              <a:lstStyle/>
              <a:p>
                <a:pPr>
                  <a:spcBef>
                    <a:spcPct val="50000"/>
                  </a:spcBef>
                </a:pPr>
                <a:r>
                  <a:rPr kumimoji="0" lang="en-US" altLang="zh-CN" sz="1350">
                    <a:solidFill>
                      <a:srgbClr val="FF0000"/>
                    </a:solidFill>
                    <a:ea typeface="宋体" charset="-122"/>
                  </a:rPr>
                  <a:t>×</a:t>
                </a:r>
                <a:endParaRPr kumimoji="0" lang="en-US" altLang="zh-CN" sz="1350">
                  <a:solidFill>
                    <a:prstClr val="black"/>
                  </a:solidFill>
                  <a:ea typeface="宋体" charset="-122"/>
                </a:endParaRPr>
              </a:p>
            </p:txBody>
          </p:sp>
          <p:sp>
            <p:nvSpPr>
              <p:cNvPr id="22601" name="Oval 45"/>
              <p:cNvSpPr>
                <a:spLocks noChangeArrowheads="1"/>
              </p:cNvSpPr>
              <p:nvPr/>
            </p:nvSpPr>
            <p:spPr bwMode="auto">
              <a:xfrm>
                <a:off x="2079" y="3834"/>
                <a:ext cx="187" cy="152"/>
              </a:xfrm>
              <a:prstGeom prst="ellipse">
                <a:avLst/>
              </a:prstGeom>
              <a:gradFill rotWithShape="0">
                <a:gsLst>
                  <a:gs pos="0">
                    <a:srgbClr val="FFFFFF"/>
                  </a:gs>
                  <a:gs pos="100000">
                    <a:schemeClr val="accent1"/>
                  </a:gs>
                </a:gsLst>
                <a:path path="shape">
                  <a:fillToRect l="50000" t="50000" r="50000" b="50000"/>
                </a:path>
              </a:gradFill>
              <a:ln w="19050">
                <a:solidFill>
                  <a:schemeClr val="tx1"/>
                </a:solidFill>
                <a:round/>
                <a:headEnd/>
                <a:tailEnd/>
              </a:ln>
              <a:effectLst/>
            </p:spPr>
            <p:txBody>
              <a:bodyPr wrap="none" anchor="ctr"/>
              <a:lstStyle/>
              <a:p>
                <a:endParaRPr kumimoji="0" lang="zh-CN" altLang="en-US" sz="1350" b="0">
                  <a:solidFill>
                    <a:prstClr val="black"/>
                  </a:solidFill>
                  <a:latin typeface="Arial" charset="0"/>
                  <a:ea typeface="宋体" charset="-122"/>
                </a:endParaRPr>
              </a:p>
            </p:txBody>
          </p:sp>
          <p:sp>
            <p:nvSpPr>
              <p:cNvPr id="22602" name="Text Box 46"/>
              <p:cNvSpPr txBox="1">
                <a:spLocks noChangeArrowheads="1"/>
              </p:cNvSpPr>
              <p:nvPr/>
            </p:nvSpPr>
            <p:spPr bwMode="auto">
              <a:xfrm>
                <a:off x="2045" y="3793"/>
                <a:ext cx="301" cy="252"/>
              </a:xfrm>
              <a:prstGeom prst="rect">
                <a:avLst/>
              </a:prstGeom>
              <a:noFill/>
              <a:ln w="9525">
                <a:noFill/>
                <a:miter lim="800000"/>
                <a:headEnd/>
                <a:tailEnd/>
              </a:ln>
              <a:effectLst/>
            </p:spPr>
            <p:txBody>
              <a:bodyPr wrap="none">
                <a:spAutoFit/>
              </a:bodyPr>
              <a:lstStyle/>
              <a:p>
                <a:pPr>
                  <a:spcBef>
                    <a:spcPct val="50000"/>
                  </a:spcBef>
                </a:pPr>
                <a:r>
                  <a:rPr kumimoji="0" lang="en-US" altLang="zh-CN" sz="1350">
                    <a:solidFill>
                      <a:srgbClr val="FF0000"/>
                    </a:solidFill>
                    <a:ea typeface="宋体" charset="-122"/>
                  </a:rPr>
                  <a:t>×</a:t>
                </a:r>
                <a:endParaRPr kumimoji="0" lang="en-US" altLang="zh-CN" sz="1350">
                  <a:solidFill>
                    <a:prstClr val="black"/>
                  </a:solidFill>
                  <a:ea typeface="宋体" charset="-122"/>
                </a:endParaRPr>
              </a:p>
            </p:txBody>
          </p:sp>
          <p:sp>
            <p:nvSpPr>
              <p:cNvPr id="22603" name="Oval 47"/>
              <p:cNvSpPr>
                <a:spLocks noChangeArrowheads="1"/>
              </p:cNvSpPr>
              <p:nvPr/>
            </p:nvSpPr>
            <p:spPr bwMode="auto">
              <a:xfrm>
                <a:off x="2636" y="3834"/>
                <a:ext cx="187" cy="152"/>
              </a:xfrm>
              <a:prstGeom prst="ellipse">
                <a:avLst/>
              </a:prstGeom>
              <a:gradFill rotWithShape="0">
                <a:gsLst>
                  <a:gs pos="0">
                    <a:srgbClr val="FFFFFF"/>
                  </a:gs>
                  <a:gs pos="100000">
                    <a:schemeClr val="accent1"/>
                  </a:gs>
                </a:gsLst>
                <a:path path="shape">
                  <a:fillToRect l="50000" t="50000" r="50000" b="50000"/>
                </a:path>
              </a:gradFill>
              <a:ln w="19050">
                <a:solidFill>
                  <a:schemeClr val="tx1"/>
                </a:solidFill>
                <a:round/>
                <a:headEnd/>
                <a:tailEnd/>
              </a:ln>
              <a:effectLst/>
            </p:spPr>
            <p:txBody>
              <a:bodyPr wrap="none" anchor="ctr"/>
              <a:lstStyle/>
              <a:p>
                <a:endParaRPr kumimoji="0" lang="zh-CN" altLang="en-US" sz="1350" b="0">
                  <a:solidFill>
                    <a:prstClr val="black"/>
                  </a:solidFill>
                  <a:latin typeface="Arial" charset="0"/>
                  <a:ea typeface="宋体" charset="-122"/>
                </a:endParaRPr>
              </a:p>
            </p:txBody>
          </p:sp>
          <p:sp>
            <p:nvSpPr>
              <p:cNvPr id="22604" name="Text Box 48"/>
              <p:cNvSpPr txBox="1">
                <a:spLocks noChangeArrowheads="1"/>
              </p:cNvSpPr>
              <p:nvPr/>
            </p:nvSpPr>
            <p:spPr bwMode="auto">
              <a:xfrm>
                <a:off x="2602" y="3793"/>
                <a:ext cx="301" cy="252"/>
              </a:xfrm>
              <a:prstGeom prst="rect">
                <a:avLst/>
              </a:prstGeom>
              <a:noFill/>
              <a:ln w="9525">
                <a:noFill/>
                <a:miter lim="800000"/>
                <a:headEnd/>
                <a:tailEnd/>
              </a:ln>
              <a:effectLst/>
            </p:spPr>
            <p:txBody>
              <a:bodyPr wrap="none">
                <a:spAutoFit/>
              </a:bodyPr>
              <a:lstStyle/>
              <a:p>
                <a:pPr>
                  <a:spcBef>
                    <a:spcPct val="50000"/>
                  </a:spcBef>
                </a:pPr>
                <a:r>
                  <a:rPr kumimoji="0" lang="en-US" altLang="zh-CN" sz="1350">
                    <a:solidFill>
                      <a:srgbClr val="FF0000"/>
                    </a:solidFill>
                    <a:ea typeface="宋体" charset="-122"/>
                  </a:rPr>
                  <a:t>×</a:t>
                </a:r>
                <a:endParaRPr kumimoji="0" lang="en-US" altLang="zh-CN" sz="1350">
                  <a:solidFill>
                    <a:prstClr val="black"/>
                  </a:solidFill>
                  <a:ea typeface="宋体" charset="-122"/>
                </a:endParaRPr>
              </a:p>
            </p:txBody>
          </p:sp>
          <p:sp>
            <p:nvSpPr>
              <p:cNvPr id="22605" name="Oval 49"/>
              <p:cNvSpPr>
                <a:spLocks noChangeArrowheads="1"/>
              </p:cNvSpPr>
              <p:nvPr/>
            </p:nvSpPr>
            <p:spPr bwMode="auto">
              <a:xfrm>
                <a:off x="2821" y="3834"/>
                <a:ext cx="187" cy="152"/>
              </a:xfrm>
              <a:prstGeom prst="ellipse">
                <a:avLst/>
              </a:prstGeom>
              <a:gradFill rotWithShape="0">
                <a:gsLst>
                  <a:gs pos="0">
                    <a:srgbClr val="FFFFFF"/>
                  </a:gs>
                  <a:gs pos="100000">
                    <a:schemeClr val="accent1"/>
                  </a:gs>
                </a:gsLst>
                <a:path path="shape">
                  <a:fillToRect l="50000" t="50000" r="50000" b="50000"/>
                </a:path>
              </a:gradFill>
              <a:ln w="19050">
                <a:solidFill>
                  <a:schemeClr val="tx1"/>
                </a:solidFill>
                <a:round/>
                <a:headEnd/>
                <a:tailEnd/>
              </a:ln>
              <a:effectLst/>
            </p:spPr>
            <p:txBody>
              <a:bodyPr wrap="none" anchor="ctr"/>
              <a:lstStyle/>
              <a:p>
                <a:endParaRPr kumimoji="0" lang="zh-CN" altLang="en-US" sz="1350" b="0">
                  <a:solidFill>
                    <a:prstClr val="black"/>
                  </a:solidFill>
                  <a:latin typeface="Arial" charset="0"/>
                  <a:ea typeface="宋体" charset="-122"/>
                </a:endParaRPr>
              </a:p>
            </p:txBody>
          </p:sp>
          <p:sp>
            <p:nvSpPr>
              <p:cNvPr id="22606" name="Text Box 50"/>
              <p:cNvSpPr txBox="1">
                <a:spLocks noChangeArrowheads="1"/>
              </p:cNvSpPr>
              <p:nvPr/>
            </p:nvSpPr>
            <p:spPr bwMode="auto">
              <a:xfrm>
                <a:off x="2778" y="3793"/>
                <a:ext cx="301" cy="252"/>
              </a:xfrm>
              <a:prstGeom prst="rect">
                <a:avLst/>
              </a:prstGeom>
              <a:noFill/>
              <a:ln w="9525">
                <a:noFill/>
                <a:miter lim="800000"/>
                <a:headEnd/>
                <a:tailEnd/>
              </a:ln>
              <a:effectLst/>
            </p:spPr>
            <p:txBody>
              <a:bodyPr wrap="none">
                <a:spAutoFit/>
              </a:bodyPr>
              <a:lstStyle/>
              <a:p>
                <a:pPr>
                  <a:spcBef>
                    <a:spcPct val="50000"/>
                  </a:spcBef>
                </a:pPr>
                <a:r>
                  <a:rPr kumimoji="0" lang="en-US" altLang="zh-CN" sz="1350">
                    <a:solidFill>
                      <a:srgbClr val="FF0000"/>
                    </a:solidFill>
                    <a:ea typeface="宋体" charset="-122"/>
                  </a:rPr>
                  <a:t>×</a:t>
                </a:r>
                <a:endParaRPr kumimoji="0" lang="en-US" altLang="zh-CN" sz="1350">
                  <a:solidFill>
                    <a:prstClr val="black"/>
                  </a:solidFill>
                  <a:ea typeface="宋体" charset="-122"/>
                </a:endParaRPr>
              </a:p>
            </p:txBody>
          </p:sp>
          <p:sp>
            <p:nvSpPr>
              <p:cNvPr id="22607" name="Oval 51"/>
              <p:cNvSpPr>
                <a:spLocks noChangeArrowheads="1"/>
              </p:cNvSpPr>
              <p:nvPr/>
            </p:nvSpPr>
            <p:spPr bwMode="auto">
              <a:xfrm>
                <a:off x="3008" y="3834"/>
                <a:ext cx="185" cy="152"/>
              </a:xfrm>
              <a:prstGeom prst="ellipse">
                <a:avLst/>
              </a:prstGeom>
              <a:gradFill rotWithShape="0">
                <a:gsLst>
                  <a:gs pos="0">
                    <a:srgbClr val="FFFFFF"/>
                  </a:gs>
                  <a:gs pos="100000">
                    <a:schemeClr val="accent1"/>
                  </a:gs>
                </a:gsLst>
                <a:path path="shape">
                  <a:fillToRect l="50000" t="50000" r="50000" b="50000"/>
                </a:path>
              </a:gradFill>
              <a:ln w="19050">
                <a:solidFill>
                  <a:schemeClr val="tx1"/>
                </a:solidFill>
                <a:round/>
                <a:headEnd/>
                <a:tailEnd/>
              </a:ln>
              <a:effectLst/>
            </p:spPr>
            <p:txBody>
              <a:bodyPr wrap="none" anchor="ctr"/>
              <a:lstStyle/>
              <a:p>
                <a:endParaRPr kumimoji="0" lang="zh-CN" altLang="en-US" sz="1350" b="0">
                  <a:solidFill>
                    <a:prstClr val="black"/>
                  </a:solidFill>
                  <a:latin typeface="Arial" charset="0"/>
                  <a:ea typeface="宋体" charset="-122"/>
                </a:endParaRPr>
              </a:p>
            </p:txBody>
          </p:sp>
          <p:sp>
            <p:nvSpPr>
              <p:cNvPr id="22608" name="Text Box 52"/>
              <p:cNvSpPr txBox="1">
                <a:spLocks noChangeArrowheads="1"/>
              </p:cNvSpPr>
              <p:nvPr/>
            </p:nvSpPr>
            <p:spPr bwMode="auto">
              <a:xfrm>
                <a:off x="2974" y="3793"/>
                <a:ext cx="301" cy="252"/>
              </a:xfrm>
              <a:prstGeom prst="rect">
                <a:avLst/>
              </a:prstGeom>
              <a:noFill/>
              <a:ln w="9525">
                <a:noFill/>
                <a:miter lim="800000"/>
                <a:headEnd/>
                <a:tailEnd/>
              </a:ln>
              <a:effectLst/>
            </p:spPr>
            <p:txBody>
              <a:bodyPr wrap="none">
                <a:spAutoFit/>
              </a:bodyPr>
              <a:lstStyle/>
              <a:p>
                <a:pPr>
                  <a:spcBef>
                    <a:spcPct val="50000"/>
                  </a:spcBef>
                </a:pPr>
                <a:r>
                  <a:rPr kumimoji="0" lang="en-US" altLang="zh-CN" sz="1350">
                    <a:solidFill>
                      <a:srgbClr val="FF0000"/>
                    </a:solidFill>
                    <a:ea typeface="宋体" charset="-122"/>
                  </a:rPr>
                  <a:t>×</a:t>
                </a:r>
                <a:endParaRPr kumimoji="0" lang="en-US" altLang="zh-CN" sz="1350">
                  <a:solidFill>
                    <a:prstClr val="black"/>
                  </a:solidFill>
                  <a:ea typeface="宋体" charset="-122"/>
                </a:endParaRPr>
              </a:p>
            </p:txBody>
          </p:sp>
          <p:sp>
            <p:nvSpPr>
              <p:cNvPr id="22609" name="Oval 53"/>
              <p:cNvSpPr>
                <a:spLocks noChangeArrowheads="1"/>
              </p:cNvSpPr>
              <p:nvPr/>
            </p:nvSpPr>
            <p:spPr bwMode="auto">
              <a:xfrm>
                <a:off x="3193" y="3834"/>
                <a:ext cx="187" cy="152"/>
              </a:xfrm>
              <a:prstGeom prst="ellipse">
                <a:avLst/>
              </a:prstGeom>
              <a:gradFill rotWithShape="0">
                <a:gsLst>
                  <a:gs pos="0">
                    <a:srgbClr val="FFFFFF"/>
                  </a:gs>
                  <a:gs pos="100000">
                    <a:schemeClr val="accent1"/>
                  </a:gs>
                </a:gsLst>
                <a:path path="shape">
                  <a:fillToRect l="50000" t="50000" r="50000" b="50000"/>
                </a:path>
              </a:gradFill>
              <a:ln w="19050">
                <a:solidFill>
                  <a:schemeClr val="tx1"/>
                </a:solidFill>
                <a:round/>
                <a:headEnd/>
                <a:tailEnd/>
              </a:ln>
              <a:effectLst/>
            </p:spPr>
            <p:txBody>
              <a:bodyPr wrap="none" anchor="ctr"/>
              <a:lstStyle/>
              <a:p>
                <a:endParaRPr kumimoji="0" lang="zh-CN" altLang="en-US" sz="1350" b="0">
                  <a:solidFill>
                    <a:prstClr val="black"/>
                  </a:solidFill>
                  <a:latin typeface="Arial" charset="0"/>
                  <a:ea typeface="宋体" charset="-122"/>
                </a:endParaRPr>
              </a:p>
            </p:txBody>
          </p:sp>
          <p:sp>
            <p:nvSpPr>
              <p:cNvPr id="22610" name="Text Box 54"/>
              <p:cNvSpPr txBox="1">
                <a:spLocks noChangeArrowheads="1"/>
              </p:cNvSpPr>
              <p:nvPr/>
            </p:nvSpPr>
            <p:spPr bwMode="auto">
              <a:xfrm>
                <a:off x="3159" y="3793"/>
                <a:ext cx="301" cy="252"/>
              </a:xfrm>
              <a:prstGeom prst="rect">
                <a:avLst/>
              </a:prstGeom>
              <a:noFill/>
              <a:ln w="9525">
                <a:noFill/>
                <a:miter lim="800000"/>
                <a:headEnd/>
                <a:tailEnd/>
              </a:ln>
              <a:effectLst/>
            </p:spPr>
            <p:txBody>
              <a:bodyPr wrap="none">
                <a:spAutoFit/>
              </a:bodyPr>
              <a:lstStyle/>
              <a:p>
                <a:pPr>
                  <a:spcBef>
                    <a:spcPct val="50000"/>
                  </a:spcBef>
                </a:pPr>
                <a:r>
                  <a:rPr kumimoji="0" lang="en-US" altLang="zh-CN" sz="1350">
                    <a:solidFill>
                      <a:srgbClr val="FF0000"/>
                    </a:solidFill>
                    <a:ea typeface="宋体" charset="-122"/>
                  </a:rPr>
                  <a:t>×</a:t>
                </a:r>
                <a:endParaRPr kumimoji="0" lang="en-US" altLang="zh-CN" sz="1350">
                  <a:solidFill>
                    <a:prstClr val="black"/>
                  </a:solidFill>
                  <a:ea typeface="宋体" charset="-122"/>
                </a:endParaRPr>
              </a:p>
            </p:txBody>
          </p:sp>
          <p:sp>
            <p:nvSpPr>
              <p:cNvPr id="22611" name="Oval 55"/>
              <p:cNvSpPr>
                <a:spLocks noChangeArrowheads="1"/>
              </p:cNvSpPr>
              <p:nvPr/>
            </p:nvSpPr>
            <p:spPr bwMode="auto">
              <a:xfrm>
                <a:off x="3378" y="3834"/>
                <a:ext cx="187" cy="152"/>
              </a:xfrm>
              <a:prstGeom prst="ellipse">
                <a:avLst/>
              </a:prstGeom>
              <a:gradFill rotWithShape="0">
                <a:gsLst>
                  <a:gs pos="0">
                    <a:srgbClr val="FFFFFF"/>
                  </a:gs>
                  <a:gs pos="100000">
                    <a:schemeClr val="accent1"/>
                  </a:gs>
                </a:gsLst>
                <a:path path="shape">
                  <a:fillToRect l="50000" t="50000" r="50000" b="50000"/>
                </a:path>
              </a:gradFill>
              <a:ln w="19050">
                <a:solidFill>
                  <a:schemeClr val="tx1"/>
                </a:solidFill>
                <a:round/>
                <a:headEnd/>
                <a:tailEnd/>
              </a:ln>
              <a:effectLst/>
            </p:spPr>
            <p:txBody>
              <a:bodyPr wrap="none" anchor="ctr"/>
              <a:lstStyle/>
              <a:p>
                <a:endParaRPr kumimoji="0" lang="zh-CN" altLang="en-US" sz="1350" b="0">
                  <a:solidFill>
                    <a:prstClr val="black"/>
                  </a:solidFill>
                  <a:latin typeface="Arial" charset="0"/>
                  <a:ea typeface="宋体" charset="-122"/>
                </a:endParaRPr>
              </a:p>
            </p:txBody>
          </p:sp>
          <p:sp>
            <p:nvSpPr>
              <p:cNvPr id="22612" name="Text Box 56"/>
              <p:cNvSpPr txBox="1">
                <a:spLocks noChangeArrowheads="1"/>
              </p:cNvSpPr>
              <p:nvPr/>
            </p:nvSpPr>
            <p:spPr bwMode="auto">
              <a:xfrm>
                <a:off x="3335" y="3793"/>
                <a:ext cx="301" cy="252"/>
              </a:xfrm>
              <a:prstGeom prst="rect">
                <a:avLst/>
              </a:prstGeom>
              <a:noFill/>
              <a:ln w="9525">
                <a:noFill/>
                <a:miter lim="800000"/>
                <a:headEnd/>
                <a:tailEnd/>
              </a:ln>
              <a:effectLst/>
            </p:spPr>
            <p:txBody>
              <a:bodyPr wrap="none">
                <a:spAutoFit/>
              </a:bodyPr>
              <a:lstStyle/>
              <a:p>
                <a:pPr>
                  <a:spcBef>
                    <a:spcPct val="50000"/>
                  </a:spcBef>
                </a:pPr>
                <a:r>
                  <a:rPr kumimoji="0" lang="en-US" altLang="zh-CN" sz="1350">
                    <a:solidFill>
                      <a:srgbClr val="FF0000"/>
                    </a:solidFill>
                    <a:ea typeface="宋体" charset="-122"/>
                  </a:rPr>
                  <a:t>×</a:t>
                </a:r>
                <a:endParaRPr kumimoji="0" lang="en-US" altLang="zh-CN" sz="1350">
                  <a:solidFill>
                    <a:prstClr val="black"/>
                  </a:solidFill>
                  <a:ea typeface="宋体" charset="-122"/>
                </a:endParaRPr>
              </a:p>
            </p:txBody>
          </p:sp>
          <p:sp>
            <p:nvSpPr>
              <p:cNvPr id="22613" name="Oval 57"/>
              <p:cNvSpPr>
                <a:spLocks noChangeArrowheads="1"/>
              </p:cNvSpPr>
              <p:nvPr/>
            </p:nvSpPr>
            <p:spPr bwMode="auto">
              <a:xfrm>
                <a:off x="3565" y="3834"/>
                <a:ext cx="185" cy="152"/>
              </a:xfrm>
              <a:prstGeom prst="ellipse">
                <a:avLst/>
              </a:prstGeom>
              <a:gradFill rotWithShape="0">
                <a:gsLst>
                  <a:gs pos="0">
                    <a:srgbClr val="FFFFFF"/>
                  </a:gs>
                  <a:gs pos="100000">
                    <a:schemeClr val="accent1"/>
                  </a:gs>
                </a:gsLst>
                <a:path path="shape">
                  <a:fillToRect l="50000" t="50000" r="50000" b="50000"/>
                </a:path>
              </a:gradFill>
              <a:ln w="19050">
                <a:solidFill>
                  <a:schemeClr val="tx1"/>
                </a:solidFill>
                <a:round/>
                <a:headEnd/>
                <a:tailEnd/>
              </a:ln>
              <a:effectLst/>
            </p:spPr>
            <p:txBody>
              <a:bodyPr wrap="none" anchor="ctr"/>
              <a:lstStyle/>
              <a:p>
                <a:endParaRPr kumimoji="0" lang="zh-CN" altLang="en-US" sz="1350" b="0">
                  <a:solidFill>
                    <a:prstClr val="black"/>
                  </a:solidFill>
                  <a:latin typeface="Arial" charset="0"/>
                  <a:ea typeface="宋体" charset="-122"/>
                </a:endParaRPr>
              </a:p>
            </p:txBody>
          </p:sp>
          <p:sp>
            <p:nvSpPr>
              <p:cNvPr id="22614" name="Text Box 58"/>
              <p:cNvSpPr txBox="1">
                <a:spLocks noChangeArrowheads="1"/>
              </p:cNvSpPr>
              <p:nvPr/>
            </p:nvSpPr>
            <p:spPr bwMode="auto">
              <a:xfrm>
                <a:off x="3522" y="3793"/>
                <a:ext cx="301" cy="252"/>
              </a:xfrm>
              <a:prstGeom prst="rect">
                <a:avLst/>
              </a:prstGeom>
              <a:noFill/>
              <a:ln w="9525">
                <a:noFill/>
                <a:miter lim="800000"/>
                <a:headEnd/>
                <a:tailEnd/>
              </a:ln>
              <a:effectLst/>
            </p:spPr>
            <p:txBody>
              <a:bodyPr wrap="none">
                <a:spAutoFit/>
              </a:bodyPr>
              <a:lstStyle/>
              <a:p>
                <a:pPr>
                  <a:spcBef>
                    <a:spcPct val="50000"/>
                  </a:spcBef>
                </a:pPr>
                <a:r>
                  <a:rPr kumimoji="0" lang="en-US" altLang="zh-CN" sz="1350">
                    <a:solidFill>
                      <a:srgbClr val="FF0000"/>
                    </a:solidFill>
                    <a:ea typeface="宋体" charset="-122"/>
                  </a:rPr>
                  <a:t>×</a:t>
                </a:r>
                <a:endParaRPr kumimoji="0" lang="en-US" altLang="zh-CN" sz="1350">
                  <a:solidFill>
                    <a:prstClr val="black"/>
                  </a:solidFill>
                  <a:ea typeface="宋体" charset="-122"/>
                </a:endParaRPr>
              </a:p>
            </p:txBody>
          </p:sp>
          <p:sp>
            <p:nvSpPr>
              <p:cNvPr id="22615" name="Oval 59"/>
              <p:cNvSpPr>
                <a:spLocks noChangeArrowheads="1"/>
              </p:cNvSpPr>
              <p:nvPr/>
            </p:nvSpPr>
            <p:spPr bwMode="auto">
              <a:xfrm>
                <a:off x="3737" y="3834"/>
                <a:ext cx="187" cy="152"/>
              </a:xfrm>
              <a:prstGeom prst="ellipse">
                <a:avLst/>
              </a:prstGeom>
              <a:gradFill rotWithShape="0">
                <a:gsLst>
                  <a:gs pos="0">
                    <a:srgbClr val="FFFFFF"/>
                  </a:gs>
                  <a:gs pos="100000">
                    <a:schemeClr val="accent1"/>
                  </a:gs>
                </a:gsLst>
                <a:path path="shape">
                  <a:fillToRect l="50000" t="50000" r="50000" b="50000"/>
                </a:path>
              </a:gradFill>
              <a:ln w="19050">
                <a:solidFill>
                  <a:schemeClr val="tx1"/>
                </a:solidFill>
                <a:round/>
                <a:headEnd/>
                <a:tailEnd/>
              </a:ln>
              <a:effectLst/>
            </p:spPr>
            <p:txBody>
              <a:bodyPr wrap="none" anchor="ctr"/>
              <a:lstStyle/>
              <a:p>
                <a:endParaRPr kumimoji="0" lang="zh-CN" altLang="en-US" sz="1350" b="0">
                  <a:solidFill>
                    <a:prstClr val="black"/>
                  </a:solidFill>
                  <a:latin typeface="Arial" charset="0"/>
                  <a:ea typeface="宋体" charset="-122"/>
                </a:endParaRPr>
              </a:p>
            </p:txBody>
          </p:sp>
          <p:sp>
            <p:nvSpPr>
              <p:cNvPr id="22616" name="Text Box 60"/>
              <p:cNvSpPr txBox="1">
                <a:spLocks noChangeArrowheads="1"/>
              </p:cNvSpPr>
              <p:nvPr/>
            </p:nvSpPr>
            <p:spPr bwMode="auto">
              <a:xfrm>
                <a:off x="3694" y="3793"/>
                <a:ext cx="301" cy="252"/>
              </a:xfrm>
              <a:prstGeom prst="rect">
                <a:avLst/>
              </a:prstGeom>
              <a:noFill/>
              <a:ln w="9525">
                <a:noFill/>
                <a:miter lim="800000"/>
                <a:headEnd/>
                <a:tailEnd/>
              </a:ln>
              <a:effectLst/>
            </p:spPr>
            <p:txBody>
              <a:bodyPr wrap="none">
                <a:spAutoFit/>
              </a:bodyPr>
              <a:lstStyle/>
              <a:p>
                <a:pPr>
                  <a:spcBef>
                    <a:spcPct val="50000"/>
                  </a:spcBef>
                </a:pPr>
                <a:r>
                  <a:rPr kumimoji="0" lang="en-US" altLang="zh-CN" sz="1350">
                    <a:solidFill>
                      <a:srgbClr val="FF0000"/>
                    </a:solidFill>
                    <a:ea typeface="宋体" charset="-122"/>
                  </a:rPr>
                  <a:t>×</a:t>
                </a:r>
                <a:endParaRPr kumimoji="0" lang="en-US" altLang="zh-CN" sz="1350">
                  <a:solidFill>
                    <a:prstClr val="black"/>
                  </a:solidFill>
                  <a:ea typeface="宋体" charset="-122"/>
                </a:endParaRPr>
              </a:p>
            </p:txBody>
          </p:sp>
          <p:sp>
            <p:nvSpPr>
              <p:cNvPr id="22617" name="Oval 61"/>
              <p:cNvSpPr>
                <a:spLocks noChangeArrowheads="1"/>
              </p:cNvSpPr>
              <p:nvPr/>
            </p:nvSpPr>
            <p:spPr bwMode="auto">
              <a:xfrm>
                <a:off x="3933" y="3834"/>
                <a:ext cx="187" cy="152"/>
              </a:xfrm>
              <a:prstGeom prst="ellipse">
                <a:avLst/>
              </a:prstGeom>
              <a:gradFill rotWithShape="0">
                <a:gsLst>
                  <a:gs pos="0">
                    <a:srgbClr val="FFFFFF"/>
                  </a:gs>
                  <a:gs pos="100000">
                    <a:schemeClr val="accent1"/>
                  </a:gs>
                </a:gsLst>
                <a:path path="shape">
                  <a:fillToRect l="50000" t="50000" r="50000" b="50000"/>
                </a:path>
              </a:gradFill>
              <a:ln w="19050">
                <a:solidFill>
                  <a:schemeClr val="tx1"/>
                </a:solidFill>
                <a:round/>
                <a:headEnd/>
                <a:tailEnd/>
              </a:ln>
              <a:effectLst/>
            </p:spPr>
            <p:txBody>
              <a:bodyPr wrap="none" anchor="ctr"/>
              <a:lstStyle/>
              <a:p>
                <a:endParaRPr kumimoji="0" lang="zh-CN" altLang="en-US" sz="1350" b="0">
                  <a:solidFill>
                    <a:prstClr val="black"/>
                  </a:solidFill>
                  <a:latin typeface="Arial" charset="0"/>
                  <a:ea typeface="宋体" charset="-122"/>
                </a:endParaRPr>
              </a:p>
            </p:txBody>
          </p:sp>
          <p:sp>
            <p:nvSpPr>
              <p:cNvPr id="22618" name="Text Box 62"/>
              <p:cNvSpPr txBox="1">
                <a:spLocks noChangeArrowheads="1"/>
              </p:cNvSpPr>
              <p:nvPr/>
            </p:nvSpPr>
            <p:spPr bwMode="auto">
              <a:xfrm>
                <a:off x="3899" y="3793"/>
                <a:ext cx="301" cy="252"/>
              </a:xfrm>
              <a:prstGeom prst="rect">
                <a:avLst/>
              </a:prstGeom>
              <a:noFill/>
              <a:ln w="9525">
                <a:noFill/>
                <a:miter lim="800000"/>
                <a:headEnd/>
                <a:tailEnd/>
              </a:ln>
              <a:effectLst/>
            </p:spPr>
            <p:txBody>
              <a:bodyPr wrap="none">
                <a:spAutoFit/>
              </a:bodyPr>
              <a:lstStyle/>
              <a:p>
                <a:pPr>
                  <a:spcBef>
                    <a:spcPct val="50000"/>
                  </a:spcBef>
                </a:pPr>
                <a:r>
                  <a:rPr kumimoji="0" lang="en-US" altLang="zh-CN" sz="1350">
                    <a:solidFill>
                      <a:srgbClr val="FF0000"/>
                    </a:solidFill>
                    <a:ea typeface="宋体" charset="-122"/>
                  </a:rPr>
                  <a:t>×</a:t>
                </a:r>
                <a:endParaRPr kumimoji="0" lang="en-US" altLang="zh-CN" sz="1350">
                  <a:solidFill>
                    <a:prstClr val="black"/>
                  </a:solidFill>
                  <a:ea typeface="宋体" charset="-122"/>
                </a:endParaRPr>
              </a:p>
            </p:txBody>
          </p:sp>
        </p:grpSp>
        <p:sp>
          <p:nvSpPr>
            <p:cNvPr id="22545" name="Rectangle 64"/>
            <p:cNvSpPr>
              <a:spLocks noChangeArrowheads="1"/>
            </p:cNvSpPr>
            <p:nvPr/>
          </p:nvSpPr>
          <p:spPr bwMode="auto">
            <a:xfrm>
              <a:off x="2924175" y="3200400"/>
              <a:ext cx="3143250" cy="228600"/>
            </a:xfrm>
            <a:prstGeom prst="rect">
              <a:avLst/>
            </a:prstGeom>
            <a:noFill/>
            <a:ln w="12700">
              <a:solidFill>
                <a:schemeClr val="tx1"/>
              </a:solidFill>
              <a:miter lim="800000"/>
              <a:headEnd/>
              <a:tailEnd/>
            </a:ln>
            <a:effectLst/>
          </p:spPr>
          <p:txBody>
            <a:bodyPr wrap="none" anchor="ctr"/>
            <a:lstStyle/>
            <a:p>
              <a:endParaRPr kumimoji="0" lang="zh-CN" altLang="en-US" sz="1350" b="0">
                <a:solidFill>
                  <a:prstClr val="black"/>
                </a:solidFill>
                <a:latin typeface="Arial" charset="0"/>
                <a:ea typeface="宋体" charset="-122"/>
              </a:endParaRPr>
            </a:p>
          </p:txBody>
        </p:sp>
        <p:sp>
          <p:nvSpPr>
            <p:cNvPr id="22546" name="Rectangle 65"/>
            <p:cNvSpPr>
              <a:spLocks noChangeArrowheads="1"/>
            </p:cNvSpPr>
            <p:nvPr/>
          </p:nvSpPr>
          <p:spPr bwMode="auto">
            <a:xfrm>
              <a:off x="2914650" y="4171950"/>
              <a:ext cx="3143250" cy="228600"/>
            </a:xfrm>
            <a:prstGeom prst="rect">
              <a:avLst/>
            </a:prstGeom>
            <a:noFill/>
            <a:ln w="12700">
              <a:solidFill>
                <a:schemeClr val="tx1"/>
              </a:solidFill>
              <a:miter lim="800000"/>
              <a:headEnd/>
              <a:tailEnd/>
            </a:ln>
            <a:effectLst/>
          </p:spPr>
          <p:txBody>
            <a:bodyPr wrap="none" anchor="ctr"/>
            <a:lstStyle/>
            <a:p>
              <a:endParaRPr kumimoji="0" lang="zh-CN" altLang="en-US" sz="1350" b="0">
                <a:solidFill>
                  <a:prstClr val="black"/>
                </a:solidFill>
                <a:latin typeface="Arial" charset="0"/>
                <a:ea typeface="宋体" charset="-122"/>
              </a:endParaRPr>
            </a:p>
          </p:txBody>
        </p:sp>
        <p:sp>
          <p:nvSpPr>
            <p:cNvPr id="22547" name="Line 66"/>
            <p:cNvSpPr>
              <a:spLocks noChangeShapeType="1"/>
            </p:cNvSpPr>
            <p:nvPr/>
          </p:nvSpPr>
          <p:spPr bwMode="auto">
            <a:xfrm>
              <a:off x="2914650" y="3371850"/>
              <a:ext cx="0" cy="857250"/>
            </a:xfrm>
            <a:prstGeom prst="line">
              <a:avLst/>
            </a:prstGeom>
            <a:noFill/>
            <a:ln w="9525">
              <a:solidFill>
                <a:schemeClr val="tx1"/>
              </a:solidFill>
              <a:prstDash val="dash"/>
              <a:round/>
              <a:headEnd/>
              <a:tailEnd/>
            </a:ln>
            <a:effectLst/>
          </p:spPr>
          <p:txBody>
            <a:bodyPr/>
            <a:lstStyle/>
            <a:p>
              <a:pPr eaLnBrk="0" hangingPunct="0"/>
              <a:endParaRPr kumimoji="0" lang="zh-CN" altLang="en-US" sz="1350" b="0">
                <a:solidFill>
                  <a:prstClr val="black"/>
                </a:solidFill>
                <a:latin typeface="Arial" charset="0"/>
                <a:ea typeface="宋体" charset="-122"/>
              </a:endParaRPr>
            </a:p>
          </p:txBody>
        </p:sp>
        <p:sp>
          <p:nvSpPr>
            <p:cNvPr id="22548" name="Line 67"/>
            <p:cNvSpPr>
              <a:spLocks noChangeShapeType="1"/>
            </p:cNvSpPr>
            <p:nvPr/>
          </p:nvSpPr>
          <p:spPr bwMode="auto">
            <a:xfrm>
              <a:off x="6057900" y="3429000"/>
              <a:ext cx="0" cy="857250"/>
            </a:xfrm>
            <a:prstGeom prst="line">
              <a:avLst/>
            </a:prstGeom>
            <a:noFill/>
            <a:ln w="9525">
              <a:solidFill>
                <a:schemeClr val="tx1"/>
              </a:solidFill>
              <a:prstDash val="dash"/>
              <a:round/>
              <a:headEnd/>
              <a:tailEnd/>
            </a:ln>
            <a:effectLst/>
          </p:spPr>
          <p:txBody>
            <a:bodyPr/>
            <a:lstStyle/>
            <a:p>
              <a:pPr eaLnBrk="0" hangingPunct="0"/>
              <a:endParaRPr kumimoji="0" lang="zh-CN" altLang="en-US" sz="1350" b="0">
                <a:solidFill>
                  <a:prstClr val="black"/>
                </a:solidFill>
                <a:latin typeface="Arial" charset="0"/>
                <a:ea typeface="宋体" charset="-122"/>
              </a:endParaRPr>
            </a:p>
          </p:txBody>
        </p:sp>
        <p:grpSp>
          <p:nvGrpSpPr>
            <p:cNvPr id="4" name="Group 68"/>
            <p:cNvGrpSpPr>
              <a:grpSpLocks/>
            </p:cNvGrpSpPr>
            <p:nvPr/>
          </p:nvGrpSpPr>
          <p:grpSpPr bwMode="auto">
            <a:xfrm>
              <a:off x="2933700" y="3230166"/>
              <a:ext cx="3121819" cy="179784"/>
              <a:chOff x="1152" y="288"/>
              <a:chExt cx="2622" cy="151"/>
            </a:xfrm>
          </p:grpSpPr>
          <p:sp>
            <p:nvSpPr>
              <p:cNvPr id="22562" name="Oval 69"/>
              <p:cNvSpPr>
                <a:spLocks noChangeArrowheads="1"/>
              </p:cNvSpPr>
              <p:nvPr/>
            </p:nvSpPr>
            <p:spPr bwMode="auto">
              <a:xfrm>
                <a:off x="1152" y="288"/>
                <a:ext cx="185" cy="151"/>
              </a:xfrm>
              <a:prstGeom prst="ellipse">
                <a:avLst/>
              </a:prstGeom>
              <a:gradFill rotWithShape="0">
                <a:gsLst>
                  <a:gs pos="0">
                    <a:srgbClr val="FFFFFF"/>
                  </a:gs>
                  <a:gs pos="100000">
                    <a:schemeClr val="accent1"/>
                  </a:gs>
                </a:gsLst>
                <a:path path="shape">
                  <a:fillToRect l="50000" t="50000" r="50000" b="50000"/>
                </a:path>
              </a:gradFill>
              <a:ln w="19050">
                <a:solidFill>
                  <a:schemeClr val="tx1"/>
                </a:solidFill>
                <a:round/>
                <a:headEnd/>
                <a:tailEnd/>
              </a:ln>
              <a:effectLst/>
            </p:spPr>
            <p:txBody>
              <a:bodyPr wrap="none" anchor="ctr"/>
              <a:lstStyle/>
              <a:p>
                <a:endParaRPr kumimoji="0" lang="zh-CN" altLang="en-US" sz="1350" b="0">
                  <a:solidFill>
                    <a:prstClr val="black"/>
                  </a:solidFill>
                  <a:latin typeface="Arial" charset="0"/>
                  <a:ea typeface="宋体" charset="-122"/>
                </a:endParaRPr>
              </a:p>
            </p:txBody>
          </p:sp>
          <p:sp>
            <p:nvSpPr>
              <p:cNvPr id="22563" name="Oval 70"/>
              <p:cNvSpPr>
                <a:spLocks noChangeArrowheads="1"/>
              </p:cNvSpPr>
              <p:nvPr/>
            </p:nvSpPr>
            <p:spPr bwMode="auto">
              <a:xfrm>
                <a:off x="1214" y="338"/>
                <a:ext cx="62" cy="51"/>
              </a:xfrm>
              <a:prstGeom prst="ellipse">
                <a:avLst/>
              </a:prstGeom>
              <a:solidFill>
                <a:srgbClr val="FF0000"/>
              </a:solidFill>
              <a:ln w="19050">
                <a:solidFill>
                  <a:schemeClr val="tx1"/>
                </a:solidFill>
                <a:round/>
                <a:headEnd/>
                <a:tailEnd/>
              </a:ln>
              <a:effectLst/>
            </p:spPr>
            <p:txBody>
              <a:bodyPr wrap="none" anchor="ctr"/>
              <a:lstStyle/>
              <a:p>
                <a:endParaRPr kumimoji="0" lang="zh-CN" altLang="en-US" sz="1350" b="0">
                  <a:solidFill>
                    <a:prstClr val="black"/>
                  </a:solidFill>
                  <a:latin typeface="Arial" charset="0"/>
                  <a:ea typeface="宋体" charset="-122"/>
                </a:endParaRPr>
              </a:p>
            </p:txBody>
          </p:sp>
          <p:sp>
            <p:nvSpPr>
              <p:cNvPr id="22564" name="Oval 71"/>
              <p:cNvSpPr>
                <a:spLocks noChangeArrowheads="1"/>
              </p:cNvSpPr>
              <p:nvPr/>
            </p:nvSpPr>
            <p:spPr bwMode="auto">
              <a:xfrm>
                <a:off x="1337" y="288"/>
                <a:ext cx="187" cy="151"/>
              </a:xfrm>
              <a:prstGeom prst="ellipse">
                <a:avLst/>
              </a:prstGeom>
              <a:gradFill rotWithShape="0">
                <a:gsLst>
                  <a:gs pos="0">
                    <a:srgbClr val="FFFFFF"/>
                  </a:gs>
                  <a:gs pos="100000">
                    <a:schemeClr val="accent1"/>
                  </a:gs>
                </a:gsLst>
                <a:path path="shape">
                  <a:fillToRect l="50000" t="50000" r="50000" b="50000"/>
                </a:path>
              </a:gradFill>
              <a:ln w="19050">
                <a:solidFill>
                  <a:schemeClr val="tx1"/>
                </a:solidFill>
                <a:round/>
                <a:headEnd/>
                <a:tailEnd/>
              </a:ln>
              <a:effectLst/>
            </p:spPr>
            <p:txBody>
              <a:bodyPr wrap="none" anchor="ctr"/>
              <a:lstStyle/>
              <a:p>
                <a:endParaRPr kumimoji="0" lang="zh-CN" altLang="en-US" sz="1350" b="0">
                  <a:solidFill>
                    <a:prstClr val="black"/>
                  </a:solidFill>
                  <a:latin typeface="Arial" charset="0"/>
                  <a:ea typeface="宋体" charset="-122"/>
                </a:endParaRPr>
              </a:p>
            </p:txBody>
          </p:sp>
          <p:sp>
            <p:nvSpPr>
              <p:cNvPr id="22565" name="Oval 72"/>
              <p:cNvSpPr>
                <a:spLocks noChangeArrowheads="1"/>
              </p:cNvSpPr>
              <p:nvPr/>
            </p:nvSpPr>
            <p:spPr bwMode="auto">
              <a:xfrm>
                <a:off x="1399" y="338"/>
                <a:ext cx="64" cy="51"/>
              </a:xfrm>
              <a:prstGeom prst="ellipse">
                <a:avLst/>
              </a:prstGeom>
              <a:solidFill>
                <a:srgbClr val="FF0000"/>
              </a:solidFill>
              <a:ln w="19050">
                <a:solidFill>
                  <a:schemeClr val="tx1"/>
                </a:solidFill>
                <a:round/>
                <a:headEnd/>
                <a:tailEnd/>
              </a:ln>
              <a:effectLst/>
            </p:spPr>
            <p:txBody>
              <a:bodyPr wrap="none" anchor="ctr"/>
              <a:lstStyle/>
              <a:p>
                <a:endParaRPr kumimoji="0" lang="zh-CN" altLang="en-US" sz="1350" b="0">
                  <a:solidFill>
                    <a:prstClr val="black"/>
                  </a:solidFill>
                  <a:latin typeface="Arial" charset="0"/>
                  <a:ea typeface="宋体" charset="-122"/>
                </a:endParaRPr>
              </a:p>
            </p:txBody>
          </p:sp>
          <p:sp>
            <p:nvSpPr>
              <p:cNvPr id="22566" name="Oval 73"/>
              <p:cNvSpPr>
                <a:spLocks noChangeArrowheads="1"/>
              </p:cNvSpPr>
              <p:nvPr/>
            </p:nvSpPr>
            <p:spPr bwMode="auto">
              <a:xfrm>
                <a:off x="1709" y="288"/>
                <a:ext cx="185" cy="151"/>
              </a:xfrm>
              <a:prstGeom prst="ellipse">
                <a:avLst/>
              </a:prstGeom>
              <a:gradFill rotWithShape="0">
                <a:gsLst>
                  <a:gs pos="0">
                    <a:srgbClr val="FFFFFF"/>
                  </a:gs>
                  <a:gs pos="100000">
                    <a:schemeClr val="accent1"/>
                  </a:gs>
                </a:gsLst>
                <a:path path="shape">
                  <a:fillToRect l="50000" t="50000" r="50000" b="50000"/>
                </a:path>
              </a:gradFill>
              <a:ln w="19050">
                <a:solidFill>
                  <a:schemeClr val="tx1"/>
                </a:solidFill>
                <a:round/>
                <a:headEnd/>
                <a:tailEnd/>
              </a:ln>
              <a:effectLst/>
            </p:spPr>
            <p:txBody>
              <a:bodyPr wrap="none" anchor="ctr"/>
              <a:lstStyle/>
              <a:p>
                <a:endParaRPr kumimoji="0" lang="zh-CN" altLang="en-US" sz="1350" b="0">
                  <a:solidFill>
                    <a:prstClr val="black"/>
                  </a:solidFill>
                  <a:latin typeface="Arial" charset="0"/>
                  <a:ea typeface="宋体" charset="-122"/>
                </a:endParaRPr>
              </a:p>
            </p:txBody>
          </p:sp>
          <p:sp>
            <p:nvSpPr>
              <p:cNvPr id="22567" name="Oval 74"/>
              <p:cNvSpPr>
                <a:spLocks noChangeArrowheads="1"/>
              </p:cNvSpPr>
              <p:nvPr/>
            </p:nvSpPr>
            <p:spPr bwMode="auto">
              <a:xfrm>
                <a:off x="1771" y="338"/>
                <a:ext cx="62" cy="51"/>
              </a:xfrm>
              <a:prstGeom prst="ellipse">
                <a:avLst/>
              </a:prstGeom>
              <a:solidFill>
                <a:srgbClr val="FF0000"/>
              </a:solidFill>
              <a:ln w="19050">
                <a:solidFill>
                  <a:schemeClr val="tx1"/>
                </a:solidFill>
                <a:round/>
                <a:headEnd/>
                <a:tailEnd/>
              </a:ln>
              <a:effectLst/>
            </p:spPr>
            <p:txBody>
              <a:bodyPr wrap="none" anchor="ctr"/>
              <a:lstStyle/>
              <a:p>
                <a:endParaRPr kumimoji="0" lang="zh-CN" altLang="en-US" sz="1350" b="0">
                  <a:solidFill>
                    <a:prstClr val="black"/>
                  </a:solidFill>
                  <a:latin typeface="Arial" charset="0"/>
                  <a:ea typeface="宋体" charset="-122"/>
                </a:endParaRPr>
              </a:p>
            </p:txBody>
          </p:sp>
          <p:sp>
            <p:nvSpPr>
              <p:cNvPr id="22568" name="Oval 75"/>
              <p:cNvSpPr>
                <a:spLocks noChangeArrowheads="1"/>
              </p:cNvSpPr>
              <p:nvPr/>
            </p:nvSpPr>
            <p:spPr bwMode="auto">
              <a:xfrm>
                <a:off x="1524" y="288"/>
                <a:ext cx="185" cy="151"/>
              </a:xfrm>
              <a:prstGeom prst="ellipse">
                <a:avLst/>
              </a:prstGeom>
              <a:gradFill rotWithShape="0">
                <a:gsLst>
                  <a:gs pos="0">
                    <a:srgbClr val="FFFFFF"/>
                  </a:gs>
                  <a:gs pos="100000">
                    <a:schemeClr val="accent1"/>
                  </a:gs>
                </a:gsLst>
                <a:path path="shape">
                  <a:fillToRect l="50000" t="50000" r="50000" b="50000"/>
                </a:path>
              </a:gradFill>
              <a:ln w="19050">
                <a:solidFill>
                  <a:schemeClr val="tx1"/>
                </a:solidFill>
                <a:round/>
                <a:headEnd/>
                <a:tailEnd/>
              </a:ln>
              <a:effectLst/>
            </p:spPr>
            <p:txBody>
              <a:bodyPr wrap="none" anchor="ctr"/>
              <a:lstStyle/>
              <a:p>
                <a:endParaRPr kumimoji="0" lang="zh-CN" altLang="en-US" sz="1350" b="0">
                  <a:solidFill>
                    <a:prstClr val="black"/>
                  </a:solidFill>
                  <a:latin typeface="Arial" charset="0"/>
                  <a:ea typeface="宋体" charset="-122"/>
                </a:endParaRPr>
              </a:p>
            </p:txBody>
          </p:sp>
          <p:sp>
            <p:nvSpPr>
              <p:cNvPr id="22569" name="Oval 76"/>
              <p:cNvSpPr>
                <a:spLocks noChangeArrowheads="1"/>
              </p:cNvSpPr>
              <p:nvPr/>
            </p:nvSpPr>
            <p:spPr bwMode="auto">
              <a:xfrm>
                <a:off x="1586" y="338"/>
                <a:ext cx="62" cy="51"/>
              </a:xfrm>
              <a:prstGeom prst="ellipse">
                <a:avLst/>
              </a:prstGeom>
              <a:solidFill>
                <a:srgbClr val="FF0000"/>
              </a:solidFill>
              <a:ln w="19050">
                <a:solidFill>
                  <a:schemeClr val="tx1"/>
                </a:solidFill>
                <a:round/>
                <a:headEnd/>
                <a:tailEnd/>
              </a:ln>
              <a:effectLst/>
            </p:spPr>
            <p:txBody>
              <a:bodyPr wrap="none" anchor="ctr"/>
              <a:lstStyle/>
              <a:p>
                <a:endParaRPr kumimoji="0" lang="zh-CN" altLang="en-US" sz="1350" b="0">
                  <a:solidFill>
                    <a:prstClr val="black"/>
                  </a:solidFill>
                  <a:latin typeface="Arial" charset="0"/>
                  <a:ea typeface="宋体" charset="-122"/>
                </a:endParaRPr>
              </a:p>
            </p:txBody>
          </p:sp>
          <p:sp>
            <p:nvSpPr>
              <p:cNvPr id="22570" name="Oval 77"/>
              <p:cNvSpPr>
                <a:spLocks noChangeArrowheads="1"/>
              </p:cNvSpPr>
              <p:nvPr/>
            </p:nvSpPr>
            <p:spPr bwMode="auto">
              <a:xfrm>
                <a:off x="1894" y="288"/>
                <a:ext cx="187" cy="151"/>
              </a:xfrm>
              <a:prstGeom prst="ellipse">
                <a:avLst/>
              </a:prstGeom>
              <a:gradFill rotWithShape="0">
                <a:gsLst>
                  <a:gs pos="0">
                    <a:srgbClr val="FFFFFF"/>
                  </a:gs>
                  <a:gs pos="100000">
                    <a:schemeClr val="accent1"/>
                  </a:gs>
                </a:gsLst>
                <a:path path="shape">
                  <a:fillToRect l="50000" t="50000" r="50000" b="50000"/>
                </a:path>
              </a:gradFill>
              <a:ln w="19050">
                <a:solidFill>
                  <a:schemeClr val="tx1"/>
                </a:solidFill>
                <a:round/>
                <a:headEnd/>
                <a:tailEnd/>
              </a:ln>
              <a:effectLst/>
            </p:spPr>
            <p:txBody>
              <a:bodyPr wrap="none" anchor="ctr"/>
              <a:lstStyle/>
              <a:p>
                <a:endParaRPr kumimoji="0" lang="zh-CN" altLang="en-US" sz="1350" b="0">
                  <a:solidFill>
                    <a:prstClr val="black"/>
                  </a:solidFill>
                  <a:latin typeface="Arial" charset="0"/>
                  <a:ea typeface="宋体" charset="-122"/>
                </a:endParaRPr>
              </a:p>
            </p:txBody>
          </p:sp>
          <p:sp>
            <p:nvSpPr>
              <p:cNvPr id="22571" name="Oval 78"/>
              <p:cNvSpPr>
                <a:spLocks noChangeArrowheads="1"/>
              </p:cNvSpPr>
              <p:nvPr/>
            </p:nvSpPr>
            <p:spPr bwMode="auto">
              <a:xfrm>
                <a:off x="1956" y="338"/>
                <a:ext cx="64" cy="51"/>
              </a:xfrm>
              <a:prstGeom prst="ellipse">
                <a:avLst/>
              </a:prstGeom>
              <a:solidFill>
                <a:srgbClr val="FF0000"/>
              </a:solidFill>
              <a:ln w="19050">
                <a:solidFill>
                  <a:schemeClr val="tx1"/>
                </a:solidFill>
                <a:round/>
                <a:headEnd/>
                <a:tailEnd/>
              </a:ln>
              <a:effectLst/>
            </p:spPr>
            <p:txBody>
              <a:bodyPr wrap="none" anchor="ctr"/>
              <a:lstStyle/>
              <a:p>
                <a:endParaRPr kumimoji="0" lang="zh-CN" altLang="en-US" sz="1350" b="0">
                  <a:solidFill>
                    <a:prstClr val="black"/>
                  </a:solidFill>
                  <a:latin typeface="Arial" charset="0"/>
                  <a:ea typeface="宋体" charset="-122"/>
                </a:endParaRPr>
              </a:p>
            </p:txBody>
          </p:sp>
          <p:sp>
            <p:nvSpPr>
              <p:cNvPr id="22572" name="Oval 79"/>
              <p:cNvSpPr>
                <a:spLocks noChangeArrowheads="1"/>
              </p:cNvSpPr>
              <p:nvPr/>
            </p:nvSpPr>
            <p:spPr bwMode="auto">
              <a:xfrm>
                <a:off x="2081" y="288"/>
                <a:ext cx="186" cy="151"/>
              </a:xfrm>
              <a:prstGeom prst="ellipse">
                <a:avLst/>
              </a:prstGeom>
              <a:gradFill rotWithShape="0">
                <a:gsLst>
                  <a:gs pos="0">
                    <a:srgbClr val="FFFFFF"/>
                  </a:gs>
                  <a:gs pos="100000">
                    <a:schemeClr val="accent1"/>
                  </a:gs>
                </a:gsLst>
                <a:path path="shape">
                  <a:fillToRect l="50000" t="50000" r="50000" b="50000"/>
                </a:path>
              </a:gradFill>
              <a:ln w="19050">
                <a:solidFill>
                  <a:schemeClr val="tx1"/>
                </a:solidFill>
                <a:round/>
                <a:headEnd/>
                <a:tailEnd/>
              </a:ln>
              <a:effectLst/>
            </p:spPr>
            <p:txBody>
              <a:bodyPr wrap="none" anchor="ctr"/>
              <a:lstStyle/>
              <a:p>
                <a:endParaRPr kumimoji="0" lang="zh-CN" altLang="en-US" sz="1350" b="0">
                  <a:solidFill>
                    <a:prstClr val="black"/>
                  </a:solidFill>
                  <a:latin typeface="Arial" charset="0"/>
                  <a:ea typeface="宋体" charset="-122"/>
                </a:endParaRPr>
              </a:p>
            </p:txBody>
          </p:sp>
          <p:sp>
            <p:nvSpPr>
              <p:cNvPr id="22573" name="Oval 80"/>
              <p:cNvSpPr>
                <a:spLocks noChangeArrowheads="1"/>
              </p:cNvSpPr>
              <p:nvPr/>
            </p:nvSpPr>
            <p:spPr bwMode="auto">
              <a:xfrm>
                <a:off x="2143" y="338"/>
                <a:ext cx="62" cy="51"/>
              </a:xfrm>
              <a:prstGeom prst="ellipse">
                <a:avLst/>
              </a:prstGeom>
              <a:solidFill>
                <a:srgbClr val="FF0000"/>
              </a:solidFill>
              <a:ln w="19050">
                <a:solidFill>
                  <a:schemeClr val="tx1"/>
                </a:solidFill>
                <a:round/>
                <a:headEnd/>
                <a:tailEnd/>
              </a:ln>
              <a:effectLst/>
            </p:spPr>
            <p:txBody>
              <a:bodyPr wrap="none" anchor="ctr"/>
              <a:lstStyle/>
              <a:p>
                <a:endParaRPr kumimoji="0" lang="zh-CN" altLang="en-US" sz="1350" b="0">
                  <a:solidFill>
                    <a:prstClr val="black"/>
                  </a:solidFill>
                  <a:latin typeface="Arial" charset="0"/>
                  <a:ea typeface="宋体" charset="-122"/>
                </a:endParaRPr>
              </a:p>
            </p:txBody>
          </p:sp>
          <p:sp>
            <p:nvSpPr>
              <p:cNvPr id="22574" name="Oval 81"/>
              <p:cNvSpPr>
                <a:spLocks noChangeArrowheads="1"/>
              </p:cNvSpPr>
              <p:nvPr/>
            </p:nvSpPr>
            <p:spPr bwMode="auto">
              <a:xfrm>
                <a:off x="2267" y="288"/>
                <a:ext cx="185" cy="151"/>
              </a:xfrm>
              <a:prstGeom prst="ellipse">
                <a:avLst/>
              </a:prstGeom>
              <a:gradFill rotWithShape="0">
                <a:gsLst>
                  <a:gs pos="0">
                    <a:srgbClr val="FFFFFF"/>
                  </a:gs>
                  <a:gs pos="100000">
                    <a:schemeClr val="accent1"/>
                  </a:gs>
                </a:gsLst>
                <a:path path="shape">
                  <a:fillToRect l="50000" t="50000" r="50000" b="50000"/>
                </a:path>
              </a:gradFill>
              <a:ln w="19050">
                <a:solidFill>
                  <a:schemeClr val="tx1"/>
                </a:solidFill>
                <a:round/>
                <a:headEnd/>
                <a:tailEnd/>
              </a:ln>
              <a:effectLst/>
            </p:spPr>
            <p:txBody>
              <a:bodyPr wrap="none" anchor="ctr"/>
              <a:lstStyle/>
              <a:p>
                <a:endParaRPr kumimoji="0" lang="zh-CN" altLang="en-US" sz="1350" b="0">
                  <a:solidFill>
                    <a:prstClr val="black"/>
                  </a:solidFill>
                  <a:latin typeface="Arial" charset="0"/>
                  <a:ea typeface="宋体" charset="-122"/>
                </a:endParaRPr>
              </a:p>
            </p:txBody>
          </p:sp>
          <p:sp>
            <p:nvSpPr>
              <p:cNvPr id="22575" name="Oval 82"/>
              <p:cNvSpPr>
                <a:spLocks noChangeArrowheads="1"/>
              </p:cNvSpPr>
              <p:nvPr/>
            </p:nvSpPr>
            <p:spPr bwMode="auto">
              <a:xfrm>
                <a:off x="2328" y="338"/>
                <a:ext cx="62" cy="51"/>
              </a:xfrm>
              <a:prstGeom prst="ellipse">
                <a:avLst/>
              </a:prstGeom>
              <a:solidFill>
                <a:srgbClr val="FF0000"/>
              </a:solidFill>
              <a:ln w="19050">
                <a:solidFill>
                  <a:schemeClr val="tx1"/>
                </a:solidFill>
                <a:round/>
                <a:headEnd/>
                <a:tailEnd/>
              </a:ln>
              <a:effectLst/>
            </p:spPr>
            <p:txBody>
              <a:bodyPr wrap="none" anchor="ctr"/>
              <a:lstStyle/>
              <a:p>
                <a:endParaRPr kumimoji="0" lang="zh-CN" altLang="en-US" sz="1350" b="0">
                  <a:solidFill>
                    <a:prstClr val="black"/>
                  </a:solidFill>
                  <a:latin typeface="Arial" charset="0"/>
                  <a:ea typeface="宋体" charset="-122"/>
                </a:endParaRPr>
              </a:p>
            </p:txBody>
          </p:sp>
          <p:sp>
            <p:nvSpPr>
              <p:cNvPr id="22576" name="Oval 83"/>
              <p:cNvSpPr>
                <a:spLocks noChangeArrowheads="1"/>
              </p:cNvSpPr>
              <p:nvPr/>
            </p:nvSpPr>
            <p:spPr bwMode="auto">
              <a:xfrm>
                <a:off x="2452" y="288"/>
                <a:ext cx="187" cy="151"/>
              </a:xfrm>
              <a:prstGeom prst="ellipse">
                <a:avLst/>
              </a:prstGeom>
              <a:gradFill rotWithShape="0">
                <a:gsLst>
                  <a:gs pos="0">
                    <a:srgbClr val="FFFFFF"/>
                  </a:gs>
                  <a:gs pos="100000">
                    <a:schemeClr val="accent1"/>
                  </a:gs>
                </a:gsLst>
                <a:path path="shape">
                  <a:fillToRect l="50000" t="50000" r="50000" b="50000"/>
                </a:path>
              </a:gradFill>
              <a:ln w="19050">
                <a:solidFill>
                  <a:schemeClr val="tx1"/>
                </a:solidFill>
                <a:round/>
                <a:headEnd/>
                <a:tailEnd/>
              </a:ln>
              <a:effectLst/>
            </p:spPr>
            <p:txBody>
              <a:bodyPr wrap="none" anchor="ctr"/>
              <a:lstStyle/>
              <a:p>
                <a:endParaRPr kumimoji="0" lang="zh-CN" altLang="en-US" sz="1350" b="0">
                  <a:solidFill>
                    <a:prstClr val="black"/>
                  </a:solidFill>
                  <a:latin typeface="Arial" charset="0"/>
                  <a:ea typeface="宋体" charset="-122"/>
                </a:endParaRPr>
              </a:p>
            </p:txBody>
          </p:sp>
          <p:sp>
            <p:nvSpPr>
              <p:cNvPr id="22577" name="Oval 84"/>
              <p:cNvSpPr>
                <a:spLocks noChangeArrowheads="1"/>
              </p:cNvSpPr>
              <p:nvPr/>
            </p:nvSpPr>
            <p:spPr bwMode="auto">
              <a:xfrm>
                <a:off x="2513" y="338"/>
                <a:ext cx="64" cy="51"/>
              </a:xfrm>
              <a:prstGeom prst="ellipse">
                <a:avLst/>
              </a:prstGeom>
              <a:solidFill>
                <a:srgbClr val="FF0000"/>
              </a:solidFill>
              <a:ln w="19050">
                <a:solidFill>
                  <a:schemeClr val="tx1"/>
                </a:solidFill>
                <a:round/>
                <a:headEnd/>
                <a:tailEnd/>
              </a:ln>
              <a:effectLst/>
            </p:spPr>
            <p:txBody>
              <a:bodyPr wrap="none" anchor="ctr"/>
              <a:lstStyle/>
              <a:p>
                <a:endParaRPr kumimoji="0" lang="zh-CN" altLang="en-US" sz="1350" b="0">
                  <a:solidFill>
                    <a:prstClr val="black"/>
                  </a:solidFill>
                  <a:latin typeface="Arial" charset="0"/>
                  <a:ea typeface="宋体" charset="-122"/>
                </a:endParaRPr>
              </a:p>
            </p:txBody>
          </p:sp>
          <p:sp>
            <p:nvSpPr>
              <p:cNvPr id="22578" name="Oval 85"/>
              <p:cNvSpPr>
                <a:spLocks noChangeArrowheads="1"/>
              </p:cNvSpPr>
              <p:nvPr/>
            </p:nvSpPr>
            <p:spPr bwMode="auto">
              <a:xfrm>
                <a:off x="2639" y="288"/>
                <a:ext cx="185" cy="151"/>
              </a:xfrm>
              <a:prstGeom prst="ellipse">
                <a:avLst/>
              </a:prstGeom>
              <a:gradFill rotWithShape="0">
                <a:gsLst>
                  <a:gs pos="0">
                    <a:srgbClr val="FFFFFF"/>
                  </a:gs>
                  <a:gs pos="100000">
                    <a:schemeClr val="accent1"/>
                  </a:gs>
                </a:gsLst>
                <a:path path="shape">
                  <a:fillToRect l="50000" t="50000" r="50000" b="50000"/>
                </a:path>
              </a:gradFill>
              <a:ln w="19050">
                <a:solidFill>
                  <a:schemeClr val="tx1"/>
                </a:solidFill>
                <a:round/>
                <a:headEnd/>
                <a:tailEnd/>
              </a:ln>
              <a:effectLst/>
            </p:spPr>
            <p:txBody>
              <a:bodyPr wrap="none" anchor="ctr"/>
              <a:lstStyle/>
              <a:p>
                <a:endParaRPr kumimoji="0" lang="zh-CN" altLang="en-US" sz="1350" b="0">
                  <a:solidFill>
                    <a:prstClr val="black"/>
                  </a:solidFill>
                  <a:latin typeface="Arial" charset="0"/>
                  <a:ea typeface="宋体" charset="-122"/>
                </a:endParaRPr>
              </a:p>
            </p:txBody>
          </p:sp>
          <p:sp>
            <p:nvSpPr>
              <p:cNvPr id="22579" name="Oval 86"/>
              <p:cNvSpPr>
                <a:spLocks noChangeArrowheads="1"/>
              </p:cNvSpPr>
              <p:nvPr/>
            </p:nvSpPr>
            <p:spPr bwMode="auto">
              <a:xfrm>
                <a:off x="2700" y="338"/>
                <a:ext cx="62" cy="51"/>
              </a:xfrm>
              <a:prstGeom prst="ellipse">
                <a:avLst/>
              </a:prstGeom>
              <a:solidFill>
                <a:srgbClr val="FF0000"/>
              </a:solidFill>
              <a:ln w="19050">
                <a:solidFill>
                  <a:schemeClr val="tx1"/>
                </a:solidFill>
                <a:round/>
                <a:headEnd/>
                <a:tailEnd/>
              </a:ln>
              <a:effectLst/>
            </p:spPr>
            <p:txBody>
              <a:bodyPr wrap="none" anchor="ctr"/>
              <a:lstStyle/>
              <a:p>
                <a:endParaRPr kumimoji="0" lang="zh-CN" altLang="en-US" sz="1350" b="0">
                  <a:solidFill>
                    <a:prstClr val="black"/>
                  </a:solidFill>
                  <a:latin typeface="Arial" charset="0"/>
                  <a:ea typeface="宋体" charset="-122"/>
                </a:endParaRPr>
              </a:p>
            </p:txBody>
          </p:sp>
          <p:sp>
            <p:nvSpPr>
              <p:cNvPr id="22580" name="Oval 87"/>
              <p:cNvSpPr>
                <a:spLocks noChangeArrowheads="1"/>
              </p:cNvSpPr>
              <p:nvPr/>
            </p:nvSpPr>
            <p:spPr bwMode="auto">
              <a:xfrm>
                <a:off x="2824" y="288"/>
                <a:ext cx="185" cy="151"/>
              </a:xfrm>
              <a:prstGeom prst="ellipse">
                <a:avLst/>
              </a:prstGeom>
              <a:gradFill rotWithShape="0">
                <a:gsLst>
                  <a:gs pos="0">
                    <a:srgbClr val="FFFFFF"/>
                  </a:gs>
                  <a:gs pos="100000">
                    <a:schemeClr val="accent1"/>
                  </a:gs>
                </a:gsLst>
                <a:path path="shape">
                  <a:fillToRect l="50000" t="50000" r="50000" b="50000"/>
                </a:path>
              </a:gradFill>
              <a:ln w="19050">
                <a:solidFill>
                  <a:schemeClr val="tx1"/>
                </a:solidFill>
                <a:round/>
                <a:headEnd/>
                <a:tailEnd/>
              </a:ln>
              <a:effectLst/>
            </p:spPr>
            <p:txBody>
              <a:bodyPr wrap="none" anchor="ctr"/>
              <a:lstStyle/>
              <a:p>
                <a:endParaRPr kumimoji="0" lang="zh-CN" altLang="en-US" sz="1350" b="0">
                  <a:solidFill>
                    <a:prstClr val="black"/>
                  </a:solidFill>
                  <a:latin typeface="Arial" charset="0"/>
                  <a:ea typeface="宋体" charset="-122"/>
                </a:endParaRPr>
              </a:p>
            </p:txBody>
          </p:sp>
          <p:sp>
            <p:nvSpPr>
              <p:cNvPr id="22581" name="Oval 88"/>
              <p:cNvSpPr>
                <a:spLocks noChangeArrowheads="1"/>
              </p:cNvSpPr>
              <p:nvPr/>
            </p:nvSpPr>
            <p:spPr bwMode="auto">
              <a:xfrm>
                <a:off x="2885" y="338"/>
                <a:ext cx="62" cy="51"/>
              </a:xfrm>
              <a:prstGeom prst="ellipse">
                <a:avLst/>
              </a:prstGeom>
              <a:solidFill>
                <a:srgbClr val="FF0000"/>
              </a:solidFill>
              <a:ln w="19050">
                <a:solidFill>
                  <a:schemeClr val="tx1"/>
                </a:solidFill>
                <a:round/>
                <a:headEnd/>
                <a:tailEnd/>
              </a:ln>
              <a:effectLst/>
            </p:spPr>
            <p:txBody>
              <a:bodyPr wrap="none" anchor="ctr"/>
              <a:lstStyle/>
              <a:p>
                <a:endParaRPr kumimoji="0" lang="zh-CN" altLang="en-US" sz="1350" b="0">
                  <a:solidFill>
                    <a:prstClr val="black"/>
                  </a:solidFill>
                  <a:latin typeface="Arial" charset="0"/>
                  <a:ea typeface="宋体" charset="-122"/>
                </a:endParaRPr>
              </a:p>
            </p:txBody>
          </p:sp>
          <p:sp>
            <p:nvSpPr>
              <p:cNvPr id="22582" name="Oval 89"/>
              <p:cNvSpPr>
                <a:spLocks noChangeArrowheads="1"/>
              </p:cNvSpPr>
              <p:nvPr/>
            </p:nvSpPr>
            <p:spPr bwMode="auto">
              <a:xfrm>
                <a:off x="3009" y="288"/>
                <a:ext cx="187" cy="151"/>
              </a:xfrm>
              <a:prstGeom prst="ellipse">
                <a:avLst/>
              </a:prstGeom>
              <a:gradFill rotWithShape="0">
                <a:gsLst>
                  <a:gs pos="0">
                    <a:srgbClr val="FFFFFF"/>
                  </a:gs>
                  <a:gs pos="100000">
                    <a:schemeClr val="accent1"/>
                  </a:gs>
                </a:gsLst>
                <a:path path="shape">
                  <a:fillToRect l="50000" t="50000" r="50000" b="50000"/>
                </a:path>
              </a:gradFill>
              <a:ln w="19050">
                <a:solidFill>
                  <a:schemeClr val="tx1"/>
                </a:solidFill>
                <a:round/>
                <a:headEnd/>
                <a:tailEnd/>
              </a:ln>
              <a:effectLst/>
            </p:spPr>
            <p:txBody>
              <a:bodyPr wrap="none" anchor="ctr"/>
              <a:lstStyle/>
              <a:p>
                <a:endParaRPr kumimoji="0" lang="zh-CN" altLang="en-US" sz="1350" b="0">
                  <a:solidFill>
                    <a:prstClr val="black"/>
                  </a:solidFill>
                  <a:latin typeface="Arial" charset="0"/>
                  <a:ea typeface="宋体" charset="-122"/>
                </a:endParaRPr>
              </a:p>
            </p:txBody>
          </p:sp>
          <p:sp>
            <p:nvSpPr>
              <p:cNvPr id="22583" name="Oval 90"/>
              <p:cNvSpPr>
                <a:spLocks noChangeArrowheads="1"/>
              </p:cNvSpPr>
              <p:nvPr/>
            </p:nvSpPr>
            <p:spPr bwMode="auto">
              <a:xfrm>
                <a:off x="3070" y="338"/>
                <a:ext cx="64" cy="51"/>
              </a:xfrm>
              <a:prstGeom prst="ellipse">
                <a:avLst/>
              </a:prstGeom>
              <a:solidFill>
                <a:srgbClr val="FF0000"/>
              </a:solidFill>
              <a:ln w="19050">
                <a:solidFill>
                  <a:schemeClr val="tx1"/>
                </a:solidFill>
                <a:round/>
                <a:headEnd/>
                <a:tailEnd/>
              </a:ln>
              <a:effectLst/>
            </p:spPr>
            <p:txBody>
              <a:bodyPr wrap="none" anchor="ctr"/>
              <a:lstStyle/>
              <a:p>
                <a:endParaRPr kumimoji="0" lang="zh-CN" altLang="en-US" sz="1350" b="0">
                  <a:solidFill>
                    <a:prstClr val="black"/>
                  </a:solidFill>
                  <a:latin typeface="Arial" charset="0"/>
                  <a:ea typeface="宋体" charset="-122"/>
                </a:endParaRPr>
              </a:p>
            </p:txBody>
          </p:sp>
          <p:sp>
            <p:nvSpPr>
              <p:cNvPr id="22584" name="Oval 91"/>
              <p:cNvSpPr>
                <a:spLocks noChangeArrowheads="1"/>
              </p:cNvSpPr>
              <p:nvPr/>
            </p:nvSpPr>
            <p:spPr bwMode="auto">
              <a:xfrm>
                <a:off x="3196" y="288"/>
                <a:ext cx="185" cy="151"/>
              </a:xfrm>
              <a:prstGeom prst="ellipse">
                <a:avLst/>
              </a:prstGeom>
              <a:gradFill rotWithShape="0">
                <a:gsLst>
                  <a:gs pos="0">
                    <a:srgbClr val="FFFFFF"/>
                  </a:gs>
                  <a:gs pos="100000">
                    <a:schemeClr val="accent1"/>
                  </a:gs>
                </a:gsLst>
                <a:path path="shape">
                  <a:fillToRect l="50000" t="50000" r="50000" b="50000"/>
                </a:path>
              </a:gradFill>
              <a:ln w="19050">
                <a:solidFill>
                  <a:schemeClr val="tx1"/>
                </a:solidFill>
                <a:round/>
                <a:headEnd/>
                <a:tailEnd/>
              </a:ln>
              <a:effectLst/>
            </p:spPr>
            <p:txBody>
              <a:bodyPr wrap="none" anchor="ctr"/>
              <a:lstStyle/>
              <a:p>
                <a:endParaRPr kumimoji="0" lang="zh-CN" altLang="en-US" sz="1350" b="0">
                  <a:solidFill>
                    <a:prstClr val="black"/>
                  </a:solidFill>
                  <a:latin typeface="Arial" charset="0"/>
                  <a:ea typeface="宋体" charset="-122"/>
                </a:endParaRPr>
              </a:p>
            </p:txBody>
          </p:sp>
          <p:sp>
            <p:nvSpPr>
              <p:cNvPr id="22585" name="Oval 92"/>
              <p:cNvSpPr>
                <a:spLocks noChangeArrowheads="1"/>
              </p:cNvSpPr>
              <p:nvPr/>
            </p:nvSpPr>
            <p:spPr bwMode="auto">
              <a:xfrm>
                <a:off x="3257" y="338"/>
                <a:ext cx="62" cy="51"/>
              </a:xfrm>
              <a:prstGeom prst="ellipse">
                <a:avLst/>
              </a:prstGeom>
              <a:solidFill>
                <a:srgbClr val="FF0000"/>
              </a:solidFill>
              <a:ln w="19050">
                <a:solidFill>
                  <a:schemeClr val="tx1"/>
                </a:solidFill>
                <a:round/>
                <a:headEnd/>
                <a:tailEnd/>
              </a:ln>
              <a:effectLst/>
            </p:spPr>
            <p:txBody>
              <a:bodyPr wrap="none" anchor="ctr"/>
              <a:lstStyle/>
              <a:p>
                <a:endParaRPr kumimoji="0" lang="zh-CN" altLang="en-US" sz="1350" b="0">
                  <a:solidFill>
                    <a:prstClr val="black"/>
                  </a:solidFill>
                  <a:latin typeface="Arial" charset="0"/>
                  <a:ea typeface="宋体" charset="-122"/>
                </a:endParaRPr>
              </a:p>
            </p:txBody>
          </p:sp>
          <p:sp>
            <p:nvSpPr>
              <p:cNvPr id="22586" name="Oval 93"/>
              <p:cNvSpPr>
                <a:spLocks noChangeArrowheads="1"/>
              </p:cNvSpPr>
              <p:nvPr/>
            </p:nvSpPr>
            <p:spPr bwMode="auto">
              <a:xfrm>
                <a:off x="3395" y="288"/>
                <a:ext cx="187" cy="151"/>
              </a:xfrm>
              <a:prstGeom prst="ellipse">
                <a:avLst/>
              </a:prstGeom>
              <a:gradFill rotWithShape="0">
                <a:gsLst>
                  <a:gs pos="0">
                    <a:srgbClr val="FFFFFF"/>
                  </a:gs>
                  <a:gs pos="100000">
                    <a:schemeClr val="accent1"/>
                  </a:gs>
                </a:gsLst>
                <a:path path="shape">
                  <a:fillToRect l="50000" t="50000" r="50000" b="50000"/>
                </a:path>
              </a:gradFill>
              <a:ln w="19050">
                <a:solidFill>
                  <a:schemeClr val="tx1"/>
                </a:solidFill>
                <a:round/>
                <a:headEnd/>
                <a:tailEnd/>
              </a:ln>
              <a:effectLst/>
            </p:spPr>
            <p:txBody>
              <a:bodyPr wrap="none" anchor="ctr"/>
              <a:lstStyle/>
              <a:p>
                <a:endParaRPr kumimoji="0" lang="zh-CN" altLang="en-US" sz="1350" b="0">
                  <a:solidFill>
                    <a:prstClr val="black"/>
                  </a:solidFill>
                  <a:latin typeface="Arial" charset="0"/>
                  <a:ea typeface="宋体" charset="-122"/>
                </a:endParaRPr>
              </a:p>
            </p:txBody>
          </p:sp>
          <p:sp>
            <p:nvSpPr>
              <p:cNvPr id="22587" name="Oval 94"/>
              <p:cNvSpPr>
                <a:spLocks noChangeArrowheads="1"/>
              </p:cNvSpPr>
              <p:nvPr/>
            </p:nvSpPr>
            <p:spPr bwMode="auto">
              <a:xfrm>
                <a:off x="3461" y="338"/>
                <a:ext cx="64" cy="51"/>
              </a:xfrm>
              <a:prstGeom prst="ellipse">
                <a:avLst/>
              </a:prstGeom>
              <a:solidFill>
                <a:srgbClr val="FF0000"/>
              </a:solidFill>
              <a:ln w="19050">
                <a:solidFill>
                  <a:schemeClr val="tx1"/>
                </a:solidFill>
                <a:round/>
                <a:headEnd/>
                <a:tailEnd/>
              </a:ln>
              <a:effectLst/>
            </p:spPr>
            <p:txBody>
              <a:bodyPr wrap="none" anchor="ctr"/>
              <a:lstStyle/>
              <a:p>
                <a:endParaRPr kumimoji="0" lang="zh-CN" altLang="en-US" sz="1350" b="0">
                  <a:solidFill>
                    <a:prstClr val="black"/>
                  </a:solidFill>
                  <a:latin typeface="Arial" charset="0"/>
                  <a:ea typeface="宋体" charset="-122"/>
                </a:endParaRPr>
              </a:p>
            </p:txBody>
          </p:sp>
          <p:sp>
            <p:nvSpPr>
              <p:cNvPr id="22588" name="Oval 95"/>
              <p:cNvSpPr>
                <a:spLocks noChangeArrowheads="1"/>
              </p:cNvSpPr>
              <p:nvPr/>
            </p:nvSpPr>
            <p:spPr bwMode="auto">
              <a:xfrm>
                <a:off x="3616" y="338"/>
                <a:ext cx="62" cy="51"/>
              </a:xfrm>
              <a:prstGeom prst="ellipse">
                <a:avLst/>
              </a:prstGeom>
              <a:solidFill>
                <a:schemeClr val="accent1"/>
              </a:solidFill>
              <a:ln w="19050">
                <a:solidFill>
                  <a:schemeClr val="tx1"/>
                </a:solidFill>
                <a:round/>
                <a:headEnd/>
                <a:tailEnd/>
              </a:ln>
              <a:effectLst/>
            </p:spPr>
            <p:txBody>
              <a:bodyPr wrap="none" anchor="ctr"/>
              <a:lstStyle/>
              <a:p>
                <a:endParaRPr kumimoji="0" lang="zh-CN" altLang="en-US" sz="1350" b="0">
                  <a:solidFill>
                    <a:prstClr val="black"/>
                  </a:solidFill>
                  <a:latin typeface="Arial" charset="0"/>
                  <a:ea typeface="宋体" charset="-122"/>
                </a:endParaRPr>
              </a:p>
            </p:txBody>
          </p:sp>
          <p:sp>
            <p:nvSpPr>
              <p:cNvPr id="22589" name="Oval 96"/>
              <p:cNvSpPr>
                <a:spLocks noChangeArrowheads="1"/>
              </p:cNvSpPr>
              <p:nvPr/>
            </p:nvSpPr>
            <p:spPr bwMode="auto">
              <a:xfrm>
                <a:off x="3587" y="288"/>
                <a:ext cx="187" cy="151"/>
              </a:xfrm>
              <a:prstGeom prst="ellipse">
                <a:avLst/>
              </a:prstGeom>
              <a:gradFill rotWithShape="0">
                <a:gsLst>
                  <a:gs pos="0">
                    <a:srgbClr val="FFFFFF"/>
                  </a:gs>
                  <a:gs pos="100000">
                    <a:schemeClr val="accent1"/>
                  </a:gs>
                </a:gsLst>
                <a:path path="shape">
                  <a:fillToRect l="50000" t="50000" r="50000" b="50000"/>
                </a:path>
              </a:gradFill>
              <a:ln w="19050">
                <a:solidFill>
                  <a:schemeClr val="tx1"/>
                </a:solidFill>
                <a:round/>
                <a:headEnd/>
                <a:tailEnd/>
              </a:ln>
              <a:effectLst/>
            </p:spPr>
            <p:txBody>
              <a:bodyPr wrap="none" anchor="ctr"/>
              <a:lstStyle/>
              <a:p>
                <a:endParaRPr kumimoji="0" lang="zh-CN" altLang="en-US" sz="1350" b="0">
                  <a:solidFill>
                    <a:prstClr val="black"/>
                  </a:solidFill>
                  <a:latin typeface="Arial" charset="0"/>
                  <a:ea typeface="宋体" charset="-122"/>
                </a:endParaRPr>
              </a:p>
            </p:txBody>
          </p:sp>
          <p:sp>
            <p:nvSpPr>
              <p:cNvPr id="22590" name="Oval 97"/>
              <p:cNvSpPr>
                <a:spLocks noChangeArrowheads="1"/>
              </p:cNvSpPr>
              <p:nvPr/>
            </p:nvSpPr>
            <p:spPr bwMode="auto">
              <a:xfrm>
                <a:off x="3653" y="338"/>
                <a:ext cx="64" cy="51"/>
              </a:xfrm>
              <a:prstGeom prst="ellipse">
                <a:avLst/>
              </a:prstGeom>
              <a:solidFill>
                <a:srgbClr val="FF0000"/>
              </a:solidFill>
              <a:ln w="19050">
                <a:solidFill>
                  <a:schemeClr val="tx1"/>
                </a:solidFill>
                <a:round/>
                <a:headEnd/>
                <a:tailEnd/>
              </a:ln>
              <a:effectLst/>
            </p:spPr>
            <p:txBody>
              <a:bodyPr wrap="none" anchor="ctr"/>
              <a:lstStyle/>
              <a:p>
                <a:endParaRPr kumimoji="0" lang="zh-CN" altLang="en-US" sz="1350" b="0">
                  <a:solidFill>
                    <a:prstClr val="black"/>
                  </a:solidFill>
                  <a:latin typeface="Arial" charset="0"/>
                  <a:ea typeface="宋体" charset="-122"/>
                </a:endParaRPr>
              </a:p>
            </p:txBody>
          </p:sp>
        </p:grpSp>
        <p:graphicFrame>
          <p:nvGraphicFramePr>
            <p:cNvPr id="22550" name="Object 101"/>
            <p:cNvGraphicFramePr>
              <a:graphicFrameLocks noChangeAspect="1"/>
            </p:cNvGraphicFramePr>
            <p:nvPr>
              <p:extLst>
                <p:ext uri="{D42A27DB-BD31-4B8C-83A1-F6EECF244321}">
                  <p14:modId xmlns:p14="http://schemas.microsoft.com/office/powerpoint/2010/main" val="4202755619"/>
                </p:ext>
              </p:extLst>
            </p:nvPr>
          </p:nvGraphicFramePr>
          <p:xfrm>
            <a:off x="6411516" y="3811191"/>
            <a:ext cx="302419" cy="242888"/>
          </p:xfrm>
          <a:graphic>
            <a:graphicData uri="http://schemas.openxmlformats.org/presentationml/2006/ole">
              <mc:AlternateContent xmlns:mc="http://schemas.openxmlformats.org/markup-compatibility/2006">
                <mc:Choice xmlns:v="urn:schemas-microsoft-com:vml" Requires="v">
                  <p:oleObj spid="_x0000_s180144" name="公式" r:id="rId9" imgW="177646" imgH="190335" progId="Equation.3">
                    <p:embed/>
                  </p:oleObj>
                </mc:Choice>
                <mc:Fallback>
                  <p:oleObj name="公式" r:id="rId9" imgW="177646" imgH="190335" progId="Equation.3">
                    <p:embed/>
                    <p:pic>
                      <p:nvPicPr>
                        <p:cNvPr id="0" name="Object 101"/>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6411516" y="3811191"/>
                          <a:ext cx="302419" cy="24288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nvGrpSpPr>
            <p:cNvPr id="6" name="Group 134"/>
            <p:cNvGrpSpPr>
              <a:grpSpLocks/>
            </p:cNvGrpSpPr>
            <p:nvPr/>
          </p:nvGrpSpPr>
          <p:grpSpPr bwMode="auto">
            <a:xfrm>
              <a:off x="2914651" y="3439716"/>
              <a:ext cx="3155156" cy="815578"/>
              <a:chOff x="1488" y="2880"/>
              <a:chExt cx="2650" cy="685"/>
            </a:xfrm>
          </p:grpSpPr>
          <p:sp>
            <p:nvSpPr>
              <p:cNvPr id="22554" name="Text Box 135"/>
              <p:cNvSpPr txBox="1">
                <a:spLocks noChangeArrowheads="1"/>
              </p:cNvSpPr>
              <p:nvPr/>
            </p:nvSpPr>
            <p:spPr bwMode="auto">
              <a:xfrm>
                <a:off x="2544" y="3216"/>
                <a:ext cx="272" cy="349"/>
              </a:xfrm>
              <a:prstGeom prst="rect">
                <a:avLst/>
              </a:prstGeom>
              <a:noFill/>
              <a:ln w="9525">
                <a:noFill/>
                <a:miter lim="800000"/>
                <a:headEnd/>
                <a:tailEnd/>
              </a:ln>
              <a:effectLst/>
            </p:spPr>
            <p:txBody>
              <a:bodyPr>
                <a:spAutoFit/>
              </a:bodyPr>
              <a:lstStyle/>
              <a:p>
                <a:r>
                  <a:rPr kumimoji="0" lang="en-US" altLang="zh-CN" sz="2100" b="0" i="1">
                    <a:solidFill>
                      <a:srgbClr val="1C1C1C"/>
                    </a:solidFill>
                    <a:ea typeface="宋体" charset="-122"/>
                  </a:rPr>
                  <a:t>P</a:t>
                </a:r>
              </a:p>
            </p:txBody>
          </p:sp>
          <p:sp>
            <p:nvSpPr>
              <p:cNvPr id="22555" name="Line 136"/>
              <p:cNvSpPr>
                <a:spLocks noChangeShapeType="1"/>
              </p:cNvSpPr>
              <p:nvPr/>
            </p:nvSpPr>
            <p:spPr bwMode="auto">
              <a:xfrm flipH="1" flipV="1">
                <a:off x="1488" y="2880"/>
                <a:ext cx="1288" cy="304"/>
              </a:xfrm>
              <a:prstGeom prst="line">
                <a:avLst/>
              </a:prstGeom>
              <a:noFill/>
              <a:ln w="28575">
                <a:solidFill>
                  <a:srgbClr val="9900CC"/>
                </a:solidFill>
                <a:round/>
                <a:headEnd/>
                <a:tailEnd/>
              </a:ln>
              <a:effectLst/>
            </p:spPr>
            <p:txBody>
              <a:bodyPr wrap="none"/>
              <a:lstStyle/>
              <a:p>
                <a:pPr eaLnBrk="0" hangingPunct="0"/>
                <a:endParaRPr kumimoji="0" lang="zh-CN" altLang="en-US" sz="1350" b="0">
                  <a:solidFill>
                    <a:prstClr val="black"/>
                  </a:solidFill>
                  <a:latin typeface="Arial" charset="0"/>
                  <a:ea typeface="宋体" charset="-122"/>
                </a:endParaRPr>
              </a:p>
            </p:txBody>
          </p:sp>
          <p:grpSp>
            <p:nvGrpSpPr>
              <p:cNvPr id="7" name="Group 137"/>
              <p:cNvGrpSpPr>
                <a:grpSpLocks/>
              </p:cNvGrpSpPr>
              <p:nvPr/>
            </p:nvGrpSpPr>
            <p:grpSpPr bwMode="auto">
              <a:xfrm>
                <a:off x="2784" y="2880"/>
                <a:ext cx="1354" cy="576"/>
                <a:chOff x="2109" y="2795"/>
                <a:chExt cx="2041" cy="639"/>
              </a:xfrm>
            </p:grpSpPr>
            <p:sp>
              <p:nvSpPr>
                <p:cNvPr id="22559" name="Line 138"/>
                <p:cNvSpPr>
                  <a:spLocks noChangeShapeType="1"/>
                </p:cNvSpPr>
                <p:nvPr/>
              </p:nvSpPr>
              <p:spPr bwMode="auto">
                <a:xfrm flipV="1">
                  <a:off x="2109" y="2795"/>
                  <a:ext cx="2041" cy="333"/>
                </a:xfrm>
                <a:prstGeom prst="line">
                  <a:avLst/>
                </a:prstGeom>
                <a:noFill/>
                <a:ln w="28575">
                  <a:solidFill>
                    <a:srgbClr val="009900"/>
                  </a:solidFill>
                  <a:round/>
                  <a:headEnd/>
                  <a:tailEnd/>
                </a:ln>
                <a:effectLst/>
              </p:spPr>
              <p:txBody>
                <a:bodyPr wrap="none"/>
                <a:lstStyle/>
                <a:p>
                  <a:pPr eaLnBrk="0" hangingPunct="0"/>
                  <a:endParaRPr kumimoji="0" lang="zh-CN" altLang="en-US" sz="1350" b="0">
                    <a:solidFill>
                      <a:prstClr val="black"/>
                    </a:solidFill>
                    <a:latin typeface="Arial" charset="0"/>
                    <a:ea typeface="宋体" charset="-122"/>
                  </a:endParaRPr>
                </a:p>
              </p:txBody>
            </p:sp>
            <p:sp>
              <p:nvSpPr>
                <p:cNvPr id="22560" name="Arc 139"/>
                <p:cNvSpPr>
                  <a:spLocks/>
                </p:cNvSpPr>
                <p:nvPr/>
              </p:nvSpPr>
              <p:spPr bwMode="auto">
                <a:xfrm>
                  <a:off x="2566" y="3069"/>
                  <a:ext cx="44" cy="94"/>
                </a:xfrm>
                <a:custGeom>
                  <a:avLst/>
                  <a:gdLst>
                    <a:gd name="T0" fmla="*/ 0 w 20593"/>
                    <a:gd name="T1" fmla="*/ 0 h 21600"/>
                    <a:gd name="T2" fmla="*/ 0 w 20593"/>
                    <a:gd name="T3" fmla="*/ 0 h 21600"/>
                    <a:gd name="T4" fmla="*/ 0 w 20593"/>
                    <a:gd name="T5" fmla="*/ 0 h 21600"/>
                    <a:gd name="T6" fmla="*/ 0 60000 65536"/>
                    <a:gd name="T7" fmla="*/ 0 60000 65536"/>
                    <a:gd name="T8" fmla="*/ 0 60000 65536"/>
                  </a:gdLst>
                  <a:ahLst/>
                  <a:cxnLst>
                    <a:cxn ang="T6">
                      <a:pos x="T0" y="T1"/>
                    </a:cxn>
                    <a:cxn ang="T7">
                      <a:pos x="T2" y="T3"/>
                    </a:cxn>
                    <a:cxn ang="T8">
                      <a:pos x="T4" y="T5"/>
                    </a:cxn>
                  </a:cxnLst>
                  <a:rect l="0" t="0" r="r" b="b"/>
                  <a:pathLst>
                    <a:path w="20593" h="21600" fill="none" extrusionOk="0">
                      <a:moveTo>
                        <a:pt x="-1" y="0"/>
                      </a:moveTo>
                      <a:cubicBezTo>
                        <a:pt x="9418" y="0"/>
                        <a:pt x="17751" y="6103"/>
                        <a:pt x="20593" y="15082"/>
                      </a:cubicBezTo>
                    </a:path>
                    <a:path w="20593" h="21600" stroke="0" extrusionOk="0">
                      <a:moveTo>
                        <a:pt x="-1" y="0"/>
                      </a:moveTo>
                      <a:cubicBezTo>
                        <a:pt x="9418" y="0"/>
                        <a:pt x="17751" y="6103"/>
                        <a:pt x="20593" y="15082"/>
                      </a:cubicBezTo>
                      <a:lnTo>
                        <a:pt x="0" y="21600"/>
                      </a:lnTo>
                      <a:lnTo>
                        <a:pt x="-1" y="0"/>
                      </a:lnTo>
                      <a:close/>
                    </a:path>
                  </a:pathLst>
                </a:custGeom>
                <a:noFill/>
                <a:ln w="28575">
                  <a:solidFill>
                    <a:srgbClr val="FF0000"/>
                  </a:solidFill>
                  <a:round/>
                  <a:headEnd/>
                  <a:tailEnd/>
                </a:ln>
                <a:effectLst/>
              </p:spPr>
              <p:txBody>
                <a:bodyPr wrap="none" anchor="ctr"/>
                <a:lstStyle/>
                <a:p>
                  <a:pPr eaLnBrk="0" hangingPunct="0"/>
                  <a:endParaRPr kumimoji="0" lang="zh-CN" altLang="en-US" sz="1350" b="0">
                    <a:solidFill>
                      <a:prstClr val="black"/>
                    </a:solidFill>
                    <a:latin typeface="Arial" charset="0"/>
                    <a:ea typeface="宋体" charset="-122"/>
                  </a:endParaRPr>
                </a:p>
              </p:txBody>
            </p:sp>
            <p:graphicFrame>
              <p:nvGraphicFramePr>
                <p:cNvPr id="22561" name="Object 140"/>
                <p:cNvGraphicFramePr>
                  <a:graphicFrameLocks noChangeAspect="1"/>
                </p:cNvGraphicFramePr>
                <p:nvPr/>
              </p:nvGraphicFramePr>
              <p:xfrm>
                <a:off x="2497" y="3142"/>
                <a:ext cx="383" cy="292"/>
              </p:xfrm>
              <a:graphic>
                <a:graphicData uri="http://schemas.openxmlformats.org/presentationml/2006/ole">
                  <mc:AlternateContent xmlns:mc="http://schemas.openxmlformats.org/markup-compatibility/2006">
                    <mc:Choice xmlns:v="urn:schemas-microsoft-com:vml" Requires="v">
                      <p:oleObj spid="_x0000_s180145" name="Equation" r:id="rId11" imgW="190335" imgH="215713" progId="Equation.3">
                        <p:embed/>
                      </p:oleObj>
                    </mc:Choice>
                    <mc:Fallback>
                      <p:oleObj name="Equation" r:id="rId11" imgW="190335" imgH="215713" progId="Equation.3">
                        <p:embed/>
                        <p:pic>
                          <p:nvPicPr>
                            <p:cNvPr id="0" name="Object 140"/>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2497" y="3142"/>
                              <a:ext cx="383" cy="29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sp>
            <p:nvSpPr>
              <p:cNvPr id="22557" name="Freeform 141"/>
              <p:cNvSpPr>
                <a:spLocks/>
              </p:cNvSpPr>
              <p:nvPr/>
            </p:nvSpPr>
            <p:spPr bwMode="auto">
              <a:xfrm>
                <a:off x="2544" y="3072"/>
                <a:ext cx="528" cy="112"/>
              </a:xfrm>
              <a:custGeom>
                <a:avLst/>
                <a:gdLst>
                  <a:gd name="T0" fmla="*/ 0 w 528"/>
                  <a:gd name="T1" fmla="*/ 11 h 160"/>
                  <a:gd name="T2" fmla="*/ 336 w 528"/>
                  <a:gd name="T3" fmla="*/ 3 h 160"/>
                  <a:gd name="T4" fmla="*/ 528 w 528"/>
                  <a:gd name="T5" fmla="*/ 27 h 160"/>
                  <a:gd name="T6" fmla="*/ 0 60000 65536"/>
                  <a:gd name="T7" fmla="*/ 0 60000 65536"/>
                  <a:gd name="T8" fmla="*/ 0 60000 65536"/>
                </a:gdLst>
                <a:ahLst/>
                <a:cxnLst>
                  <a:cxn ang="T6">
                    <a:pos x="T0" y="T1"/>
                  </a:cxn>
                  <a:cxn ang="T7">
                    <a:pos x="T2" y="T3"/>
                  </a:cxn>
                  <a:cxn ang="T8">
                    <a:pos x="T4" y="T5"/>
                  </a:cxn>
                </a:cxnLst>
                <a:rect l="0" t="0" r="r" b="b"/>
                <a:pathLst>
                  <a:path w="528" h="160">
                    <a:moveTo>
                      <a:pt x="0" y="64"/>
                    </a:moveTo>
                    <a:cubicBezTo>
                      <a:pt x="124" y="32"/>
                      <a:pt x="248" y="0"/>
                      <a:pt x="336" y="16"/>
                    </a:cubicBezTo>
                    <a:cubicBezTo>
                      <a:pt x="424" y="32"/>
                      <a:pt x="476" y="96"/>
                      <a:pt x="528" y="160"/>
                    </a:cubicBezTo>
                  </a:path>
                </a:pathLst>
              </a:custGeom>
              <a:noFill/>
              <a:ln w="19050" cmpd="sng">
                <a:solidFill>
                  <a:srgbClr val="FF0000"/>
                </a:solidFill>
                <a:round/>
                <a:headEnd/>
                <a:tailEnd/>
              </a:ln>
              <a:effectLst/>
            </p:spPr>
            <p:txBody>
              <a:bodyPr/>
              <a:lstStyle/>
              <a:p>
                <a:pPr eaLnBrk="0" hangingPunct="0"/>
                <a:endParaRPr kumimoji="0" lang="zh-CN" altLang="en-US" sz="1350" b="0">
                  <a:solidFill>
                    <a:prstClr val="black"/>
                  </a:solidFill>
                  <a:latin typeface="Arial" charset="0"/>
                  <a:ea typeface="宋体" charset="-122"/>
                </a:endParaRPr>
              </a:p>
            </p:txBody>
          </p:sp>
          <p:graphicFrame>
            <p:nvGraphicFramePr>
              <p:cNvPr id="22558" name="Object 142"/>
              <p:cNvGraphicFramePr>
                <a:graphicFrameLocks noChangeAspect="1"/>
              </p:cNvGraphicFramePr>
              <p:nvPr/>
            </p:nvGraphicFramePr>
            <p:xfrm>
              <a:off x="2496" y="2880"/>
              <a:ext cx="331" cy="285"/>
            </p:xfrm>
            <a:graphic>
              <a:graphicData uri="http://schemas.openxmlformats.org/presentationml/2006/ole">
                <mc:AlternateContent xmlns:mc="http://schemas.openxmlformats.org/markup-compatibility/2006">
                  <mc:Choice xmlns:v="urn:schemas-microsoft-com:vml" Requires="v">
                    <p:oleObj spid="_x0000_s180146" name="Equation" r:id="rId13" imgW="177569" imgH="215619" progId="Equation.3">
                      <p:embed/>
                    </p:oleObj>
                  </mc:Choice>
                  <mc:Fallback>
                    <p:oleObj name="Equation" r:id="rId13" imgW="177569" imgH="215619" progId="Equation.3">
                      <p:embed/>
                      <p:pic>
                        <p:nvPicPr>
                          <p:cNvPr id="0" name="Object 142"/>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2496" y="2880"/>
                            <a:ext cx="331" cy="28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cxnSp>
          <p:nvCxnSpPr>
            <p:cNvPr id="98" name="直接箭头连接符 97"/>
            <p:cNvCxnSpPr/>
            <p:nvPr/>
          </p:nvCxnSpPr>
          <p:spPr>
            <a:xfrm>
              <a:off x="2730500" y="3340315"/>
              <a:ext cx="0" cy="457200"/>
            </a:xfrm>
            <a:prstGeom prst="straightConnector1">
              <a:avLst/>
            </a:prstGeom>
            <a:ln>
              <a:headEnd type="triangle"/>
              <a:tailEnd type="triangle"/>
            </a:ln>
          </p:spPr>
          <p:style>
            <a:lnRef idx="1">
              <a:schemeClr val="accent1"/>
            </a:lnRef>
            <a:fillRef idx="0">
              <a:schemeClr val="accent1"/>
            </a:fillRef>
            <a:effectRef idx="0">
              <a:schemeClr val="accent1"/>
            </a:effectRef>
            <a:fontRef idx="minor">
              <a:schemeClr val="tx1"/>
            </a:fontRef>
          </p:style>
        </p:cxnSp>
        <p:sp>
          <p:nvSpPr>
            <p:cNvPr id="99" name="椭圆 98"/>
            <p:cNvSpPr/>
            <p:nvPr/>
          </p:nvSpPr>
          <p:spPr>
            <a:xfrm>
              <a:off x="4408885" y="3776663"/>
              <a:ext cx="52387" cy="52387"/>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32" fill="hold" nodeType="clickEffect">
                                  <p:stCondLst>
                                    <p:cond delay="0"/>
                                  </p:stCondLst>
                                  <p:childTnLst>
                                    <p:set>
                                      <p:cBhvr>
                                        <p:cTn id="6" dur="1" fill="hold">
                                          <p:stCondLst>
                                            <p:cond delay="0"/>
                                          </p:stCondLst>
                                        </p:cTn>
                                        <p:tgtEl>
                                          <p:spTgt spid="94"/>
                                        </p:tgtEl>
                                        <p:attrNameLst>
                                          <p:attrName>style.visibility</p:attrName>
                                        </p:attrNameLst>
                                      </p:cBhvr>
                                      <p:to>
                                        <p:strVal val="visible"/>
                                      </p:to>
                                    </p:set>
                                    <p:animEffect transition="in" filter="box(out)">
                                      <p:cBhvr>
                                        <p:cTn id="7" dur="500"/>
                                        <p:tgtEl>
                                          <p:spTgt spid="94"/>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95"/>
                                        </p:tgtEl>
                                        <p:attrNameLst>
                                          <p:attrName>style.visibility</p:attrName>
                                        </p:attrNameLst>
                                      </p:cBhvr>
                                      <p:to>
                                        <p:strVal val="visible"/>
                                      </p:to>
                                    </p:set>
                                    <p:animEffect transition="in" filter="blinds(horizontal)">
                                      <p:cBhvr>
                                        <p:cTn id="12" dur="500"/>
                                        <p:tgtEl>
                                          <p:spTgt spid="9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灯片编号占位符 1"/>
          <p:cNvSpPr>
            <a:spLocks noGrp="1"/>
          </p:cNvSpPr>
          <p:nvPr>
            <p:ph type="sldNum" sz="quarter" idx="10"/>
          </p:nvPr>
        </p:nvSpPr>
        <p:spPr bwMode="auto">
          <a:noFill/>
          <a:ln>
            <a:miter lim="800000"/>
            <a:headEnd/>
            <a:tailEnd/>
          </a:ln>
        </p:spPr>
        <p:txBody>
          <a:bodyPr/>
          <a:lstStyle/>
          <a:p>
            <a:fld id="{79F953E0-4BD5-4DF2-8D17-1362A42EC281}" type="slidenum">
              <a:rPr lang="en-US" altLang="zh-CN">
                <a:ea typeface="宋体" charset="-122"/>
              </a:rPr>
              <a:pPr/>
              <a:t>36</a:t>
            </a:fld>
            <a:endParaRPr lang="en-US" altLang="zh-CN">
              <a:ea typeface="宋体" charset="-122"/>
            </a:endParaRPr>
          </a:p>
        </p:txBody>
      </p:sp>
      <p:graphicFrame>
        <p:nvGraphicFramePr>
          <p:cNvPr id="57346" name="Object 2"/>
          <p:cNvGraphicFramePr>
            <a:graphicFrameLocks noChangeAspect="1"/>
          </p:cNvGraphicFramePr>
          <p:nvPr/>
        </p:nvGraphicFramePr>
        <p:xfrm>
          <a:off x="2686050" y="1831479"/>
          <a:ext cx="1303734" cy="788194"/>
        </p:xfrm>
        <a:graphic>
          <a:graphicData uri="http://schemas.openxmlformats.org/presentationml/2006/ole">
            <mc:AlternateContent xmlns:mc="http://schemas.openxmlformats.org/markup-compatibility/2006">
              <mc:Choice xmlns:v="urn:schemas-microsoft-com:vml" Requires="v">
                <p:oleObj spid="_x0000_s183054" name="Equation" r:id="rId3" imgW="647640" imgH="393480" progId="Equation.DSMT4">
                  <p:embed/>
                </p:oleObj>
              </mc:Choice>
              <mc:Fallback>
                <p:oleObj name="Equation" r:id="rId3" imgW="647640" imgH="393480" progId="Equation.DSMT4">
                  <p:embed/>
                  <p:pic>
                    <p:nvPicPr>
                      <p:cNvPr id="0" name="Object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686050" y="1831479"/>
                        <a:ext cx="1303734" cy="78819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rgbClr val="9900CC"/>
                            </a:solidFill>
                            <a:miter lim="800000"/>
                            <a:headEnd/>
                            <a:tailEnd/>
                          </a14:hiddenLine>
                        </a:ext>
                      </a:extLst>
                    </p:spPr>
                  </p:pic>
                </p:oleObj>
              </mc:Fallback>
            </mc:AlternateContent>
          </a:graphicData>
        </a:graphic>
      </p:graphicFrame>
      <p:sp>
        <p:nvSpPr>
          <p:cNvPr id="57347" name="Text Box 3"/>
          <p:cNvSpPr txBox="1">
            <a:spLocks noChangeArrowheads="1"/>
          </p:cNvSpPr>
          <p:nvPr/>
        </p:nvSpPr>
        <p:spPr bwMode="auto">
          <a:xfrm>
            <a:off x="1771650" y="373275"/>
            <a:ext cx="4158854" cy="461665"/>
          </a:xfrm>
          <a:prstGeom prst="rect">
            <a:avLst/>
          </a:prstGeom>
          <a:noFill/>
          <a:ln w="9525">
            <a:noFill/>
            <a:miter lim="800000"/>
            <a:headEnd/>
            <a:tailEnd/>
          </a:ln>
          <a:effectLst/>
        </p:spPr>
        <p:txBody>
          <a:bodyPr>
            <a:spAutoFit/>
          </a:bodyPr>
          <a:lstStyle/>
          <a:p>
            <a:r>
              <a:rPr kumimoji="0" lang="zh-CN" altLang="en-US" sz="2400">
                <a:solidFill>
                  <a:srgbClr val="CC0000"/>
                </a:solidFill>
                <a:ea typeface="宋体" charset="-122"/>
              </a:rPr>
              <a:t>（</a:t>
            </a:r>
            <a:r>
              <a:rPr kumimoji="0" lang="en-US" altLang="zh-CN" sz="2400">
                <a:solidFill>
                  <a:srgbClr val="CC0000"/>
                </a:solidFill>
                <a:ea typeface="宋体" charset="-122"/>
              </a:rPr>
              <a:t>2</a:t>
            </a:r>
            <a:r>
              <a:rPr kumimoji="0" lang="zh-CN" altLang="en-US" sz="2400">
                <a:solidFill>
                  <a:srgbClr val="CC0000"/>
                </a:solidFill>
                <a:ea typeface="宋体" charset="-122"/>
              </a:rPr>
              <a:t>）半无限长</a:t>
            </a:r>
            <a:r>
              <a:rPr kumimoji="0" lang="zh-CN" altLang="en-US" sz="2400">
                <a:solidFill>
                  <a:srgbClr val="1C1C1C"/>
                </a:solidFill>
                <a:ea typeface="宋体" charset="-122"/>
              </a:rPr>
              <a:t>螺线管的一端</a:t>
            </a:r>
          </a:p>
        </p:txBody>
      </p:sp>
      <p:graphicFrame>
        <p:nvGraphicFramePr>
          <p:cNvPr id="57348" name="Object 4"/>
          <p:cNvGraphicFramePr>
            <a:graphicFrameLocks noChangeAspect="1"/>
          </p:cNvGraphicFramePr>
          <p:nvPr/>
        </p:nvGraphicFramePr>
        <p:xfrm>
          <a:off x="2755106" y="835819"/>
          <a:ext cx="1919288" cy="788194"/>
        </p:xfrm>
        <a:graphic>
          <a:graphicData uri="http://schemas.openxmlformats.org/presentationml/2006/ole">
            <mc:AlternateContent xmlns:mc="http://schemas.openxmlformats.org/markup-compatibility/2006">
              <mc:Choice xmlns:v="urn:schemas-microsoft-com:vml" Requires="v">
                <p:oleObj spid="_x0000_s183055" name="公式" r:id="rId5" imgW="977760" imgH="393480" progId="Equation.DSMT4">
                  <p:embed/>
                </p:oleObj>
              </mc:Choice>
              <mc:Fallback>
                <p:oleObj name="公式" r:id="rId5" imgW="977760" imgH="393480" progId="Equation.DSMT4">
                  <p:embed/>
                  <p:pic>
                    <p:nvPicPr>
                      <p:cNvPr id="0" name="Object 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755106" y="835819"/>
                        <a:ext cx="1919288" cy="788194"/>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nvGrpSpPr>
          <p:cNvPr id="8" name="组合 7"/>
          <p:cNvGrpSpPr/>
          <p:nvPr/>
        </p:nvGrpSpPr>
        <p:grpSpPr>
          <a:xfrm>
            <a:off x="2427685" y="3200400"/>
            <a:ext cx="4286250" cy="1244207"/>
            <a:chOff x="2427685" y="3200400"/>
            <a:chExt cx="4286250" cy="1244207"/>
          </a:xfrm>
        </p:grpSpPr>
        <p:sp>
          <p:nvSpPr>
            <p:cNvPr id="89" name="Line 28"/>
            <p:cNvSpPr>
              <a:spLocks noChangeShapeType="1"/>
            </p:cNvSpPr>
            <p:nvPr/>
          </p:nvSpPr>
          <p:spPr bwMode="auto">
            <a:xfrm>
              <a:off x="2427685" y="3794522"/>
              <a:ext cx="4094559" cy="0"/>
            </a:xfrm>
            <a:prstGeom prst="line">
              <a:avLst/>
            </a:prstGeom>
            <a:noFill/>
            <a:ln w="12700">
              <a:solidFill>
                <a:srgbClr val="000000"/>
              </a:solidFill>
              <a:round/>
              <a:headEnd/>
              <a:tailEnd type="triangle" w="sm" len="lg"/>
            </a:ln>
            <a:effectLst/>
          </p:spPr>
          <p:txBody>
            <a:bodyPr wrap="none"/>
            <a:lstStyle/>
            <a:p>
              <a:pPr eaLnBrk="0" hangingPunct="0"/>
              <a:endParaRPr kumimoji="0" lang="zh-CN" altLang="en-US" sz="1350" b="0">
                <a:solidFill>
                  <a:prstClr val="black"/>
                </a:solidFill>
                <a:latin typeface="Arial" charset="0"/>
                <a:ea typeface="宋体" charset="-122"/>
              </a:endParaRPr>
            </a:p>
          </p:txBody>
        </p:sp>
        <p:sp>
          <p:nvSpPr>
            <p:cNvPr id="90" name="Line 29"/>
            <p:cNvSpPr>
              <a:spLocks noChangeShapeType="1"/>
            </p:cNvSpPr>
            <p:nvPr/>
          </p:nvSpPr>
          <p:spPr bwMode="auto">
            <a:xfrm flipH="1">
              <a:off x="2524126" y="3337322"/>
              <a:ext cx="383381" cy="0"/>
            </a:xfrm>
            <a:prstGeom prst="line">
              <a:avLst/>
            </a:prstGeom>
            <a:noFill/>
            <a:ln w="9525">
              <a:solidFill>
                <a:schemeClr val="tx1"/>
              </a:solidFill>
              <a:prstDash val="dash"/>
              <a:round/>
              <a:headEnd/>
              <a:tailEnd/>
            </a:ln>
            <a:effectLst/>
          </p:spPr>
          <p:txBody>
            <a:bodyPr wrap="none"/>
            <a:lstStyle/>
            <a:p>
              <a:pPr eaLnBrk="0" hangingPunct="0"/>
              <a:endParaRPr kumimoji="0" lang="zh-CN" altLang="en-US" sz="1350" b="0">
                <a:solidFill>
                  <a:prstClr val="black"/>
                </a:solidFill>
                <a:latin typeface="Arial" charset="0"/>
                <a:ea typeface="宋体" charset="-122"/>
              </a:endParaRPr>
            </a:p>
          </p:txBody>
        </p:sp>
        <p:sp>
          <p:nvSpPr>
            <p:cNvPr id="91" name="Text Box 30"/>
            <p:cNvSpPr txBox="1">
              <a:spLocks noChangeArrowheads="1"/>
            </p:cNvSpPr>
            <p:nvPr/>
          </p:nvSpPr>
          <p:spPr bwMode="auto">
            <a:xfrm>
              <a:off x="3600450" y="3429000"/>
              <a:ext cx="694135" cy="415498"/>
            </a:xfrm>
            <a:prstGeom prst="rect">
              <a:avLst/>
            </a:prstGeom>
            <a:noFill/>
            <a:ln w="9525">
              <a:noFill/>
              <a:miter lim="800000"/>
              <a:headEnd/>
              <a:tailEnd/>
            </a:ln>
            <a:effectLst/>
          </p:spPr>
          <p:txBody>
            <a:bodyPr>
              <a:spAutoFit/>
            </a:bodyPr>
            <a:lstStyle/>
            <a:p>
              <a:endParaRPr kumimoji="0" lang="zh-CN" altLang="zh-CN" sz="2100" b="0" i="1">
                <a:solidFill>
                  <a:srgbClr val="1C1C1C"/>
                </a:solidFill>
                <a:ea typeface="宋体" charset="-122"/>
              </a:endParaRPr>
            </a:p>
          </p:txBody>
        </p:sp>
        <p:sp>
          <p:nvSpPr>
            <p:cNvPr id="92" name="Text Box 31"/>
            <p:cNvSpPr txBox="1">
              <a:spLocks noChangeArrowheads="1"/>
            </p:cNvSpPr>
            <p:nvPr/>
          </p:nvSpPr>
          <p:spPr bwMode="auto">
            <a:xfrm>
              <a:off x="2461022" y="3383756"/>
              <a:ext cx="760809" cy="369332"/>
            </a:xfrm>
            <a:prstGeom prst="rect">
              <a:avLst/>
            </a:prstGeom>
            <a:noFill/>
            <a:ln w="9525">
              <a:noFill/>
              <a:miter lim="800000"/>
              <a:headEnd/>
              <a:tailEnd/>
            </a:ln>
            <a:effectLst/>
          </p:spPr>
          <p:txBody>
            <a:bodyPr>
              <a:spAutoFit/>
            </a:bodyPr>
            <a:lstStyle/>
            <a:p>
              <a:r>
                <a:rPr kumimoji="0" lang="en-US" altLang="zh-CN" sz="1800" b="0" i="1">
                  <a:solidFill>
                    <a:srgbClr val="1C1C1C"/>
                  </a:solidFill>
                  <a:ea typeface="宋体" charset="-122"/>
                </a:rPr>
                <a:t>R</a:t>
              </a:r>
            </a:p>
          </p:txBody>
        </p:sp>
        <p:grpSp>
          <p:nvGrpSpPr>
            <p:cNvPr id="93" name="Group 34"/>
            <p:cNvGrpSpPr>
              <a:grpSpLocks/>
            </p:cNvGrpSpPr>
            <p:nvPr/>
          </p:nvGrpSpPr>
          <p:grpSpPr bwMode="auto">
            <a:xfrm>
              <a:off x="2914650" y="4143379"/>
              <a:ext cx="3228976" cy="301228"/>
              <a:chOff x="1488" y="3792"/>
              <a:chExt cx="2712" cy="253"/>
            </a:xfrm>
          </p:grpSpPr>
          <p:sp>
            <p:nvSpPr>
              <p:cNvPr id="94" name="Oval 35"/>
              <p:cNvSpPr>
                <a:spLocks noChangeArrowheads="1"/>
              </p:cNvSpPr>
              <p:nvPr/>
            </p:nvSpPr>
            <p:spPr bwMode="auto">
              <a:xfrm>
                <a:off x="1521" y="3834"/>
                <a:ext cx="187" cy="152"/>
              </a:xfrm>
              <a:prstGeom prst="ellipse">
                <a:avLst/>
              </a:prstGeom>
              <a:gradFill rotWithShape="0">
                <a:gsLst>
                  <a:gs pos="0">
                    <a:srgbClr val="FFFFFF"/>
                  </a:gs>
                  <a:gs pos="100000">
                    <a:schemeClr val="accent1"/>
                  </a:gs>
                </a:gsLst>
                <a:path path="shape">
                  <a:fillToRect l="50000" t="50000" r="50000" b="50000"/>
                </a:path>
              </a:gradFill>
              <a:ln w="19050">
                <a:solidFill>
                  <a:schemeClr val="tx1"/>
                </a:solidFill>
                <a:round/>
                <a:headEnd/>
                <a:tailEnd/>
              </a:ln>
              <a:effectLst/>
            </p:spPr>
            <p:txBody>
              <a:bodyPr wrap="none" anchor="ctr"/>
              <a:lstStyle/>
              <a:p>
                <a:endParaRPr kumimoji="0" lang="zh-CN" altLang="en-US" sz="1350" b="0">
                  <a:solidFill>
                    <a:prstClr val="black"/>
                  </a:solidFill>
                  <a:latin typeface="Arial" charset="0"/>
                  <a:ea typeface="宋体" charset="-122"/>
                </a:endParaRPr>
              </a:p>
            </p:txBody>
          </p:sp>
          <p:sp>
            <p:nvSpPr>
              <p:cNvPr id="95" name="Text Box 36"/>
              <p:cNvSpPr txBox="1">
                <a:spLocks noChangeArrowheads="1"/>
              </p:cNvSpPr>
              <p:nvPr/>
            </p:nvSpPr>
            <p:spPr bwMode="auto">
              <a:xfrm>
                <a:off x="1488" y="3793"/>
                <a:ext cx="301" cy="252"/>
              </a:xfrm>
              <a:prstGeom prst="rect">
                <a:avLst/>
              </a:prstGeom>
              <a:noFill/>
              <a:ln w="9525">
                <a:noFill/>
                <a:miter lim="800000"/>
                <a:headEnd/>
                <a:tailEnd/>
              </a:ln>
              <a:effectLst/>
            </p:spPr>
            <p:txBody>
              <a:bodyPr wrap="none">
                <a:spAutoFit/>
              </a:bodyPr>
              <a:lstStyle/>
              <a:p>
                <a:pPr>
                  <a:spcBef>
                    <a:spcPct val="50000"/>
                  </a:spcBef>
                </a:pPr>
                <a:r>
                  <a:rPr kumimoji="0" lang="en-US" altLang="zh-CN" sz="1350">
                    <a:solidFill>
                      <a:srgbClr val="FF0000"/>
                    </a:solidFill>
                    <a:ea typeface="宋体" charset="-122"/>
                  </a:rPr>
                  <a:t>×</a:t>
                </a:r>
                <a:endParaRPr kumimoji="0" lang="en-US" altLang="zh-CN" sz="1350">
                  <a:solidFill>
                    <a:prstClr val="black"/>
                  </a:solidFill>
                  <a:ea typeface="宋体" charset="-122"/>
                </a:endParaRPr>
              </a:p>
            </p:txBody>
          </p:sp>
          <p:sp>
            <p:nvSpPr>
              <p:cNvPr id="96" name="Oval 37"/>
              <p:cNvSpPr>
                <a:spLocks noChangeArrowheads="1"/>
              </p:cNvSpPr>
              <p:nvPr/>
            </p:nvSpPr>
            <p:spPr bwMode="auto">
              <a:xfrm>
                <a:off x="1707" y="3834"/>
                <a:ext cx="187" cy="152"/>
              </a:xfrm>
              <a:prstGeom prst="ellipse">
                <a:avLst/>
              </a:prstGeom>
              <a:gradFill rotWithShape="0">
                <a:gsLst>
                  <a:gs pos="0">
                    <a:srgbClr val="FFFFFF"/>
                  </a:gs>
                  <a:gs pos="100000">
                    <a:schemeClr val="accent1"/>
                  </a:gs>
                </a:gsLst>
                <a:path path="shape">
                  <a:fillToRect l="50000" t="50000" r="50000" b="50000"/>
                </a:path>
              </a:gradFill>
              <a:ln w="19050">
                <a:solidFill>
                  <a:schemeClr val="tx1"/>
                </a:solidFill>
                <a:round/>
                <a:headEnd/>
                <a:tailEnd/>
              </a:ln>
              <a:effectLst/>
            </p:spPr>
            <p:txBody>
              <a:bodyPr wrap="none" anchor="ctr"/>
              <a:lstStyle/>
              <a:p>
                <a:endParaRPr kumimoji="0" lang="zh-CN" altLang="en-US" sz="1350" b="0">
                  <a:solidFill>
                    <a:prstClr val="black"/>
                  </a:solidFill>
                  <a:latin typeface="Arial" charset="0"/>
                  <a:ea typeface="宋体" charset="-122"/>
                </a:endParaRPr>
              </a:p>
            </p:txBody>
          </p:sp>
          <p:sp>
            <p:nvSpPr>
              <p:cNvPr id="97" name="Text Box 38"/>
              <p:cNvSpPr txBox="1">
                <a:spLocks noChangeArrowheads="1"/>
              </p:cNvSpPr>
              <p:nvPr/>
            </p:nvSpPr>
            <p:spPr bwMode="auto">
              <a:xfrm>
                <a:off x="1664" y="3793"/>
                <a:ext cx="301" cy="252"/>
              </a:xfrm>
              <a:prstGeom prst="rect">
                <a:avLst/>
              </a:prstGeom>
              <a:noFill/>
              <a:ln w="9525">
                <a:noFill/>
                <a:miter lim="800000"/>
                <a:headEnd/>
                <a:tailEnd/>
              </a:ln>
              <a:effectLst/>
            </p:spPr>
            <p:txBody>
              <a:bodyPr wrap="none">
                <a:spAutoFit/>
              </a:bodyPr>
              <a:lstStyle/>
              <a:p>
                <a:pPr>
                  <a:spcBef>
                    <a:spcPct val="50000"/>
                  </a:spcBef>
                </a:pPr>
                <a:r>
                  <a:rPr kumimoji="0" lang="en-US" altLang="zh-CN" sz="1350">
                    <a:solidFill>
                      <a:srgbClr val="FF0000"/>
                    </a:solidFill>
                    <a:ea typeface="宋体" charset="-122"/>
                  </a:rPr>
                  <a:t>×</a:t>
                </a:r>
                <a:endParaRPr kumimoji="0" lang="en-US" altLang="zh-CN" sz="1350">
                  <a:solidFill>
                    <a:prstClr val="black"/>
                  </a:solidFill>
                  <a:ea typeface="宋体" charset="-122"/>
                </a:endParaRPr>
              </a:p>
            </p:txBody>
          </p:sp>
          <p:sp>
            <p:nvSpPr>
              <p:cNvPr id="98" name="Oval 39"/>
              <p:cNvSpPr>
                <a:spLocks noChangeArrowheads="1"/>
              </p:cNvSpPr>
              <p:nvPr/>
            </p:nvSpPr>
            <p:spPr bwMode="auto">
              <a:xfrm>
                <a:off x="1892" y="3834"/>
                <a:ext cx="187" cy="152"/>
              </a:xfrm>
              <a:prstGeom prst="ellipse">
                <a:avLst/>
              </a:prstGeom>
              <a:gradFill rotWithShape="0">
                <a:gsLst>
                  <a:gs pos="0">
                    <a:srgbClr val="FFFFFF"/>
                  </a:gs>
                  <a:gs pos="100000">
                    <a:schemeClr val="accent1"/>
                  </a:gs>
                </a:gsLst>
                <a:path path="shape">
                  <a:fillToRect l="50000" t="50000" r="50000" b="50000"/>
                </a:path>
              </a:gradFill>
              <a:ln w="19050">
                <a:solidFill>
                  <a:schemeClr val="tx1"/>
                </a:solidFill>
                <a:round/>
                <a:headEnd/>
                <a:tailEnd/>
              </a:ln>
              <a:effectLst/>
            </p:spPr>
            <p:txBody>
              <a:bodyPr wrap="none" anchor="ctr"/>
              <a:lstStyle/>
              <a:p>
                <a:endParaRPr kumimoji="0" lang="zh-CN" altLang="en-US" sz="1350" b="0">
                  <a:solidFill>
                    <a:prstClr val="black"/>
                  </a:solidFill>
                  <a:latin typeface="Arial" charset="0"/>
                  <a:ea typeface="宋体" charset="-122"/>
                </a:endParaRPr>
              </a:p>
            </p:txBody>
          </p:sp>
          <p:sp>
            <p:nvSpPr>
              <p:cNvPr id="99" name="Text Box 40"/>
              <p:cNvSpPr txBox="1">
                <a:spLocks noChangeArrowheads="1"/>
              </p:cNvSpPr>
              <p:nvPr/>
            </p:nvSpPr>
            <p:spPr bwMode="auto">
              <a:xfrm>
                <a:off x="1860" y="3793"/>
                <a:ext cx="301" cy="252"/>
              </a:xfrm>
              <a:prstGeom prst="rect">
                <a:avLst/>
              </a:prstGeom>
              <a:noFill/>
              <a:ln w="9525">
                <a:noFill/>
                <a:miter lim="800000"/>
                <a:headEnd/>
                <a:tailEnd/>
              </a:ln>
              <a:effectLst/>
            </p:spPr>
            <p:txBody>
              <a:bodyPr wrap="none">
                <a:spAutoFit/>
              </a:bodyPr>
              <a:lstStyle/>
              <a:p>
                <a:pPr>
                  <a:spcBef>
                    <a:spcPct val="50000"/>
                  </a:spcBef>
                </a:pPr>
                <a:r>
                  <a:rPr kumimoji="0" lang="en-US" altLang="zh-CN" sz="1350">
                    <a:solidFill>
                      <a:srgbClr val="FF0000"/>
                    </a:solidFill>
                    <a:ea typeface="宋体" charset="-122"/>
                  </a:rPr>
                  <a:t>×</a:t>
                </a:r>
                <a:endParaRPr kumimoji="0" lang="en-US" altLang="zh-CN" sz="1350">
                  <a:solidFill>
                    <a:prstClr val="black"/>
                  </a:solidFill>
                  <a:ea typeface="宋体" charset="-122"/>
                </a:endParaRPr>
              </a:p>
            </p:txBody>
          </p:sp>
          <p:sp>
            <p:nvSpPr>
              <p:cNvPr id="100" name="Oval 41"/>
              <p:cNvSpPr>
                <a:spLocks noChangeArrowheads="1"/>
              </p:cNvSpPr>
              <p:nvPr/>
            </p:nvSpPr>
            <p:spPr bwMode="auto">
              <a:xfrm>
                <a:off x="2449" y="3834"/>
                <a:ext cx="187" cy="152"/>
              </a:xfrm>
              <a:prstGeom prst="ellipse">
                <a:avLst/>
              </a:prstGeom>
              <a:gradFill rotWithShape="0">
                <a:gsLst>
                  <a:gs pos="0">
                    <a:srgbClr val="FFFFFF"/>
                  </a:gs>
                  <a:gs pos="100000">
                    <a:schemeClr val="accent1"/>
                  </a:gs>
                </a:gsLst>
                <a:path path="shape">
                  <a:fillToRect l="50000" t="50000" r="50000" b="50000"/>
                </a:path>
              </a:gradFill>
              <a:ln w="19050">
                <a:solidFill>
                  <a:schemeClr val="tx1"/>
                </a:solidFill>
                <a:round/>
                <a:headEnd/>
                <a:tailEnd/>
              </a:ln>
              <a:effectLst/>
            </p:spPr>
            <p:txBody>
              <a:bodyPr wrap="none" anchor="ctr"/>
              <a:lstStyle/>
              <a:p>
                <a:endParaRPr kumimoji="0" lang="zh-CN" altLang="en-US" sz="1350" b="0">
                  <a:solidFill>
                    <a:prstClr val="black"/>
                  </a:solidFill>
                  <a:latin typeface="Arial" charset="0"/>
                  <a:ea typeface="宋体" charset="-122"/>
                </a:endParaRPr>
              </a:p>
            </p:txBody>
          </p:sp>
          <p:sp>
            <p:nvSpPr>
              <p:cNvPr id="101" name="Text Box 42"/>
              <p:cNvSpPr txBox="1">
                <a:spLocks noChangeArrowheads="1"/>
              </p:cNvSpPr>
              <p:nvPr/>
            </p:nvSpPr>
            <p:spPr bwMode="auto">
              <a:xfrm>
                <a:off x="2415" y="3793"/>
                <a:ext cx="301" cy="252"/>
              </a:xfrm>
              <a:prstGeom prst="rect">
                <a:avLst/>
              </a:prstGeom>
              <a:noFill/>
              <a:ln w="9525">
                <a:noFill/>
                <a:miter lim="800000"/>
                <a:headEnd/>
                <a:tailEnd/>
              </a:ln>
              <a:effectLst/>
            </p:spPr>
            <p:txBody>
              <a:bodyPr wrap="none">
                <a:spAutoFit/>
              </a:bodyPr>
              <a:lstStyle/>
              <a:p>
                <a:pPr>
                  <a:spcBef>
                    <a:spcPct val="50000"/>
                  </a:spcBef>
                </a:pPr>
                <a:r>
                  <a:rPr kumimoji="0" lang="en-US" altLang="zh-CN" sz="1350">
                    <a:solidFill>
                      <a:srgbClr val="FF0000"/>
                    </a:solidFill>
                    <a:ea typeface="宋体" charset="-122"/>
                  </a:rPr>
                  <a:t>×</a:t>
                </a:r>
                <a:endParaRPr kumimoji="0" lang="en-US" altLang="zh-CN" sz="1350">
                  <a:solidFill>
                    <a:prstClr val="black"/>
                  </a:solidFill>
                  <a:ea typeface="宋体" charset="-122"/>
                </a:endParaRPr>
              </a:p>
            </p:txBody>
          </p:sp>
          <p:sp>
            <p:nvSpPr>
              <p:cNvPr id="102" name="Oval 43"/>
              <p:cNvSpPr>
                <a:spLocks noChangeArrowheads="1"/>
              </p:cNvSpPr>
              <p:nvPr/>
            </p:nvSpPr>
            <p:spPr bwMode="auto">
              <a:xfrm>
                <a:off x="2264" y="3834"/>
                <a:ext cx="187" cy="152"/>
              </a:xfrm>
              <a:prstGeom prst="ellipse">
                <a:avLst/>
              </a:prstGeom>
              <a:gradFill rotWithShape="0">
                <a:gsLst>
                  <a:gs pos="0">
                    <a:srgbClr val="FFFFFF"/>
                  </a:gs>
                  <a:gs pos="100000">
                    <a:schemeClr val="accent1"/>
                  </a:gs>
                </a:gsLst>
                <a:path path="shape">
                  <a:fillToRect l="50000" t="50000" r="50000" b="50000"/>
                </a:path>
              </a:gradFill>
              <a:ln w="19050">
                <a:solidFill>
                  <a:schemeClr val="tx1"/>
                </a:solidFill>
                <a:round/>
                <a:headEnd/>
                <a:tailEnd/>
              </a:ln>
              <a:effectLst/>
            </p:spPr>
            <p:txBody>
              <a:bodyPr wrap="none" anchor="ctr"/>
              <a:lstStyle/>
              <a:p>
                <a:endParaRPr kumimoji="0" lang="zh-CN" altLang="en-US" sz="1350" b="0">
                  <a:solidFill>
                    <a:prstClr val="black"/>
                  </a:solidFill>
                  <a:latin typeface="Arial" charset="0"/>
                  <a:ea typeface="宋体" charset="-122"/>
                </a:endParaRPr>
              </a:p>
            </p:txBody>
          </p:sp>
          <p:sp>
            <p:nvSpPr>
              <p:cNvPr id="103" name="Text Box 44"/>
              <p:cNvSpPr txBox="1">
                <a:spLocks noChangeArrowheads="1"/>
              </p:cNvSpPr>
              <p:nvPr/>
            </p:nvSpPr>
            <p:spPr bwMode="auto">
              <a:xfrm>
                <a:off x="2221" y="3792"/>
                <a:ext cx="301" cy="252"/>
              </a:xfrm>
              <a:prstGeom prst="rect">
                <a:avLst/>
              </a:prstGeom>
              <a:noFill/>
              <a:ln w="9525">
                <a:noFill/>
                <a:miter lim="800000"/>
                <a:headEnd/>
                <a:tailEnd/>
              </a:ln>
              <a:effectLst/>
            </p:spPr>
            <p:txBody>
              <a:bodyPr wrap="none">
                <a:spAutoFit/>
              </a:bodyPr>
              <a:lstStyle/>
              <a:p>
                <a:pPr>
                  <a:spcBef>
                    <a:spcPct val="50000"/>
                  </a:spcBef>
                </a:pPr>
                <a:r>
                  <a:rPr kumimoji="0" lang="en-US" altLang="zh-CN" sz="1350">
                    <a:solidFill>
                      <a:srgbClr val="FF0000"/>
                    </a:solidFill>
                    <a:ea typeface="宋体" charset="-122"/>
                  </a:rPr>
                  <a:t>×</a:t>
                </a:r>
                <a:endParaRPr kumimoji="0" lang="en-US" altLang="zh-CN" sz="1350">
                  <a:solidFill>
                    <a:prstClr val="black"/>
                  </a:solidFill>
                  <a:ea typeface="宋体" charset="-122"/>
                </a:endParaRPr>
              </a:p>
            </p:txBody>
          </p:sp>
          <p:sp>
            <p:nvSpPr>
              <p:cNvPr id="104" name="Oval 45"/>
              <p:cNvSpPr>
                <a:spLocks noChangeArrowheads="1"/>
              </p:cNvSpPr>
              <p:nvPr/>
            </p:nvSpPr>
            <p:spPr bwMode="auto">
              <a:xfrm>
                <a:off x="2079" y="3834"/>
                <a:ext cx="187" cy="152"/>
              </a:xfrm>
              <a:prstGeom prst="ellipse">
                <a:avLst/>
              </a:prstGeom>
              <a:gradFill rotWithShape="0">
                <a:gsLst>
                  <a:gs pos="0">
                    <a:srgbClr val="FFFFFF"/>
                  </a:gs>
                  <a:gs pos="100000">
                    <a:schemeClr val="accent1"/>
                  </a:gs>
                </a:gsLst>
                <a:path path="shape">
                  <a:fillToRect l="50000" t="50000" r="50000" b="50000"/>
                </a:path>
              </a:gradFill>
              <a:ln w="19050">
                <a:solidFill>
                  <a:schemeClr val="tx1"/>
                </a:solidFill>
                <a:round/>
                <a:headEnd/>
                <a:tailEnd/>
              </a:ln>
              <a:effectLst/>
            </p:spPr>
            <p:txBody>
              <a:bodyPr wrap="none" anchor="ctr"/>
              <a:lstStyle/>
              <a:p>
                <a:endParaRPr kumimoji="0" lang="zh-CN" altLang="en-US" sz="1350" b="0">
                  <a:solidFill>
                    <a:prstClr val="black"/>
                  </a:solidFill>
                  <a:latin typeface="Arial" charset="0"/>
                  <a:ea typeface="宋体" charset="-122"/>
                </a:endParaRPr>
              </a:p>
            </p:txBody>
          </p:sp>
          <p:sp>
            <p:nvSpPr>
              <p:cNvPr id="105" name="Text Box 46"/>
              <p:cNvSpPr txBox="1">
                <a:spLocks noChangeArrowheads="1"/>
              </p:cNvSpPr>
              <p:nvPr/>
            </p:nvSpPr>
            <p:spPr bwMode="auto">
              <a:xfrm>
                <a:off x="2045" y="3793"/>
                <a:ext cx="301" cy="252"/>
              </a:xfrm>
              <a:prstGeom prst="rect">
                <a:avLst/>
              </a:prstGeom>
              <a:noFill/>
              <a:ln w="9525">
                <a:noFill/>
                <a:miter lim="800000"/>
                <a:headEnd/>
                <a:tailEnd/>
              </a:ln>
              <a:effectLst/>
            </p:spPr>
            <p:txBody>
              <a:bodyPr wrap="none">
                <a:spAutoFit/>
              </a:bodyPr>
              <a:lstStyle/>
              <a:p>
                <a:pPr>
                  <a:spcBef>
                    <a:spcPct val="50000"/>
                  </a:spcBef>
                </a:pPr>
                <a:r>
                  <a:rPr kumimoji="0" lang="en-US" altLang="zh-CN" sz="1350">
                    <a:solidFill>
                      <a:srgbClr val="FF0000"/>
                    </a:solidFill>
                    <a:ea typeface="宋体" charset="-122"/>
                  </a:rPr>
                  <a:t>×</a:t>
                </a:r>
                <a:endParaRPr kumimoji="0" lang="en-US" altLang="zh-CN" sz="1350">
                  <a:solidFill>
                    <a:prstClr val="black"/>
                  </a:solidFill>
                  <a:ea typeface="宋体" charset="-122"/>
                </a:endParaRPr>
              </a:p>
            </p:txBody>
          </p:sp>
          <p:sp>
            <p:nvSpPr>
              <p:cNvPr id="106" name="Oval 47"/>
              <p:cNvSpPr>
                <a:spLocks noChangeArrowheads="1"/>
              </p:cNvSpPr>
              <p:nvPr/>
            </p:nvSpPr>
            <p:spPr bwMode="auto">
              <a:xfrm>
                <a:off x="2636" y="3834"/>
                <a:ext cx="187" cy="152"/>
              </a:xfrm>
              <a:prstGeom prst="ellipse">
                <a:avLst/>
              </a:prstGeom>
              <a:gradFill rotWithShape="0">
                <a:gsLst>
                  <a:gs pos="0">
                    <a:srgbClr val="FFFFFF"/>
                  </a:gs>
                  <a:gs pos="100000">
                    <a:schemeClr val="accent1"/>
                  </a:gs>
                </a:gsLst>
                <a:path path="shape">
                  <a:fillToRect l="50000" t="50000" r="50000" b="50000"/>
                </a:path>
              </a:gradFill>
              <a:ln w="19050">
                <a:solidFill>
                  <a:schemeClr val="tx1"/>
                </a:solidFill>
                <a:round/>
                <a:headEnd/>
                <a:tailEnd/>
              </a:ln>
              <a:effectLst/>
            </p:spPr>
            <p:txBody>
              <a:bodyPr wrap="none" anchor="ctr"/>
              <a:lstStyle/>
              <a:p>
                <a:endParaRPr kumimoji="0" lang="zh-CN" altLang="en-US" sz="1350" b="0">
                  <a:solidFill>
                    <a:prstClr val="black"/>
                  </a:solidFill>
                  <a:latin typeface="Arial" charset="0"/>
                  <a:ea typeface="宋体" charset="-122"/>
                </a:endParaRPr>
              </a:p>
            </p:txBody>
          </p:sp>
          <p:sp>
            <p:nvSpPr>
              <p:cNvPr id="107" name="Text Box 48"/>
              <p:cNvSpPr txBox="1">
                <a:spLocks noChangeArrowheads="1"/>
              </p:cNvSpPr>
              <p:nvPr/>
            </p:nvSpPr>
            <p:spPr bwMode="auto">
              <a:xfrm>
                <a:off x="2602" y="3793"/>
                <a:ext cx="301" cy="252"/>
              </a:xfrm>
              <a:prstGeom prst="rect">
                <a:avLst/>
              </a:prstGeom>
              <a:noFill/>
              <a:ln w="9525">
                <a:noFill/>
                <a:miter lim="800000"/>
                <a:headEnd/>
                <a:tailEnd/>
              </a:ln>
              <a:effectLst/>
            </p:spPr>
            <p:txBody>
              <a:bodyPr wrap="none">
                <a:spAutoFit/>
              </a:bodyPr>
              <a:lstStyle/>
              <a:p>
                <a:pPr>
                  <a:spcBef>
                    <a:spcPct val="50000"/>
                  </a:spcBef>
                </a:pPr>
                <a:r>
                  <a:rPr kumimoji="0" lang="en-US" altLang="zh-CN" sz="1350">
                    <a:solidFill>
                      <a:srgbClr val="FF0000"/>
                    </a:solidFill>
                    <a:ea typeface="宋体" charset="-122"/>
                  </a:rPr>
                  <a:t>×</a:t>
                </a:r>
                <a:endParaRPr kumimoji="0" lang="en-US" altLang="zh-CN" sz="1350">
                  <a:solidFill>
                    <a:prstClr val="black"/>
                  </a:solidFill>
                  <a:ea typeface="宋体" charset="-122"/>
                </a:endParaRPr>
              </a:p>
            </p:txBody>
          </p:sp>
          <p:sp>
            <p:nvSpPr>
              <p:cNvPr id="108" name="Oval 49"/>
              <p:cNvSpPr>
                <a:spLocks noChangeArrowheads="1"/>
              </p:cNvSpPr>
              <p:nvPr/>
            </p:nvSpPr>
            <p:spPr bwMode="auto">
              <a:xfrm>
                <a:off x="2821" y="3834"/>
                <a:ext cx="187" cy="152"/>
              </a:xfrm>
              <a:prstGeom prst="ellipse">
                <a:avLst/>
              </a:prstGeom>
              <a:gradFill rotWithShape="0">
                <a:gsLst>
                  <a:gs pos="0">
                    <a:srgbClr val="FFFFFF"/>
                  </a:gs>
                  <a:gs pos="100000">
                    <a:schemeClr val="accent1"/>
                  </a:gs>
                </a:gsLst>
                <a:path path="shape">
                  <a:fillToRect l="50000" t="50000" r="50000" b="50000"/>
                </a:path>
              </a:gradFill>
              <a:ln w="19050">
                <a:solidFill>
                  <a:schemeClr val="tx1"/>
                </a:solidFill>
                <a:round/>
                <a:headEnd/>
                <a:tailEnd/>
              </a:ln>
              <a:effectLst/>
            </p:spPr>
            <p:txBody>
              <a:bodyPr wrap="none" anchor="ctr"/>
              <a:lstStyle/>
              <a:p>
                <a:endParaRPr kumimoji="0" lang="zh-CN" altLang="en-US" sz="1350" b="0">
                  <a:solidFill>
                    <a:prstClr val="black"/>
                  </a:solidFill>
                  <a:latin typeface="Arial" charset="0"/>
                  <a:ea typeface="宋体" charset="-122"/>
                </a:endParaRPr>
              </a:p>
            </p:txBody>
          </p:sp>
          <p:sp>
            <p:nvSpPr>
              <p:cNvPr id="109" name="Text Box 50"/>
              <p:cNvSpPr txBox="1">
                <a:spLocks noChangeArrowheads="1"/>
              </p:cNvSpPr>
              <p:nvPr/>
            </p:nvSpPr>
            <p:spPr bwMode="auto">
              <a:xfrm>
                <a:off x="2778" y="3793"/>
                <a:ext cx="301" cy="252"/>
              </a:xfrm>
              <a:prstGeom prst="rect">
                <a:avLst/>
              </a:prstGeom>
              <a:noFill/>
              <a:ln w="9525">
                <a:noFill/>
                <a:miter lim="800000"/>
                <a:headEnd/>
                <a:tailEnd/>
              </a:ln>
              <a:effectLst/>
            </p:spPr>
            <p:txBody>
              <a:bodyPr wrap="none">
                <a:spAutoFit/>
              </a:bodyPr>
              <a:lstStyle/>
              <a:p>
                <a:pPr>
                  <a:spcBef>
                    <a:spcPct val="50000"/>
                  </a:spcBef>
                </a:pPr>
                <a:r>
                  <a:rPr kumimoji="0" lang="en-US" altLang="zh-CN" sz="1350">
                    <a:solidFill>
                      <a:srgbClr val="FF0000"/>
                    </a:solidFill>
                    <a:ea typeface="宋体" charset="-122"/>
                  </a:rPr>
                  <a:t>×</a:t>
                </a:r>
                <a:endParaRPr kumimoji="0" lang="en-US" altLang="zh-CN" sz="1350">
                  <a:solidFill>
                    <a:prstClr val="black"/>
                  </a:solidFill>
                  <a:ea typeface="宋体" charset="-122"/>
                </a:endParaRPr>
              </a:p>
            </p:txBody>
          </p:sp>
          <p:sp>
            <p:nvSpPr>
              <p:cNvPr id="110" name="Oval 51"/>
              <p:cNvSpPr>
                <a:spLocks noChangeArrowheads="1"/>
              </p:cNvSpPr>
              <p:nvPr/>
            </p:nvSpPr>
            <p:spPr bwMode="auto">
              <a:xfrm>
                <a:off x="3008" y="3834"/>
                <a:ext cx="185" cy="152"/>
              </a:xfrm>
              <a:prstGeom prst="ellipse">
                <a:avLst/>
              </a:prstGeom>
              <a:gradFill rotWithShape="0">
                <a:gsLst>
                  <a:gs pos="0">
                    <a:srgbClr val="FFFFFF"/>
                  </a:gs>
                  <a:gs pos="100000">
                    <a:schemeClr val="accent1"/>
                  </a:gs>
                </a:gsLst>
                <a:path path="shape">
                  <a:fillToRect l="50000" t="50000" r="50000" b="50000"/>
                </a:path>
              </a:gradFill>
              <a:ln w="19050">
                <a:solidFill>
                  <a:schemeClr val="tx1"/>
                </a:solidFill>
                <a:round/>
                <a:headEnd/>
                <a:tailEnd/>
              </a:ln>
              <a:effectLst/>
            </p:spPr>
            <p:txBody>
              <a:bodyPr wrap="none" anchor="ctr"/>
              <a:lstStyle/>
              <a:p>
                <a:endParaRPr kumimoji="0" lang="zh-CN" altLang="en-US" sz="1350" b="0">
                  <a:solidFill>
                    <a:prstClr val="black"/>
                  </a:solidFill>
                  <a:latin typeface="Arial" charset="0"/>
                  <a:ea typeface="宋体" charset="-122"/>
                </a:endParaRPr>
              </a:p>
            </p:txBody>
          </p:sp>
          <p:sp>
            <p:nvSpPr>
              <p:cNvPr id="111" name="Text Box 52"/>
              <p:cNvSpPr txBox="1">
                <a:spLocks noChangeArrowheads="1"/>
              </p:cNvSpPr>
              <p:nvPr/>
            </p:nvSpPr>
            <p:spPr bwMode="auto">
              <a:xfrm>
                <a:off x="2974" y="3793"/>
                <a:ext cx="301" cy="252"/>
              </a:xfrm>
              <a:prstGeom prst="rect">
                <a:avLst/>
              </a:prstGeom>
              <a:noFill/>
              <a:ln w="9525">
                <a:noFill/>
                <a:miter lim="800000"/>
                <a:headEnd/>
                <a:tailEnd/>
              </a:ln>
              <a:effectLst/>
            </p:spPr>
            <p:txBody>
              <a:bodyPr wrap="none">
                <a:spAutoFit/>
              </a:bodyPr>
              <a:lstStyle/>
              <a:p>
                <a:pPr>
                  <a:spcBef>
                    <a:spcPct val="50000"/>
                  </a:spcBef>
                </a:pPr>
                <a:r>
                  <a:rPr kumimoji="0" lang="en-US" altLang="zh-CN" sz="1350">
                    <a:solidFill>
                      <a:srgbClr val="FF0000"/>
                    </a:solidFill>
                    <a:ea typeface="宋体" charset="-122"/>
                  </a:rPr>
                  <a:t>×</a:t>
                </a:r>
                <a:endParaRPr kumimoji="0" lang="en-US" altLang="zh-CN" sz="1350">
                  <a:solidFill>
                    <a:prstClr val="black"/>
                  </a:solidFill>
                  <a:ea typeface="宋体" charset="-122"/>
                </a:endParaRPr>
              </a:p>
            </p:txBody>
          </p:sp>
          <p:sp>
            <p:nvSpPr>
              <p:cNvPr id="112" name="Oval 53"/>
              <p:cNvSpPr>
                <a:spLocks noChangeArrowheads="1"/>
              </p:cNvSpPr>
              <p:nvPr/>
            </p:nvSpPr>
            <p:spPr bwMode="auto">
              <a:xfrm>
                <a:off x="3193" y="3834"/>
                <a:ext cx="187" cy="152"/>
              </a:xfrm>
              <a:prstGeom prst="ellipse">
                <a:avLst/>
              </a:prstGeom>
              <a:gradFill rotWithShape="0">
                <a:gsLst>
                  <a:gs pos="0">
                    <a:srgbClr val="FFFFFF"/>
                  </a:gs>
                  <a:gs pos="100000">
                    <a:schemeClr val="accent1"/>
                  </a:gs>
                </a:gsLst>
                <a:path path="shape">
                  <a:fillToRect l="50000" t="50000" r="50000" b="50000"/>
                </a:path>
              </a:gradFill>
              <a:ln w="19050">
                <a:solidFill>
                  <a:schemeClr val="tx1"/>
                </a:solidFill>
                <a:round/>
                <a:headEnd/>
                <a:tailEnd/>
              </a:ln>
              <a:effectLst/>
            </p:spPr>
            <p:txBody>
              <a:bodyPr wrap="none" anchor="ctr"/>
              <a:lstStyle/>
              <a:p>
                <a:endParaRPr kumimoji="0" lang="zh-CN" altLang="en-US" sz="1350" b="0">
                  <a:solidFill>
                    <a:prstClr val="black"/>
                  </a:solidFill>
                  <a:latin typeface="Arial" charset="0"/>
                  <a:ea typeface="宋体" charset="-122"/>
                </a:endParaRPr>
              </a:p>
            </p:txBody>
          </p:sp>
          <p:sp>
            <p:nvSpPr>
              <p:cNvPr id="113" name="Text Box 54"/>
              <p:cNvSpPr txBox="1">
                <a:spLocks noChangeArrowheads="1"/>
              </p:cNvSpPr>
              <p:nvPr/>
            </p:nvSpPr>
            <p:spPr bwMode="auto">
              <a:xfrm>
                <a:off x="3159" y="3793"/>
                <a:ext cx="301" cy="252"/>
              </a:xfrm>
              <a:prstGeom prst="rect">
                <a:avLst/>
              </a:prstGeom>
              <a:noFill/>
              <a:ln w="9525">
                <a:noFill/>
                <a:miter lim="800000"/>
                <a:headEnd/>
                <a:tailEnd/>
              </a:ln>
              <a:effectLst/>
            </p:spPr>
            <p:txBody>
              <a:bodyPr wrap="none">
                <a:spAutoFit/>
              </a:bodyPr>
              <a:lstStyle/>
              <a:p>
                <a:pPr>
                  <a:spcBef>
                    <a:spcPct val="50000"/>
                  </a:spcBef>
                </a:pPr>
                <a:r>
                  <a:rPr kumimoji="0" lang="en-US" altLang="zh-CN" sz="1350">
                    <a:solidFill>
                      <a:srgbClr val="FF0000"/>
                    </a:solidFill>
                    <a:ea typeface="宋体" charset="-122"/>
                  </a:rPr>
                  <a:t>×</a:t>
                </a:r>
                <a:endParaRPr kumimoji="0" lang="en-US" altLang="zh-CN" sz="1350">
                  <a:solidFill>
                    <a:prstClr val="black"/>
                  </a:solidFill>
                  <a:ea typeface="宋体" charset="-122"/>
                </a:endParaRPr>
              </a:p>
            </p:txBody>
          </p:sp>
          <p:sp>
            <p:nvSpPr>
              <p:cNvPr id="114" name="Oval 55"/>
              <p:cNvSpPr>
                <a:spLocks noChangeArrowheads="1"/>
              </p:cNvSpPr>
              <p:nvPr/>
            </p:nvSpPr>
            <p:spPr bwMode="auto">
              <a:xfrm>
                <a:off x="3378" y="3834"/>
                <a:ext cx="187" cy="152"/>
              </a:xfrm>
              <a:prstGeom prst="ellipse">
                <a:avLst/>
              </a:prstGeom>
              <a:gradFill rotWithShape="0">
                <a:gsLst>
                  <a:gs pos="0">
                    <a:srgbClr val="FFFFFF"/>
                  </a:gs>
                  <a:gs pos="100000">
                    <a:schemeClr val="accent1"/>
                  </a:gs>
                </a:gsLst>
                <a:path path="shape">
                  <a:fillToRect l="50000" t="50000" r="50000" b="50000"/>
                </a:path>
              </a:gradFill>
              <a:ln w="19050">
                <a:solidFill>
                  <a:schemeClr val="tx1"/>
                </a:solidFill>
                <a:round/>
                <a:headEnd/>
                <a:tailEnd/>
              </a:ln>
              <a:effectLst/>
            </p:spPr>
            <p:txBody>
              <a:bodyPr wrap="none" anchor="ctr"/>
              <a:lstStyle/>
              <a:p>
                <a:endParaRPr kumimoji="0" lang="zh-CN" altLang="en-US" sz="1350" b="0">
                  <a:solidFill>
                    <a:prstClr val="black"/>
                  </a:solidFill>
                  <a:latin typeface="Arial" charset="0"/>
                  <a:ea typeface="宋体" charset="-122"/>
                </a:endParaRPr>
              </a:p>
            </p:txBody>
          </p:sp>
          <p:sp>
            <p:nvSpPr>
              <p:cNvPr id="115" name="Text Box 56"/>
              <p:cNvSpPr txBox="1">
                <a:spLocks noChangeArrowheads="1"/>
              </p:cNvSpPr>
              <p:nvPr/>
            </p:nvSpPr>
            <p:spPr bwMode="auto">
              <a:xfrm>
                <a:off x="3335" y="3793"/>
                <a:ext cx="301" cy="252"/>
              </a:xfrm>
              <a:prstGeom prst="rect">
                <a:avLst/>
              </a:prstGeom>
              <a:noFill/>
              <a:ln w="9525">
                <a:noFill/>
                <a:miter lim="800000"/>
                <a:headEnd/>
                <a:tailEnd/>
              </a:ln>
              <a:effectLst/>
            </p:spPr>
            <p:txBody>
              <a:bodyPr wrap="none">
                <a:spAutoFit/>
              </a:bodyPr>
              <a:lstStyle/>
              <a:p>
                <a:pPr>
                  <a:spcBef>
                    <a:spcPct val="50000"/>
                  </a:spcBef>
                </a:pPr>
                <a:r>
                  <a:rPr kumimoji="0" lang="en-US" altLang="zh-CN" sz="1350">
                    <a:solidFill>
                      <a:srgbClr val="FF0000"/>
                    </a:solidFill>
                    <a:ea typeface="宋体" charset="-122"/>
                  </a:rPr>
                  <a:t>×</a:t>
                </a:r>
                <a:endParaRPr kumimoji="0" lang="en-US" altLang="zh-CN" sz="1350">
                  <a:solidFill>
                    <a:prstClr val="black"/>
                  </a:solidFill>
                  <a:ea typeface="宋体" charset="-122"/>
                </a:endParaRPr>
              </a:p>
            </p:txBody>
          </p:sp>
          <p:sp>
            <p:nvSpPr>
              <p:cNvPr id="116" name="Oval 57"/>
              <p:cNvSpPr>
                <a:spLocks noChangeArrowheads="1"/>
              </p:cNvSpPr>
              <p:nvPr/>
            </p:nvSpPr>
            <p:spPr bwMode="auto">
              <a:xfrm>
                <a:off x="3565" y="3834"/>
                <a:ext cx="185" cy="152"/>
              </a:xfrm>
              <a:prstGeom prst="ellipse">
                <a:avLst/>
              </a:prstGeom>
              <a:gradFill rotWithShape="0">
                <a:gsLst>
                  <a:gs pos="0">
                    <a:srgbClr val="FFFFFF"/>
                  </a:gs>
                  <a:gs pos="100000">
                    <a:schemeClr val="accent1"/>
                  </a:gs>
                </a:gsLst>
                <a:path path="shape">
                  <a:fillToRect l="50000" t="50000" r="50000" b="50000"/>
                </a:path>
              </a:gradFill>
              <a:ln w="19050">
                <a:solidFill>
                  <a:schemeClr val="tx1"/>
                </a:solidFill>
                <a:round/>
                <a:headEnd/>
                <a:tailEnd/>
              </a:ln>
              <a:effectLst/>
            </p:spPr>
            <p:txBody>
              <a:bodyPr wrap="none" anchor="ctr"/>
              <a:lstStyle/>
              <a:p>
                <a:endParaRPr kumimoji="0" lang="zh-CN" altLang="en-US" sz="1350" b="0">
                  <a:solidFill>
                    <a:prstClr val="black"/>
                  </a:solidFill>
                  <a:latin typeface="Arial" charset="0"/>
                  <a:ea typeface="宋体" charset="-122"/>
                </a:endParaRPr>
              </a:p>
            </p:txBody>
          </p:sp>
          <p:sp>
            <p:nvSpPr>
              <p:cNvPr id="117" name="Text Box 58"/>
              <p:cNvSpPr txBox="1">
                <a:spLocks noChangeArrowheads="1"/>
              </p:cNvSpPr>
              <p:nvPr/>
            </p:nvSpPr>
            <p:spPr bwMode="auto">
              <a:xfrm>
                <a:off x="3522" y="3793"/>
                <a:ext cx="301" cy="252"/>
              </a:xfrm>
              <a:prstGeom prst="rect">
                <a:avLst/>
              </a:prstGeom>
              <a:noFill/>
              <a:ln w="9525">
                <a:noFill/>
                <a:miter lim="800000"/>
                <a:headEnd/>
                <a:tailEnd/>
              </a:ln>
              <a:effectLst/>
            </p:spPr>
            <p:txBody>
              <a:bodyPr wrap="none">
                <a:spAutoFit/>
              </a:bodyPr>
              <a:lstStyle/>
              <a:p>
                <a:pPr>
                  <a:spcBef>
                    <a:spcPct val="50000"/>
                  </a:spcBef>
                </a:pPr>
                <a:r>
                  <a:rPr kumimoji="0" lang="en-US" altLang="zh-CN" sz="1350">
                    <a:solidFill>
                      <a:srgbClr val="FF0000"/>
                    </a:solidFill>
                    <a:ea typeface="宋体" charset="-122"/>
                  </a:rPr>
                  <a:t>×</a:t>
                </a:r>
                <a:endParaRPr kumimoji="0" lang="en-US" altLang="zh-CN" sz="1350">
                  <a:solidFill>
                    <a:prstClr val="black"/>
                  </a:solidFill>
                  <a:ea typeface="宋体" charset="-122"/>
                </a:endParaRPr>
              </a:p>
            </p:txBody>
          </p:sp>
          <p:sp>
            <p:nvSpPr>
              <p:cNvPr id="118" name="Oval 59"/>
              <p:cNvSpPr>
                <a:spLocks noChangeArrowheads="1"/>
              </p:cNvSpPr>
              <p:nvPr/>
            </p:nvSpPr>
            <p:spPr bwMode="auto">
              <a:xfrm>
                <a:off x="3737" y="3834"/>
                <a:ext cx="187" cy="152"/>
              </a:xfrm>
              <a:prstGeom prst="ellipse">
                <a:avLst/>
              </a:prstGeom>
              <a:gradFill rotWithShape="0">
                <a:gsLst>
                  <a:gs pos="0">
                    <a:srgbClr val="FFFFFF"/>
                  </a:gs>
                  <a:gs pos="100000">
                    <a:schemeClr val="accent1"/>
                  </a:gs>
                </a:gsLst>
                <a:path path="shape">
                  <a:fillToRect l="50000" t="50000" r="50000" b="50000"/>
                </a:path>
              </a:gradFill>
              <a:ln w="19050">
                <a:solidFill>
                  <a:schemeClr val="tx1"/>
                </a:solidFill>
                <a:round/>
                <a:headEnd/>
                <a:tailEnd/>
              </a:ln>
              <a:effectLst/>
            </p:spPr>
            <p:txBody>
              <a:bodyPr wrap="none" anchor="ctr"/>
              <a:lstStyle/>
              <a:p>
                <a:endParaRPr kumimoji="0" lang="zh-CN" altLang="en-US" sz="1350" b="0">
                  <a:solidFill>
                    <a:prstClr val="black"/>
                  </a:solidFill>
                  <a:latin typeface="Arial" charset="0"/>
                  <a:ea typeface="宋体" charset="-122"/>
                </a:endParaRPr>
              </a:p>
            </p:txBody>
          </p:sp>
          <p:sp>
            <p:nvSpPr>
              <p:cNvPr id="119" name="Text Box 60"/>
              <p:cNvSpPr txBox="1">
                <a:spLocks noChangeArrowheads="1"/>
              </p:cNvSpPr>
              <p:nvPr/>
            </p:nvSpPr>
            <p:spPr bwMode="auto">
              <a:xfrm>
                <a:off x="3694" y="3793"/>
                <a:ext cx="301" cy="252"/>
              </a:xfrm>
              <a:prstGeom prst="rect">
                <a:avLst/>
              </a:prstGeom>
              <a:noFill/>
              <a:ln w="9525">
                <a:noFill/>
                <a:miter lim="800000"/>
                <a:headEnd/>
                <a:tailEnd/>
              </a:ln>
              <a:effectLst/>
            </p:spPr>
            <p:txBody>
              <a:bodyPr wrap="none">
                <a:spAutoFit/>
              </a:bodyPr>
              <a:lstStyle/>
              <a:p>
                <a:pPr>
                  <a:spcBef>
                    <a:spcPct val="50000"/>
                  </a:spcBef>
                </a:pPr>
                <a:r>
                  <a:rPr kumimoji="0" lang="en-US" altLang="zh-CN" sz="1350">
                    <a:solidFill>
                      <a:srgbClr val="FF0000"/>
                    </a:solidFill>
                    <a:ea typeface="宋体" charset="-122"/>
                  </a:rPr>
                  <a:t>×</a:t>
                </a:r>
                <a:endParaRPr kumimoji="0" lang="en-US" altLang="zh-CN" sz="1350">
                  <a:solidFill>
                    <a:prstClr val="black"/>
                  </a:solidFill>
                  <a:ea typeface="宋体" charset="-122"/>
                </a:endParaRPr>
              </a:p>
            </p:txBody>
          </p:sp>
          <p:sp>
            <p:nvSpPr>
              <p:cNvPr id="120" name="Oval 61"/>
              <p:cNvSpPr>
                <a:spLocks noChangeArrowheads="1"/>
              </p:cNvSpPr>
              <p:nvPr/>
            </p:nvSpPr>
            <p:spPr bwMode="auto">
              <a:xfrm>
                <a:off x="3933" y="3834"/>
                <a:ext cx="187" cy="152"/>
              </a:xfrm>
              <a:prstGeom prst="ellipse">
                <a:avLst/>
              </a:prstGeom>
              <a:gradFill rotWithShape="0">
                <a:gsLst>
                  <a:gs pos="0">
                    <a:srgbClr val="FFFFFF"/>
                  </a:gs>
                  <a:gs pos="100000">
                    <a:schemeClr val="accent1"/>
                  </a:gs>
                </a:gsLst>
                <a:path path="shape">
                  <a:fillToRect l="50000" t="50000" r="50000" b="50000"/>
                </a:path>
              </a:gradFill>
              <a:ln w="19050">
                <a:solidFill>
                  <a:schemeClr val="tx1"/>
                </a:solidFill>
                <a:round/>
                <a:headEnd/>
                <a:tailEnd/>
              </a:ln>
              <a:effectLst/>
            </p:spPr>
            <p:txBody>
              <a:bodyPr wrap="none" anchor="ctr"/>
              <a:lstStyle/>
              <a:p>
                <a:endParaRPr kumimoji="0" lang="zh-CN" altLang="en-US" sz="1350" b="0">
                  <a:solidFill>
                    <a:prstClr val="black"/>
                  </a:solidFill>
                  <a:latin typeface="Arial" charset="0"/>
                  <a:ea typeface="宋体" charset="-122"/>
                </a:endParaRPr>
              </a:p>
            </p:txBody>
          </p:sp>
          <p:sp>
            <p:nvSpPr>
              <p:cNvPr id="121" name="Text Box 62"/>
              <p:cNvSpPr txBox="1">
                <a:spLocks noChangeArrowheads="1"/>
              </p:cNvSpPr>
              <p:nvPr/>
            </p:nvSpPr>
            <p:spPr bwMode="auto">
              <a:xfrm>
                <a:off x="3899" y="3793"/>
                <a:ext cx="301" cy="252"/>
              </a:xfrm>
              <a:prstGeom prst="rect">
                <a:avLst/>
              </a:prstGeom>
              <a:noFill/>
              <a:ln w="9525">
                <a:noFill/>
                <a:miter lim="800000"/>
                <a:headEnd/>
                <a:tailEnd/>
              </a:ln>
              <a:effectLst/>
            </p:spPr>
            <p:txBody>
              <a:bodyPr wrap="none">
                <a:spAutoFit/>
              </a:bodyPr>
              <a:lstStyle/>
              <a:p>
                <a:pPr>
                  <a:spcBef>
                    <a:spcPct val="50000"/>
                  </a:spcBef>
                </a:pPr>
                <a:r>
                  <a:rPr kumimoji="0" lang="en-US" altLang="zh-CN" sz="1350">
                    <a:solidFill>
                      <a:srgbClr val="FF0000"/>
                    </a:solidFill>
                    <a:ea typeface="宋体" charset="-122"/>
                  </a:rPr>
                  <a:t>×</a:t>
                </a:r>
                <a:endParaRPr kumimoji="0" lang="en-US" altLang="zh-CN" sz="1350">
                  <a:solidFill>
                    <a:prstClr val="black"/>
                  </a:solidFill>
                  <a:ea typeface="宋体" charset="-122"/>
                </a:endParaRPr>
              </a:p>
            </p:txBody>
          </p:sp>
        </p:grpSp>
        <p:sp>
          <p:nvSpPr>
            <p:cNvPr id="122" name="Rectangle 64"/>
            <p:cNvSpPr>
              <a:spLocks noChangeArrowheads="1"/>
            </p:cNvSpPr>
            <p:nvPr/>
          </p:nvSpPr>
          <p:spPr bwMode="auto">
            <a:xfrm>
              <a:off x="2924175" y="3200400"/>
              <a:ext cx="3143250" cy="228600"/>
            </a:xfrm>
            <a:prstGeom prst="rect">
              <a:avLst/>
            </a:prstGeom>
            <a:noFill/>
            <a:ln w="12700">
              <a:solidFill>
                <a:schemeClr val="tx1"/>
              </a:solidFill>
              <a:miter lim="800000"/>
              <a:headEnd/>
              <a:tailEnd/>
            </a:ln>
            <a:effectLst/>
          </p:spPr>
          <p:txBody>
            <a:bodyPr wrap="none" anchor="ctr"/>
            <a:lstStyle/>
            <a:p>
              <a:endParaRPr kumimoji="0" lang="zh-CN" altLang="en-US" sz="1350" b="0">
                <a:solidFill>
                  <a:prstClr val="black"/>
                </a:solidFill>
                <a:latin typeface="Arial" charset="0"/>
                <a:ea typeface="宋体" charset="-122"/>
              </a:endParaRPr>
            </a:p>
          </p:txBody>
        </p:sp>
        <p:sp>
          <p:nvSpPr>
            <p:cNvPr id="123" name="Rectangle 65"/>
            <p:cNvSpPr>
              <a:spLocks noChangeArrowheads="1"/>
            </p:cNvSpPr>
            <p:nvPr/>
          </p:nvSpPr>
          <p:spPr bwMode="auto">
            <a:xfrm>
              <a:off x="2914650" y="4171950"/>
              <a:ext cx="3143250" cy="228600"/>
            </a:xfrm>
            <a:prstGeom prst="rect">
              <a:avLst/>
            </a:prstGeom>
            <a:noFill/>
            <a:ln w="12700">
              <a:solidFill>
                <a:schemeClr val="tx1"/>
              </a:solidFill>
              <a:miter lim="800000"/>
              <a:headEnd/>
              <a:tailEnd/>
            </a:ln>
            <a:effectLst/>
          </p:spPr>
          <p:txBody>
            <a:bodyPr wrap="none" anchor="ctr"/>
            <a:lstStyle/>
            <a:p>
              <a:endParaRPr kumimoji="0" lang="zh-CN" altLang="en-US" sz="1350" b="0">
                <a:solidFill>
                  <a:prstClr val="black"/>
                </a:solidFill>
                <a:latin typeface="Arial" charset="0"/>
                <a:ea typeface="宋体" charset="-122"/>
              </a:endParaRPr>
            </a:p>
          </p:txBody>
        </p:sp>
        <p:sp>
          <p:nvSpPr>
            <p:cNvPr id="124" name="Line 66"/>
            <p:cNvSpPr>
              <a:spLocks noChangeShapeType="1"/>
            </p:cNvSpPr>
            <p:nvPr/>
          </p:nvSpPr>
          <p:spPr bwMode="auto">
            <a:xfrm>
              <a:off x="2914650" y="3371850"/>
              <a:ext cx="0" cy="857250"/>
            </a:xfrm>
            <a:prstGeom prst="line">
              <a:avLst/>
            </a:prstGeom>
            <a:noFill/>
            <a:ln w="9525">
              <a:solidFill>
                <a:schemeClr val="tx1"/>
              </a:solidFill>
              <a:prstDash val="dash"/>
              <a:round/>
              <a:headEnd/>
              <a:tailEnd/>
            </a:ln>
            <a:effectLst/>
          </p:spPr>
          <p:txBody>
            <a:bodyPr/>
            <a:lstStyle/>
            <a:p>
              <a:pPr eaLnBrk="0" hangingPunct="0"/>
              <a:endParaRPr kumimoji="0" lang="zh-CN" altLang="en-US" sz="1350" b="0">
                <a:solidFill>
                  <a:prstClr val="black"/>
                </a:solidFill>
                <a:latin typeface="Arial" charset="0"/>
                <a:ea typeface="宋体" charset="-122"/>
              </a:endParaRPr>
            </a:p>
          </p:txBody>
        </p:sp>
        <p:sp>
          <p:nvSpPr>
            <p:cNvPr id="125" name="Line 67"/>
            <p:cNvSpPr>
              <a:spLocks noChangeShapeType="1"/>
            </p:cNvSpPr>
            <p:nvPr/>
          </p:nvSpPr>
          <p:spPr bwMode="auto">
            <a:xfrm>
              <a:off x="6057900" y="3429000"/>
              <a:ext cx="0" cy="857250"/>
            </a:xfrm>
            <a:prstGeom prst="line">
              <a:avLst/>
            </a:prstGeom>
            <a:noFill/>
            <a:ln w="9525">
              <a:solidFill>
                <a:schemeClr val="tx1"/>
              </a:solidFill>
              <a:prstDash val="dash"/>
              <a:round/>
              <a:headEnd/>
              <a:tailEnd/>
            </a:ln>
            <a:effectLst/>
          </p:spPr>
          <p:txBody>
            <a:bodyPr/>
            <a:lstStyle/>
            <a:p>
              <a:pPr eaLnBrk="0" hangingPunct="0"/>
              <a:endParaRPr kumimoji="0" lang="zh-CN" altLang="en-US" sz="1350" b="0">
                <a:solidFill>
                  <a:prstClr val="black"/>
                </a:solidFill>
                <a:latin typeface="Arial" charset="0"/>
                <a:ea typeface="宋体" charset="-122"/>
              </a:endParaRPr>
            </a:p>
          </p:txBody>
        </p:sp>
        <p:grpSp>
          <p:nvGrpSpPr>
            <p:cNvPr id="126" name="Group 68"/>
            <p:cNvGrpSpPr>
              <a:grpSpLocks/>
            </p:cNvGrpSpPr>
            <p:nvPr/>
          </p:nvGrpSpPr>
          <p:grpSpPr bwMode="auto">
            <a:xfrm>
              <a:off x="2933700" y="3230166"/>
              <a:ext cx="3121819" cy="179784"/>
              <a:chOff x="1152" y="288"/>
              <a:chExt cx="2622" cy="151"/>
            </a:xfrm>
          </p:grpSpPr>
          <p:sp>
            <p:nvSpPr>
              <p:cNvPr id="127" name="Oval 69"/>
              <p:cNvSpPr>
                <a:spLocks noChangeArrowheads="1"/>
              </p:cNvSpPr>
              <p:nvPr/>
            </p:nvSpPr>
            <p:spPr bwMode="auto">
              <a:xfrm>
                <a:off x="1152" y="288"/>
                <a:ext cx="185" cy="151"/>
              </a:xfrm>
              <a:prstGeom prst="ellipse">
                <a:avLst/>
              </a:prstGeom>
              <a:gradFill rotWithShape="0">
                <a:gsLst>
                  <a:gs pos="0">
                    <a:srgbClr val="FFFFFF"/>
                  </a:gs>
                  <a:gs pos="100000">
                    <a:schemeClr val="accent1"/>
                  </a:gs>
                </a:gsLst>
                <a:path path="shape">
                  <a:fillToRect l="50000" t="50000" r="50000" b="50000"/>
                </a:path>
              </a:gradFill>
              <a:ln w="19050">
                <a:solidFill>
                  <a:schemeClr val="tx1"/>
                </a:solidFill>
                <a:round/>
                <a:headEnd/>
                <a:tailEnd/>
              </a:ln>
              <a:effectLst/>
            </p:spPr>
            <p:txBody>
              <a:bodyPr wrap="none" anchor="ctr"/>
              <a:lstStyle/>
              <a:p>
                <a:endParaRPr kumimoji="0" lang="zh-CN" altLang="en-US" sz="1350" b="0">
                  <a:solidFill>
                    <a:prstClr val="black"/>
                  </a:solidFill>
                  <a:latin typeface="Arial" charset="0"/>
                  <a:ea typeface="宋体" charset="-122"/>
                </a:endParaRPr>
              </a:p>
            </p:txBody>
          </p:sp>
          <p:sp>
            <p:nvSpPr>
              <p:cNvPr id="128" name="Oval 70"/>
              <p:cNvSpPr>
                <a:spLocks noChangeArrowheads="1"/>
              </p:cNvSpPr>
              <p:nvPr/>
            </p:nvSpPr>
            <p:spPr bwMode="auto">
              <a:xfrm>
                <a:off x="1214" y="338"/>
                <a:ext cx="62" cy="51"/>
              </a:xfrm>
              <a:prstGeom prst="ellipse">
                <a:avLst/>
              </a:prstGeom>
              <a:solidFill>
                <a:srgbClr val="FF0000"/>
              </a:solidFill>
              <a:ln w="19050">
                <a:solidFill>
                  <a:schemeClr val="tx1"/>
                </a:solidFill>
                <a:round/>
                <a:headEnd/>
                <a:tailEnd/>
              </a:ln>
              <a:effectLst/>
            </p:spPr>
            <p:txBody>
              <a:bodyPr wrap="none" anchor="ctr"/>
              <a:lstStyle/>
              <a:p>
                <a:endParaRPr kumimoji="0" lang="zh-CN" altLang="en-US" sz="1350" b="0">
                  <a:solidFill>
                    <a:prstClr val="black"/>
                  </a:solidFill>
                  <a:latin typeface="Arial" charset="0"/>
                  <a:ea typeface="宋体" charset="-122"/>
                </a:endParaRPr>
              </a:p>
            </p:txBody>
          </p:sp>
          <p:sp>
            <p:nvSpPr>
              <p:cNvPr id="129" name="Oval 71"/>
              <p:cNvSpPr>
                <a:spLocks noChangeArrowheads="1"/>
              </p:cNvSpPr>
              <p:nvPr/>
            </p:nvSpPr>
            <p:spPr bwMode="auto">
              <a:xfrm>
                <a:off x="1337" y="288"/>
                <a:ext cx="187" cy="151"/>
              </a:xfrm>
              <a:prstGeom prst="ellipse">
                <a:avLst/>
              </a:prstGeom>
              <a:gradFill rotWithShape="0">
                <a:gsLst>
                  <a:gs pos="0">
                    <a:srgbClr val="FFFFFF"/>
                  </a:gs>
                  <a:gs pos="100000">
                    <a:schemeClr val="accent1"/>
                  </a:gs>
                </a:gsLst>
                <a:path path="shape">
                  <a:fillToRect l="50000" t="50000" r="50000" b="50000"/>
                </a:path>
              </a:gradFill>
              <a:ln w="19050">
                <a:solidFill>
                  <a:schemeClr val="tx1"/>
                </a:solidFill>
                <a:round/>
                <a:headEnd/>
                <a:tailEnd/>
              </a:ln>
              <a:effectLst/>
            </p:spPr>
            <p:txBody>
              <a:bodyPr wrap="none" anchor="ctr"/>
              <a:lstStyle/>
              <a:p>
                <a:endParaRPr kumimoji="0" lang="zh-CN" altLang="en-US" sz="1350" b="0">
                  <a:solidFill>
                    <a:prstClr val="black"/>
                  </a:solidFill>
                  <a:latin typeface="Arial" charset="0"/>
                  <a:ea typeface="宋体" charset="-122"/>
                </a:endParaRPr>
              </a:p>
            </p:txBody>
          </p:sp>
          <p:sp>
            <p:nvSpPr>
              <p:cNvPr id="130" name="Oval 72"/>
              <p:cNvSpPr>
                <a:spLocks noChangeArrowheads="1"/>
              </p:cNvSpPr>
              <p:nvPr/>
            </p:nvSpPr>
            <p:spPr bwMode="auto">
              <a:xfrm>
                <a:off x="1399" y="338"/>
                <a:ext cx="64" cy="51"/>
              </a:xfrm>
              <a:prstGeom prst="ellipse">
                <a:avLst/>
              </a:prstGeom>
              <a:solidFill>
                <a:srgbClr val="FF0000"/>
              </a:solidFill>
              <a:ln w="19050">
                <a:solidFill>
                  <a:schemeClr val="tx1"/>
                </a:solidFill>
                <a:round/>
                <a:headEnd/>
                <a:tailEnd/>
              </a:ln>
              <a:effectLst/>
            </p:spPr>
            <p:txBody>
              <a:bodyPr wrap="none" anchor="ctr"/>
              <a:lstStyle/>
              <a:p>
                <a:endParaRPr kumimoji="0" lang="zh-CN" altLang="en-US" sz="1350" b="0">
                  <a:solidFill>
                    <a:prstClr val="black"/>
                  </a:solidFill>
                  <a:latin typeface="Arial" charset="0"/>
                  <a:ea typeface="宋体" charset="-122"/>
                </a:endParaRPr>
              </a:p>
            </p:txBody>
          </p:sp>
          <p:sp>
            <p:nvSpPr>
              <p:cNvPr id="131" name="Oval 73"/>
              <p:cNvSpPr>
                <a:spLocks noChangeArrowheads="1"/>
              </p:cNvSpPr>
              <p:nvPr/>
            </p:nvSpPr>
            <p:spPr bwMode="auto">
              <a:xfrm>
                <a:off x="1709" y="288"/>
                <a:ext cx="185" cy="151"/>
              </a:xfrm>
              <a:prstGeom prst="ellipse">
                <a:avLst/>
              </a:prstGeom>
              <a:gradFill rotWithShape="0">
                <a:gsLst>
                  <a:gs pos="0">
                    <a:srgbClr val="FFFFFF"/>
                  </a:gs>
                  <a:gs pos="100000">
                    <a:schemeClr val="accent1"/>
                  </a:gs>
                </a:gsLst>
                <a:path path="shape">
                  <a:fillToRect l="50000" t="50000" r="50000" b="50000"/>
                </a:path>
              </a:gradFill>
              <a:ln w="19050">
                <a:solidFill>
                  <a:schemeClr val="tx1"/>
                </a:solidFill>
                <a:round/>
                <a:headEnd/>
                <a:tailEnd/>
              </a:ln>
              <a:effectLst/>
            </p:spPr>
            <p:txBody>
              <a:bodyPr wrap="none" anchor="ctr"/>
              <a:lstStyle/>
              <a:p>
                <a:endParaRPr kumimoji="0" lang="zh-CN" altLang="en-US" sz="1350" b="0">
                  <a:solidFill>
                    <a:prstClr val="black"/>
                  </a:solidFill>
                  <a:latin typeface="Arial" charset="0"/>
                  <a:ea typeface="宋体" charset="-122"/>
                </a:endParaRPr>
              </a:p>
            </p:txBody>
          </p:sp>
          <p:sp>
            <p:nvSpPr>
              <p:cNvPr id="132" name="Oval 74"/>
              <p:cNvSpPr>
                <a:spLocks noChangeArrowheads="1"/>
              </p:cNvSpPr>
              <p:nvPr/>
            </p:nvSpPr>
            <p:spPr bwMode="auto">
              <a:xfrm>
                <a:off x="1771" y="338"/>
                <a:ext cx="62" cy="51"/>
              </a:xfrm>
              <a:prstGeom prst="ellipse">
                <a:avLst/>
              </a:prstGeom>
              <a:solidFill>
                <a:srgbClr val="FF0000"/>
              </a:solidFill>
              <a:ln w="19050">
                <a:solidFill>
                  <a:schemeClr val="tx1"/>
                </a:solidFill>
                <a:round/>
                <a:headEnd/>
                <a:tailEnd/>
              </a:ln>
              <a:effectLst/>
            </p:spPr>
            <p:txBody>
              <a:bodyPr wrap="none" anchor="ctr"/>
              <a:lstStyle/>
              <a:p>
                <a:endParaRPr kumimoji="0" lang="zh-CN" altLang="en-US" sz="1350" b="0">
                  <a:solidFill>
                    <a:prstClr val="black"/>
                  </a:solidFill>
                  <a:latin typeface="Arial" charset="0"/>
                  <a:ea typeface="宋体" charset="-122"/>
                </a:endParaRPr>
              </a:p>
            </p:txBody>
          </p:sp>
          <p:sp>
            <p:nvSpPr>
              <p:cNvPr id="133" name="Oval 75"/>
              <p:cNvSpPr>
                <a:spLocks noChangeArrowheads="1"/>
              </p:cNvSpPr>
              <p:nvPr/>
            </p:nvSpPr>
            <p:spPr bwMode="auto">
              <a:xfrm>
                <a:off x="1524" y="288"/>
                <a:ext cx="185" cy="151"/>
              </a:xfrm>
              <a:prstGeom prst="ellipse">
                <a:avLst/>
              </a:prstGeom>
              <a:gradFill rotWithShape="0">
                <a:gsLst>
                  <a:gs pos="0">
                    <a:srgbClr val="FFFFFF"/>
                  </a:gs>
                  <a:gs pos="100000">
                    <a:schemeClr val="accent1"/>
                  </a:gs>
                </a:gsLst>
                <a:path path="shape">
                  <a:fillToRect l="50000" t="50000" r="50000" b="50000"/>
                </a:path>
              </a:gradFill>
              <a:ln w="19050">
                <a:solidFill>
                  <a:schemeClr val="tx1"/>
                </a:solidFill>
                <a:round/>
                <a:headEnd/>
                <a:tailEnd/>
              </a:ln>
              <a:effectLst/>
            </p:spPr>
            <p:txBody>
              <a:bodyPr wrap="none" anchor="ctr"/>
              <a:lstStyle/>
              <a:p>
                <a:endParaRPr kumimoji="0" lang="zh-CN" altLang="en-US" sz="1350" b="0">
                  <a:solidFill>
                    <a:prstClr val="black"/>
                  </a:solidFill>
                  <a:latin typeface="Arial" charset="0"/>
                  <a:ea typeface="宋体" charset="-122"/>
                </a:endParaRPr>
              </a:p>
            </p:txBody>
          </p:sp>
          <p:sp>
            <p:nvSpPr>
              <p:cNvPr id="134" name="Oval 76"/>
              <p:cNvSpPr>
                <a:spLocks noChangeArrowheads="1"/>
              </p:cNvSpPr>
              <p:nvPr/>
            </p:nvSpPr>
            <p:spPr bwMode="auto">
              <a:xfrm>
                <a:off x="1586" y="338"/>
                <a:ext cx="62" cy="51"/>
              </a:xfrm>
              <a:prstGeom prst="ellipse">
                <a:avLst/>
              </a:prstGeom>
              <a:solidFill>
                <a:srgbClr val="FF0000"/>
              </a:solidFill>
              <a:ln w="19050">
                <a:solidFill>
                  <a:schemeClr val="tx1"/>
                </a:solidFill>
                <a:round/>
                <a:headEnd/>
                <a:tailEnd/>
              </a:ln>
              <a:effectLst/>
            </p:spPr>
            <p:txBody>
              <a:bodyPr wrap="none" anchor="ctr"/>
              <a:lstStyle/>
              <a:p>
                <a:endParaRPr kumimoji="0" lang="zh-CN" altLang="en-US" sz="1350" b="0">
                  <a:solidFill>
                    <a:prstClr val="black"/>
                  </a:solidFill>
                  <a:latin typeface="Arial" charset="0"/>
                  <a:ea typeface="宋体" charset="-122"/>
                </a:endParaRPr>
              </a:p>
            </p:txBody>
          </p:sp>
          <p:sp>
            <p:nvSpPr>
              <p:cNvPr id="135" name="Oval 77"/>
              <p:cNvSpPr>
                <a:spLocks noChangeArrowheads="1"/>
              </p:cNvSpPr>
              <p:nvPr/>
            </p:nvSpPr>
            <p:spPr bwMode="auto">
              <a:xfrm>
                <a:off x="1894" y="288"/>
                <a:ext cx="187" cy="151"/>
              </a:xfrm>
              <a:prstGeom prst="ellipse">
                <a:avLst/>
              </a:prstGeom>
              <a:gradFill rotWithShape="0">
                <a:gsLst>
                  <a:gs pos="0">
                    <a:srgbClr val="FFFFFF"/>
                  </a:gs>
                  <a:gs pos="100000">
                    <a:schemeClr val="accent1"/>
                  </a:gs>
                </a:gsLst>
                <a:path path="shape">
                  <a:fillToRect l="50000" t="50000" r="50000" b="50000"/>
                </a:path>
              </a:gradFill>
              <a:ln w="19050">
                <a:solidFill>
                  <a:schemeClr val="tx1"/>
                </a:solidFill>
                <a:round/>
                <a:headEnd/>
                <a:tailEnd/>
              </a:ln>
              <a:effectLst/>
            </p:spPr>
            <p:txBody>
              <a:bodyPr wrap="none" anchor="ctr"/>
              <a:lstStyle/>
              <a:p>
                <a:endParaRPr kumimoji="0" lang="zh-CN" altLang="en-US" sz="1350" b="0">
                  <a:solidFill>
                    <a:prstClr val="black"/>
                  </a:solidFill>
                  <a:latin typeface="Arial" charset="0"/>
                  <a:ea typeface="宋体" charset="-122"/>
                </a:endParaRPr>
              </a:p>
            </p:txBody>
          </p:sp>
          <p:sp>
            <p:nvSpPr>
              <p:cNvPr id="136" name="Oval 78"/>
              <p:cNvSpPr>
                <a:spLocks noChangeArrowheads="1"/>
              </p:cNvSpPr>
              <p:nvPr/>
            </p:nvSpPr>
            <p:spPr bwMode="auto">
              <a:xfrm>
                <a:off x="1956" y="338"/>
                <a:ext cx="64" cy="51"/>
              </a:xfrm>
              <a:prstGeom prst="ellipse">
                <a:avLst/>
              </a:prstGeom>
              <a:solidFill>
                <a:srgbClr val="FF0000"/>
              </a:solidFill>
              <a:ln w="19050">
                <a:solidFill>
                  <a:schemeClr val="tx1"/>
                </a:solidFill>
                <a:round/>
                <a:headEnd/>
                <a:tailEnd/>
              </a:ln>
              <a:effectLst/>
            </p:spPr>
            <p:txBody>
              <a:bodyPr wrap="none" anchor="ctr"/>
              <a:lstStyle/>
              <a:p>
                <a:endParaRPr kumimoji="0" lang="zh-CN" altLang="en-US" sz="1350" b="0">
                  <a:solidFill>
                    <a:prstClr val="black"/>
                  </a:solidFill>
                  <a:latin typeface="Arial" charset="0"/>
                  <a:ea typeface="宋体" charset="-122"/>
                </a:endParaRPr>
              </a:p>
            </p:txBody>
          </p:sp>
          <p:sp>
            <p:nvSpPr>
              <p:cNvPr id="137" name="Oval 79"/>
              <p:cNvSpPr>
                <a:spLocks noChangeArrowheads="1"/>
              </p:cNvSpPr>
              <p:nvPr/>
            </p:nvSpPr>
            <p:spPr bwMode="auto">
              <a:xfrm>
                <a:off x="2081" y="288"/>
                <a:ext cx="186" cy="151"/>
              </a:xfrm>
              <a:prstGeom prst="ellipse">
                <a:avLst/>
              </a:prstGeom>
              <a:gradFill rotWithShape="0">
                <a:gsLst>
                  <a:gs pos="0">
                    <a:srgbClr val="FFFFFF"/>
                  </a:gs>
                  <a:gs pos="100000">
                    <a:schemeClr val="accent1"/>
                  </a:gs>
                </a:gsLst>
                <a:path path="shape">
                  <a:fillToRect l="50000" t="50000" r="50000" b="50000"/>
                </a:path>
              </a:gradFill>
              <a:ln w="19050">
                <a:solidFill>
                  <a:schemeClr val="tx1"/>
                </a:solidFill>
                <a:round/>
                <a:headEnd/>
                <a:tailEnd/>
              </a:ln>
              <a:effectLst/>
            </p:spPr>
            <p:txBody>
              <a:bodyPr wrap="none" anchor="ctr"/>
              <a:lstStyle/>
              <a:p>
                <a:endParaRPr kumimoji="0" lang="zh-CN" altLang="en-US" sz="1350" b="0">
                  <a:solidFill>
                    <a:prstClr val="black"/>
                  </a:solidFill>
                  <a:latin typeface="Arial" charset="0"/>
                  <a:ea typeface="宋体" charset="-122"/>
                </a:endParaRPr>
              </a:p>
            </p:txBody>
          </p:sp>
          <p:sp>
            <p:nvSpPr>
              <p:cNvPr id="138" name="Oval 80"/>
              <p:cNvSpPr>
                <a:spLocks noChangeArrowheads="1"/>
              </p:cNvSpPr>
              <p:nvPr/>
            </p:nvSpPr>
            <p:spPr bwMode="auto">
              <a:xfrm>
                <a:off x="2143" y="338"/>
                <a:ext cx="62" cy="51"/>
              </a:xfrm>
              <a:prstGeom prst="ellipse">
                <a:avLst/>
              </a:prstGeom>
              <a:solidFill>
                <a:srgbClr val="FF0000"/>
              </a:solidFill>
              <a:ln w="19050">
                <a:solidFill>
                  <a:schemeClr val="tx1"/>
                </a:solidFill>
                <a:round/>
                <a:headEnd/>
                <a:tailEnd/>
              </a:ln>
              <a:effectLst/>
            </p:spPr>
            <p:txBody>
              <a:bodyPr wrap="none" anchor="ctr"/>
              <a:lstStyle/>
              <a:p>
                <a:endParaRPr kumimoji="0" lang="zh-CN" altLang="en-US" sz="1350" b="0">
                  <a:solidFill>
                    <a:prstClr val="black"/>
                  </a:solidFill>
                  <a:latin typeface="Arial" charset="0"/>
                  <a:ea typeface="宋体" charset="-122"/>
                </a:endParaRPr>
              </a:p>
            </p:txBody>
          </p:sp>
          <p:sp>
            <p:nvSpPr>
              <p:cNvPr id="139" name="Oval 81"/>
              <p:cNvSpPr>
                <a:spLocks noChangeArrowheads="1"/>
              </p:cNvSpPr>
              <p:nvPr/>
            </p:nvSpPr>
            <p:spPr bwMode="auto">
              <a:xfrm>
                <a:off x="2267" y="288"/>
                <a:ext cx="185" cy="151"/>
              </a:xfrm>
              <a:prstGeom prst="ellipse">
                <a:avLst/>
              </a:prstGeom>
              <a:gradFill rotWithShape="0">
                <a:gsLst>
                  <a:gs pos="0">
                    <a:srgbClr val="FFFFFF"/>
                  </a:gs>
                  <a:gs pos="100000">
                    <a:schemeClr val="accent1"/>
                  </a:gs>
                </a:gsLst>
                <a:path path="shape">
                  <a:fillToRect l="50000" t="50000" r="50000" b="50000"/>
                </a:path>
              </a:gradFill>
              <a:ln w="19050">
                <a:solidFill>
                  <a:schemeClr val="tx1"/>
                </a:solidFill>
                <a:round/>
                <a:headEnd/>
                <a:tailEnd/>
              </a:ln>
              <a:effectLst/>
            </p:spPr>
            <p:txBody>
              <a:bodyPr wrap="none" anchor="ctr"/>
              <a:lstStyle/>
              <a:p>
                <a:endParaRPr kumimoji="0" lang="zh-CN" altLang="en-US" sz="1350" b="0">
                  <a:solidFill>
                    <a:prstClr val="black"/>
                  </a:solidFill>
                  <a:latin typeface="Arial" charset="0"/>
                  <a:ea typeface="宋体" charset="-122"/>
                </a:endParaRPr>
              </a:p>
            </p:txBody>
          </p:sp>
          <p:sp>
            <p:nvSpPr>
              <p:cNvPr id="140" name="Oval 82"/>
              <p:cNvSpPr>
                <a:spLocks noChangeArrowheads="1"/>
              </p:cNvSpPr>
              <p:nvPr/>
            </p:nvSpPr>
            <p:spPr bwMode="auto">
              <a:xfrm>
                <a:off x="2328" y="338"/>
                <a:ext cx="62" cy="51"/>
              </a:xfrm>
              <a:prstGeom prst="ellipse">
                <a:avLst/>
              </a:prstGeom>
              <a:solidFill>
                <a:srgbClr val="FF0000"/>
              </a:solidFill>
              <a:ln w="19050">
                <a:solidFill>
                  <a:schemeClr val="tx1"/>
                </a:solidFill>
                <a:round/>
                <a:headEnd/>
                <a:tailEnd/>
              </a:ln>
              <a:effectLst/>
            </p:spPr>
            <p:txBody>
              <a:bodyPr wrap="none" anchor="ctr"/>
              <a:lstStyle/>
              <a:p>
                <a:endParaRPr kumimoji="0" lang="zh-CN" altLang="en-US" sz="1350" b="0">
                  <a:solidFill>
                    <a:prstClr val="black"/>
                  </a:solidFill>
                  <a:latin typeface="Arial" charset="0"/>
                  <a:ea typeface="宋体" charset="-122"/>
                </a:endParaRPr>
              </a:p>
            </p:txBody>
          </p:sp>
          <p:sp>
            <p:nvSpPr>
              <p:cNvPr id="141" name="Oval 83"/>
              <p:cNvSpPr>
                <a:spLocks noChangeArrowheads="1"/>
              </p:cNvSpPr>
              <p:nvPr/>
            </p:nvSpPr>
            <p:spPr bwMode="auto">
              <a:xfrm>
                <a:off x="2452" y="288"/>
                <a:ext cx="187" cy="151"/>
              </a:xfrm>
              <a:prstGeom prst="ellipse">
                <a:avLst/>
              </a:prstGeom>
              <a:gradFill rotWithShape="0">
                <a:gsLst>
                  <a:gs pos="0">
                    <a:srgbClr val="FFFFFF"/>
                  </a:gs>
                  <a:gs pos="100000">
                    <a:schemeClr val="accent1"/>
                  </a:gs>
                </a:gsLst>
                <a:path path="shape">
                  <a:fillToRect l="50000" t="50000" r="50000" b="50000"/>
                </a:path>
              </a:gradFill>
              <a:ln w="19050">
                <a:solidFill>
                  <a:schemeClr val="tx1"/>
                </a:solidFill>
                <a:round/>
                <a:headEnd/>
                <a:tailEnd/>
              </a:ln>
              <a:effectLst/>
            </p:spPr>
            <p:txBody>
              <a:bodyPr wrap="none" anchor="ctr"/>
              <a:lstStyle/>
              <a:p>
                <a:endParaRPr kumimoji="0" lang="zh-CN" altLang="en-US" sz="1350" b="0">
                  <a:solidFill>
                    <a:prstClr val="black"/>
                  </a:solidFill>
                  <a:latin typeface="Arial" charset="0"/>
                  <a:ea typeface="宋体" charset="-122"/>
                </a:endParaRPr>
              </a:p>
            </p:txBody>
          </p:sp>
          <p:sp>
            <p:nvSpPr>
              <p:cNvPr id="142" name="Oval 84"/>
              <p:cNvSpPr>
                <a:spLocks noChangeArrowheads="1"/>
              </p:cNvSpPr>
              <p:nvPr/>
            </p:nvSpPr>
            <p:spPr bwMode="auto">
              <a:xfrm>
                <a:off x="2513" y="338"/>
                <a:ext cx="64" cy="51"/>
              </a:xfrm>
              <a:prstGeom prst="ellipse">
                <a:avLst/>
              </a:prstGeom>
              <a:solidFill>
                <a:srgbClr val="FF0000"/>
              </a:solidFill>
              <a:ln w="19050">
                <a:solidFill>
                  <a:schemeClr val="tx1"/>
                </a:solidFill>
                <a:round/>
                <a:headEnd/>
                <a:tailEnd/>
              </a:ln>
              <a:effectLst/>
            </p:spPr>
            <p:txBody>
              <a:bodyPr wrap="none" anchor="ctr"/>
              <a:lstStyle/>
              <a:p>
                <a:endParaRPr kumimoji="0" lang="zh-CN" altLang="en-US" sz="1350" b="0">
                  <a:solidFill>
                    <a:prstClr val="black"/>
                  </a:solidFill>
                  <a:latin typeface="Arial" charset="0"/>
                  <a:ea typeface="宋体" charset="-122"/>
                </a:endParaRPr>
              </a:p>
            </p:txBody>
          </p:sp>
          <p:sp>
            <p:nvSpPr>
              <p:cNvPr id="143" name="Oval 85"/>
              <p:cNvSpPr>
                <a:spLocks noChangeArrowheads="1"/>
              </p:cNvSpPr>
              <p:nvPr/>
            </p:nvSpPr>
            <p:spPr bwMode="auto">
              <a:xfrm>
                <a:off x="2639" y="288"/>
                <a:ext cx="185" cy="151"/>
              </a:xfrm>
              <a:prstGeom prst="ellipse">
                <a:avLst/>
              </a:prstGeom>
              <a:gradFill rotWithShape="0">
                <a:gsLst>
                  <a:gs pos="0">
                    <a:srgbClr val="FFFFFF"/>
                  </a:gs>
                  <a:gs pos="100000">
                    <a:schemeClr val="accent1"/>
                  </a:gs>
                </a:gsLst>
                <a:path path="shape">
                  <a:fillToRect l="50000" t="50000" r="50000" b="50000"/>
                </a:path>
              </a:gradFill>
              <a:ln w="19050">
                <a:solidFill>
                  <a:schemeClr val="tx1"/>
                </a:solidFill>
                <a:round/>
                <a:headEnd/>
                <a:tailEnd/>
              </a:ln>
              <a:effectLst/>
            </p:spPr>
            <p:txBody>
              <a:bodyPr wrap="none" anchor="ctr"/>
              <a:lstStyle/>
              <a:p>
                <a:endParaRPr kumimoji="0" lang="zh-CN" altLang="en-US" sz="1350" b="0">
                  <a:solidFill>
                    <a:prstClr val="black"/>
                  </a:solidFill>
                  <a:latin typeface="Arial" charset="0"/>
                  <a:ea typeface="宋体" charset="-122"/>
                </a:endParaRPr>
              </a:p>
            </p:txBody>
          </p:sp>
          <p:sp>
            <p:nvSpPr>
              <p:cNvPr id="144" name="Oval 86"/>
              <p:cNvSpPr>
                <a:spLocks noChangeArrowheads="1"/>
              </p:cNvSpPr>
              <p:nvPr/>
            </p:nvSpPr>
            <p:spPr bwMode="auto">
              <a:xfrm>
                <a:off x="2700" y="338"/>
                <a:ext cx="62" cy="51"/>
              </a:xfrm>
              <a:prstGeom prst="ellipse">
                <a:avLst/>
              </a:prstGeom>
              <a:solidFill>
                <a:srgbClr val="FF0000"/>
              </a:solidFill>
              <a:ln w="19050">
                <a:solidFill>
                  <a:schemeClr val="tx1"/>
                </a:solidFill>
                <a:round/>
                <a:headEnd/>
                <a:tailEnd/>
              </a:ln>
              <a:effectLst/>
            </p:spPr>
            <p:txBody>
              <a:bodyPr wrap="none" anchor="ctr"/>
              <a:lstStyle/>
              <a:p>
                <a:endParaRPr kumimoji="0" lang="zh-CN" altLang="en-US" sz="1350" b="0">
                  <a:solidFill>
                    <a:prstClr val="black"/>
                  </a:solidFill>
                  <a:latin typeface="Arial" charset="0"/>
                  <a:ea typeface="宋体" charset="-122"/>
                </a:endParaRPr>
              </a:p>
            </p:txBody>
          </p:sp>
          <p:sp>
            <p:nvSpPr>
              <p:cNvPr id="145" name="Oval 87"/>
              <p:cNvSpPr>
                <a:spLocks noChangeArrowheads="1"/>
              </p:cNvSpPr>
              <p:nvPr/>
            </p:nvSpPr>
            <p:spPr bwMode="auto">
              <a:xfrm>
                <a:off x="2824" y="288"/>
                <a:ext cx="185" cy="151"/>
              </a:xfrm>
              <a:prstGeom prst="ellipse">
                <a:avLst/>
              </a:prstGeom>
              <a:gradFill rotWithShape="0">
                <a:gsLst>
                  <a:gs pos="0">
                    <a:srgbClr val="FFFFFF"/>
                  </a:gs>
                  <a:gs pos="100000">
                    <a:schemeClr val="accent1"/>
                  </a:gs>
                </a:gsLst>
                <a:path path="shape">
                  <a:fillToRect l="50000" t="50000" r="50000" b="50000"/>
                </a:path>
              </a:gradFill>
              <a:ln w="19050">
                <a:solidFill>
                  <a:schemeClr val="tx1"/>
                </a:solidFill>
                <a:round/>
                <a:headEnd/>
                <a:tailEnd/>
              </a:ln>
              <a:effectLst/>
            </p:spPr>
            <p:txBody>
              <a:bodyPr wrap="none" anchor="ctr"/>
              <a:lstStyle/>
              <a:p>
                <a:endParaRPr kumimoji="0" lang="zh-CN" altLang="en-US" sz="1350" b="0">
                  <a:solidFill>
                    <a:prstClr val="black"/>
                  </a:solidFill>
                  <a:latin typeface="Arial" charset="0"/>
                  <a:ea typeface="宋体" charset="-122"/>
                </a:endParaRPr>
              </a:p>
            </p:txBody>
          </p:sp>
          <p:sp>
            <p:nvSpPr>
              <p:cNvPr id="146" name="Oval 88"/>
              <p:cNvSpPr>
                <a:spLocks noChangeArrowheads="1"/>
              </p:cNvSpPr>
              <p:nvPr/>
            </p:nvSpPr>
            <p:spPr bwMode="auto">
              <a:xfrm>
                <a:off x="2885" y="338"/>
                <a:ext cx="62" cy="51"/>
              </a:xfrm>
              <a:prstGeom prst="ellipse">
                <a:avLst/>
              </a:prstGeom>
              <a:solidFill>
                <a:srgbClr val="FF0000"/>
              </a:solidFill>
              <a:ln w="19050">
                <a:solidFill>
                  <a:schemeClr val="tx1"/>
                </a:solidFill>
                <a:round/>
                <a:headEnd/>
                <a:tailEnd/>
              </a:ln>
              <a:effectLst/>
            </p:spPr>
            <p:txBody>
              <a:bodyPr wrap="none" anchor="ctr"/>
              <a:lstStyle/>
              <a:p>
                <a:endParaRPr kumimoji="0" lang="zh-CN" altLang="en-US" sz="1350" b="0">
                  <a:solidFill>
                    <a:prstClr val="black"/>
                  </a:solidFill>
                  <a:latin typeface="Arial" charset="0"/>
                  <a:ea typeface="宋体" charset="-122"/>
                </a:endParaRPr>
              </a:p>
            </p:txBody>
          </p:sp>
          <p:sp>
            <p:nvSpPr>
              <p:cNvPr id="147" name="Oval 89"/>
              <p:cNvSpPr>
                <a:spLocks noChangeArrowheads="1"/>
              </p:cNvSpPr>
              <p:nvPr/>
            </p:nvSpPr>
            <p:spPr bwMode="auto">
              <a:xfrm>
                <a:off x="3009" y="288"/>
                <a:ext cx="187" cy="151"/>
              </a:xfrm>
              <a:prstGeom prst="ellipse">
                <a:avLst/>
              </a:prstGeom>
              <a:gradFill rotWithShape="0">
                <a:gsLst>
                  <a:gs pos="0">
                    <a:srgbClr val="FFFFFF"/>
                  </a:gs>
                  <a:gs pos="100000">
                    <a:schemeClr val="accent1"/>
                  </a:gs>
                </a:gsLst>
                <a:path path="shape">
                  <a:fillToRect l="50000" t="50000" r="50000" b="50000"/>
                </a:path>
              </a:gradFill>
              <a:ln w="19050">
                <a:solidFill>
                  <a:schemeClr val="tx1"/>
                </a:solidFill>
                <a:round/>
                <a:headEnd/>
                <a:tailEnd/>
              </a:ln>
              <a:effectLst/>
            </p:spPr>
            <p:txBody>
              <a:bodyPr wrap="none" anchor="ctr"/>
              <a:lstStyle/>
              <a:p>
                <a:endParaRPr kumimoji="0" lang="zh-CN" altLang="en-US" sz="1350" b="0">
                  <a:solidFill>
                    <a:prstClr val="black"/>
                  </a:solidFill>
                  <a:latin typeface="Arial" charset="0"/>
                  <a:ea typeface="宋体" charset="-122"/>
                </a:endParaRPr>
              </a:p>
            </p:txBody>
          </p:sp>
          <p:sp>
            <p:nvSpPr>
              <p:cNvPr id="148" name="Oval 90"/>
              <p:cNvSpPr>
                <a:spLocks noChangeArrowheads="1"/>
              </p:cNvSpPr>
              <p:nvPr/>
            </p:nvSpPr>
            <p:spPr bwMode="auto">
              <a:xfrm>
                <a:off x="3070" y="338"/>
                <a:ext cx="64" cy="51"/>
              </a:xfrm>
              <a:prstGeom prst="ellipse">
                <a:avLst/>
              </a:prstGeom>
              <a:solidFill>
                <a:srgbClr val="FF0000"/>
              </a:solidFill>
              <a:ln w="19050">
                <a:solidFill>
                  <a:schemeClr val="tx1"/>
                </a:solidFill>
                <a:round/>
                <a:headEnd/>
                <a:tailEnd/>
              </a:ln>
              <a:effectLst/>
            </p:spPr>
            <p:txBody>
              <a:bodyPr wrap="none" anchor="ctr"/>
              <a:lstStyle/>
              <a:p>
                <a:endParaRPr kumimoji="0" lang="zh-CN" altLang="en-US" sz="1350" b="0">
                  <a:solidFill>
                    <a:prstClr val="black"/>
                  </a:solidFill>
                  <a:latin typeface="Arial" charset="0"/>
                  <a:ea typeface="宋体" charset="-122"/>
                </a:endParaRPr>
              </a:p>
            </p:txBody>
          </p:sp>
          <p:sp>
            <p:nvSpPr>
              <p:cNvPr id="149" name="Oval 91"/>
              <p:cNvSpPr>
                <a:spLocks noChangeArrowheads="1"/>
              </p:cNvSpPr>
              <p:nvPr/>
            </p:nvSpPr>
            <p:spPr bwMode="auto">
              <a:xfrm>
                <a:off x="3196" y="288"/>
                <a:ext cx="185" cy="151"/>
              </a:xfrm>
              <a:prstGeom prst="ellipse">
                <a:avLst/>
              </a:prstGeom>
              <a:gradFill rotWithShape="0">
                <a:gsLst>
                  <a:gs pos="0">
                    <a:srgbClr val="FFFFFF"/>
                  </a:gs>
                  <a:gs pos="100000">
                    <a:schemeClr val="accent1"/>
                  </a:gs>
                </a:gsLst>
                <a:path path="shape">
                  <a:fillToRect l="50000" t="50000" r="50000" b="50000"/>
                </a:path>
              </a:gradFill>
              <a:ln w="19050">
                <a:solidFill>
                  <a:schemeClr val="tx1"/>
                </a:solidFill>
                <a:round/>
                <a:headEnd/>
                <a:tailEnd/>
              </a:ln>
              <a:effectLst/>
            </p:spPr>
            <p:txBody>
              <a:bodyPr wrap="none" anchor="ctr"/>
              <a:lstStyle/>
              <a:p>
                <a:endParaRPr kumimoji="0" lang="zh-CN" altLang="en-US" sz="1350" b="0">
                  <a:solidFill>
                    <a:prstClr val="black"/>
                  </a:solidFill>
                  <a:latin typeface="Arial" charset="0"/>
                  <a:ea typeface="宋体" charset="-122"/>
                </a:endParaRPr>
              </a:p>
            </p:txBody>
          </p:sp>
          <p:sp>
            <p:nvSpPr>
              <p:cNvPr id="150" name="Oval 92"/>
              <p:cNvSpPr>
                <a:spLocks noChangeArrowheads="1"/>
              </p:cNvSpPr>
              <p:nvPr/>
            </p:nvSpPr>
            <p:spPr bwMode="auto">
              <a:xfrm>
                <a:off x="3257" y="338"/>
                <a:ext cx="62" cy="51"/>
              </a:xfrm>
              <a:prstGeom prst="ellipse">
                <a:avLst/>
              </a:prstGeom>
              <a:solidFill>
                <a:srgbClr val="FF0000"/>
              </a:solidFill>
              <a:ln w="19050">
                <a:solidFill>
                  <a:schemeClr val="tx1"/>
                </a:solidFill>
                <a:round/>
                <a:headEnd/>
                <a:tailEnd/>
              </a:ln>
              <a:effectLst/>
            </p:spPr>
            <p:txBody>
              <a:bodyPr wrap="none" anchor="ctr"/>
              <a:lstStyle/>
              <a:p>
                <a:endParaRPr kumimoji="0" lang="zh-CN" altLang="en-US" sz="1350" b="0">
                  <a:solidFill>
                    <a:prstClr val="black"/>
                  </a:solidFill>
                  <a:latin typeface="Arial" charset="0"/>
                  <a:ea typeface="宋体" charset="-122"/>
                </a:endParaRPr>
              </a:p>
            </p:txBody>
          </p:sp>
          <p:sp>
            <p:nvSpPr>
              <p:cNvPr id="151" name="Oval 93"/>
              <p:cNvSpPr>
                <a:spLocks noChangeArrowheads="1"/>
              </p:cNvSpPr>
              <p:nvPr/>
            </p:nvSpPr>
            <p:spPr bwMode="auto">
              <a:xfrm>
                <a:off x="3395" y="288"/>
                <a:ext cx="187" cy="151"/>
              </a:xfrm>
              <a:prstGeom prst="ellipse">
                <a:avLst/>
              </a:prstGeom>
              <a:gradFill rotWithShape="0">
                <a:gsLst>
                  <a:gs pos="0">
                    <a:srgbClr val="FFFFFF"/>
                  </a:gs>
                  <a:gs pos="100000">
                    <a:schemeClr val="accent1"/>
                  </a:gs>
                </a:gsLst>
                <a:path path="shape">
                  <a:fillToRect l="50000" t="50000" r="50000" b="50000"/>
                </a:path>
              </a:gradFill>
              <a:ln w="19050">
                <a:solidFill>
                  <a:schemeClr val="tx1"/>
                </a:solidFill>
                <a:round/>
                <a:headEnd/>
                <a:tailEnd/>
              </a:ln>
              <a:effectLst/>
            </p:spPr>
            <p:txBody>
              <a:bodyPr wrap="none" anchor="ctr"/>
              <a:lstStyle/>
              <a:p>
                <a:endParaRPr kumimoji="0" lang="zh-CN" altLang="en-US" sz="1350" b="0">
                  <a:solidFill>
                    <a:prstClr val="black"/>
                  </a:solidFill>
                  <a:latin typeface="Arial" charset="0"/>
                  <a:ea typeface="宋体" charset="-122"/>
                </a:endParaRPr>
              </a:p>
            </p:txBody>
          </p:sp>
          <p:sp>
            <p:nvSpPr>
              <p:cNvPr id="152" name="Oval 94"/>
              <p:cNvSpPr>
                <a:spLocks noChangeArrowheads="1"/>
              </p:cNvSpPr>
              <p:nvPr/>
            </p:nvSpPr>
            <p:spPr bwMode="auto">
              <a:xfrm>
                <a:off x="3461" y="338"/>
                <a:ext cx="64" cy="51"/>
              </a:xfrm>
              <a:prstGeom prst="ellipse">
                <a:avLst/>
              </a:prstGeom>
              <a:solidFill>
                <a:srgbClr val="FF0000"/>
              </a:solidFill>
              <a:ln w="19050">
                <a:solidFill>
                  <a:schemeClr val="tx1"/>
                </a:solidFill>
                <a:round/>
                <a:headEnd/>
                <a:tailEnd/>
              </a:ln>
              <a:effectLst/>
            </p:spPr>
            <p:txBody>
              <a:bodyPr wrap="none" anchor="ctr"/>
              <a:lstStyle/>
              <a:p>
                <a:endParaRPr kumimoji="0" lang="zh-CN" altLang="en-US" sz="1350" b="0">
                  <a:solidFill>
                    <a:prstClr val="black"/>
                  </a:solidFill>
                  <a:latin typeface="Arial" charset="0"/>
                  <a:ea typeface="宋体" charset="-122"/>
                </a:endParaRPr>
              </a:p>
            </p:txBody>
          </p:sp>
          <p:sp>
            <p:nvSpPr>
              <p:cNvPr id="153" name="Oval 95"/>
              <p:cNvSpPr>
                <a:spLocks noChangeArrowheads="1"/>
              </p:cNvSpPr>
              <p:nvPr/>
            </p:nvSpPr>
            <p:spPr bwMode="auto">
              <a:xfrm>
                <a:off x="3616" y="338"/>
                <a:ext cx="62" cy="51"/>
              </a:xfrm>
              <a:prstGeom prst="ellipse">
                <a:avLst/>
              </a:prstGeom>
              <a:solidFill>
                <a:schemeClr val="accent1"/>
              </a:solidFill>
              <a:ln w="19050">
                <a:solidFill>
                  <a:schemeClr val="tx1"/>
                </a:solidFill>
                <a:round/>
                <a:headEnd/>
                <a:tailEnd/>
              </a:ln>
              <a:effectLst/>
            </p:spPr>
            <p:txBody>
              <a:bodyPr wrap="none" anchor="ctr"/>
              <a:lstStyle/>
              <a:p>
                <a:endParaRPr kumimoji="0" lang="zh-CN" altLang="en-US" sz="1350" b="0">
                  <a:solidFill>
                    <a:prstClr val="black"/>
                  </a:solidFill>
                  <a:latin typeface="Arial" charset="0"/>
                  <a:ea typeface="宋体" charset="-122"/>
                </a:endParaRPr>
              </a:p>
            </p:txBody>
          </p:sp>
          <p:sp>
            <p:nvSpPr>
              <p:cNvPr id="154" name="Oval 96"/>
              <p:cNvSpPr>
                <a:spLocks noChangeArrowheads="1"/>
              </p:cNvSpPr>
              <p:nvPr/>
            </p:nvSpPr>
            <p:spPr bwMode="auto">
              <a:xfrm>
                <a:off x="3587" y="288"/>
                <a:ext cx="187" cy="151"/>
              </a:xfrm>
              <a:prstGeom prst="ellipse">
                <a:avLst/>
              </a:prstGeom>
              <a:gradFill rotWithShape="0">
                <a:gsLst>
                  <a:gs pos="0">
                    <a:srgbClr val="FFFFFF"/>
                  </a:gs>
                  <a:gs pos="100000">
                    <a:schemeClr val="accent1"/>
                  </a:gs>
                </a:gsLst>
                <a:path path="shape">
                  <a:fillToRect l="50000" t="50000" r="50000" b="50000"/>
                </a:path>
              </a:gradFill>
              <a:ln w="19050">
                <a:solidFill>
                  <a:schemeClr val="tx1"/>
                </a:solidFill>
                <a:round/>
                <a:headEnd/>
                <a:tailEnd/>
              </a:ln>
              <a:effectLst/>
            </p:spPr>
            <p:txBody>
              <a:bodyPr wrap="none" anchor="ctr"/>
              <a:lstStyle/>
              <a:p>
                <a:endParaRPr kumimoji="0" lang="zh-CN" altLang="en-US" sz="1350" b="0">
                  <a:solidFill>
                    <a:prstClr val="black"/>
                  </a:solidFill>
                  <a:latin typeface="Arial" charset="0"/>
                  <a:ea typeface="宋体" charset="-122"/>
                </a:endParaRPr>
              </a:p>
            </p:txBody>
          </p:sp>
          <p:sp>
            <p:nvSpPr>
              <p:cNvPr id="155" name="Oval 97"/>
              <p:cNvSpPr>
                <a:spLocks noChangeArrowheads="1"/>
              </p:cNvSpPr>
              <p:nvPr/>
            </p:nvSpPr>
            <p:spPr bwMode="auto">
              <a:xfrm>
                <a:off x="3653" y="338"/>
                <a:ext cx="64" cy="51"/>
              </a:xfrm>
              <a:prstGeom prst="ellipse">
                <a:avLst/>
              </a:prstGeom>
              <a:solidFill>
                <a:srgbClr val="FF0000"/>
              </a:solidFill>
              <a:ln w="19050">
                <a:solidFill>
                  <a:schemeClr val="tx1"/>
                </a:solidFill>
                <a:round/>
                <a:headEnd/>
                <a:tailEnd/>
              </a:ln>
              <a:effectLst/>
            </p:spPr>
            <p:txBody>
              <a:bodyPr wrap="none" anchor="ctr"/>
              <a:lstStyle/>
              <a:p>
                <a:endParaRPr kumimoji="0" lang="zh-CN" altLang="en-US" sz="1350" b="0">
                  <a:solidFill>
                    <a:prstClr val="black"/>
                  </a:solidFill>
                  <a:latin typeface="Arial" charset="0"/>
                  <a:ea typeface="宋体" charset="-122"/>
                </a:endParaRPr>
              </a:p>
            </p:txBody>
          </p:sp>
        </p:grpSp>
        <p:graphicFrame>
          <p:nvGraphicFramePr>
            <p:cNvPr id="156" name="Object 101"/>
            <p:cNvGraphicFramePr>
              <a:graphicFrameLocks noChangeAspect="1"/>
            </p:cNvGraphicFramePr>
            <p:nvPr>
              <p:extLst>
                <p:ext uri="{D42A27DB-BD31-4B8C-83A1-F6EECF244321}">
                  <p14:modId xmlns:p14="http://schemas.microsoft.com/office/powerpoint/2010/main" val="2029610152"/>
                </p:ext>
              </p:extLst>
            </p:nvPr>
          </p:nvGraphicFramePr>
          <p:xfrm>
            <a:off x="6411516" y="3811191"/>
            <a:ext cx="302419" cy="242888"/>
          </p:xfrm>
          <a:graphic>
            <a:graphicData uri="http://schemas.openxmlformats.org/presentationml/2006/ole">
              <mc:AlternateContent xmlns:mc="http://schemas.openxmlformats.org/markup-compatibility/2006">
                <mc:Choice xmlns:v="urn:schemas-microsoft-com:vml" Requires="v">
                  <p:oleObj spid="_x0000_s183056" name="公式" r:id="rId7" imgW="177646" imgH="190335" progId="Equation.3">
                    <p:embed/>
                  </p:oleObj>
                </mc:Choice>
                <mc:Fallback>
                  <p:oleObj name="公式" r:id="rId7" imgW="177646" imgH="190335" progId="Equation.3">
                    <p:embed/>
                    <p:pic>
                      <p:nvPicPr>
                        <p:cNvPr id="22550" name="Object 101"/>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6411516" y="3811191"/>
                          <a:ext cx="302419" cy="24288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nvGrpSpPr>
            <p:cNvPr id="157" name="Group 134"/>
            <p:cNvGrpSpPr>
              <a:grpSpLocks/>
            </p:cNvGrpSpPr>
            <p:nvPr/>
          </p:nvGrpSpPr>
          <p:grpSpPr bwMode="auto">
            <a:xfrm>
              <a:off x="2914651" y="3439716"/>
              <a:ext cx="3155156" cy="815578"/>
              <a:chOff x="1488" y="2880"/>
              <a:chExt cx="2650" cy="685"/>
            </a:xfrm>
          </p:grpSpPr>
          <p:sp>
            <p:nvSpPr>
              <p:cNvPr id="158" name="Text Box 135"/>
              <p:cNvSpPr txBox="1">
                <a:spLocks noChangeArrowheads="1"/>
              </p:cNvSpPr>
              <p:nvPr/>
            </p:nvSpPr>
            <p:spPr bwMode="auto">
              <a:xfrm>
                <a:off x="2544" y="3216"/>
                <a:ext cx="272" cy="349"/>
              </a:xfrm>
              <a:prstGeom prst="rect">
                <a:avLst/>
              </a:prstGeom>
              <a:noFill/>
              <a:ln w="9525">
                <a:noFill/>
                <a:miter lim="800000"/>
                <a:headEnd/>
                <a:tailEnd/>
              </a:ln>
              <a:effectLst/>
            </p:spPr>
            <p:txBody>
              <a:bodyPr>
                <a:spAutoFit/>
              </a:bodyPr>
              <a:lstStyle/>
              <a:p>
                <a:r>
                  <a:rPr kumimoji="0" lang="en-US" altLang="zh-CN" sz="2100" b="0" i="1">
                    <a:solidFill>
                      <a:srgbClr val="1C1C1C"/>
                    </a:solidFill>
                    <a:ea typeface="宋体" charset="-122"/>
                  </a:rPr>
                  <a:t>P</a:t>
                </a:r>
              </a:p>
            </p:txBody>
          </p:sp>
          <p:sp>
            <p:nvSpPr>
              <p:cNvPr id="159" name="Line 136"/>
              <p:cNvSpPr>
                <a:spLocks noChangeShapeType="1"/>
              </p:cNvSpPr>
              <p:nvPr/>
            </p:nvSpPr>
            <p:spPr bwMode="auto">
              <a:xfrm flipH="1" flipV="1">
                <a:off x="1488" y="2880"/>
                <a:ext cx="1288" cy="304"/>
              </a:xfrm>
              <a:prstGeom prst="line">
                <a:avLst/>
              </a:prstGeom>
              <a:noFill/>
              <a:ln w="28575">
                <a:solidFill>
                  <a:srgbClr val="9900CC"/>
                </a:solidFill>
                <a:round/>
                <a:headEnd/>
                <a:tailEnd/>
              </a:ln>
              <a:effectLst/>
            </p:spPr>
            <p:txBody>
              <a:bodyPr wrap="none"/>
              <a:lstStyle/>
              <a:p>
                <a:pPr eaLnBrk="0" hangingPunct="0"/>
                <a:endParaRPr kumimoji="0" lang="zh-CN" altLang="en-US" sz="1350" b="0">
                  <a:solidFill>
                    <a:prstClr val="black"/>
                  </a:solidFill>
                  <a:latin typeface="Arial" charset="0"/>
                  <a:ea typeface="宋体" charset="-122"/>
                </a:endParaRPr>
              </a:p>
            </p:txBody>
          </p:sp>
          <p:grpSp>
            <p:nvGrpSpPr>
              <p:cNvPr id="160" name="Group 137"/>
              <p:cNvGrpSpPr>
                <a:grpSpLocks/>
              </p:cNvGrpSpPr>
              <p:nvPr/>
            </p:nvGrpSpPr>
            <p:grpSpPr bwMode="auto">
              <a:xfrm>
                <a:off x="2784" y="2880"/>
                <a:ext cx="1354" cy="576"/>
                <a:chOff x="2109" y="2795"/>
                <a:chExt cx="2041" cy="639"/>
              </a:xfrm>
            </p:grpSpPr>
            <p:sp>
              <p:nvSpPr>
                <p:cNvPr id="163" name="Line 138"/>
                <p:cNvSpPr>
                  <a:spLocks noChangeShapeType="1"/>
                </p:cNvSpPr>
                <p:nvPr/>
              </p:nvSpPr>
              <p:spPr bwMode="auto">
                <a:xfrm flipV="1">
                  <a:off x="2109" y="2795"/>
                  <a:ext cx="2041" cy="333"/>
                </a:xfrm>
                <a:prstGeom prst="line">
                  <a:avLst/>
                </a:prstGeom>
                <a:noFill/>
                <a:ln w="28575">
                  <a:solidFill>
                    <a:srgbClr val="009900"/>
                  </a:solidFill>
                  <a:round/>
                  <a:headEnd/>
                  <a:tailEnd/>
                </a:ln>
                <a:effectLst/>
              </p:spPr>
              <p:txBody>
                <a:bodyPr wrap="none"/>
                <a:lstStyle/>
                <a:p>
                  <a:pPr eaLnBrk="0" hangingPunct="0"/>
                  <a:endParaRPr kumimoji="0" lang="zh-CN" altLang="en-US" sz="1350" b="0">
                    <a:solidFill>
                      <a:prstClr val="black"/>
                    </a:solidFill>
                    <a:latin typeface="Arial" charset="0"/>
                    <a:ea typeface="宋体" charset="-122"/>
                  </a:endParaRPr>
                </a:p>
              </p:txBody>
            </p:sp>
            <p:sp>
              <p:nvSpPr>
                <p:cNvPr id="164" name="Arc 139"/>
                <p:cNvSpPr>
                  <a:spLocks/>
                </p:cNvSpPr>
                <p:nvPr/>
              </p:nvSpPr>
              <p:spPr bwMode="auto">
                <a:xfrm>
                  <a:off x="2566" y="3069"/>
                  <a:ext cx="44" cy="94"/>
                </a:xfrm>
                <a:custGeom>
                  <a:avLst/>
                  <a:gdLst>
                    <a:gd name="T0" fmla="*/ 0 w 20593"/>
                    <a:gd name="T1" fmla="*/ 0 h 21600"/>
                    <a:gd name="T2" fmla="*/ 0 w 20593"/>
                    <a:gd name="T3" fmla="*/ 0 h 21600"/>
                    <a:gd name="T4" fmla="*/ 0 w 20593"/>
                    <a:gd name="T5" fmla="*/ 0 h 21600"/>
                    <a:gd name="T6" fmla="*/ 0 60000 65536"/>
                    <a:gd name="T7" fmla="*/ 0 60000 65536"/>
                    <a:gd name="T8" fmla="*/ 0 60000 65536"/>
                  </a:gdLst>
                  <a:ahLst/>
                  <a:cxnLst>
                    <a:cxn ang="T6">
                      <a:pos x="T0" y="T1"/>
                    </a:cxn>
                    <a:cxn ang="T7">
                      <a:pos x="T2" y="T3"/>
                    </a:cxn>
                    <a:cxn ang="T8">
                      <a:pos x="T4" y="T5"/>
                    </a:cxn>
                  </a:cxnLst>
                  <a:rect l="0" t="0" r="r" b="b"/>
                  <a:pathLst>
                    <a:path w="20593" h="21600" fill="none" extrusionOk="0">
                      <a:moveTo>
                        <a:pt x="-1" y="0"/>
                      </a:moveTo>
                      <a:cubicBezTo>
                        <a:pt x="9418" y="0"/>
                        <a:pt x="17751" y="6103"/>
                        <a:pt x="20593" y="15082"/>
                      </a:cubicBezTo>
                    </a:path>
                    <a:path w="20593" h="21600" stroke="0" extrusionOk="0">
                      <a:moveTo>
                        <a:pt x="-1" y="0"/>
                      </a:moveTo>
                      <a:cubicBezTo>
                        <a:pt x="9418" y="0"/>
                        <a:pt x="17751" y="6103"/>
                        <a:pt x="20593" y="15082"/>
                      </a:cubicBezTo>
                      <a:lnTo>
                        <a:pt x="0" y="21600"/>
                      </a:lnTo>
                      <a:lnTo>
                        <a:pt x="-1" y="0"/>
                      </a:lnTo>
                      <a:close/>
                    </a:path>
                  </a:pathLst>
                </a:custGeom>
                <a:noFill/>
                <a:ln w="28575">
                  <a:solidFill>
                    <a:srgbClr val="FF0000"/>
                  </a:solidFill>
                  <a:round/>
                  <a:headEnd/>
                  <a:tailEnd/>
                </a:ln>
                <a:effectLst/>
              </p:spPr>
              <p:txBody>
                <a:bodyPr wrap="none" anchor="ctr"/>
                <a:lstStyle/>
                <a:p>
                  <a:pPr eaLnBrk="0" hangingPunct="0"/>
                  <a:endParaRPr kumimoji="0" lang="zh-CN" altLang="en-US" sz="1350" b="0">
                    <a:solidFill>
                      <a:prstClr val="black"/>
                    </a:solidFill>
                    <a:latin typeface="Arial" charset="0"/>
                    <a:ea typeface="宋体" charset="-122"/>
                  </a:endParaRPr>
                </a:p>
              </p:txBody>
            </p:sp>
            <p:graphicFrame>
              <p:nvGraphicFramePr>
                <p:cNvPr id="165" name="Object 140"/>
                <p:cNvGraphicFramePr>
                  <a:graphicFrameLocks noChangeAspect="1"/>
                </p:cNvGraphicFramePr>
                <p:nvPr/>
              </p:nvGraphicFramePr>
              <p:xfrm>
                <a:off x="2497" y="3142"/>
                <a:ext cx="383" cy="292"/>
              </p:xfrm>
              <a:graphic>
                <a:graphicData uri="http://schemas.openxmlformats.org/presentationml/2006/ole">
                  <mc:AlternateContent xmlns:mc="http://schemas.openxmlformats.org/markup-compatibility/2006">
                    <mc:Choice xmlns:v="urn:schemas-microsoft-com:vml" Requires="v">
                      <p:oleObj spid="_x0000_s183057" name="Equation" r:id="rId9" imgW="190335" imgH="215713" progId="Equation.3">
                        <p:embed/>
                      </p:oleObj>
                    </mc:Choice>
                    <mc:Fallback>
                      <p:oleObj name="Equation" r:id="rId9" imgW="190335" imgH="215713" progId="Equation.3">
                        <p:embed/>
                        <p:pic>
                          <p:nvPicPr>
                            <p:cNvPr id="22561" name="Object 140"/>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2497" y="3142"/>
                              <a:ext cx="383" cy="29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sp>
            <p:nvSpPr>
              <p:cNvPr id="161" name="Freeform 141"/>
              <p:cNvSpPr>
                <a:spLocks/>
              </p:cNvSpPr>
              <p:nvPr/>
            </p:nvSpPr>
            <p:spPr bwMode="auto">
              <a:xfrm>
                <a:off x="2544" y="3072"/>
                <a:ext cx="528" cy="112"/>
              </a:xfrm>
              <a:custGeom>
                <a:avLst/>
                <a:gdLst>
                  <a:gd name="T0" fmla="*/ 0 w 528"/>
                  <a:gd name="T1" fmla="*/ 11 h 160"/>
                  <a:gd name="T2" fmla="*/ 336 w 528"/>
                  <a:gd name="T3" fmla="*/ 3 h 160"/>
                  <a:gd name="T4" fmla="*/ 528 w 528"/>
                  <a:gd name="T5" fmla="*/ 27 h 160"/>
                  <a:gd name="T6" fmla="*/ 0 60000 65536"/>
                  <a:gd name="T7" fmla="*/ 0 60000 65536"/>
                  <a:gd name="T8" fmla="*/ 0 60000 65536"/>
                </a:gdLst>
                <a:ahLst/>
                <a:cxnLst>
                  <a:cxn ang="T6">
                    <a:pos x="T0" y="T1"/>
                  </a:cxn>
                  <a:cxn ang="T7">
                    <a:pos x="T2" y="T3"/>
                  </a:cxn>
                  <a:cxn ang="T8">
                    <a:pos x="T4" y="T5"/>
                  </a:cxn>
                </a:cxnLst>
                <a:rect l="0" t="0" r="r" b="b"/>
                <a:pathLst>
                  <a:path w="528" h="160">
                    <a:moveTo>
                      <a:pt x="0" y="64"/>
                    </a:moveTo>
                    <a:cubicBezTo>
                      <a:pt x="124" y="32"/>
                      <a:pt x="248" y="0"/>
                      <a:pt x="336" y="16"/>
                    </a:cubicBezTo>
                    <a:cubicBezTo>
                      <a:pt x="424" y="32"/>
                      <a:pt x="476" y="96"/>
                      <a:pt x="528" y="160"/>
                    </a:cubicBezTo>
                  </a:path>
                </a:pathLst>
              </a:custGeom>
              <a:noFill/>
              <a:ln w="19050" cmpd="sng">
                <a:solidFill>
                  <a:srgbClr val="FF0000"/>
                </a:solidFill>
                <a:round/>
                <a:headEnd/>
                <a:tailEnd/>
              </a:ln>
              <a:effectLst/>
            </p:spPr>
            <p:txBody>
              <a:bodyPr/>
              <a:lstStyle/>
              <a:p>
                <a:pPr eaLnBrk="0" hangingPunct="0"/>
                <a:endParaRPr kumimoji="0" lang="zh-CN" altLang="en-US" sz="1350" b="0">
                  <a:solidFill>
                    <a:prstClr val="black"/>
                  </a:solidFill>
                  <a:latin typeface="Arial" charset="0"/>
                  <a:ea typeface="宋体" charset="-122"/>
                </a:endParaRPr>
              </a:p>
            </p:txBody>
          </p:sp>
          <p:graphicFrame>
            <p:nvGraphicFramePr>
              <p:cNvPr id="162" name="Object 142"/>
              <p:cNvGraphicFramePr>
                <a:graphicFrameLocks noChangeAspect="1"/>
              </p:cNvGraphicFramePr>
              <p:nvPr/>
            </p:nvGraphicFramePr>
            <p:xfrm>
              <a:off x="2496" y="2880"/>
              <a:ext cx="331" cy="285"/>
            </p:xfrm>
            <a:graphic>
              <a:graphicData uri="http://schemas.openxmlformats.org/presentationml/2006/ole">
                <mc:AlternateContent xmlns:mc="http://schemas.openxmlformats.org/markup-compatibility/2006">
                  <mc:Choice xmlns:v="urn:schemas-microsoft-com:vml" Requires="v">
                    <p:oleObj spid="_x0000_s183058" name="Equation" r:id="rId11" imgW="177569" imgH="215619" progId="Equation.3">
                      <p:embed/>
                    </p:oleObj>
                  </mc:Choice>
                  <mc:Fallback>
                    <p:oleObj name="Equation" r:id="rId11" imgW="177569" imgH="215619" progId="Equation.3">
                      <p:embed/>
                      <p:pic>
                        <p:nvPicPr>
                          <p:cNvPr id="22558" name="Object 142"/>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2496" y="2880"/>
                            <a:ext cx="331" cy="28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cxnSp>
          <p:nvCxnSpPr>
            <p:cNvPr id="166" name="直接箭头连接符 165"/>
            <p:cNvCxnSpPr/>
            <p:nvPr/>
          </p:nvCxnSpPr>
          <p:spPr>
            <a:xfrm>
              <a:off x="2730500" y="3340315"/>
              <a:ext cx="0" cy="457200"/>
            </a:xfrm>
            <a:prstGeom prst="straightConnector1">
              <a:avLst/>
            </a:prstGeom>
            <a:ln>
              <a:headEnd type="triangle"/>
              <a:tailEnd type="triangle"/>
            </a:ln>
          </p:spPr>
          <p:style>
            <a:lnRef idx="1">
              <a:schemeClr val="accent1"/>
            </a:lnRef>
            <a:fillRef idx="0">
              <a:schemeClr val="accent1"/>
            </a:fillRef>
            <a:effectRef idx="0">
              <a:schemeClr val="accent1"/>
            </a:effectRef>
            <a:fontRef idx="minor">
              <a:schemeClr val="tx1"/>
            </a:fontRef>
          </p:style>
        </p:cxnSp>
        <p:sp>
          <p:nvSpPr>
            <p:cNvPr id="167" name="椭圆 166"/>
            <p:cNvSpPr/>
            <p:nvPr/>
          </p:nvSpPr>
          <p:spPr>
            <a:xfrm>
              <a:off x="4408885" y="3776663"/>
              <a:ext cx="52387" cy="52387"/>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nodeType="clickEffect">
                                  <p:stCondLst>
                                    <p:cond delay="0"/>
                                  </p:stCondLst>
                                  <p:childTnLst>
                                    <p:set>
                                      <p:cBhvr>
                                        <p:cTn id="6" dur="1" fill="hold">
                                          <p:stCondLst>
                                            <p:cond delay="0"/>
                                          </p:stCondLst>
                                        </p:cTn>
                                        <p:tgtEl>
                                          <p:spTgt spid="57348"/>
                                        </p:tgtEl>
                                        <p:attrNameLst>
                                          <p:attrName>style.visibility</p:attrName>
                                        </p:attrNameLst>
                                      </p:cBhvr>
                                      <p:to>
                                        <p:strVal val="visible"/>
                                      </p:to>
                                    </p:set>
                                    <p:animEffect transition="in" filter="box(in)">
                                      <p:cBhvr>
                                        <p:cTn id="7" dur="500"/>
                                        <p:tgtEl>
                                          <p:spTgt spid="57348"/>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nodeType="clickEffect">
                                  <p:stCondLst>
                                    <p:cond delay="0"/>
                                  </p:stCondLst>
                                  <p:childTnLst>
                                    <p:set>
                                      <p:cBhvr>
                                        <p:cTn id="11" dur="1" fill="hold">
                                          <p:stCondLst>
                                            <p:cond delay="0"/>
                                          </p:stCondLst>
                                        </p:cTn>
                                        <p:tgtEl>
                                          <p:spTgt spid="57346"/>
                                        </p:tgtEl>
                                        <p:attrNameLst>
                                          <p:attrName>style.visibility</p:attrName>
                                        </p:attrNameLst>
                                      </p:cBhvr>
                                      <p:to>
                                        <p:strVal val="visible"/>
                                      </p:to>
                                    </p:set>
                                    <p:animEffect transition="in" filter="blinds(horizontal)">
                                      <p:cBhvr>
                                        <p:cTn id="12" dur="500"/>
                                        <p:tgtEl>
                                          <p:spTgt spid="5734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灯片编号占位符 1"/>
          <p:cNvSpPr>
            <a:spLocks noGrp="1"/>
          </p:cNvSpPr>
          <p:nvPr>
            <p:ph type="sldNum" sz="quarter" idx="10"/>
          </p:nvPr>
        </p:nvSpPr>
        <p:spPr bwMode="auto">
          <a:noFill/>
          <a:ln>
            <a:miter lim="800000"/>
            <a:headEnd/>
            <a:tailEnd/>
          </a:ln>
        </p:spPr>
        <p:txBody>
          <a:bodyPr/>
          <a:lstStyle/>
          <a:p>
            <a:fld id="{4F2B6246-2A11-45E8-9A34-C1857E7ADBB1}" type="slidenum">
              <a:rPr lang="en-US" altLang="zh-CN">
                <a:ea typeface="宋体" charset="-122"/>
              </a:rPr>
              <a:pPr/>
              <a:t>37</a:t>
            </a:fld>
            <a:endParaRPr lang="en-US" altLang="zh-CN">
              <a:ea typeface="宋体" charset="-122"/>
            </a:endParaRPr>
          </a:p>
        </p:txBody>
      </p:sp>
      <p:grpSp>
        <p:nvGrpSpPr>
          <p:cNvPr id="2" name="Group 4"/>
          <p:cNvGrpSpPr>
            <a:grpSpLocks/>
          </p:cNvGrpSpPr>
          <p:nvPr/>
        </p:nvGrpSpPr>
        <p:grpSpPr bwMode="auto">
          <a:xfrm>
            <a:off x="2763441" y="2743200"/>
            <a:ext cx="4171950" cy="1501378"/>
            <a:chOff x="1104" y="2688"/>
            <a:chExt cx="3504" cy="1261"/>
          </a:xfrm>
        </p:grpSpPr>
        <p:sp>
          <p:nvSpPr>
            <p:cNvPr id="26631" name="AutoShape 6"/>
            <p:cNvSpPr>
              <a:spLocks noChangeArrowheads="1"/>
            </p:cNvSpPr>
            <p:nvPr/>
          </p:nvSpPr>
          <p:spPr bwMode="auto">
            <a:xfrm>
              <a:off x="1104" y="2976"/>
              <a:ext cx="672" cy="576"/>
            </a:xfrm>
            <a:prstGeom prst="wedgeRoundRectCallout">
              <a:avLst>
                <a:gd name="adj1" fmla="val 98810"/>
                <a:gd name="adj2" fmla="val 47745"/>
                <a:gd name="adj3" fmla="val 16667"/>
              </a:avLst>
            </a:prstGeom>
            <a:noFill/>
            <a:ln w="28575">
              <a:solidFill>
                <a:srgbClr val="D60093"/>
              </a:solidFill>
              <a:miter lim="800000"/>
              <a:headEnd/>
              <a:tailEnd/>
            </a:ln>
            <a:effectLst/>
          </p:spPr>
          <p:txBody>
            <a:bodyPr/>
            <a:lstStyle/>
            <a:p>
              <a:pPr algn="ctr"/>
              <a:endParaRPr kumimoji="0" lang="zh-CN" altLang="zh-CN" sz="2100">
                <a:solidFill>
                  <a:srgbClr val="1C1C1C"/>
                </a:solidFill>
                <a:ea typeface="宋体" charset="-122"/>
              </a:endParaRPr>
            </a:p>
          </p:txBody>
        </p:sp>
        <p:graphicFrame>
          <p:nvGraphicFramePr>
            <p:cNvPr id="26632" name="Object 7"/>
            <p:cNvGraphicFramePr>
              <a:graphicFrameLocks noChangeAspect="1"/>
            </p:cNvGraphicFramePr>
            <p:nvPr/>
          </p:nvGraphicFramePr>
          <p:xfrm>
            <a:off x="1104" y="2976"/>
            <a:ext cx="720" cy="576"/>
          </p:xfrm>
          <a:graphic>
            <a:graphicData uri="http://schemas.openxmlformats.org/presentationml/2006/ole">
              <mc:AlternateContent xmlns:mc="http://schemas.openxmlformats.org/markup-compatibility/2006">
                <mc:Choice xmlns:v="urn:schemas-microsoft-com:vml" Requires="v">
                  <p:oleObj spid="_x0000_s183610" name="Equation" r:id="rId3" imgW="457002" imgH="393529" progId="Equation.3">
                    <p:embed/>
                  </p:oleObj>
                </mc:Choice>
                <mc:Fallback>
                  <p:oleObj name="Equation" r:id="rId3" imgW="457002" imgH="393529" progId="Equation.3">
                    <p:embed/>
                    <p:pic>
                      <p:nvPicPr>
                        <p:cNvPr id="0" name="Object 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04" y="2976"/>
                          <a:ext cx="720" cy="576"/>
                        </a:xfrm>
                        <a:prstGeom prst="rect">
                          <a:avLst/>
                        </a:prstGeom>
                        <a:noFill/>
                        <a:ln>
                          <a:noFill/>
                        </a:ln>
                        <a:extLst>
                          <a:ext uri="{909E8E84-426E-40DD-AFC4-6F175D3DCCD1}">
                            <a14:hiddenFill xmlns:a14="http://schemas.microsoft.com/office/drawing/2010/main">
                              <a:solidFill>
                                <a:schemeClr val="folHlink"/>
                              </a:solidFill>
                            </a14:hiddenFill>
                          </a:ext>
                          <a:ext uri="{91240B29-F687-4F45-9708-019B960494DF}">
                            <a14:hiddenLine xmlns:a14="http://schemas.microsoft.com/office/drawing/2010/main" w="9525">
                              <a:solidFill>
                                <a:srgbClr val="CC0000"/>
                              </a:solidFill>
                              <a:miter lim="800000"/>
                              <a:headEnd/>
                              <a:tailEnd/>
                            </a14:hiddenLine>
                          </a:ext>
                        </a:extLst>
                      </p:spPr>
                    </p:pic>
                  </p:oleObj>
                </mc:Fallback>
              </mc:AlternateContent>
            </a:graphicData>
          </a:graphic>
        </p:graphicFrame>
        <p:sp>
          <p:nvSpPr>
            <p:cNvPr id="26633" name="Line 8"/>
            <p:cNvSpPr>
              <a:spLocks noChangeShapeType="1"/>
            </p:cNvSpPr>
            <p:nvPr/>
          </p:nvSpPr>
          <p:spPr bwMode="auto">
            <a:xfrm flipV="1">
              <a:off x="1536" y="3888"/>
              <a:ext cx="3072" cy="0"/>
            </a:xfrm>
            <a:prstGeom prst="line">
              <a:avLst/>
            </a:prstGeom>
            <a:noFill/>
            <a:ln w="12700">
              <a:solidFill>
                <a:srgbClr val="000000"/>
              </a:solidFill>
              <a:round/>
              <a:headEnd/>
              <a:tailEnd type="triangle" w="sm" len="lg"/>
            </a:ln>
            <a:effectLst/>
          </p:spPr>
          <p:txBody>
            <a:bodyPr wrap="none"/>
            <a:lstStyle/>
            <a:p>
              <a:pPr eaLnBrk="0" hangingPunct="0"/>
              <a:endParaRPr kumimoji="0" lang="zh-CN" altLang="en-US" sz="1350" b="0">
                <a:solidFill>
                  <a:prstClr val="black"/>
                </a:solidFill>
                <a:latin typeface="Arial" charset="0"/>
                <a:ea typeface="宋体" charset="-122"/>
              </a:endParaRPr>
            </a:p>
          </p:txBody>
        </p:sp>
        <p:sp>
          <p:nvSpPr>
            <p:cNvPr id="26634" name="Line 9"/>
            <p:cNvSpPr>
              <a:spLocks noChangeShapeType="1"/>
            </p:cNvSpPr>
            <p:nvPr/>
          </p:nvSpPr>
          <p:spPr bwMode="auto">
            <a:xfrm flipV="1">
              <a:off x="2928" y="2688"/>
              <a:ext cx="0" cy="1200"/>
            </a:xfrm>
            <a:prstGeom prst="line">
              <a:avLst/>
            </a:prstGeom>
            <a:noFill/>
            <a:ln w="12700">
              <a:solidFill>
                <a:srgbClr val="000000"/>
              </a:solidFill>
              <a:round/>
              <a:headEnd/>
              <a:tailEnd type="triangle" w="sm" len="lg"/>
            </a:ln>
            <a:effectLst/>
          </p:spPr>
          <p:txBody>
            <a:bodyPr wrap="none"/>
            <a:lstStyle/>
            <a:p>
              <a:pPr eaLnBrk="0" hangingPunct="0"/>
              <a:endParaRPr kumimoji="0" lang="zh-CN" altLang="en-US" sz="1350" b="0">
                <a:solidFill>
                  <a:prstClr val="black"/>
                </a:solidFill>
                <a:latin typeface="Arial" charset="0"/>
                <a:ea typeface="宋体" charset="-122"/>
              </a:endParaRPr>
            </a:p>
          </p:txBody>
        </p:sp>
        <p:sp>
          <p:nvSpPr>
            <p:cNvPr id="26635" name="Text Box 10"/>
            <p:cNvSpPr txBox="1">
              <a:spLocks noChangeArrowheads="1"/>
            </p:cNvSpPr>
            <p:nvPr/>
          </p:nvSpPr>
          <p:spPr bwMode="auto">
            <a:xfrm>
              <a:off x="4272" y="3552"/>
              <a:ext cx="311" cy="349"/>
            </a:xfrm>
            <a:prstGeom prst="rect">
              <a:avLst/>
            </a:prstGeom>
            <a:noFill/>
            <a:ln w="9525">
              <a:noFill/>
              <a:miter lim="800000"/>
              <a:headEnd/>
              <a:tailEnd/>
            </a:ln>
            <a:effectLst/>
          </p:spPr>
          <p:txBody>
            <a:bodyPr>
              <a:spAutoFit/>
            </a:bodyPr>
            <a:lstStyle/>
            <a:p>
              <a:r>
                <a:rPr kumimoji="0" lang="en-US" altLang="zh-CN" sz="2100" i="1">
                  <a:solidFill>
                    <a:srgbClr val="1C1C1C"/>
                  </a:solidFill>
                  <a:ea typeface="宋体" charset="-122"/>
                </a:rPr>
                <a:t>x</a:t>
              </a:r>
            </a:p>
          </p:txBody>
        </p:sp>
        <p:sp>
          <p:nvSpPr>
            <p:cNvPr id="26636" name="Text Box 11"/>
            <p:cNvSpPr txBox="1">
              <a:spLocks noChangeArrowheads="1"/>
            </p:cNvSpPr>
            <p:nvPr/>
          </p:nvSpPr>
          <p:spPr bwMode="auto">
            <a:xfrm>
              <a:off x="2928" y="2808"/>
              <a:ext cx="336" cy="349"/>
            </a:xfrm>
            <a:prstGeom prst="rect">
              <a:avLst/>
            </a:prstGeom>
            <a:noFill/>
            <a:ln w="9525">
              <a:noFill/>
              <a:miter lim="800000"/>
              <a:headEnd/>
              <a:tailEnd/>
            </a:ln>
            <a:effectLst/>
          </p:spPr>
          <p:txBody>
            <a:bodyPr>
              <a:spAutoFit/>
            </a:bodyPr>
            <a:lstStyle/>
            <a:p>
              <a:r>
                <a:rPr kumimoji="0" lang="en-US" altLang="zh-CN" sz="2100" i="1">
                  <a:solidFill>
                    <a:srgbClr val="1C1C1C"/>
                  </a:solidFill>
                  <a:ea typeface="宋体" charset="-122"/>
                </a:rPr>
                <a:t>B</a:t>
              </a:r>
            </a:p>
          </p:txBody>
        </p:sp>
        <p:sp>
          <p:nvSpPr>
            <p:cNvPr id="26637" name="Line 12"/>
            <p:cNvSpPr>
              <a:spLocks noChangeShapeType="1"/>
            </p:cNvSpPr>
            <p:nvPr/>
          </p:nvSpPr>
          <p:spPr bwMode="auto">
            <a:xfrm flipV="1">
              <a:off x="2112" y="3552"/>
              <a:ext cx="1680" cy="0"/>
            </a:xfrm>
            <a:prstGeom prst="line">
              <a:avLst/>
            </a:prstGeom>
            <a:noFill/>
            <a:ln w="28575">
              <a:solidFill>
                <a:srgbClr val="009999"/>
              </a:solidFill>
              <a:prstDash val="dash"/>
              <a:round/>
              <a:headEnd/>
              <a:tailEnd/>
            </a:ln>
            <a:effectLst/>
          </p:spPr>
          <p:txBody>
            <a:bodyPr wrap="none"/>
            <a:lstStyle/>
            <a:p>
              <a:pPr eaLnBrk="0" hangingPunct="0"/>
              <a:endParaRPr kumimoji="0" lang="zh-CN" altLang="en-US" sz="1350" b="0">
                <a:solidFill>
                  <a:prstClr val="black"/>
                </a:solidFill>
                <a:latin typeface="Arial" charset="0"/>
                <a:ea typeface="宋体" charset="-122"/>
              </a:endParaRPr>
            </a:p>
          </p:txBody>
        </p:sp>
        <p:graphicFrame>
          <p:nvGraphicFramePr>
            <p:cNvPr id="26638" name="Object 13"/>
            <p:cNvGraphicFramePr>
              <a:graphicFrameLocks noChangeAspect="1"/>
            </p:cNvGraphicFramePr>
            <p:nvPr/>
          </p:nvGraphicFramePr>
          <p:xfrm>
            <a:off x="3408" y="2773"/>
            <a:ext cx="480" cy="347"/>
          </p:xfrm>
          <a:graphic>
            <a:graphicData uri="http://schemas.openxmlformats.org/presentationml/2006/ole">
              <mc:AlternateContent xmlns:mc="http://schemas.openxmlformats.org/markup-compatibility/2006">
                <mc:Choice xmlns:v="urn:schemas-microsoft-com:vml" Requires="v">
                  <p:oleObj spid="_x0000_s183611" name="Equation" r:id="rId5" imgW="342751" imgH="228501" progId="Equation.3">
                    <p:embed/>
                  </p:oleObj>
                </mc:Choice>
                <mc:Fallback>
                  <p:oleObj name="Equation" r:id="rId5" imgW="342751" imgH="228501" progId="Equation.3">
                    <p:embed/>
                    <p:pic>
                      <p:nvPicPr>
                        <p:cNvPr id="0" name="Object 1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408" y="2773"/>
                          <a:ext cx="480" cy="3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D60093"/>
                              </a:solidFill>
                              <a:miter lim="800000"/>
                              <a:headEnd/>
                              <a:tailEnd/>
                            </a14:hiddenLine>
                          </a:ext>
                        </a:extLst>
                      </p:spPr>
                    </p:pic>
                  </p:oleObj>
                </mc:Fallback>
              </mc:AlternateContent>
            </a:graphicData>
          </a:graphic>
        </p:graphicFrame>
        <p:sp>
          <p:nvSpPr>
            <p:cNvPr id="26639" name="Rectangle 14"/>
            <p:cNvSpPr>
              <a:spLocks noChangeArrowheads="1"/>
            </p:cNvSpPr>
            <p:nvPr/>
          </p:nvSpPr>
          <p:spPr bwMode="auto">
            <a:xfrm>
              <a:off x="2976" y="2864"/>
              <a:ext cx="1584" cy="780"/>
            </a:xfrm>
            <a:prstGeom prst="rect">
              <a:avLst/>
            </a:prstGeom>
            <a:noFill/>
            <a:ln w="9525">
              <a:noFill/>
              <a:miter lim="800000"/>
              <a:headEnd/>
              <a:tailEnd/>
            </a:ln>
            <a:effectLst/>
          </p:spPr>
          <p:txBody>
            <a:bodyPr wrap="none" anchor="ctr"/>
            <a:lstStyle/>
            <a:p>
              <a:pPr algn="ctr"/>
              <a:endParaRPr kumimoji="0" lang="zh-CN" altLang="zh-CN" sz="2100">
                <a:solidFill>
                  <a:srgbClr val="CC0000"/>
                </a:solidFill>
                <a:ea typeface="宋体" charset="-122"/>
              </a:endParaRPr>
            </a:p>
          </p:txBody>
        </p:sp>
        <p:sp>
          <p:nvSpPr>
            <p:cNvPr id="26640" name="AutoShape 15"/>
            <p:cNvSpPr>
              <a:spLocks noChangeArrowheads="1"/>
            </p:cNvSpPr>
            <p:nvPr/>
          </p:nvSpPr>
          <p:spPr bwMode="auto">
            <a:xfrm>
              <a:off x="3408" y="2760"/>
              <a:ext cx="528" cy="360"/>
            </a:xfrm>
            <a:prstGeom prst="wedgeRoundRectCallout">
              <a:avLst>
                <a:gd name="adj1" fmla="val -78787"/>
                <a:gd name="adj2" fmla="val 67222"/>
                <a:gd name="adj3" fmla="val 16667"/>
              </a:avLst>
            </a:prstGeom>
            <a:noFill/>
            <a:ln w="28575">
              <a:solidFill>
                <a:srgbClr val="D60093"/>
              </a:solidFill>
              <a:miter lim="800000"/>
              <a:headEnd/>
              <a:tailEnd/>
            </a:ln>
            <a:effectLst/>
          </p:spPr>
          <p:txBody>
            <a:bodyPr/>
            <a:lstStyle/>
            <a:p>
              <a:pPr algn="ctr"/>
              <a:endParaRPr kumimoji="0" lang="zh-CN" altLang="zh-CN" sz="2100">
                <a:solidFill>
                  <a:srgbClr val="1C1C1C"/>
                </a:solidFill>
                <a:ea typeface="宋体" charset="-122"/>
              </a:endParaRPr>
            </a:p>
          </p:txBody>
        </p:sp>
        <p:grpSp>
          <p:nvGrpSpPr>
            <p:cNvPr id="3" name="Group 16"/>
            <p:cNvGrpSpPr>
              <a:grpSpLocks/>
            </p:cNvGrpSpPr>
            <p:nvPr/>
          </p:nvGrpSpPr>
          <p:grpSpPr bwMode="auto">
            <a:xfrm>
              <a:off x="1776" y="3216"/>
              <a:ext cx="1152" cy="624"/>
              <a:chOff x="2112" y="3168"/>
              <a:chExt cx="1152" cy="624"/>
            </a:xfrm>
          </p:grpSpPr>
          <p:sp>
            <p:nvSpPr>
              <p:cNvPr id="26646" name="Line 17"/>
              <p:cNvSpPr>
                <a:spLocks noChangeShapeType="1"/>
              </p:cNvSpPr>
              <p:nvPr/>
            </p:nvSpPr>
            <p:spPr bwMode="auto">
              <a:xfrm>
                <a:off x="2784" y="3168"/>
                <a:ext cx="480" cy="0"/>
              </a:xfrm>
              <a:prstGeom prst="line">
                <a:avLst/>
              </a:prstGeom>
              <a:noFill/>
              <a:ln w="34925">
                <a:solidFill>
                  <a:srgbClr val="0000FF"/>
                </a:solidFill>
                <a:round/>
                <a:headEnd/>
                <a:tailEnd/>
              </a:ln>
              <a:effectLst/>
            </p:spPr>
            <p:txBody>
              <a:bodyPr wrap="none"/>
              <a:lstStyle/>
              <a:p>
                <a:pPr eaLnBrk="0" hangingPunct="0"/>
                <a:endParaRPr kumimoji="0" lang="zh-CN" altLang="en-US" sz="1350" b="0">
                  <a:solidFill>
                    <a:prstClr val="black"/>
                  </a:solidFill>
                  <a:latin typeface="Arial" charset="0"/>
                  <a:ea typeface="宋体" charset="-122"/>
                </a:endParaRPr>
              </a:p>
            </p:txBody>
          </p:sp>
          <p:sp>
            <p:nvSpPr>
              <p:cNvPr id="26647" name="Freeform 18"/>
              <p:cNvSpPr>
                <a:spLocks/>
              </p:cNvSpPr>
              <p:nvPr/>
            </p:nvSpPr>
            <p:spPr bwMode="auto">
              <a:xfrm>
                <a:off x="2112" y="3168"/>
                <a:ext cx="672" cy="624"/>
              </a:xfrm>
              <a:custGeom>
                <a:avLst/>
                <a:gdLst>
                  <a:gd name="T0" fmla="*/ 672 w 672"/>
                  <a:gd name="T1" fmla="*/ 0 h 624"/>
                  <a:gd name="T2" fmla="*/ 432 w 672"/>
                  <a:gd name="T3" fmla="*/ 96 h 624"/>
                  <a:gd name="T4" fmla="*/ 240 w 672"/>
                  <a:gd name="T5" fmla="*/ 528 h 624"/>
                  <a:gd name="T6" fmla="*/ 0 w 672"/>
                  <a:gd name="T7" fmla="*/ 624 h 624"/>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672" h="624">
                    <a:moveTo>
                      <a:pt x="672" y="0"/>
                    </a:moveTo>
                    <a:cubicBezTo>
                      <a:pt x="588" y="4"/>
                      <a:pt x="504" y="8"/>
                      <a:pt x="432" y="96"/>
                    </a:cubicBezTo>
                    <a:cubicBezTo>
                      <a:pt x="360" y="184"/>
                      <a:pt x="312" y="440"/>
                      <a:pt x="240" y="528"/>
                    </a:cubicBezTo>
                    <a:cubicBezTo>
                      <a:pt x="168" y="616"/>
                      <a:pt x="84" y="620"/>
                      <a:pt x="0" y="624"/>
                    </a:cubicBezTo>
                  </a:path>
                </a:pathLst>
              </a:custGeom>
              <a:noFill/>
              <a:ln w="34925" cap="flat" cmpd="sng">
                <a:solidFill>
                  <a:srgbClr val="0000FF"/>
                </a:solidFill>
                <a:prstDash val="solid"/>
                <a:round/>
                <a:headEnd/>
                <a:tailEnd/>
              </a:ln>
              <a:effectLst/>
            </p:spPr>
            <p:txBody>
              <a:bodyPr wrap="none"/>
              <a:lstStyle/>
              <a:p>
                <a:pPr eaLnBrk="0" hangingPunct="0"/>
                <a:endParaRPr kumimoji="0" lang="zh-CN" altLang="en-US" sz="1350" b="0">
                  <a:solidFill>
                    <a:prstClr val="black"/>
                  </a:solidFill>
                  <a:latin typeface="Arial" charset="0"/>
                  <a:ea typeface="宋体" charset="-122"/>
                </a:endParaRPr>
              </a:p>
            </p:txBody>
          </p:sp>
        </p:grpSp>
        <p:grpSp>
          <p:nvGrpSpPr>
            <p:cNvPr id="4" name="Group 19"/>
            <p:cNvGrpSpPr>
              <a:grpSpLocks/>
            </p:cNvGrpSpPr>
            <p:nvPr/>
          </p:nvGrpSpPr>
          <p:grpSpPr bwMode="auto">
            <a:xfrm flipH="1">
              <a:off x="2928" y="3216"/>
              <a:ext cx="1200" cy="624"/>
              <a:chOff x="2112" y="3168"/>
              <a:chExt cx="1152" cy="624"/>
            </a:xfrm>
          </p:grpSpPr>
          <p:sp>
            <p:nvSpPr>
              <p:cNvPr id="26644" name="Line 20"/>
              <p:cNvSpPr>
                <a:spLocks noChangeShapeType="1"/>
              </p:cNvSpPr>
              <p:nvPr/>
            </p:nvSpPr>
            <p:spPr bwMode="auto">
              <a:xfrm>
                <a:off x="2784" y="3168"/>
                <a:ext cx="480" cy="0"/>
              </a:xfrm>
              <a:prstGeom prst="line">
                <a:avLst/>
              </a:prstGeom>
              <a:noFill/>
              <a:ln w="34925">
                <a:solidFill>
                  <a:srgbClr val="0000FF"/>
                </a:solidFill>
                <a:round/>
                <a:headEnd/>
                <a:tailEnd/>
              </a:ln>
              <a:effectLst/>
            </p:spPr>
            <p:txBody>
              <a:bodyPr wrap="none"/>
              <a:lstStyle/>
              <a:p>
                <a:pPr eaLnBrk="0" hangingPunct="0"/>
                <a:endParaRPr kumimoji="0" lang="zh-CN" altLang="en-US" sz="1350" b="0">
                  <a:solidFill>
                    <a:prstClr val="black"/>
                  </a:solidFill>
                  <a:latin typeface="Arial" charset="0"/>
                  <a:ea typeface="宋体" charset="-122"/>
                </a:endParaRPr>
              </a:p>
            </p:txBody>
          </p:sp>
          <p:sp>
            <p:nvSpPr>
              <p:cNvPr id="26645" name="Freeform 21"/>
              <p:cNvSpPr>
                <a:spLocks/>
              </p:cNvSpPr>
              <p:nvPr/>
            </p:nvSpPr>
            <p:spPr bwMode="auto">
              <a:xfrm>
                <a:off x="2112" y="3168"/>
                <a:ext cx="672" cy="624"/>
              </a:xfrm>
              <a:custGeom>
                <a:avLst/>
                <a:gdLst>
                  <a:gd name="T0" fmla="*/ 672 w 672"/>
                  <a:gd name="T1" fmla="*/ 0 h 624"/>
                  <a:gd name="T2" fmla="*/ 432 w 672"/>
                  <a:gd name="T3" fmla="*/ 96 h 624"/>
                  <a:gd name="T4" fmla="*/ 240 w 672"/>
                  <a:gd name="T5" fmla="*/ 528 h 624"/>
                  <a:gd name="T6" fmla="*/ 0 w 672"/>
                  <a:gd name="T7" fmla="*/ 624 h 624"/>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672" h="624">
                    <a:moveTo>
                      <a:pt x="672" y="0"/>
                    </a:moveTo>
                    <a:cubicBezTo>
                      <a:pt x="588" y="4"/>
                      <a:pt x="504" y="8"/>
                      <a:pt x="432" y="96"/>
                    </a:cubicBezTo>
                    <a:cubicBezTo>
                      <a:pt x="360" y="184"/>
                      <a:pt x="312" y="440"/>
                      <a:pt x="240" y="528"/>
                    </a:cubicBezTo>
                    <a:cubicBezTo>
                      <a:pt x="168" y="616"/>
                      <a:pt x="84" y="620"/>
                      <a:pt x="0" y="624"/>
                    </a:cubicBezTo>
                  </a:path>
                </a:pathLst>
              </a:custGeom>
              <a:noFill/>
              <a:ln w="34925" cap="flat" cmpd="sng">
                <a:solidFill>
                  <a:srgbClr val="0000FF"/>
                </a:solidFill>
                <a:prstDash val="solid"/>
                <a:round/>
                <a:headEnd/>
                <a:tailEnd/>
              </a:ln>
              <a:effectLst/>
            </p:spPr>
            <p:txBody>
              <a:bodyPr wrap="none"/>
              <a:lstStyle/>
              <a:p>
                <a:pPr eaLnBrk="0" hangingPunct="0"/>
                <a:endParaRPr kumimoji="0" lang="zh-CN" altLang="en-US" sz="1350" b="0">
                  <a:solidFill>
                    <a:prstClr val="black"/>
                  </a:solidFill>
                  <a:latin typeface="Arial" charset="0"/>
                  <a:ea typeface="宋体" charset="-122"/>
                </a:endParaRPr>
              </a:p>
            </p:txBody>
          </p:sp>
        </p:grpSp>
        <p:sp>
          <p:nvSpPr>
            <p:cNvPr id="26643" name="Text Box 22"/>
            <p:cNvSpPr txBox="1">
              <a:spLocks noChangeArrowheads="1"/>
            </p:cNvSpPr>
            <p:nvPr/>
          </p:nvSpPr>
          <p:spPr bwMode="auto">
            <a:xfrm>
              <a:off x="2688" y="3600"/>
              <a:ext cx="806" cy="349"/>
            </a:xfrm>
            <a:prstGeom prst="rect">
              <a:avLst/>
            </a:prstGeom>
            <a:noFill/>
            <a:ln w="9525">
              <a:noFill/>
              <a:miter lim="800000"/>
              <a:headEnd/>
              <a:tailEnd/>
            </a:ln>
            <a:effectLst/>
          </p:spPr>
          <p:txBody>
            <a:bodyPr>
              <a:spAutoFit/>
            </a:bodyPr>
            <a:lstStyle/>
            <a:p>
              <a:r>
                <a:rPr kumimoji="0" lang="en-US" altLang="zh-CN" sz="2100" b="0" i="1">
                  <a:solidFill>
                    <a:srgbClr val="1C1C1C"/>
                  </a:solidFill>
                  <a:ea typeface="宋体" charset="-122"/>
                </a:rPr>
                <a:t>O</a:t>
              </a:r>
            </a:p>
          </p:txBody>
        </p:sp>
      </p:grpSp>
      <p:sp>
        <p:nvSpPr>
          <p:cNvPr id="26628" name="Text Box 23"/>
          <p:cNvSpPr txBox="1">
            <a:spLocks noChangeArrowheads="1"/>
          </p:cNvSpPr>
          <p:nvPr/>
        </p:nvSpPr>
        <p:spPr bwMode="auto">
          <a:xfrm>
            <a:off x="1763316" y="431963"/>
            <a:ext cx="5886450" cy="978729"/>
          </a:xfrm>
          <a:prstGeom prst="rect">
            <a:avLst/>
          </a:prstGeom>
          <a:noFill/>
          <a:ln w="9525">
            <a:noFill/>
            <a:miter lim="800000"/>
            <a:headEnd/>
            <a:tailEnd/>
          </a:ln>
          <a:effectLst/>
        </p:spPr>
        <p:txBody>
          <a:bodyPr>
            <a:spAutoFit/>
          </a:bodyPr>
          <a:lstStyle/>
          <a:p>
            <a:pPr>
              <a:lnSpc>
                <a:spcPct val="120000"/>
              </a:lnSpc>
            </a:pPr>
            <a:r>
              <a:rPr kumimoji="0" lang="en-US" altLang="zh-CN" sz="2400">
                <a:solidFill>
                  <a:prstClr val="black"/>
                </a:solidFill>
                <a:latin typeface="Arial" charset="0"/>
                <a:ea typeface="宋体" charset="-122"/>
              </a:rPr>
              <a:t>       </a:t>
            </a:r>
            <a:r>
              <a:rPr kumimoji="0" lang="zh-CN" altLang="en-US" sz="2400">
                <a:solidFill>
                  <a:prstClr val="black"/>
                </a:solidFill>
                <a:latin typeface="Arial" charset="0"/>
                <a:ea typeface="宋体" charset="-122"/>
              </a:rPr>
              <a:t>下图给出长直螺线管内轴线上磁感强度的分布</a:t>
            </a:r>
            <a:r>
              <a:rPr kumimoji="0" lang="en-US" altLang="zh-CN" sz="2400">
                <a:solidFill>
                  <a:prstClr val="black"/>
                </a:solidFill>
                <a:ea typeface="宋体" charset="-122"/>
              </a:rPr>
              <a:t>.</a:t>
            </a:r>
            <a:r>
              <a:rPr kumimoji="0" lang="en-US" altLang="zh-CN" sz="2400">
                <a:solidFill>
                  <a:prstClr val="black"/>
                </a:solidFill>
                <a:latin typeface="Arial" charset="0"/>
                <a:ea typeface="宋体" charset="-122"/>
              </a:rPr>
              <a:t>  </a:t>
            </a:r>
            <a:endParaRPr kumimoji="0" lang="en-US" altLang="zh-CN" sz="2400">
              <a:solidFill>
                <a:prstClr val="black"/>
              </a:solidFill>
              <a:ea typeface="华文中宋" pitchFamily="2" charset="-122"/>
            </a:endParaRPr>
          </a:p>
        </p:txBody>
      </p:sp>
      <p:sp>
        <p:nvSpPr>
          <p:cNvPr id="54296" name="Text Box 24"/>
          <p:cNvSpPr txBox="1">
            <a:spLocks noChangeArrowheads="1"/>
          </p:cNvSpPr>
          <p:nvPr/>
        </p:nvSpPr>
        <p:spPr bwMode="auto">
          <a:xfrm>
            <a:off x="1763316" y="1478813"/>
            <a:ext cx="5994797" cy="1421928"/>
          </a:xfrm>
          <a:prstGeom prst="rect">
            <a:avLst/>
          </a:prstGeom>
          <a:noFill/>
          <a:ln w="9525">
            <a:noFill/>
            <a:miter lim="800000"/>
            <a:headEnd/>
            <a:tailEnd/>
          </a:ln>
          <a:effectLst/>
        </p:spPr>
        <p:txBody>
          <a:bodyPr>
            <a:spAutoFit/>
          </a:bodyPr>
          <a:lstStyle/>
          <a:p>
            <a:pPr>
              <a:lnSpc>
                <a:spcPct val="120000"/>
              </a:lnSpc>
            </a:pPr>
            <a:r>
              <a:rPr kumimoji="0" lang="en-US" altLang="zh-CN" sz="2400" dirty="0">
                <a:solidFill>
                  <a:prstClr val="black"/>
                </a:solidFill>
                <a:latin typeface="Arial" charset="0"/>
                <a:ea typeface="宋体" charset="-122"/>
              </a:rPr>
              <a:t>       </a:t>
            </a:r>
            <a:r>
              <a:rPr kumimoji="0" lang="zh-CN" altLang="en-US" sz="2400" dirty="0">
                <a:solidFill>
                  <a:prstClr val="black"/>
                </a:solidFill>
                <a:latin typeface="Arial" charset="0"/>
                <a:ea typeface="宋体" charset="-122"/>
              </a:rPr>
              <a:t>从图可以看出，密绕载流长直螺线管内轴线中部附近的磁场完全可以视作均匀磁场</a:t>
            </a:r>
            <a:r>
              <a:rPr kumimoji="0" lang="en-US" altLang="zh-CN" sz="2400" dirty="0">
                <a:solidFill>
                  <a:prstClr val="black"/>
                </a:solidFill>
                <a:latin typeface="华文中宋" pitchFamily="2" charset="-122"/>
                <a:ea typeface="华文中宋" pitchFamily="2" charset="-122"/>
              </a:rPr>
              <a:t>.</a:t>
            </a:r>
            <a:endParaRPr kumimoji="0" lang="en-US" altLang="zh-CN" sz="2400" b="0" dirty="0">
              <a:solidFill>
                <a:prstClr val="black"/>
              </a:solidFill>
              <a:latin typeface="华文中宋" pitchFamily="2" charset="-122"/>
              <a:ea typeface="华文中宋"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32"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ox(out)">
                                      <p:cBhvr>
                                        <p:cTn id="7" dur="500"/>
                                        <p:tgtEl>
                                          <p:spTgt spid="2"/>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54296"/>
                                        </p:tgtEl>
                                        <p:attrNameLst>
                                          <p:attrName>style.visibility</p:attrName>
                                        </p:attrNameLst>
                                      </p:cBhvr>
                                      <p:to>
                                        <p:strVal val="visible"/>
                                      </p:to>
                                    </p:set>
                                    <p:animEffect transition="in" filter="blinds(horizontal)">
                                      <p:cBhvr>
                                        <p:cTn id="12" dur="500"/>
                                        <p:tgtEl>
                                          <p:spTgt spid="5429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4296" grpId="0"/>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灯片编号占位符 1"/>
          <p:cNvSpPr>
            <a:spLocks noGrp="1"/>
          </p:cNvSpPr>
          <p:nvPr>
            <p:ph type="sldNum" sz="quarter" idx="10"/>
          </p:nvPr>
        </p:nvSpPr>
        <p:spPr bwMode="auto">
          <a:noFill/>
          <a:ln>
            <a:miter lim="800000"/>
            <a:headEnd/>
            <a:tailEnd/>
          </a:ln>
        </p:spPr>
        <p:txBody>
          <a:bodyPr/>
          <a:lstStyle/>
          <a:p>
            <a:fld id="{6A333AE9-EC0F-468F-B4F1-783F09794567}" type="slidenum">
              <a:rPr lang="en-US" altLang="zh-CN">
                <a:ea typeface="宋体" charset="-122"/>
              </a:rPr>
              <a:pPr/>
              <a:t>38</a:t>
            </a:fld>
            <a:endParaRPr lang="en-US" altLang="zh-CN">
              <a:ea typeface="宋体" charset="-122"/>
            </a:endParaRPr>
          </a:p>
        </p:txBody>
      </p:sp>
      <p:graphicFrame>
        <p:nvGraphicFramePr>
          <p:cNvPr id="27696" name="Object 4"/>
          <p:cNvGraphicFramePr>
            <a:graphicFrameLocks noChangeAspect="1"/>
          </p:cNvGraphicFramePr>
          <p:nvPr>
            <p:extLst>
              <p:ext uri="{D42A27DB-BD31-4B8C-83A1-F6EECF244321}">
                <p14:modId xmlns:p14="http://schemas.microsoft.com/office/powerpoint/2010/main" val="3400362132"/>
              </p:ext>
            </p:extLst>
          </p:nvPr>
        </p:nvGraphicFramePr>
        <p:xfrm>
          <a:off x="1797648" y="1587657"/>
          <a:ext cx="2027635" cy="845344"/>
        </p:xfrm>
        <a:graphic>
          <a:graphicData uri="http://schemas.openxmlformats.org/presentationml/2006/ole">
            <mc:AlternateContent xmlns:mc="http://schemas.openxmlformats.org/markup-compatibility/2006">
              <mc:Choice xmlns:v="urn:schemas-microsoft-com:vml" Requires="v">
                <p:oleObj spid="_x0000_s216240" name="公式" r:id="rId3" imgW="1028700" imgH="419100" progId="Equation.3">
                  <p:embed/>
                </p:oleObj>
              </mc:Choice>
              <mc:Fallback>
                <p:oleObj name="公式" r:id="rId3" imgW="1028700" imgH="419100" progId="Equation.3">
                  <p:embed/>
                  <p:pic>
                    <p:nvPicPr>
                      <p:cNvPr id="0"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797648" y="1587657"/>
                        <a:ext cx="2027635" cy="845344"/>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31750" name="Object 6"/>
          <p:cNvGraphicFramePr>
            <a:graphicFrameLocks noChangeAspect="1"/>
          </p:cNvGraphicFramePr>
          <p:nvPr>
            <p:extLst>
              <p:ext uri="{D42A27DB-BD31-4B8C-83A1-F6EECF244321}">
                <p14:modId xmlns:p14="http://schemas.microsoft.com/office/powerpoint/2010/main" val="3314104781"/>
              </p:ext>
            </p:extLst>
          </p:nvPr>
        </p:nvGraphicFramePr>
        <p:xfrm>
          <a:off x="1797396" y="2640919"/>
          <a:ext cx="1853061" cy="439943"/>
        </p:xfrm>
        <a:graphic>
          <a:graphicData uri="http://schemas.openxmlformats.org/presentationml/2006/ole">
            <mc:AlternateContent xmlns:mc="http://schemas.openxmlformats.org/markup-compatibility/2006">
              <mc:Choice xmlns:v="urn:schemas-microsoft-com:vml" Requires="v">
                <p:oleObj spid="_x0000_s216241" name="Equation" r:id="rId5" imgW="888840" imgH="228600" progId="Equation.DSMT4">
                  <p:embed/>
                </p:oleObj>
              </mc:Choice>
              <mc:Fallback>
                <p:oleObj name="Equation" r:id="rId5" imgW="888840" imgH="228600" progId="Equation.DSMT4">
                  <p:embed/>
                  <p:pic>
                    <p:nvPicPr>
                      <p:cNvPr id="0" name="Object 6"/>
                      <p:cNvPicPr>
                        <a:picLocks noChangeAspect="1" noChangeArrowheads="1"/>
                      </p:cNvPicPr>
                      <p:nvPr/>
                    </p:nvPicPr>
                    <p:blipFill>
                      <a:blip r:embed="rId6"/>
                      <a:srcRect/>
                      <a:stretch>
                        <a:fillRect/>
                      </a:stretch>
                    </p:blipFill>
                    <p:spPr bwMode="auto">
                      <a:xfrm>
                        <a:off x="1797396" y="2640919"/>
                        <a:ext cx="1853061" cy="439943"/>
                      </a:xfrm>
                      <a:prstGeom prst="rect">
                        <a:avLst/>
                      </a:prstGeom>
                      <a:noFill/>
                      <a:extLst/>
                    </p:spPr>
                  </p:pic>
                </p:oleObj>
              </mc:Fallback>
            </mc:AlternateContent>
          </a:graphicData>
        </a:graphic>
      </p:graphicFrame>
      <p:graphicFrame>
        <p:nvGraphicFramePr>
          <p:cNvPr id="31751" name="Object 7"/>
          <p:cNvGraphicFramePr>
            <a:graphicFrameLocks noChangeAspect="1"/>
          </p:cNvGraphicFramePr>
          <p:nvPr>
            <p:extLst>
              <p:ext uri="{D42A27DB-BD31-4B8C-83A1-F6EECF244321}">
                <p14:modId xmlns:p14="http://schemas.microsoft.com/office/powerpoint/2010/main" val="2009888706"/>
              </p:ext>
            </p:extLst>
          </p:nvPr>
        </p:nvGraphicFramePr>
        <p:xfrm>
          <a:off x="1838111" y="3288779"/>
          <a:ext cx="2466975" cy="782241"/>
        </p:xfrm>
        <a:graphic>
          <a:graphicData uri="http://schemas.openxmlformats.org/presentationml/2006/ole">
            <mc:AlternateContent xmlns:mc="http://schemas.openxmlformats.org/markup-compatibility/2006">
              <mc:Choice xmlns:v="urn:schemas-microsoft-com:vml" Requires="v">
                <p:oleObj spid="_x0000_s216242" name="公式" r:id="rId7" imgW="1244600" imgH="393700" progId="Equation.3">
                  <p:embed/>
                </p:oleObj>
              </mc:Choice>
              <mc:Fallback>
                <p:oleObj name="公式" r:id="rId7" imgW="1244600" imgH="393700" progId="Equation.3">
                  <p:embed/>
                  <p:pic>
                    <p:nvPicPr>
                      <p:cNvPr id="0" name="Object 7"/>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838111" y="3288779"/>
                        <a:ext cx="2466975" cy="782241"/>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31752" name="Object 8"/>
          <p:cNvGraphicFramePr>
            <a:graphicFrameLocks noChangeAspect="1"/>
          </p:cNvGraphicFramePr>
          <p:nvPr>
            <p:extLst>
              <p:ext uri="{D42A27DB-BD31-4B8C-83A1-F6EECF244321}">
                <p14:modId xmlns:p14="http://schemas.microsoft.com/office/powerpoint/2010/main" val="1674979878"/>
              </p:ext>
            </p:extLst>
          </p:nvPr>
        </p:nvGraphicFramePr>
        <p:xfrm>
          <a:off x="1805940" y="4278937"/>
          <a:ext cx="1446610" cy="357188"/>
        </p:xfrm>
        <a:graphic>
          <a:graphicData uri="http://schemas.openxmlformats.org/presentationml/2006/ole">
            <mc:AlternateContent xmlns:mc="http://schemas.openxmlformats.org/markup-compatibility/2006">
              <mc:Choice xmlns:v="urn:schemas-microsoft-com:vml" Requires="v">
                <p:oleObj spid="_x0000_s216243" name="公式" r:id="rId9" imgW="672516" imgH="177646" progId="Equation.3">
                  <p:embed/>
                </p:oleObj>
              </mc:Choice>
              <mc:Fallback>
                <p:oleObj name="公式" r:id="rId9" imgW="672516" imgH="177646" progId="Equation.3">
                  <p:embed/>
                  <p:pic>
                    <p:nvPicPr>
                      <p:cNvPr id="0" name="Object 8"/>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805940" y="4278937"/>
                        <a:ext cx="1446610" cy="35718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nvGrpSpPr>
          <p:cNvPr id="88" name="Group 118"/>
          <p:cNvGrpSpPr>
            <a:grpSpLocks/>
          </p:cNvGrpSpPr>
          <p:nvPr/>
        </p:nvGrpSpPr>
        <p:grpSpPr bwMode="auto">
          <a:xfrm>
            <a:off x="5851744" y="88219"/>
            <a:ext cx="2057409" cy="1754981"/>
            <a:chOff x="4032" y="1200"/>
            <a:chExt cx="1728" cy="1474"/>
          </a:xfrm>
        </p:grpSpPr>
        <p:sp>
          <p:nvSpPr>
            <p:cNvPr id="89" name="AutoShape 11"/>
            <p:cNvSpPr>
              <a:spLocks noChangeArrowheads="1"/>
            </p:cNvSpPr>
            <p:nvPr/>
          </p:nvSpPr>
          <p:spPr bwMode="auto">
            <a:xfrm>
              <a:off x="4032" y="1580"/>
              <a:ext cx="803" cy="1094"/>
            </a:xfrm>
            <a:prstGeom prst="can">
              <a:avLst>
                <a:gd name="adj" fmla="val 34060"/>
              </a:avLst>
            </a:prstGeom>
            <a:gradFill rotWithShape="1">
              <a:gsLst>
                <a:gs pos="0">
                  <a:srgbClr val="5E7575"/>
                </a:gs>
                <a:gs pos="50000">
                  <a:srgbClr val="CCFFFF"/>
                </a:gs>
                <a:gs pos="100000">
                  <a:srgbClr val="5E7575"/>
                </a:gs>
              </a:gsLst>
              <a:lin ang="0" scaled="1"/>
            </a:gradFill>
            <a:ln w="12700">
              <a:solidFill>
                <a:schemeClr val="tx1"/>
              </a:solidFill>
              <a:round/>
              <a:headEnd/>
              <a:tailEnd/>
            </a:ln>
            <a:effectLst/>
          </p:spPr>
          <p:txBody>
            <a:bodyPr wrap="none" anchor="ctr"/>
            <a:lstStyle/>
            <a:p>
              <a:endParaRPr kumimoji="0" lang="zh-CN" altLang="en-US" sz="1350" b="0">
                <a:solidFill>
                  <a:prstClr val="black"/>
                </a:solidFill>
                <a:latin typeface="Arial" charset="0"/>
                <a:ea typeface="宋体" charset="-122"/>
              </a:endParaRPr>
            </a:p>
          </p:txBody>
        </p:sp>
        <p:sp>
          <p:nvSpPr>
            <p:cNvPr id="90" name="Line 12"/>
            <p:cNvSpPr>
              <a:spLocks noChangeShapeType="1"/>
            </p:cNvSpPr>
            <p:nvPr/>
          </p:nvSpPr>
          <p:spPr bwMode="auto">
            <a:xfrm flipH="1" flipV="1">
              <a:off x="4464" y="1200"/>
              <a:ext cx="0" cy="523"/>
            </a:xfrm>
            <a:prstGeom prst="line">
              <a:avLst/>
            </a:prstGeom>
            <a:noFill/>
            <a:ln w="38100">
              <a:solidFill>
                <a:srgbClr val="FF3300"/>
              </a:solidFill>
              <a:round/>
              <a:headEnd/>
              <a:tailEnd type="triangle" w="sm" len="lg"/>
            </a:ln>
            <a:effectLst/>
          </p:spPr>
          <p:txBody>
            <a:bodyPr wrap="none" anchor="ctr"/>
            <a:lstStyle/>
            <a:p>
              <a:pPr eaLnBrk="0" hangingPunct="0"/>
              <a:endParaRPr kumimoji="0" lang="zh-CN" altLang="en-US" sz="1350" b="0">
                <a:solidFill>
                  <a:prstClr val="black"/>
                </a:solidFill>
                <a:latin typeface="Arial" charset="0"/>
                <a:ea typeface="宋体" charset="-122"/>
              </a:endParaRPr>
            </a:p>
          </p:txBody>
        </p:sp>
        <p:sp>
          <p:nvSpPr>
            <p:cNvPr id="91" name="Text Box 13"/>
            <p:cNvSpPr txBox="1">
              <a:spLocks noChangeArrowheads="1"/>
            </p:cNvSpPr>
            <p:nvPr/>
          </p:nvSpPr>
          <p:spPr bwMode="auto">
            <a:xfrm>
              <a:off x="4573" y="1565"/>
              <a:ext cx="268" cy="349"/>
            </a:xfrm>
            <a:prstGeom prst="rect">
              <a:avLst/>
            </a:prstGeom>
            <a:noFill/>
            <a:ln w="9525">
              <a:noFill/>
              <a:miter lim="800000"/>
              <a:headEnd/>
              <a:tailEnd/>
            </a:ln>
            <a:effectLst/>
          </p:spPr>
          <p:txBody>
            <a:bodyPr wrap="none">
              <a:spAutoFit/>
            </a:bodyPr>
            <a:lstStyle/>
            <a:p>
              <a:pPr>
                <a:spcBef>
                  <a:spcPct val="50000"/>
                </a:spcBef>
              </a:pPr>
              <a:r>
                <a:rPr kumimoji="0" lang="en-US" altLang="zh-CN" sz="2100" b="0" i="1">
                  <a:solidFill>
                    <a:srgbClr val="000000"/>
                  </a:solidFill>
                  <a:ea typeface="宋体" charset="-122"/>
                </a:rPr>
                <a:t>S</a:t>
              </a:r>
            </a:p>
          </p:txBody>
        </p:sp>
        <p:graphicFrame>
          <p:nvGraphicFramePr>
            <p:cNvPr id="92" name="Object 14"/>
            <p:cNvGraphicFramePr>
              <a:graphicFrameLocks noChangeAspect="1"/>
            </p:cNvGraphicFramePr>
            <p:nvPr/>
          </p:nvGraphicFramePr>
          <p:xfrm>
            <a:off x="4521" y="1249"/>
            <a:ext cx="188" cy="235"/>
          </p:xfrm>
          <a:graphic>
            <a:graphicData uri="http://schemas.openxmlformats.org/presentationml/2006/ole">
              <mc:AlternateContent xmlns:mc="http://schemas.openxmlformats.org/markup-compatibility/2006">
                <mc:Choice xmlns:v="urn:schemas-microsoft-com:vml" Requires="v">
                  <p:oleObj spid="_x0000_s216244" name="公式" r:id="rId11" imgW="126720" imgH="152280" progId="Equation.DSMT4">
                    <p:embed/>
                  </p:oleObj>
                </mc:Choice>
                <mc:Fallback>
                  <p:oleObj name="公式" r:id="rId11" imgW="126720" imgH="152280" progId="Equation.DSMT4">
                    <p:embed/>
                    <p:pic>
                      <p:nvPicPr>
                        <p:cNvPr id="0" name="Object 14"/>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4521" y="1249"/>
                          <a:ext cx="188" cy="23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93" name="Object 15"/>
            <p:cNvGraphicFramePr>
              <a:graphicFrameLocks noChangeAspect="1"/>
            </p:cNvGraphicFramePr>
            <p:nvPr/>
          </p:nvGraphicFramePr>
          <p:xfrm>
            <a:off x="4973" y="2091"/>
            <a:ext cx="787" cy="242"/>
          </p:xfrm>
          <a:graphic>
            <a:graphicData uri="http://schemas.openxmlformats.org/presentationml/2006/ole">
              <mc:AlternateContent xmlns:mc="http://schemas.openxmlformats.org/markup-compatibility/2006">
                <mc:Choice xmlns:v="urn:schemas-microsoft-com:vml" Requires="v">
                  <p:oleObj spid="_x0000_s216245" name="Equation" r:id="rId13" imgW="533160" imgH="177480" progId="Equation.DSMT4">
                    <p:embed/>
                  </p:oleObj>
                </mc:Choice>
                <mc:Fallback>
                  <p:oleObj name="Equation" r:id="rId13" imgW="533160" imgH="177480" progId="Equation.DSMT4">
                    <p:embed/>
                    <p:pic>
                      <p:nvPicPr>
                        <p:cNvPr id="0" name="Object 15"/>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4973" y="2091"/>
                          <a:ext cx="787" cy="24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94" name="Line 16"/>
            <p:cNvSpPr>
              <a:spLocks noChangeShapeType="1"/>
            </p:cNvSpPr>
            <p:nvPr/>
          </p:nvSpPr>
          <p:spPr bwMode="auto">
            <a:xfrm>
              <a:off x="4835" y="1723"/>
              <a:ext cx="262" cy="0"/>
            </a:xfrm>
            <a:prstGeom prst="line">
              <a:avLst/>
            </a:prstGeom>
            <a:noFill/>
            <a:ln w="9525">
              <a:solidFill>
                <a:schemeClr val="tx1"/>
              </a:solidFill>
              <a:prstDash val="dash"/>
              <a:round/>
              <a:headEnd/>
              <a:tailEnd type="none" w="sm" len="lg"/>
            </a:ln>
            <a:effectLst/>
          </p:spPr>
          <p:txBody>
            <a:bodyPr wrap="none" anchor="ctr"/>
            <a:lstStyle/>
            <a:p>
              <a:pPr eaLnBrk="0" hangingPunct="0"/>
              <a:endParaRPr kumimoji="0" lang="zh-CN" altLang="en-US" sz="1350" b="0">
                <a:solidFill>
                  <a:prstClr val="black"/>
                </a:solidFill>
                <a:latin typeface="Arial" charset="0"/>
                <a:ea typeface="宋体" charset="-122"/>
              </a:endParaRPr>
            </a:p>
          </p:txBody>
        </p:sp>
        <p:sp>
          <p:nvSpPr>
            <p:cNvPr id="95" name="Line 17"/>
            <p:cNvSpPr>
              <a:spLocks noChangeShapeType="1"/>
            </p:cNvSpPr>
            <p:nvPr/>
          </p:nvSpPr>
          <p:spPr bwMode="auto">
            <a:xfrm>
              <a:off x="4835" y="2579"/>
              <a:ext cx="262" cy="0"/>
            </a:xfrm>
            <a:prstGeom prst="line">
              <a:avLst/>
            </a:prstGeom>
            <a:noFill/>
            <a:ln w="12700">
              <a:solidFill>
                <a:schemeClr val="tx1"/>
              </a:solidFill>
              <a:prstDash val="dash"/>
              <a:round/>
              <a:headEnd/>
              <a:tailEnd type="none" w="sm" len="lg"/>
            </a:ln>
            <a:effectLst/>
          </p:spPr>
          <p:txBody>
            <a:bodyPr wrap="none" anchor="ctr"/>
            <a:lstStyle/>
            <a:p>
              <a:pPr eaLnBrk="0" hangingPunct="0"/>
              <a:endParaRPr kumimoji="0" lang="zh-CN" altLang="en-US" sz="1350" b="0">
                <a:solidFill>
                  <a:prstClr val="black"/>
                </a:solidFill>
                <a:latin typeface="Arial" charset="0"/>
                <a:ea typeface="宋体" charset="-122"/>
              </a:endParaRPr>
            </a:p>
          </p:txBody>
        </p:sp>
        <p:sp>
          <p:nvSpPr>
            <p:cNvPr id="96" name="Line 18"/>
            <p:cNvSpPr>
              <a:spLocks noChangeShapeType="1"/>
            </p:cNvSpPr>
            <p:nvPr/>
          </p:nvSpPr>
          <p:spPr bwMode="auto">
            <a:xfrm flipH="1">
              <a:off x="4944" y="1723"/>
              <a:ext cx="0" cy="856"/>
            </a:xfrm>
            <a:prstGeom prst="line">
              <a:avLst/>
            </a:prstGeom>
            <a:noFill/>
            <a:ln w="19050">
              <a:solidFill>
                <a:srgbClr val="FF3399"/>
              </a:solidFill>
              <a:prstDash val="dash"/>
              <a:round/>
              <a:headEnd type="triangle" w="sm" len="lg"/>
              <a:tailEnd type="triangle" w="sm" len="lg"/>
            </a:ln>
            <a:effectLst/>
          </p:spPr>
          <p:txBody>
            <a:bodyPr wrap="none" anchor="ctr"/>
            <a:lstStyle/>
            <a:p>
              <a:pPr eaLnBrk="0" hangingPunct="0"/>
              <a:endParaRPr kumimoji="0" lang="zh-CN" altLang="en-US" sz="1350" b="0">
                <a:solidFill>
                  <a:prstClr val="black"/>
                </a:solidFill>
                <a:latin typeface="Arial" charset="0"/>
                <a:ea typeface="宋体" charset="-122"/>
              </a:endParaRPr>
            </a:p>
          </p:txBody>
        </p:sp>
        <p:grpSp>
          <p:nvGrpSpPr>
            <p:cNvPr id="97" name="Group 92"/>
            <p:cNvGrpSpPr>
              <a:grpSpLocks/>
            </p:cNvGrpSpPr>
            <p:nvPr/>
          </p:nvGrpSpPr>
          <p:grpSpPr bwMode="auto">
            <a:xfrm>
              <a:off x="4608" y="1842"/>
              <a:ext cx="144" cy="281"/>
              <a:chOff x="4608" y="3097"/>
              <a:chExt cx="144" cy="281"/>
            </a:xfrm>
          </p:grpSpPr>
          <p:sp>
            <p:nvSpPr>
              <p:cNvPr id="123" name="Oval 40"/>
              <p:cNvSpPr>
                <a:spLocks noChangeArrowheads="1"/>
              </p:cNvSpPr>
              <p:nvPr/>
            </p:nvSpPr>
            <p:spPr bwMode="auto">
              <a:xfrm>
                <a:off x="4608" y="3235"/>
                <a:ext cx="144" cy="143"/>
              </a:xfrm>
              <a:prstGeom prst="ellipse">
                <a:avLst/>
              </a:prstGeom>
              <a:solidFill>
                <a:srgbClr val="CCFFCC"/>
              </a:solidFill>
              <a:ln w="9525">
                <a:solidFill>
                  <a:srgbClr val="000000"/>
                </a:solidFill>
                <a:round/>
                <a:headEnd/>
                <a:tailEnd/>
              </a:ln>
              <a:effectLst/>
            </p:spPr>
            <p:txBody>
              <a:bodyPr wrap="none" anchor="ctr"/>
              <a:lstStyle/>
              <a:p>
                <a:endParaRPr kumimoji="0" lang="zh-CN" altLang="en-US" sz="1350" b="0">
                  <a:solidFill>
                    <a:prstClr val="black"/>
                  </a:solidFill>
                  <a:latin typeface="Arial" charset="0"/>
                  <a:ea typeface="宋体" charset="-122"/>
                </a:endParaRPr>
              </a:p>
            </p:txBody>
          </p:sp>
          <p:sp>
            <p:nvSpPr>
              <p:cNvPr id="124" name="Line 41"/>
              <p:cNvSpPr>
                <a:spLocks noChangeShapeType="1"/>
              </p:cNvSpPr>
              <p:nvPr/>
            </p:nvSpPr>
            <p:spPr bwMode="auto">
              <a:xfrm>
                <a:off x="4632" y="3307"/>
                <a:ext cx="96" cy="0"/>
              </a:xfrm>
              <a:prstGeom prst="line">
                <a:avLst/>
              </a:prstGeom>
              <a:noFill/>
              <a:ln w="19050">
                <a:solidFill>
                  <a:srgbClr val="FF0000"/>
                </a:solidFill>
                <a:round/>
                <a:headEnd/>
                <a:tailEnd type="none" w="sm" len="lg"/>
              </a:ln>
              <a:effectLst/>
            </p:spPr>
            <p:txBody>
              <a:bodyPr wrap="none" anchor="ctr"/>
              <a:lstStyle/>
              <a:p>
                <a:pPr eaLnBrk="0" hangingPunct="0"/>
                <a:endParaRPr kumimoji="0" lang="zh-CN" altLang="en-US" sz="1350" b="0">
                  <a:solidFill>
                    <a:prstClr val="black"/>
                  </a:solidFill>
                  <a:latin typeface="Arial" charset="0"/>
                  <a:ea typeface="宋体" charset="-122"/>
                </a:endParaRPr>
              </a:p>
            </p:txBody>
          </p:sp>
          <p:sp>
            <p:nvSpPr>
              <p:cNvPr id="125" name="Line 42"/>
              <p:cNvSpPr>
                <a:spLocks noChangeShapeType="1"/>
              </p:cNvSpPr>
              <p:nvPr/>
            </p:nvSpPr>
            <p:spPr bwMode="auto">
              <a:xfrm>
                <a:off x="4680" y="3097"/>
                <a:ext cx="0" cy="143"/>
              </a:xfrm>
              <a:prstGeom prst="line">
                <a:avLst/>
              </a:prstGeom>
              <a:noFill/>
              <a:ln w="19050">
                <a:solidFill>
                  <a:srgbClr val="FF0000"/>
                </a:solidFill>
                <a:round/>
                <a:headEnd type="triangle" w="sm" len="lg"/>
                <a:tailEnd type="none" w="sm" len="lg"/>
              </a:ln>
              <a:effectLst/>
            </p:spPr>
            <p:txBody>
              <a:bodyPr wrap="none" anchor="ctr"/>
              <a:lstStyle/>
              <a:p>
                <a:pPr eaLnBrk="0" hangingPunct="0"/>
                <a:endParaRPr kumimoji="0" lang="zh-CN" altLang="en-US" sz="1350" b="0">
                  <a:solidFill>
                    <a:prstClr val="black"/>
                  </a:solidFill>
                  <a:latin typeface="Arial" charset="0"/>
                  <a:ea typeface="宋体" charset="-122"/>
                </a:endParaRPr>
              </a:p>
            </p:txBody>
          </p:sp>
          <p:sp>
            <p:nvSpPr>
              <p:cNvPr id="126" name="Line 91"/>
              <p:cNvSpPr>
                <a:spLocks noChangeShapeType="1"/>
              </p:cNvSpPr>
              <p:nvPr/>
            </p:nvSpPr>
            <p:spPr bwMode="auto">
              <a:xfrm>
                <a:off x="4678" y="3262"/>
                <a:ext cx="0" cy="91"/>
              </a:xfrm>
              <a:prstGeom prst="line">
                <a:avLst/>
              </a:prstGeom>
              <a:noFill/>
              <a:ln w="19050">
                <a:solidFill>
                  <a:srgbClr val="FF0000"/>
                </a:solidFill>
                <a:round/>
                <a:headEnd/>
                <a:tailEnd/>
              </a:ln>
              <a:effectLst/>
            </p:spPr>
            <p:txBody>
              <a:bodyPr/>
              <a:lstStyle/>
              <a:p>
                <a:pPr eaLnBrk="0" hangingPunct="0"/>
                <a:endParaRPr kumimoji="0" lang="zh-CN" altLang="en-US" sz="1350" b="0">
                  <a:solidFill>
                    <a:prstClr val="black"/>
                  </a:solidFill>
                  <a:latin typeface="Arial" charset="0"/>
                  <a:ea typeface="宋体" charset="-122"/>
                </a:endParaRPr>
              </a:p>
            </p:txBody>
          </p:sp>
        </p:grpSp>
        <p:grpSp>
          <p:nvGrpSpPr>
            <p:cNvPr id="98" name="Group 93"/>
            <p:cNvGrpSpPr>
              <a:grpSpLocks/>
            </p:cNvGrpSpPr>
            <p:nvPr/>
          </p:nvGrpSpPr>
          <p:grpSpPr bwMode="auto">
            <a:xfrm>
              <a:off x="4604" y="2287"/>
              <a:ext cx="144" cy="281"/>
              <a:chOff x="4608" y="3097"/>
              <a:chExt cx="144" cy="281"/>
            </a:xfrm>
          </p:grpSpPr>
          <p:sp>
            <p:nvSpPr>
              <p:cNvPr id="119" name="Oval 94"/>
              <p:cNvSpPr>
                <a:spLocks noChangeArrowheads="1"/>
              </p:cNvSpPr>
              <p:nvPr/>
            </p:nvSpPr>
            <p:spPr bwMode="auto">
              <a:xfrm>
                <a:off x="4608" y="3235"/>
                <a:ext cx="144" cy="143"/>
              </a:xfrm>
              <a:prstGeom prst="ellipse">
                <a:avLst/>
              </a:prstGeom>
              <a:solidFill>
                <a:srgbClr val="CCFFCC"/>
              </a:solidFill>
              <a:ln w="9525">
                <a:solidFill>
                  <a:srgbClr val="000000"/>
                </a:solidFill>
                <a:round/>
                <a:headEnd/>
                <a:tailEnd/>
              </a:ln>
              <a:effectLst/>
            </p:spPr>
            <p:txBody>
              <a:bodyPr wrap="none" anchor="ctr"/>
              <a:lstStyle/>
              <a:p>
                <a:endParaRPr kumimoji="0" lang="zh-CN" altLang="en-US" sz="1350" b="0">
                  <a:solidFill>
                    <a:prstClr val="black"/>
                  </a:solidFill>
                  <a:latin typeface="Arial" charset="0"/>
                  <a:ea typeface="宋体" charset="-122"/>
                </a:endParaRPr>
              </a:p>
            </p:txBody>
          </p:sp>
          <p:sp>
            <p:nvSpPr>
              <p:cNvPr id="120" name="Line 95"/>
              <p:cNvSpPr>
                <a:spLocks noChangeShapeType="1"/>
              </p:cNvSpPr>
              <p:nvPr/>
            </p:nvSpPr>
            <p:spPr bwMode="auto">
              <a:xfrm>
                <a:off x="4632" y="3307"/>
                <a:ext cx="96" cy="0"/>
              </a:xfrm>
              <a:prstGeom prst="line">
                <a:avLst/>
              </a:prstGeom>
              <a:noFill/>
              <a:ln w="19050">
                <a:solidFill>
                  <a:srgbClr val="FF0000"/>
                </a:solidFill>
                <a:round/>
                <a:headEnd/>
                <a:tailEnd type="none" w="sm" len="lg"/>
              </a:ln>
              <a:effectLst/>
            </p:spPr>
            <p:txBody>
              <a:bodyPr wrap="none" anchor="ctr"/>
              <a:lstStyle/>
              <a:p>
                <a:pPr eaLnBrk="0" hangingPunct="0"/>
                <a:endParaRPr kumimoji="0" lang="zh-CN" altLang="en-US" sz="1350" b="0">
                  <a:solidFill>
                    <a:prstClr val="black"/>
                  </a:solidFill>
                  <a:latin typeface="Arial" charset="0"/>
                  <a:ea typeface="宋体" charset="-122"/>
                </a:endParaRPr>
              </a:p>
            </p:txBody>
          </p:sp>
          <p:sp>
            <p:nvSpPr>
              <p:cNvPr id="121" name="Line 96"/>
              <p:cNvSpPr>
                <a:spLocks noChangeShapeType="1"/>
              </p:cNvSpPr>
              <p:nvPr/>
            </p:nvSpPr>
            <p:spPr bwMode="auto">
              <a:xfrm>
                <a:off x="4680" y="3097"/>
                <a:ext cx="0" cy="143"/>
              </a:xfrm>
              <a:prstGeom prst="line">
                <a:avLst/>
              </a:prstGeom>
              <a:noFill/>
              <a:ln w="19050">
                <a:solidFill>
                  <a:srgbClr val="FF0000"/>
                </a:solidFill>
                <a:round/>
                <a:headEnd type="triangle" w="sm" len="lg"/>
                <a:tailEnd type="none" w="sm" len="lg"/>
              </a:ln>
              <a:effectLst/>
            </p:spPr>
            <p:txBody>
              <a:bodyPr wrap="none" anchor="ctr"/>
              <a:lstStyle/>
              <a:p>
                <a:pPr eaLnBrk="0" hangingPunct="0"/>
                <a:endParaRPr kumimoji="0" lang="zh-CN" altLang="en-US" sz="1350" b="0">
                  <a:solidFill>
                    <a:prstClr val="black"/>
                  </a:solidFill>
                  <a:latin typeface="Arial" charset="0"/>
                  <a:ea typeface="宋体" charset="-122"/>
                </a:endParaRPr>
              </a:p>
            </p:txBody>
          </p:sp>
          <p:sp>
            <p:nvSpPr>
              <p:cNvPr id="122" name="Line 97"/>
              <p:cNvSpPr>
                <a:spLocks noChangeShapeType="1"/>
              </p:cNvSpPr>
              <p:nvPr/>
            </p:nvSpPr>
            <p:spPr bwMode="auto">
              <a:xfrm>
                <a:off x="4678" y="3262"/>
                <a:ext cx="0" cy="91"/>
              </a:xfrm>
              <a:prstGeom prst="line">
                <a:avLst/>
              </a:prstGeom>
              <a:noFill/>
              <a:ln w="19050">
                <a:solidFill>
                  <a:srgbClr val="FF0000"/>
                </a:solidFill>
                <a:round/>
                <a:headEnd/>
                <a:tailEnd/>
              </a:ln>
              <a:effectLst/>
            </p:spPr>
            <p:txBody>
              <a:bodyPr/>
              <a:lstStyle/>
              <a:p>
                <a:pPr eaLnBrk="0" hangingPunct="0"/>
                <a:endParaRPr kumimoji="0" lang="zh-CN" altLang="en-US" sz="1350" b="0">
                  <a:solidFill>
                    <a:prstClr val="black"/>
                  </a:solidFill>
                  <a:latin typeface="Arial" charset="0"/>
                  <a:ea typeface="宋体" charset="-122"/>
                </a:endParaRPr>
              </a:p>
            </p:txBody>
          </p:sp>
        </p:grpSp>
        <p:grpSp>
          <p:nvGrpSpPr>
            <p:cNvPr id="99" name="Group 98"/>
            <p:cNvGrpSpPr>
              <a:grpSpLocks/>
            </p:cNvGrpSpPr>
            <p:nvPr/>
          </p:nvGrpSpPr>
          <p:grpSpPr bwMode="auto">
            <a:xfrm>
              <a:off x="4369" y="2333"/>
              <a:ext cx="144" cy="281"/>
              <a:chOff x="4608" y="3097"/>
              <a:chExt cx="144" cy="281"/>
            </a:xfrm>
          </p:grpSpPr>
          <p:sp>
            <p:nvSpPr>
              <p:cNvPr id="115" name="Oval 99"/>
              <p:cNvSpPr>
                <a:spLocks noChangeArrowheads="1"/>
              </p:cNvSpPr>
              <p:nvPr/>
            </p:nvSpPr>
            <p:spPr bwMode="auto">
              <a:xfrm>
                <a:off x="4608" y="3235"/>
                <a:ext cx="144" cy="143"/>
              </a:xfrm>
              <a:prstGeom prst="ellipse">
                <a:avLst/>
              </a:prstGeom>
              <a:solidFill>
                <a:srgbClr val="CCFFCC"/>
              </a:solidFill>
              <a:ln w="9525">
                <a:solidFill>
                  <a:srgbClr val="000000"/>
                </a:solidFill>
                <a:round/>
                <a:headEnd/>
                <a:tailEnd/>
              </a:ln>
              <a:effectLst/>
            </p:spPr>
            <p:txBody>
              <a:bodyPr wrap="none" anchor="ctr"/>
              <a:lstStyle/>
              <a:p>
                <a:endParaRPr kumimoji="0" lang="zh-CN" altLang="en-US" sz="1350" b="0">
                  <a:solidFill>
                    <a:prstClr val="black"/>
                  </a:solidFill>
                  <a:latin typeface="Arial" charset="0"/>
                  <a:ea typeface="宋体" charset="-122"/>
                </a:endParaRPr>
              </a:p>
            </p:txBody>
          </p:sp>
          <p:sp>
            <p:nvSpPr>
              <p:cNvPr id="116" name="Line 100"/>
              <p:cNvSpPr>
                <a:spLocks noChangeShapeType="1"/>
              </p:cNvSpPr>
              <p:nvPr/>
            </p:nvSpPr>
            <p:spPr bwMode="auto">
              <a:xfrm>
                <a:off x="4632" y="3307"/>
                <a:ext cx="96" cy="0"/>
              </a:xfrm>
              <a:prstGeom prst="line">
                <a:avLst/>
              </a:prstGeom>
              <a:noFill/>
              <a:ln w="19050">
                <a:solidFill>
                  <a:srgbClr val="FF0000"/>
                </a:solidFill>
                <a:round/>
                <a:headEnd/>
                <a:tailEnd type="none" w="sm" len="lg"/>
              </a:ln>
              <a:effectLst/>
            </p:spPr>
            <p:txBody>
              <a:bodyPr wrap="none" anchor="ctr"/>
              <a:lstStyle/>
              <a:p>
                <a:pPr eaLnBrk="0" hangingPunct="0"/>
                <a:endParaRPr kumimoji="0" lang="zh-CN" altLang="en-US" sz="1350" b="0">
                  <a:solidFill>
                    <a:prstClr val="black"/>
                  </a:solidFill>
                  <a:latin typeface="Arial" charset="0"/>
                  <a:ea typeface="宋体" charset="-122"/>
                </a:endParaRPr>
              </a:p>
            </p:txBody>
          </p:sp>
          <p:sp>
            <p:nvSpPr>
              <p:cNvPr id="117" name="Line 101"/>
              <p:cNvSpPr>
                <a:spLocks noChangeShapeType="1"/>
              </p:cNvSpPr>
              <p:nvPr/>
            </p:nvSpPr>
            <p:spPr bwMode="auto">
              <a:xfrm>
                <a:off x="4680" y="3097"/>
                <a:ext cx="0" cy="143"/>
              </a:xfrm>
              <a:prstGeom prst="line">
                <a:avLst/>
              </a:prstGeom>
              <a:noFill/>
              <a:ln w="19050">
                <a:solidFill>
                  <a:srgbClr val="FF0000"/>
                </a:solidFill>
                <a:round/>
                <a:headEnd type="triangle" w="sm" len="lg"/>
                <a:tailEnd type="none" w="sm" len="lg"/>
              </a:ln>
              <a:effectLst/>
            </p:spPr>
            <p:txBody>
              <a:bodyPr wrap="none" anchor="ctr"/>
              <a:lstStyle/>
              <a:p>
                <a:pPr eaLnBrk="0" hangingPunct="0"/>
                <a:endParaRPr kumimoji="0" lang="zh-CN" altLang="en-US" sz="1350" b="0">
                  <a:solidFill>
                    <a:prstClr val="black"/>
                  </a:solidFill>
                  <a:latin typeface="Arial" charset="0"/>
                  <a:ea typeface="宋体" charset="-122"/>
                </a:endParaRPr>
              </a:p>
            </p:txBody>
          </p:sp>
          <p:sp>
            <p:nvSpPr>
              <p:cNvPr id="118" name="Line 102"/>
              <p:cNvSpPr>
                <a:spLocks noChangeShapeType="1"/>
              </p:cNvSpPr>
              <p:nvPr/>
            </p:nvSpPr>
            <p:spPr bwMode="auto">
              <a:xfrm>
                <a:off x="4678" y="3262"/>
                <a:ext cx="0" cy="91"/>
              </a:xfrm>
              <a:prstGeom prst="line">
                <a:avLst/>
              </a:prstGeom>
              <a:noFill/>
              <a:ln w="19050">
                <a:solidFill>
                  <a:srgbClr val="FF0000"/>
                </a:solidFill>
                <a:round/>
                <a:headEnd/>
                <a:tailEnd/>
              </a:ln>
              <a:effectLst/>
            </p:spPr>
            <p:txBody>
              <a:bodyPr/>
              <a:lstStyle/>
              <a:p>
                <a:pPr eaLnBrk="0" hangingPunct="0"/>
                <a:endParaRPr kumimoji="0" lang="zh-CN" altLang="en-US" sz="1350" b="0">
                  <a:solidFill>
                    <a:prstClr val="black"/>
                  </a:solidFill>
                  <a:latin typeface="Arial" charset="0"/>
                  <a:ea typeface="宋体" charset="-122"/>
                </a:endParaRPr>
              </a:p>
            </p:txBody>
          </p:sp>
        </p:grpSp>
        <p:grpSp>
          <p:nvGrpSpPr>
            <p:cNvPr id="100" name="Group 103"/>
            <p:cNvGrpSpPr>
              <a:grpSpLocks/>
            </p:cNvGrpSpPr>
            <p:nvPr/>
          </p:nvGrpSpPr>
          <p:grpSpPr bwMode="auto">
            <a:xfrm>
              <a:off x="4369" y="1879"/>
              <a:ext cx="144" cy="281"/>
              <a:chOff x="4608" y="3097"/>
              <a:chExt cx="144" cy="281"/>
            </a:xfrm>
          </p:grpSpPr>
          <p:sp>
            <p:nvSpPr>
              <p:cNvPr id="111" name="Oval 104"/>
              <p:cNvSpPr>
                <a:spLocks noChangeArrowheads="1"/>
              </p:cNvSpPr>
              <p:nvPr/>
            </p:nvSpPr>
            <p:spPr bwMode="auto">
              <a:xfrm>
                <a:off x="4608" y="3235"/>
                <a:ext cx="144" cy="143"/>
              </a:xfrm>
              <a:prstGeom prst="ellipse">
                <a:avLst/>
              </a:prstGeom>
              <a:solidFill>
                <a:srgbClr val="CCFFCC"/>
              </a:solidFill>
              <a:ln w="9525">
                <a:solidFill>
                  <a:srgbClr val="000000"/>
                </a:solidFill>
                <a:round/>
                <a:headEnd/>
                <a:tailEnd/>
              </a:ln>
              <a:effectLst/>
            </p:spPr>
            <p:txBody>
              <a:bodyPr wrap="none" anchor="ctr"/>
              <a:lstStyle/>
              <a:p>
                <a:endParaRPr kumimoji="0" lang="zh-CN" altLang="en-US" sz="1350" b="0">
                  <a:solidFill>
                    <a:prstClr val="black"/>
                  </a:solidFill>
                  <a:latin typeface="Arial" charset="0"/>
                  <a:ea typeface="宋体" charset="-122"/>
                </a:endParaRPr>
              </a:p>
            </p:txBody>
          </p:sp>
          <p:sp>
            <p:nvSpPr>
              <p:cNvPr id="112" name="Line 105"/>
              <p:cNvSpPr>
                <a:spLocks noChangeShapeType="1"/>
              </p:cNvSpPr>
              <p:nvPr/>
            </p:nvSpPr>
            <p:spPr bwMode="auto">
              <a:xfrm>
                <a:off x="4632" y="3307"/>
                <a:ext cx="96" cy="0"/>
              </a:xfrm>
              <a:prstGeom prst="line">
                <a:avLst/>
              </a:prstGeom>
              <a:noFill/>
              <a:ln w="19050">
                <a:solidFill>
                  <a:srgbClr val="FF0000"/>
                </a:solidFill>
                <a:round/>
                <a:headEnd/>
                <a:tailEnd type="none" w="sm" len="lg"/>
              </a:ln>
              <a:effectLst/>
            </p:spPr>
            <p:txBody>
              <a:bodyPr wrap="none" anchor="ctr"/>
              <a:lstStyle/>
              <a:p>
                <a:pPr eaLnBrk="0" hangingPunct="0"/>
                <a:endParaRPr kumimoji="0" lang="zh-CN" altLang="en-US" sz="1350" b="0">
                  <a:solidFill>
                    <a:prstClr val="black"/>
                  </a:solidFill>
                  <a:latin typeface="Arial" charset="0"/>
                  <a:ea typeface="宋体" charset="-122"/>
                </a:endParaRPr>
              </a:p>
            </p:txBody>
          </p:sp>
          <p:sp>
            <p:nvSpPr>
              <p:cNvPr id="113" name="Line 106"/>
              <p:cNvSpPr>
                <a:spLocks noChangeShapeType="1"/>
              </p:cNvSpPr>
              <p:nvPr/>
            </p:nvSpPr>
            <p:spPr bwMode="auto">
              <a:xfrm>
                <a:off x="4680" y="3097"/>
                <a:ext cx="0" cy="143"/>
              </a:xfrm>
              <a:prstGeom prst="line">
                <a:avLst/>
              </a:prstGeom>
              <a:noFill/>
              <a:ln w="19050">
                <a:solidFill>
                  <a:srgbClr val="FF0000"/>
                </a:solidFill>
                <a:round/>
                <a:headEnd type="triangle" w="sm" len="lg"/>
                <a:tailEnd type="none" w="sm" len="lg"/>
              </a:ln>
              <a:effectLst/>
            </p:spPr>
            <p:txBody>
              <a:bodyPr wrap="none" anchor="ctr"/>
              <a:lstStyle/>
              <a:p>
                <a:pPr eaLnBrk="0" hangingPunct="0"/>
                <a:endParaRPr kumimoji="0" lang="zh-CN" altLang="en-US" sz="1350" b="0">
                  <a:solidFill>
                    <a:prstClr val="black"/>
                  </a:solidFill>
                  <a:latin typeface="Arial" charset="0"/>
                  <a:ea typeface="宋体" charset="-122"/>
                </a:endParaRPr>
              </a:p>
            </p:txBody>
          </p:sp>
          <p:sp>
            <p:nvSpPr>
              <p:cNvPr id="114" name="Line 107"/>
              <p:cNvSpPr>
                <a:spLocks noChangeShapeType="1"/>
              </p:cNvSpPr>
              <p:nvPr/>
            </p:nvSpPr>
            <p:spPr bwMode="auto">
              <a:xfrm>
                <a:off x="4678" y="3262"/>
                <a:ext cx="0" cy="91"/>
              </a:xfrm>
              <a:prstGeom prst="line">
                <a:avLst/>
              </a:prstGeom>
              <a:noFill/>
              <a:ln w="19050">
                <a:solidFill>
                  <a:srgbClr val="FF0000"/>
                </a:solidFill>
                <a:round/>
                <a:headEnd/>
                <a:tailEnd/>
              </a:ln>
              <a:effectLst/>
            </p:spPr>
            <p:txBody>
              <a:bodyPr/>
              <a:lstStyle/>
              <a:p>
                <a:pPr eaLnBrk="0" hangingPunct="0"/>
                <a:endParaRPr kumimoji="0" lang="zh-CN" altLang="en-US" sz="1350" b="0">
                  <a:solidFill>
                    <a:prstClr val="black"/>
                  </a:solidFill>
                  <a:latin typeface="Arial" charset="0"/>
                  <a:ea typeface="宋体" charset="-122"/>
                </a:endParaRPr>
              </a:p>
            </p:txBody>
          </p:sp>
        </p:grpSp>
        <p:grpSp>
          <p:nvGrpSpPr>
            <p:cNvPr id="101" name="Group 108"/>
            <p:cNvGrpSpPr>
              <a:grpSpLocks/>
            </p:cNvGrpSpPr>
            <p:nvPr/>
          </p:nvGrpSpPr>
          <p:grpSpPr bwMode="auto">
            <a:xfrm>
              <a:off x="4105" y="1842"/>
              <a:ext cx="144" cy="281"/>
              <a:chOff x="4608" y="3097"/>
              <a:chExt cx="144" cy="281"/>
            </a:xfrm>
          </p:grpSpPr>
          <p:sp>
            <p:nvSpPr>
              <p:cNvPr id="107" name="Oval 109"/>
              <p:cNvSpPr>
                <a:spLocks noChangeArrowheads="1"/>
              </p:cNvSpPr>
              <p:nvPr/>
            </p:nvSpPr>
            <p:spPr bwMode="auto">
              <a:xfrm>
                <a:off x="4608" y="3235"/>
                <a:ext cx="144" cy="143"/>
              </a:xfrm>
              <a:prstGeom prst="ellipse">
                <a:avLst/>
              </a:prstGeom>
              <a:solidFill>
                <a:srgbClr val="CCFFCC"/>
              </a:solidFill>
              <a:ln w="9525">
                <a:solidFill>
                  <a:srgbClr val="000000"/>
                </a:solidFill>
                <a:round/>
                <a:headEnd/>
                <a:tailEnd/>
              </a:ln>
              <a:effectLst/>
            </p:spPr>
            <p:txBody>
              <a:bodyPr wrap="none" anchor="ctr"/>
              <a:lstStyle/>
              <a:p>
                <a:endParaRPr kumimoji="0" lang="zh-CN" altLang="en-US" sz="1350" b="0">
                  <a:solidFill>
                    <a:prstClr val="black"/>
                  </a:solidFill>
                  <a:latin typeface="Arial" charset="0"/>
                  <a:ea typeface="宋体" charset="-122"/>
                </a:endParaRPr>
              </a:p>
            </p:txBody>
          </p:sp>
          <p:sp>
            <p:nvSpPr>
              <p:cNvPr id="108" name="Line 110"/>
              <p:cNvSpPr>
                <a:spLocks noChangeShapeType="1"/>
              </p:cNvSpPr>
              <p:nvPr/>
            </p:nvSpPr>
            <p:spPr bwMode="auto">
              <a:xfrm>
                <a:off x="4632" y="3307"/>
                <a:ext cx="96" cy="0"/>
              </a:xfrm>
              <a:prstGeom prst="line">
                <a:avLst/>
              </a:prstGeom>
              <a:noFill/>
              <a:ln w="19050">
                <a:solidFill>
                  <a:srgbClr val="FF0000"/>
                </a:solidFill>
                <a:round/>
                <a:headEnd/>
                <a:tailEnd type="none" w="sm" len="lg"/>
              </a:ln>
              <a:effectLst/>
            </p:spPr>
            <p:txBody>
              <a:bodyPr wrap="none" anchor="ctr"/>
              <a:lstStyle/>
              <a:p>
                <a:pPr eaLnBrk="0" hangingPunct="0"/>
                <a:endParaRPr kumimoji="0" lang="zh-CN" altLang="en-US" sz="1350" b="0">
                  <a:solidFill>
                    <a:prstClr val="black"/>
                  </a:solidFill>
                  <a:latin typeface="Arial" charset="0"/>
                  <a:ea typeface="宋体" charset="-122"/>
                </a:endParaRPr>
              </a:p>
            </p:txBody>
          </p:sp>
          <p:sp>
            <p:nvSpPr>
              <p:cNvPr id="109" name="Line 111"/>
              <p:cNvSpPr>
                <a:spLocks noChangeShapeType="1"/>
              </p:cNvSpPr>
              <p:nvPr/>
            </p:nvSpPr>
            <p:spPr bwMode="auto">
              <a:xfrm>
                <a:off x="4680" y="3097"/>
                <a:ext cx="0" cy="143"/>
              </a:xfrm>
              <a:prstGeom prst="line">
                <a:avLst/>
              </a:prstGeom>
              <a:noFill/>
              <a:ln w="19050">
                <a:solidFill>
                  <a:srgbClr val="FF0000"/>
                </a:solidFill>
                <a:round/>
                <a:headEnd type="triangle" w="sm" len="lg"/>
                <a:tailEnd type="none" w="sm" len="lg"/>
              </a:ln>
              <a:effectLst/>
            </p:spPr>
            <p:txBody>
              <a:bodyPr wrap="none" anchor="ctr"/>
              <a:lstStyle/>
              <a:p>
                <a:pPr eaLnBrk="0" hangingPunct="0"/>
                <a:endParaRPr kumimoji="0" lang="zh-CN" altLang="en-US" sz="1350" b="0">
                  <a:solidFill>
                    <a:prstClr val="black"/>
                  </a:solidFill>
                  <a:latin typeface="Arial" charset="0"/>
                  <a:ea typeface="宋体" charset="-122"/>
                </a:endParaRPr>
              </a:p>
            </p:txBody>
          </p:sp>
          <p:sp>
            <p:nvSpPr>
              <p:cNvPr id="110" name="Line 112"/>
              <p:cNvSpPr>
                <a:spLocks noChangeShapeType="1"/>
              </p:cNvSpPr>
              <p:nvPr/>
            </p:nvSpPr>
            <p:spPr bwMode="auto">
              <a:xfrm>
                <a:off x="4678" y="3262"/>
                <a:ext cx="0" cy="91"/>
              </a:xfrm>
              <a:prstGeom prst="line">
                <a:avLst/>
              </a:prstGeom>
              <a:noFill/>
              <a:ln w="19050">
                <a:solidFill>
                  <a:srgbClr val="FF0000"/>
                </a:solidFill>
                <a:round/>
                <a:headEnd/>
                <a:tailEnd/>
              </a:ln>
              <a:effectLst/>
            </p:spPr>
            <p:txBody>
              <a:bodyPr/>
              <a:lstStyle/>
              <a:p>
                <a:pPr eaLnBrk="0" hangingPunct="0"/>
                <a:endParaRPr kumimoji="0" lang="zh-CN" altLang="en-US" sz="1350" b="0">
                  <a:solidFill>
                    <a:prstClr val="black"/>
                  </a:solidFill>
                  <a:latin typeface="Arial" charset="0"/>
                  <a:ea typeface="宋体" charset="-122"/>
                </a:endParaRPr>
              </a:p>
            </p:txBody>
          </p:sp>
        </p:grpSp>
        <p:grpSp>
          <p:nvGrpSpPr>
            <p:cNvPr id="102" name="Group 113"/>
            <p:cNvGrpSpPr>
              <a:grpSpLocks/>
            </p:cNvGrpSpPr>
            <p:nvPr/>
          </p:nvGrpSpPr>
          <p:grpSpPr bwMode="auto">
            <a:xfrm>
              <a:off x="4105" y="2287"/>
              <a:ext cx="144" cy="281"/>
              <a:chOff x="4608" y="3097"/>
              <a:chExt cx="144" cy="281"/>
            </a:xfrm>
          </p:grpSpPr>
          <p:sp>
            <p:nvSpPr>
              <p:cNvPr id="103" name="Oval 114"/>
              <p:cNvSpPr>
                <a:spLocks noChangeArrowheads="1"/>
              </p:cNvSpPr>
              <p:nvPr/>
            </p:nvSpPr>
            <p:spPr bwMode="auto">
              <a:xfrm>
                <a:off x="4608" y="3235"/>
                <a:ext cx="144" cy="143"/>
              </a:xfrm>
              <a:prstGeom prst="ellipse">
                <a:avLst/>
              </a:prstGeom>
              <a:solidFill>
                <a:srgbClr val="CCFFCC"/>
              </a:solidFill>
              <a:ln w="9525">
                <a:solidFill>
                  <a:srgbClr val="000000"/>
                </a:solidFill>
                <a:round/>
                <a:headEnd/>
                <a:tailEnd/>
              </a:ln>
              <a:effectLst/>
            </p:spPr>
            <p:txBody>
              <a:bodyPr wrap="none" anchor="ctr"/>
              <a:lstStyle/>
              <a:p>
                <a:endParaRPr kumimoji="0" lang="zh-CN" altLang="en-US" sz="1350" b="0">
                  <a:solidFill>
                    <a:prstClr val="black"/>
                  </a:solidFill>
                  <a:latin typeface="Arial" charset="0"/>
                  <a:ea typeface="宋体" charset="-122"/>
                </a:endParaRPr>
              </a:p>
            </p:txBody>
          </p:sp>
          <p:sp>
            <p:nvSpPr>
              <p:cNvPr id="104" name="Line 115"/>
              <p:cNvSpPr>
                <a:spLocks noChangeShapeType="1"/>
              </p:cNvSpPr>
              <p:nvPr/>
            </p:nvSpPr>
            <p:spPr bwMode="auto">
              <a:xfrm>
                <a:off x="4632" y="3307"/>
                <a:ext cx="96" cy="0"/>
              </a:xfrm>
              <a:prstGeom prst="line">
                <a:avLst/>
              </a:prstGeom>
              <a:noFill/>
              <a:ln w="19050">
                <a:solidFill>
                  <a:srgbClr val="FF0000"/>
                </a:solidFill>
                <a:round/>
                <a:headEnd/>
                <a:tailEnd type="none" w="sm" len="lg"/>
              </a:ln>
              <a:effectLst/>
            </p:spPr>
            <p:txBody>
              <a:bodyPr wrap="none" anchor="ctr"/>
              <a:lstStyle/>
              <a:p>
                <a:pPr eaLnBrk="0" hangingPunct="0"/>
                <a:endParaRPr kumimoji="0" lang="zh-CN" altLang="en-US" sz="1350" b="0">
                  <a:solidFill>
                    <a:prstClr val="black"/>
                  </a:solidFill>
                  <a:latin typeface="Arial" charset="0"/>
                  <a:ea typeface="宋体" charset="-122"/>
                </a:endParaRPr>
              </a:p>
            </p:txBody>
          </p:sp>
          <p:sp>
            <p:nvSpPr>
              <p:cNvPr id="105" name="Line 116"/>
              <p:cNvSpPr>
                <a:spLocks noChangeShapeType="1"/>
              </p:cNvSpPr>
              <p:nvPr/>
            </p:nvSpPr>
            <p:spPr bwMode="auto">
              <a:xfrm>
                <a:off x="4680" y="3097"/>
                <a:ext cx="0" cy="143"/>
              </a:xfrm>
              <a:prstGeom prst="line">
                <a:avLst/>
              </a:prstGeom>
              <a:noFill/>
              <a:ln w="19050">
                <a:solidFill>
                  <a:srgbClr val="FF0000"/>
                </a:solidFill>
                <a:round/>
                <a:headEnd type="triangle" w="sm" len="lg"/>
                <a:tailEnd type="none" w="sm" len="lg"/>
              </a:ln>
              <a:effectLst/>
            </p:spPr>
            <p:txBody>
              <a:bodyPr wrap="none" anchor="ctr"/>
              <a:lstStyle/>
              <a:p>
                <a:pPr eaLnBrk="0" hangingPunct="0"/>
                <a:endParaRPr kumimoji="0" lang="zh-CN" altLang="en-US" sz="1350" b="0">
                  <a:solidFill>
                    <a:prstClr val="black"/>
                  </a:solidFill>
                  <a:latin typeface="Arial" charset="0"/>
                  <a:ea typeface="宋体" charset="-122"/>
                </a:endParaRPr>
              </a:p>
            </p:txBody>
          </p:sp>
          <p:sp>
            <p:nvSpPr>
              <p:cNvPr id="106" name="Line 117"/>
              <p:cNvSpPr>
                <a:spLocks noChangeShapeType="1"/>
              </p:cNvSpPr>
              <p:nvPr/>
            </p:nvSpPr>
            <p:spPr bwMode="auto">
              <a:xfrm>
                <a:off x="4678" y="3262"/>
                <a:ext cx="0" cy="91"/>
              </a:xfrm>
              <a:prstGeom prst="line">
                <a:avLst/>
              </a:prstGeom>
              <a:noFill/>
              <a:ln w="19050">
                <a:solidFill>
                  <a:srgbClr val="FF0000"/>
                </a:solidFill>
                <a:round/>
                <a:headEnd/>
                <a:tailEnd/>
              </a:ln>
              <a:effectLst/>
            </p:spPr>
            <p:txBody>
              <a:bodyPr/>
              <a:lstStyle/>
              <a:p>
                <a:pPr eaLnBrk="0" hangingPunct="0"/>
                <a:endParaRPr kumimoji="0" lang="zh-CN" altLang="en-US" sz="1350" b="0">
                  <a:solidFill>
                    <a:prstClr val="black"/>
                  </a:solidFill>
                  <a:latin typeface="Arial" charset="0"/>
                  <a:ea typeface="宋体" charset="-122"/>
                </a:endParaRPr>
              </a:p>
            </p:txBody>
          </p:sp>
        </p:grpSp>
      </p:grpSp>
      <p:sp>
        <p:nvSpPr>
          <p:cNvPr id="166" name="Text Box 44"/>
          <p:cNvSpPr txBox="1">
            <a:spLocks noChangeArrowheads="1"/>
          </p:cNvSpPr>
          <p:nvPr/>
        </p:nvSpPr>
        <p:spPr bwMode="auto">
          <a:xfrm>
            <a:off x="1840259" y="905957"/>
            <a:ext cx="5942409" cy="507831"/>
          </a:xfrm>
          <a:prstGeom prst="rect">
            <a:avLst/>
          </a:prstGeom>
          <a:noFill/>
          <a:ln w="9525">
            <a:noFill/>
            <a:miter lim="800000"/>
            <a:headEnd/>
            <a:tailEnd/>
          </a:ln>
          <a:effectLst/>
        </p:spPr>
        <p:txBody>
          <a:bodyPr>
            <a:spAutoFit/>
          </a:bodyPr>
          <a:lstStyle/>
          <a:p>
            <a:pPr>
              <a:lnSpc>
                <a:spcPct val="120000"/>
              </a:lnSpc>
            </a:pPr>
            <a:r>
              <a:rPr kumimoji="0" lang="zh-CN" altLang="en-US" sz="2250" dirty="0">
                <a:solidFill>
                  <a:srgbClr val="CC0000"/>
                </a:solidFill>
              </a:rPr>
              <a:t>根据毕奥萨伐尔定律：</a:t>
            </a:r>
          </a:p>
        </p:txBody>
      </p:sp>
      <p:graphicFrame>
        <p:nvGraphicFramePr>
          <p:cNvPr id="9259" name="Object 43"/>
          <p:cNvGraphicFramePr>
            <a:graphicFrameLocks noChangeAspect="1"/>
          </p:cNvGraphicFramePr>
          <p:nvPr>
            <p:extLst>
              <p:ext uri="{D42A27DB-BD31-4B8C-83A1-F6EECF244321}">
                <p14:modId xmlns:p14="http://schemas.microsoft.com/office/powerpoint/2010/main" val="2536523013"/>
              </p:ext>
            </p:extLst>
          </p:nvPr>
        </p:nvGraphicFramePr>
        <p:xfrm>
          <a:off x="4209274" y="1843200"/>
          <a:ext cx="1204378" cy="404741"/>
        </p:xfrm>
        <a:graphic>
          <a:graphicData uri="http://schemas.openxmlformats.org/presentationml/2006/ole">
            <mc:AlternateContent xmlns:mc="http://schemas.openxmlformats.org/markup-compatibility/2006">
              <mc:Choice xmlns:v="urn:schemas-microsoft-com:vml" Requires="v">
                <p:oleObj spid="_x0000_s216246" name="Equation" r:id="rId15" imgW="609480" imgH="203040" progId="Equation.DSMT4">
                  <p:embed/>
                </p:oleObj>
              </mc:Choice>
              <mc:Fallback>
                <p:oleObj name="Equation" r:id="rId15" imgW="609480" imgH="203040" progId="Equation.DSMT4">
                  <p:embed/>
                  <p:pic>
                    <p:nvPicPr>
                      <p:cNvPr id="0" name="Object 43"/>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4209274" y="1843200"/>
                        <a:ext cx="1204378" cy="404741"/>
                      </a:xfrm>
                      <a:prstGeom prst="rect">
                        <a:avLst/>
                      </a:prstGeom>
                      <a:noFill/>
                      <a:ln w="9525">
                        <a:solidFill>
                          <a:srgbClr val="FF0000"/>
                        </a:solidFill>
                        <a:miter lim="800000"/>
                        <a:headEnd/>
                        <a:tailEnd/>
                      </a:ln>
                      <a:extLst/>
                    </p:spPr>
                  </p:pic>
                </p:oleObj>
              </mc:Fallback>
            </mc:AlternateContent>
          </a:graphicData>
        </a:graphic>
      </p:graphicFrame>
      <p:sp>
        <p:nvSpPr>
          <p:cNvPr id="48" name="Text Box 2"/>
          <p:cNvSpPr txBox="1">
            <a:spLocks noChangeArrowheads="1"/>
          </p:cNvSpPr>
          <p:nvPr/>
        </p:nvSpPr>
        <p:spPr bwMode="auto">
          <a:xfrm>
            <a:off x="1236294" y="305624"/>
            <a:ext cx="5701304" cy="438582"/>
          </a:xfrm>
          <a:prstGeom prst="rect">
            <a:avLst/>
          </a:prstGeom>
          <a:noFill/>
          <a:ln w="9525">
            <a:noFill/>
            <a:miter lim="800000"/>
            <a:headEnd/>
            <a:tailEnd/>
          </a:ln>
          <a:effectLst/>
        </p:spPr>
        <p:txBody>
          <a:bodyPr wrap="square">
            <a:spAutoFit/>
          </a:bodyPr>
          <a:lstStyle/>
          <a:p>
            <a:pPr>
              <a:spcBef>
                <a:spcPct val="50000"/>
              </a:spcBef>
            </a:pPr>
            <a:r>
              <a:rPr kumimoji="0" lang="zh-CN" altLang="en-US" sz="2250">
                <a:solidFill>
                  <a:srgbClr val="CC0000"/>
                </a:solidFill>
                <a:ea typeface="宋体" charset="-122"/>
              </a:rPr>
              <a:t>四、（单个）运</a:t>
            </a:r>
            <a:r>
              <a:rPr kumimoji="0" lang="zh-CN" altLang="en-US" sz="2250" dirty="0">
                <a:solidFill>
                  <a:srgbClr val="CC0000"/>
                </a:solidFill>
                <a:ea typeface="宋体" charset="-122"/>
              </a:rPr>
              <a:t>动电荷的磁场</a:t>
            </a:r>
          </a:p>
        </p:txBody>
      </p:sp>
      <p:grpSp>
        <p:nvGrpSpPr>
          <p:cNvPr id="3" name="组合 2"/>
          <p:cNvGrpSpPr/>
          <p:nvPr/>
        </p:nvGrpSpPr>
        <p:grpSpPr>
          <a:xfrm>
            <a:off x="4414523" y="3446179"/>
            <a:ext cx="2682825" cy="1331561"/>
            <a:chOff x="4362030" y="4594906"/>
            <a:chExt cx="3577100" cy="1775414"/>
          </a:xfrm>
        </p:grpSpPr>
        <p:graphicFrame>
          <p:nvGraphicFramePr>
            <p:cNvPr id="49" name="Object 46"/>
            <p:cNvGraphicFramePr>
              <a:graphicFrameLocks noChangeAspect="1"/>
            </p:cNvGraphicFramePr>
            <p:nvPr>
              <p:extLst>
                <p:ext uri="{D42A27DB-BD31-4B8C-83A1-F6EECF244321}">
                  <p14:modId xmlns:p14="http://schemas.microsoft.com/office/powerpoint/2010/main" val="436922597"/>
                </p:ext>
              </p:extLst>
            </p:nvPr>
          </p:nvGraphicFramePr>
          <p:xfrm>
            <a:off x="4849295" y="4973311"/>
            <a:ext cx="3089835" cy="970064"/>
          </p:xfrm>
          <a:graphic>
            <a:graphicData uri="http://schemas.openxmlformats.org/presentationml/2006/ole">
              <mc:AlternateContent xmlns:mc="http://schemas.openxmlformats.org/markup-compatibility/2006">
                <mc:Choice xmlns:v="urn:schemas-microsoft-com:vml" Requires="v">
                  <p:oleObj spid="_x0000_s216247" name="Equation" r:id="rId17" imgW="1346040" imgH="406080" progId="Equation.DSMT4">
                    <p:embed/>
                  </p:oleObj>
                </mc:Choice>
                <mc:Fallback>
                  <p:oleObj name="Equation" r:id="rId17" imgW="1346040" imgH="406080" progId="Equation.DSMT4">
                    <p:embed/>
                    <p:pic>
                      <p:nvPicPr>
                        <p:cNvPr id="28677" name="Object 46"/>
                        <p:cNvPicPr>
                          <a:picLocks noChangeAspect="1" noChangeArrowheads="1"/>
                        </p:cNvPicPr>
                        <p:nvPr/>
                      </p:nvPicPr>
                      <p:blipFill>
                        <a:blip r:embed="rId18"/>
                        <a:srcRect/>
                        <a:stretch>
                          <a:fillRect/>
                        </a:stretch>
                      </p:blipFill>
                      <p:spPr bwMode="auto">
                        <a:xfrm>
                          <a:off x="4849295" y="4973311"/>
                          <a:ext cx="3089835" cy="970064"/>
                        </a:xfrm>
                        <a:prstGeom prst="rect">
                          <a:avLst/>
                        </a:prstGeom>
                        <a:noFill/>
                        <a:ln>
                          <a:noFill/>
                        </a:ln>
                        <a:extLst/>
                      </p:spPr>
                    </p:pic>
                  </p:oleObj>
                </mc:Fallback>
              </mc:AlternateContent>
            </a:graphicData>
          </a:graphic>
        </p:graphicFrame>
        <p:sp>
          <p:nvSpPr>
            <p:cNvPr id="2" name="右大括号 1"/>
            <p:cNvSpPr/>
            <p:nvPr/>
          </p:nvSpPr>
          <p:spPr>
            <a:xfrm>
              <a:off x="4362030" y="4594906"/>
              <a:ext cx="427006" cy="1775414"/>
            </a:xfrm>
            <a:prstGeom prst="rightBrace">
              <a:avLst>
                <a:gd name="adj1" fmla="val 44023"/>
                <a:gd name="adj2" fmla="val 50000"/>
              </a:avLst>
            </a:prstGeom>
            <a:ln w="28575"/>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sz="2100"/>
            </a:p>
          </p:txBody>
        </p:sp>
      </p:grpSp>
      <p:grpSp>
        <p:nvGrpSpPr>
          <p:cNvPr id="5" name="组合 4"/>
          <p:cNvGrpSpPr/>
          <p:nvPr/>
        </p:nvGrpSpPr>
        <p:grpSpPr>
          <a:xfrm flipV="1">
            <a:off x="2304274" y="2452613"/>
            <a:ext cx="4160168" cy="695330"/>
            <a:chOff x="1507725" y="3389547"/>
            <a:chExt cx="5546891" cy="927106"/>
          </a:xfrm>
        </p:grpSpPr>
        <p:sp>
          <p:nvSpPr>
            <p:cNvPr id="52" name="Text Box 44"/>
            <p:cNvSpPr txBox="1">
              <a:spLocks noChangeArrowheads="1"/>
            </p:cNvSpPr>
            <p:nvPr/>
          </p:nvSpPr>
          <p:spPr bwMode="auto">
            <a:xfrm flipV="1">
              <a:off x="3925260" y="3389547"/>
              <a:ext cx="3129356" cy="677107"/>
            </a:xfrm>
            <a:prstGeom prst="rect">
              <a:avLst/>
            </a:prstGeom>
            <a:noFill/>
            <a:ln w="9525">
              <a:noFill/>
              <a:miter lim="800000"/>
              <a:headEnd/>
              <a:tailEnd/>
            </a:ln>
            <a:effectLst/>
          </p:spPr>
          <p:txBody>
            <a:bodyPr wrap="square">
              <a:spAutoFit/>
            </a:bodyPr>
            <a:lstStyle/>
            <a:p>
              <a:pPr>
                <a:lnSpc>
                  <a:spcPct val="120000"/>
                </a:lnSpc>
              </a:pPr>
              <a:r>
                <a:rPr kumimoji="0" lang="zh-CN" altLang="en-US" sz="2250">
                  <a:solidFill>
                    <a:srgbClr val="990000"/>
                  </a:solidFill>
                </a:rPr>
                <a:t>电流的方向</a:t>
              </a:r>
              <a:endParaRPr kumimoji="0" lang="zh-CN" altLang="en-US" sz="2250" dirty="0">
                <a:solidFill>
                  <a:srgbClr val="990000"/>
                </a:solidFill>
              </a:endParaRPr>
            </a:p>
          </p:txBody>
        </p:sp>
        <p:sp>
          <p:nvSpPr>
            <p:cNvPr id="4" name="任意多边形 3"/>
            <p:cNvSpPr/>
            <p:nvPr/>
          </p:nvSpPr>
          <p:spPr>
            <a:xfrm>
              <a:off x="1507725" y="3972365"/>
              <a:ext cx="2580640" cy="344288"/>
            </a:xfrm>
            <a:custGeom>
              <a:avLst/>
              <a:gdLst>
                <a:gd name="connsiteX0" fmla="*/ 0 w 2580640"/>
                <a:gd name="connsiteY0" fmla="*/ 30480 h 264316"/>
                <a:gd name="connsiteX1" fmla="*/ 1209040 w 2580640"/>
                <a:gd name="connsiteY1" fmla="*/ 264160 h 264316"/>
                <a:gd name="connsiteX2" fmla="*/ 2580640 w 2580640"/>
                <a:gd name="connsiteY2" fmla="*/ 0 h 264316"/>
              </a:gdLst>
              <a:ahLst/>
              <a:cxnLst>
                <a:cxn ang="0">
                  <a:pos x="connsiteX0" y="connsiteY0"/>
                </a:cxn>
                <a:cxn ang="0">
                  <a:pos x="connsiteX1" y="connsiteY1"/>
                </a:cxn>
                <a:cxn ang="0">
                  <a:pos x="connsiteX2" y="connsiteY2"/>
                </a:cxn>
              </a:cxnLst>
              <a:rect l="l" t="t" r="r" b="b"/>
              <a:pathLst>
                <a:path w="2580640" h="264316">
                  <a:moveTo>
                    <a:pt x="0" y="30480"/>
                  </a:moveTo>
                  <a:cubicBezTo>
                    <a:pt x="389466" y="149860"/>
                    <a:pt x="778933" y="269240"/>
                    <a:pt x="1209040" y="264160"/>
                  </a:cubicBezTo>
                  <a:cubicBezTo>
                    <a:pt x="1639147" y="259080"/>
                    <a:pt x="2109893" y="129540"/>
                    <a:pt x="2580640" y="0"/>
                  </a:cubicBezTo>
                </a:path>
              </a:pathLst>
            </a:custGeom>
            <a:ln w="15875">
              <a:headEnd type="stealth" w="lg" len="lg"/>
            </a:ln>
          </p:spPr>
          <p:style>
            <a:lnRef idx="1">
              <a:schemeClr val="accent2"/>
            </a:lnRef>
            <a:fillRef idx="0">
              <a:schemeClr val="accent2"/>
            </a:fillRef>
            <a:effectRef idx="0">
              <a:schemeClr val="accent2"/>
            </a:effectRef>
            <a:fontRef idx="minor">
              <a:schemeClr val="tx1"/>
            </a:fontRef>
          </p:style>
          <p:txBody>
            <a:bodyPr rtlCol="0" anchor="ctr"/>
            <a:lstStyle/>
            <a:p>
              <a:pPr algn="ctr"/>
              <a:endParaRPr lang="zh-CN" altLang="en-US" sz="2100">
                <a:solidFill>
                  <a:srgbClr val="990000"/>
                </a:solidFill>
              </a:endParaRPr>
            </a:p>
          </p:txBody>
        </p:sp>
        <p:sp>
          <p:nvSpPr>
            <p:cNvPr id="54" name="任意多边形 53"/>
            <p:cNvSpPr/>
            <p:nvPr/>
          </p:nvSpPr>
          <p:spPr>
            <a:xfrm>
              <a:off x="2550160" y="3958597"/>
              <a:ext cx="1538205" cy="248847"/>
            </a:xfrm>
            <a:custGeom>
              <a:avLst/>
              <a:gdLst>
                <a:gd name="connsiteX0" fmla="*/ 0 w 2580640"/>
                <a:gd name="connsiteY0" fmla="*/ 30480 h 264316"/>
                <a:gd name="connsiteX1" fmla="*/ 1209040 w 2580640"/>
                <a:gd name="connsiteY1" fmla="*/ 264160 h 264316"/>
                <a:gd name="connsiteX2" fmla="*/ 2580640 w 2580640"/>
                <a:gd name="connsiteY2" fmla="*/ 0 h 264316"/>
                <a:gd name="connsiteX0" fmla="*/ 0 w 2580640"/>
                <a:gd name="connsiteY0" fmla="*/ 30480 h 275325"/>
                <a:gd name="connsiteX1" fmla="*/ 1209040 w 2580640"/>
                <a:gd name="connsiteY1" fmla="*/ 264160 h 275325"/>
                <a:gd name="connsiteX2" fmla="*/ 2580640 w 2580640"/>
                <a:gd name="connsiteY2" fmla="*/ 0 h 275325"/>
                <a:gd name="connsiteX0" fmla="*/ 0 w 2580640"/>
                <a:gd name="connsiteY0" fmla="*/ 30480 h 272257"/>
                <a:gd name="connsiteX1" fmla="*/ 1209040 w 2580640"/>
                <a:gd name="connsiteY1" fmla="*/ 264160 h 272257"/>
                <a:gd name="connsiteX2" fmla="*/ 2580640 w 2580640"/>
                <a:gd name="connsiteY2" fmla="*/ 0 h 272257"/>
              </a:gdLst>
              <a:ahLst/>
              <a:cxnLst>
                <a:cxn ang="0">
                  <a:pos x="connsiteX0" y="connsiteY0"/>
                </a:cxn>
                <a:cxn ang="0">
                  <a:pos x="connsiteX1" y="connsiteY1"/>
                </a:cxn>
                <a:cxn ang="0">
                  <a:pos x="connsiteX2" y="connsiteY2"/>
                </a:cxn>
              </a:cxnLst>
              <a:rect l="l" t="t" r="r" b="b"/>
              <a:pathLst>
                <a:path w="2580640" h="272257">
                  <a:moveTo>
                    <a:pt x="0" y="30480"/>
                  </a:moveTo>
                  <a:cubicBezTo>
                    <a:pt x="184921" y="343187"/>
                    <a:pt x="1068704" y="262336"/>
                    <a:pt x="1209040" y="264160"/>
                  </a:cubicBezTo>
                  <a:cubicBezTo>
                    <a:pt x="1349376" y="265984"/>
                    <a:pt x="2109893" y="129540"/>
                    <a:pt x="2580640" y="0"/>
                  </a:cubicBezTo>
                </a:path>
              </a:pathLst>
            </a:custGeom>
            <a:ln w="15875">
              <a:headEnd type="stealth" w="lg" len="lg"/>
            </a:ln>
          </p:spPr>
          <p:style>
            <a:lnRef idx="1">
              <a:schemeClr val="accent2"/>
            </a:lnRef>
            <a:fillRef idx="0">
              <a:schemeClr val="accent2"/>
            </a:fillRef>
            <a:effectRef idx="0">
              <a:schemeClr val="accent2"/>
            </a:effectRef>
            <a:fontRef idx="minor">
              <a:schemeClr val="tx1"/>
            </a:fontRef>
          </p:style>
          <p:txBody>
            <a:bodyPr rtlCol="0" anchor="ctr"/>
            <a:lstStyle/>
            <a:p>
              <a:pPr algn="ctr"/>
              <a:endParaRPr lang="zh-CN" altLang="en-US" sz="2100">
                <a:solidFill>
                  <a:srgbClr val="990000"/>
                </a:solidFill>
              </a:endParaRPr>
            </a:p>
          </p:txBody>
        </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5" fill="hold" nodeType="clickEffect">
                                  <p:stCondLst>
                                    <p:cond delay="0"/>
                                  </p:stCondLst>
                                  <p:childTnLst>
                                    <p:set>
                                      <p:cBhvr>
                                        <p:cTn id="6" dur="1" fill="hold">
                                          <p:stCondLst>
                                            <p:cond delay="0"/>
                                          </p:stCondLst>
                                        </p:cTn>
                                        <p:tgtEl>
                                          <p:spTgt spid="31750"/>
                                        </p:tgtEl>
                                        <p:attrNameLst>
                                          <p:attrName>style.visibility</p:attrName>
                                        </p:attrNameLst>
                                      </p:cBhvr>
                                      <p:to>
                                        <p:strVal val="visible"/>
                                      </p:to>
                                    </p:set>
                                    <p:animEffect transition="in" filter="blinds(vertical)">
                                      <p:cBhvr>
                                        <p:cTn id="7" dur="500"/>
                                        <p:tgtEl>
                                          <p:spTgt spid="31750"/>
                                        </p:tgtEl>
                                      </p:cBhvr>
                                    </p:animEffect>
                                  </p:childTnLst>
                                </p:cTn>
                              </p:par>
                            </p:childTnLst>
                          </p:cTn>
                        </p:par>
                        <p:par>
                          <p:cTn id="8" fill="hold">
                            <p:stCondLst>
                              <p:cond delay="500"/>
                            </p:stCondLst>
                            <p:childTnLst>
                              <p:par>
                                <p:cTn id="9" presetID="22" presetClass="entr" presetSubtype="2" fill="hold" nodeType="afterEffect">
                                  <p:stCondLst>
                                    <p:cond delay="0"/>
                                  </p:stCondLst>
                                  <p:childTnLst>
                                    <p:set>
                                      <p:cBhvr>
                                        <p:cTn id="10" dur="1" fill="hold">
                                          <p:stCondLst>
                                            <p:cond delay="0"/>
                                          </p:stCondLst>
                                        </p:cTn>
                                        <p:tgtEl>
                                          <p:spTgt spid="5"/>
                                        </p:tgtEl>
                                        <p:attrNameLst>
                                          <p:attrName>style.visibility</p:attrName>
                                        </p:attrNameLst>
                                      </p:cBhvr>
                                      <p:to>
                                        <p:strVal val="visible"/>
                                      </p:to>
                                    </p:set>
                                    <p:animEffect transition="in" filter="wipe(right)">
                                      <p:cBhvr>
                                        <p:cTn id="11" dur="500"/>
                                        <p:tgtEl>
                                          <p:spTgt spid="5"/>
                                        </p:tgtEl>
                                      </p:cBhvr>
                                    </p:animEffect>
                                  </p:childTnLst>
                                </p:cTn>
                              </p:par>
                            </p:childTnLst>
                          </p:cTn>
                        </p:par>
                      </p:childTnLst>
                    </p:cTn>
                  </p:par>
                  <p:par>
                    <p:cTn id="12" fill="hold">
                      <p:stCondLst>
                        <p:cond delay="indefinite"/>
                      </p:stCondLst>
                      <p:childTnLst>
                        <p:par>
                          <p:cTn id="13" fill="hold">
                            <p:stCondLst>
                              <p:cond delay="0"/>
                            </p:stCondLst>
                            <p:childTnLst>
                              <p:par>
                                <p:cTn id="14" presetID="3" presetClass="entr" presetSubtype="5" fill="hold" nodeType="clickEffect">
                                  <p:stCondLst>
                                    <p:cond delay="0"/>
                                  </p:stCondLst>
                                  <p:childTnLst>
                                    <p:set>
                                      <p:cBhvr>
                                        <p:cTn id="15" dur="1" fill="hold">
                                          <p:stCondLst>
                                            <p:cond delay="0"/>
                                          </p:stCondLst>
                                        </p:cTn>
                                        <p:tgtEl>
                                          <p:spTgt spid="31751"/>
                                        </p:tgtEl>
                                        <p:attrNameLst>
                                          <p:attrName>style.visibility</p:attrName>
                                        </p:attrNameLst>
                                      </p:cBhvr>
                                      <p:to>
                                        <p:strVal val="visible"/>
                                      </p:to>
                                    </p:set>
                                    <p:animEffect transition="in" filter="blinds(vertical)">
                                      <p:cBhvr>
                                        <p:cTn id="16" dur="500"/>
                                        <p:tgtEl>
                                          <p:spTgt spid="31751"/>
                                        </p:tgtEl>
                                      </p:cBhvr>
                                    </p:animEffect>
                                  </p:childTnLst>
                                </p:cTn>
                              </p:par>
                            </p:childTnLst>
                          </p:cTn>
                        </p:par>
                      </p:childTnLst>
                    </p:cTn>
                  </p:par>
                  <p:par>
                    <p:cTn id="17" fill="hold" nodeType="clickPar">
                      <p:stCondLst>
                        <p:cond delay="indefinite"/>
                      </p:stCondLst>
                      <p:childTnLst>
                        <p:par>
                          <p:cTn id="18" fill="hold" nodeType="withGroup">
                            <p:stCondLst>
                              <p:cond delay="0"/>
                            </p:stCondLst>
                            <p:childTnLst>
                              <p:par>
                                <p:cTn id="19" presetID="3" presetClass="entr" presetSubtype="5" fill="hold" nodeType="clickEffect">
                                  <p:stCondLst>
                                    <p:cond delay="0"/>
                                  </p:stCondLst>
                                  <p:childTnLst>
                                    <p:set>
                                      <p:cBhvr>
                                        <p:cTn id="20" dur="1" fill="hold">
                                          <p:stCondLst>
                                            <p:cond delay="0"/>
                                          </p:stCondLst>
                                        </p:cTn>
                                        <p:tgtEl>
                                          <p:spTgt spid="31752"/>
                                        </p:tgtEl>
                                        <p:attrNameLst>
                                          <p:attrName>style.visibility</p:attrName>
                                        </p:attrNameLst>
                                      </p:cBhvr>
                                      <p:to>
                                        <p:strVal val="visible"/>
                                      </p:to>
                                    </p:set>
                                    <p:animEffect transition="in" filter="blinds(vertical)">
                                      <p:cBhvr>
                                        <p:cTn id="21" dur="500"/>
                                        <p:tgtEl>
                                          <p:spTgt spid="31752"/>
                                        </p:tgtEl>
                                      </p:cBhvr>
                                    </p:animEffect>
                                  </p:childTnLst>
                                </p:cTn>
                              </p:par>
                            </p:childTnLst>
                          </p:cTn>
                        </p:par>
                      </p:childTnLst>
                    </p:cTn>
                  </p:par>
                  <p:par>
                    <p:cTn id="22" fill="hold">
                      <p:stCondLst>
                        <p:cond delay="indefinite"/>
                      </p:stCondLst>
                      <p:childTnLst>
                        <p:par>
                          <p:cTn id="23" fill="hold">
                            <p:stCondLst>
                              <p:cond delay="0"/>
                            </p:stCondLst>
                            <p:childTnLst>
                              <p:par>
                                <p:cTn id="24" presetID="22" presetClass="entr" presetSubtype="8" fill="hold" nodeType="clickEffect">
                                  <p:stCondLst>
                                    <p:cond delay="0"/>
                                  </p:stCondLst>
                                  <p:childTnLst>
                                    <p:set>
                                      <p:cBhvr>
                                        <p:cTn id="25" dur="1" fill="hold">
                                          <p:stCondLst>
                                            <p:cond delay="0"/>
                                          </p:stCondLst>
                                        </p:cTn>
                                        <p:tgtEl>
                                          <p:spTgt spid="3"/>
                                        </p:tgtEl>
                                        <p:attrNameLst>
                                          <p:attrName>style.visibility</p:attrName>
                                        </p:attrNameLst>
                                      </p:cBhvr>
                                      <p:to>
                                        <p:strVal val="visible"/>
                                      </p:to>
                                    </p:set>
                                    <p:animEffect transition="in" filter="wipe(left)">
                                      <p:cBhvr>
                                        <p:cTn id="26"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0" name="组合 19"/>
          <p:cNvGrpSpPr/>
          <p:nvPr/>
        </p:nvGrpSpPr>
        <p:grpSpPr>
          <a:xfrm>
            <a:off x="2312194" y="3457581"/>
            <a:ext cx="1707356" cy="1009652"/>
            <a:chOff x="2312194" y="3457581"/>
            <a:chExt cx="1707356" cy="1009652"/>
          </a:xfrm>
        </p:grpSpPr>
        <p:grpSp>
          <p:nvGrpSpPr>
            <p:cNvPr id="4" name="Group 5"/>
            <p:cNvGrpSpPr>
              <a:grpSpLocks/>
            </p:cNvGrpSpPr>
            <p:nvPr/>
          </p:nvGrpSpPr>
          <p:grpSpPr bwMode="auto">
            <a:xfrm>
              <a:off x="2312194" y="3457581"/>
              <a:ext cx="606028" cy="461963"/>
              <a:chOff x="816" y="1840"/>
              <a:chExt cx="515" cy="388"/>
            </a:xfrm>
          </p:grpSpPr>
          <p:sp>
            <p:nvSpPr>
              <p:cNvPr id="28718" name="Oval 6"/>
              <p:cNvSpPr>
                <a:spLocks noChangeArrowheads="1"/>
              </p:cNvSpPr>
              <p:nvPr/>
            </p:nvSpPr>
            <p:spPr bwMode="auto">
              <a:xfrm>
                <a:off x="1056" y="1920"/>
                <a:ext cx="240" cy="240"/>
              </a:xfrm>
              <a:prstGeom prst="ellipse">
                <a:avLst/>
              </a:prstGeom>
              <a:gradFill rotWithShape="0">
                <a:gsLst>
                  <a:gs pos="0">
                    <a:srgbClr val="FFDDFF"/>
                  </a:gs>
                  <a:gs pos="100000">
                    <a:srgbClr val="C2A8C2"/>
                  </a:gs>
                </a:gsLst>
                <a:path path="shape">
                  <a:fillToRect l="50000" t="50000" r="50000" b="50000"/>
                </a:path>
              </a:gradFill>
              <a:ln w="9525">
                <a:solidFill>
                  <a:schemeClr val="tx1"/>
                </a:solidFill>
                <a:round/>
                <a:headEnd/>
                <a:tailEnd/>
              </a:ln>
              <a:effectLst/>
            </p:spPr>
            <p:txBody>
              <a:bodyPr wrap="none" anchor="ctr"/>
              <a:lstStyle/>
              <a:p>
                <a:endParaRPr kumimoji="0" lang="zh-CN" altLang="en-US" sz="1350" b="0">
                  <a:solidFill>
                    <a:prstClr val="black"/>
                  </a:solidFill>
                  <a:latin typeface="Arial" charset="0"/>
                  <a:ea typeface="宋体" charset="-122"/>
                </a:endParaRPr>
              </a:p>
            </p:txBody>
          </p:sp>
          <p:sp>
            <p:nvSpPr>
              <p:cNvPr id="28719" name="Text Box 7"/>
              <p:cNvSpPr txBox="1">
                <a:spLocks noChangeArrowheads="1"/>
              </p:cNvSpPr>
              <p:nvPr/>
            </p:nvSpPr>
            <p:spPr bwMode="auto">
              <a:xfrm>
                <a:off x="1026" y="1840"/>
                <a:ext cx="305" cy="388"/>
              </a:xfrm>
              <a:prstGeom prst="rect">
                <a:avLst/>
              </a:prstGeom>
              <a:noFill/>
              <a:ln w="9525">
                <a:noFill/>
                <a:miter lim="800000"/>
                <a:headEnd/>
                <a:tailEnd/>
              </a:ln>
              <a:effectLst/>
            </p:spPr>
            <p:txBody>
              <a:bodyPr wrap="none">
                <a:spAutoFit/>
              </a:bodyPr>
              <a:lstStyle/>
              <a:p>
                <a:pPr>
                  <a:spcBef>
                    <a:spcPct val="50000"/>
                  </a:spcBef>
                </a:pPr>
                <a:r>
                  <a:rPr kumimoji="0" lang="en-US" altLang="zh-CN" sz="2400" dirty="0">
                    <a:solidFill>
                      <a:srgbClr val="000000"/>
                    </a:solidFill>
                    <a:ea typeface="宋体" charset="-122"/>
                  </a:rPr>
                  <a:t>+</a:t>
                </a:r>
              </a:p>
            </p:txBody>
          </p:sp>
          <p:graphicFrame>
            <p:nvGraphicFramePr>
              <p:cNvPr id="28720" name="Object 8"/>
              <p:cNvGraphicFramePr>
                <a:graphicFrameLocks noChangeAspect="1"/>
              </p:cNvGraphicFramePr>
              <p:nvPr/>
            </p:nvGraphicFramePr>
            <p:xfrm>
              <a:off x="816" y="1872"/>
              <a:ext cx="260" cy="339"/>
            </p:xfrm>
            <a:graphic>
              <a:graphicData uri="http://schemas.openxmlformats.org/presentationml/2006/ole">
                <mc:AlternateContent xmlns:mc="http://schemas.openxmlformats.org/markup-compatibility/2006">
                  <mc:Choice xmlns:v="urn:schemas-microsoft-com:vml" Requires="v">
                    <p:oleObj spid="_x0000_s205714" name="公式" r:id="rId3" imgW="126720" imgH="164880" progId="Equation.3">
                      <p:embed/>
                    </p:oleObj>
                  </mc:Choice>
                  <mc:Fallback>
                    <p:oleObj name="公式" r:id="rId3" imgW="126720" imgH="164880" progId="Equation.3">
                      <p:embed/>
                      <p:pic>
                        <p:nvPicPr>
                          <p:cNvPr id="0" name="Object 8"/>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16" y="1872"/>
                            <a:ext cx="260" cy="339"/>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grpSp>
          <p:nvGrpSpPr>
            <p:cNvPr id="19" name="组合 18"/>
            <p:cNvGrpSpPr/>
            <p:nvPr/>
          </p:nvGrpSpPr>
          <p:grpSpPr>
            <a:xfrm>
              <a:off x="2819400" y="3495681"/>
              <a:ext cx="1200150" cy="971552"/>
              <a:chOff x="2819400" y="3495681"/>
              <a:chExt cx="1200150" cy="971552"/>
            </a:xfrm>
          </p:grpSpPr>
          <p:grpSp>
            <p:nvGrpSpPr>
              <p:cNvPr id="5" name="Group 9"/>
              <p:cNvGrpSpPr>
                <a:grpSpLocks/>
              </p:cNvGrpSpPr>
              <p:nvPr/>
            </p:nvGrpSpPr>
            <p:grpSpPr bwMode="auto">
              <a:xfrm>
                <a:off x="2819400" y="3781432"/>
                <a:ext cx="914400" cy="628651"/>
                <a:chOff x="1548" y="3408"/>
                <a:chExt cx="768" cy="576"/>
              </a:xfrm>
            </p:grpSpPr>
            <p:sp>
              <p:nvSpPr>
                <p:cNvPr id="32778" name="Oval 10"/>
                <p:cNvSpPr>
                  <a:spLocks noChangeArrowheads="1"/>
                </p:cNvSpPr>
                <p:nvPr/>
              </p:nvSpPr>
              <p:spPr bwMode="auto">
                <a:xfrm>
                  <a:off x="2076" y="3744"/>
                  <a:ext cx="240" cy="240"/>
                </a:xfrm>
                <a:prstGeom prst="ellipse">
                  <a:avLst/>
                </a:prstGeom>
                <a:no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kumimoji="0" lang="zh-CN" altLang="en-US" sz="1350" b="0">
                    <a:solidFill>
                      <a:prstClr val="black"/>
                    </a:solidFill>
                    <a:latin typeface="Arial" charset="0"/>
                  </a:endParaRPr>
                </a:p>
              </p:txBody>
            </p:sp>
            <p:grpSp>
              <p:nvGrpSpPr>
                <p:cNvPr id="6" name="Group 11"/>
                <p:cNvGrpSpPr>
                  <a:grpSpLocks/>
                </p:cNvGrpSpPr>
                <p:nvPr/>
              </p:nvGrpSpPr>
              <p:grpSpPr bwMode="auto">
                <a:xfrm>
                  <a:off x="1548" y="3408"/>
                  <a:ext cx="551" cy="528"/>
                  <a:chOff x="1200" y="2160"/>
                  <a:chExt cx="597" cy="479"/>
                </a:xfrm>
              </p:grpSpPr>
              <p:sp>
                <p:nvSpPr>
                  <p:cNvPr id="28714" name="Line 12"/>
                  <p:cNvSpPr>
                    <a:spLocks noChangeShapeType="1"/>
                  </p:cNvSpPr>
                  <p:nvPr/>
                </p:nvSpPr>
                <p:spPr bwMode="auto">
                  <a:xfrm>
                    <a:off x="1200" y="2160"/>
                    <a:ext cx="597" cy="362"/>
                  </a:xfrm>
                  <a:prstGeom prst="line">
                    <a:avLst/>
                  </a:prstGeom>
                  <a:noFill/>
                  <a:ln w="28575">
                    <a:solidFill>
                      <a:srgbClr val="0000FF"/>
                    </a:solidFill>
                    <a:round/>
                    <a:headEnd/>
                    <a:tailEnd type="triangle" w="sm" len="lg"/>
                  </a:ln>
                  <a:effectLst/>
                </p:spPr>
                <p:txBody>
                  <a:bodyPr wrap="none" anchor="ctr"/>
                  <a:lstStyle/>
                  <a:p>
                    <a:pPr eaLnBrk="0" hangingPunct="0"/>
                    <a:endParaRPr kumimoji="0" lang="zh-CN" altLang="en-US" sz="1350" b="0">
                      <a:solidFill>
                        <a:prstClr val="black"/>
                      </a:solidFill>
                      <a:latin typeface="Arial" charset="0"/>
                      <a:ea typeface="宋体" charset="-122"/>
                    </a:endParaRPr>
                  </a:p>
                </p:txBody>
              </p:sp>
              <p:graphicFrame>
                <p:nvGraphicFramePr>
                  <p:cNvPr id="28715" name="Object 13"/>
                  <p:cNvGraphicFramePr>
                    <a:graphicFrameLocks noChangeAspect="1"/>
                  </p:cNvGraphicFramePr>
                  <p:nvPr/>
                </p:nvGraphicFramePr>
                <p:xfrm>
                  <a:off x="1248" y="2304"/>
                  <a:ext cx="279" cy="335"/>
                </p:xfrm>
                <a:graphic>
                  <a:graphicData uri="http://schemas.openxmlformats.org/presentationml/2006/ole">
                    <mc:AlternateContent xmlns:mc="http://schemas.openxmlformats.org/markup-compatibility/2006">
                      <mc:Choice xmlns:v="urn:schemas-microsoft-com:vml" Requires="v">
                        <p:oleObj spid="_x0000_s205715" name="公式" r:id="rId5" imgW="126720" imgH="152280" progId="Equation.3">
                          <p:embed/>
                        </p:oleObj>
                      </mc:Choice>
                      <mc:Fallback>
                        <p:oleObj name="公式" r:id="rId5" imgW="126720" imgH="152280" progId="Equation.3">
                          <p:embed/>
                          <p:pic>
                            <p:nvPicPr>
                              <p:cNvPr id="0" name="Object 1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248" y="2304"/>
                                <a:ext cx="279" cy="33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grpSp>
          <p:grpSp>
            <p:nvGrpSpPr>
              <p:cNvPr id="7" name="Group 50"/>
              <p:cNvGrpSpPr>
                <a:grpSpLocks/>
              </p:cNvGrpSpPr>
              <p:nvPr/>
            </p:nvGrpSpPr>
            <p:grpSpPr bwMode="auto">
              <a:xfrm>
                <a:off x="3388519" y="4048132"/>
                <a:ext cx="604838" cy="419101"/>
                <a:chOff x="1966" y="3400"/>
                <a:chExt cx="508" cy="352"/>
              </a:xfrm>
            </p:grpSpPr>
            <p:sp>
              <p:nvSpPr>
                <p:cNvPr id="28710" name="Text Box 15"/>
                <p:cNvSpPr txBox="1">
                  <a:spLocks noChangeArrowheads="1"/>
                </p:cNvSpPr>
                <p:nvPr/>
              </p:nvSpPr>
              <p:spPr bwMode="auto">
                <a:xfrm>
                  <a:off x="1966" y="3442"/>
                  <a:ext cx="350" cy="310"/>
                </a:xfrm>
                <a:prstGeom prst="rect">
                  <a:avLst/>
                </a:prstGeom>
                <a:noFill/>
                <a:ln w="9525">
                  <a:noFill/>
                  <a:miter lim="800000"/>
                  <a:headEnd/>
                  <a:tailEnd/>
                </a:ln>
                <a:effectLst/>
              </p:spPr>
              <p:txBody>
                <a:bodyPr wrap="none">
                  <a:spAutoFit/>
                </a:bodyPr>
                <a:lstStyle/>
                <a:p>
                  <a:pPr>
                    <a:spcBef>
                      <a:spcPct val="50000"/>
                    </a:spcBef>
                  </a:pPr>
                  <a:r>
                    <a:rPr kumimoji="0" lang="en-US" altLang="zh-CN" sz="1800" dirty="0">
                      <a:solidFill>
                        <a:srgbClr val="000000"/>
                      </a:solidFill>
                      <a:ea typeface="宋体" charset="-122"/>
                    </a:rPr>
                    <a:t>×</a:t>
                  </a:r>
                </a:p>
              </p:txBody>
            </p:sp>
            <p:graphicFrame>
              <p:nvGraphicFramePr>
                <p:cNvPr id="28711" name="Object 16"/>
                <p:cNvGraphicFramePr>
                  <a:graphicFrameLocks noChangeAspect="1"/>
                </p:cNvGraphicFramePr>
                <p:nvPr/>
              </p:nvGraphicFramePr>
              <p:xfrm>
                <a:off x="2217" y="3400"/>
                <a:ext cx="257" cy="348"/>
              </p:xfrm>
              <a:graphic>
                <a:graphicData uri="http://schemas.openxmlformats.org/presentationml/2006/ole">
                  <mc:AlternateContent xmlns:mc="http://schemas.openxmlformats.org/markup-compatibility/2006">
                    <mc:Choice xmlns:v="urn:schemas-microsoft-com:vml" Requires="v">
                      <p:oleObj spid="_x0000_s205716" name="公式" r:id="rId7" imgW="152280" imgH="190440" progId="Equation.3">
                        <p:embed/>
                      </p:oleObj>
                    </mc:Choice>
                    <mc:Fallback>
                      <p:oleObj name="公式" r:id="rId7" imgW="152280" imgH="190440" progId="Equation.3">
                        <p:embed/>
                        <p:pic>
                          <p:nvPicPr>
                            <p:cNvPr id="0" name="Object 16"/>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217" y="3400"/>
                              <a:ext cx="257" cy="34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grpSp>
            <p:nvGrpSpPr>
              <p:cNvPr id="9" name="Group 20"/>
              <p:cNvGrpSpPr>
                <a:grpSpLocks/>
              </p:cNvGrpSpPr>
              <p:nvPr/>
            </p:nvGrpSpPr>
            <p:grpSpPr bwMode="auto">
              <a:xfrm>
                <a:off x="2877741" y="3667132"/>
                <a:ext cx="478631" cy="457201"/>
                <a:chOff x="1537" y="3408"/>
                <a:chExt cx="402" cy="384"/>
              </a:xfrm>
            </p:grpSpPr>
            <p:sp>
              <p:nvSpPr>
                <p:cNvPr id="28706" name="Arc 21"/>
                <p:cNvSpPr>
                  <a:spLocks/>
                </p:cNvSpPr>
                <p:nvPr/>
              </p:nvSpPr>
              <p:spPr bwMode="auto">
                <a:xfrm rot="3043447">
                  <a:off x="1554" y="3425"/>
                  <a:ext cx="157" cy="192"/>
                </a:xfrm>
                <a:custGeom>
                  <a:avLst/>
                  <a:gdLst>
                    <a:gd name="T0" fmla="*/ 0 w 20956"/>
                    <a:gd name="T1" fmla="*/ 0 h 21563"/>
                    <a:gd name="T2" fmla="*/ 0 w 20956"/>
                    <a:gd name="T3" fmla="*/ 0 h 21563"/>
                    <a:gd name="T4" fmla="*/ 0 w 20956"/>
                    <a:gd name="T5" fmla="*/ 0 h 21563"/>
                    <a:gd name="T6" fmla="*/ 0 60000 65536"/>
                    <a:gd name="T7" fmla="*/ 0 60000 65536"/>
                    <a:gd name="T8" fmla="*/ 0 60000 65536"/>
                  </a:gdLst>
                  <a:ahLst/>
                  <a:cxnLst>
                    <a:cxn ang="T6">
                      <a:pos x="T0" y="T1"/>
                    </a:cxn>
                    <a:cxn ang="T7">
                      <a:pos x="T2" y="T3"/>
                    </a:cxn>
                    <a:cxn ang="T8">
                      <a:pos x="T4" y="T5"/>
                    </a:cxn>
                  </a:cxnLst>
                  <a:rect l="0" t="0" r="r" b="b"/>
                  <a:pathLst>
                    <a:path w="20956" h="21563" fill="none" extrusionOk="0">
                      <a:moveTo>
                        <a:pt x="1261" y="-1"/>
                      </a:moveTo>
                      <a:cubicBezTo>
                        <a:pt x="10689" y="551"/>
                        <a:pt x="18665" y="7163"/>
                        <a:pt x="20955" y="16326"/>
                      </a:cubicBezTo>
                    </a:path>
                    <a:path w="20956" h="21563" stroke="0" extrusionOk="0">
                      <a:moveTo>
                        <a:pt x="1261" y="-1"/>
                      </a:moveTo>
                      <a:cubicBezTo>
                        <a:pt x="10689" y="551"/>
                        <a:pt x="18665" y="7163"/>
                        <a:pt x="20955" y="16326"/>
                      </a:cubicBezTo>
                      <a:lnTo>
                        <a:pt x="0" y="21563"/>
                      </a:lnTo>
                      <a:lnTo>
                        <a:pt x="1261" y="-1"/>
                      </a:lnTo>
                      <a:close/>
                    </a:path>
                  </a:pathLst>
                </a:custGeom>
                <a:noFill/>
                <a:ln w="25400">
                  <a:solidFill>
                    <a:srgbClr val="CC00CC"/>
                  </a:solidFill>
                  <a:round/>
                  <a:headEnd/>
                  <a:tailEnd type="none" w="sm" len="lg"/>
                </a:ln>
                <a:effectLst/>
              </p:spPr>
              <p:txBody>
                <a:bodyPr wrap="none" anchor="ctr"/>
                <a:lstStyle/>
                <a:p>
                  <a:pPr eaLnBrk="0" hangingPunct="0"/>
                  <a:endParaRPr kumimoji="0" lang="zh-CN" altLang="en-US" sz="1350" b="0">
                    <a:solidFill>
                      <a:prstClr val="black"/>
                    </a:solidFill>
                    <a:latin typeface="Arial" charset="0"/>
                    <a:ea typeface="宋体" charset="-122"/>
                  </a:endParaRPr>
                </a:p>
              </p:txBody>
            </p:sp>
            <p:graphicFrame>
              <p:nvGraphicFramePr>
                <p:cNvPr id="28707" name="Object 22"/>
                <p:cNvGraphicFramePr>
                  <a:graphicFrameLocks noChangeAspect="1"/>
                </p:cNvGraphicFramePr>
                <p:nvPr/>
              </p:nvGraphicFramePr>
              <p:xfrm>
                <a:off x="1705" y="3408"/>
                <a:ext cx="234" cy="384"/>
              </p:xfrm>
              <a:graphic>
                <a:graphicData uri="http://schemas.openxmlformats.org/presentationml/2006/ole">
                  <mc:AlternateContent xmlns:mc="http://schemas.openxmlformats.org/markup-compatibility/2006">
                    <mc:Choice xmlns:v="urn:schemas-microsoft-com:vml" Requires="v">
                      <p:oleObj spid="_x0000_s205717" name="公式" r:id="rId9" imgW="164880" imgH="241200" progId="Equation.3">
                        <p:embed/>
                      </p:oleObj>
                    </mc:Choice>
                    <mc:Fallback>
                      <p:oleObj name="公式" r:id="rId9" imgW="164880" imgH="241200" progId="Equation.3">
                        <p:embed/>
                        <p:pic>
                          <p:nvPicPr>
                            <p:cNvPr id="0" name="Object 22"/>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705" y="3408"/>
                              <a:ext cx="234" cy="384"/>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grpSp>
            <p:nvGrpSpPr>
              <p:cNvPr id="11" name="Group 26"/>
              <p:cNvGrpSpPr>
                <a:grpSpLocks/>
              </p:cNvGrpSpPr>
              <p:nvPr/>
            </p:nvGrpSpPr>
            <p:grpSpPr bwMode="auto">
              <a:xfrm>
                <a:off x="2876550" y="3495681"/>
                <a:ext cx="1143000" cy="400051"/>
                <a:chOff x="1536" y="3264"/>
                <a:chExt cx="960" cy="336"/>
              </a:xfrm>
            </p:grpSpPr>
            <p:sp>
              <p:nvSpPr>
                <p:cNvPr id="28702" name="Line 27"/>
                <p:cNvSpPr>
                  <a:spLocks noChangeShapeType="1"/>
                </p:cNvSpPr>
                <p:nvPr/>
              </p:nvSpPr>
              <p:spPr bwMode="auto">
                <a:xfrm>
                  <a:off x="1536" y="3408"/>
                  <a:ext cx="576" cy="0"/>
                </a:xfrm>
                <a:prstGeom prst="line">
                  <a:avLst/>
                </a:prstGeom>
                <a:noFill/>
                <a:ln w="28575">
                  <a:solidFill>
                    <a:srgbClr val="FF0000"/>
                  </a:solidFill>
                  <a:round/>
                  <a:headEnd/>
                  <a:tailEnd type="triangle" w="sm" len="lg"/>
                </a:ln>
                <a:effectLst/>
              </p:spPr>
              <p:txBody>
                <a:bodyPr wrap="none" anchor="ctr"/>
                <a:lstStyle/>
                <a:p>
                  <a:pPr eaLnBrk="0" hangingPunct="0"/>
                  <a:endParaRPr kumimoji="0" lang="zh-CN" altLang="en-US" sz="1350" b="0">
                    <a:solidFill>
                      <a:prstClr val="black"/>
                    </a:solidFill>
                    <a:latin typeface="Arial" charset="0"/>
                    <a:ea typeface="宋体" charset="-122"/>
                  </a:endParaRPr>
                </a:p>
              </p:txBody>
            </p:sp>
            <p:graphicFrame>
              <p:nvGraphicFramePr>
                <p:cNvPr id="28703" name="Object 28"/>
                <p:cNvGraphicFramePr>
                  <a:graphicFrameLocks noChangeAspect="1"/>
                </p:cNvGraphicFramePr>
                <p:nvPr/>
              </p:nvGraphicFramePr>
              <p:xfrm>
                <a:off x="2233" y="3264"/>
                <a:ext cx="263" cy="336"/>
              </p:xfrm>
              <a:graphic>
                <a:graphicData uri="http://schemas.openxmlformats.org/presentationml/2006/ole">
                  <mc:AlternateContent xmlns:mc="http://schemas.openxmlformats.org/markup-compatibility/2006">
                    <mc:Choice xmlns:v="urn:schemas-microsoft-com:vml" Requires="v">
                      <p:oleObj spid="_x0000_s205718" name="Equation" r:id="rId11" imgW="126720" imgH="177480" progId="Equation.3">
                        <p:embed/>
                      </p:oleObj>
                    </mc:Choice>
                    <mc:Fallback>
                      <p:oleObj name="Equation" r:id="rId11" imgW="126720" imgH="177480" progId="Equation.3">
                        <p:embed/>
                        <p:pic>
                          <p:nvPicPr>
                            <p:cNvPr id="0" name="Object 28"/>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2233" y="3264"/>
                              <a:ext cx="263" cy="336"/>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grpSp>
      </p:grpSp>
      <p:grpSp>
        <p:nvGrpSpPr>
          <p:cNvPr id="18" name="组合 17"/>
          <p:cNvGrpSpPr/>
          <p:nvPr/>
        </p:nvGrpSpPr>
        <p:grpSpPr>
          <a:xfrm>
            <a:off x="5472113" y="3495681"/>
            <a:ext cx="2013347" cy="1016796"/>
            <a:chOff x="5567363" y="3495681"/>
            <a:chExt cx="2013347" cy="1016796"/>
          </a:xfrm>
        </p:grpSpPr>
        <p:grpSp>
          <p:nvGrpSpPr>
            <p:cNvPr id="8" name="Group 17"/>
            <p:cNvGrpSpPr>
              <a:grpSpLocks/>
            </p:cNvGrpSpPr>
            <p:nvPr/>
          </p:nvGrpSpPr>
          <p:grpSpPr bwMode="auto">
            <a:xfrm>
              <a:off x="6424613" y="3495681"/>
              <a:ext cx="1113234" cy="400051"/>
              <a:chOff x="3312" y="3348"/>
              <a:chExt cx="935" cy="336"/>
            </a:xfrm>
          </p:grpSpPr>
          <p:sp>
            <p:nvSpPr>
              <p:cNvPr id="28708" name="Line 18"/>
              <p:cNvSpPr>
                <a:spLocks noChangeShapeType="1"/>
              </p:cNvSpPr>
              <p:nvPr/>
            </p:nvSpPr>
            <p:spPr bwMode="auto">
              <a:xfrm>
                <a:off x="3312" y="3540"/>
                <a:ext cx="633" cy="0"/>
              </a:xfrm>
              <a:prstGeom prst="line">
                <a:avLst/>
              </a:prstGeom>
              <a:noFill/>
              <a:ln w="28575">
                <a:solidFill>
                  <a:srgbClr val="FF0000"/>
                </a:solidFill>
                <a:round/>
                <a:headEnd/>
                <a:tailEnd type="triangle" w="sm" len="lg"/>
              </a:ln>
              <a:effectLst/>
            </p:spPr>
            <p:txBody>
              <a:bodyPr wrap="none" anchor="ctr"/>
              <a:lstStyle/>
              <a:p>
                <a:pPr eaLnBrk="0" hangingPunct="0"/>
                <a:endParaRPr kumimoji="0" lang="zh-CN" altLang="en-US" sz="1350" b="0">
                  <a:solidFill>
                    <a:prstClr val="black"/>
                  </a:solidFill>
                  <a:latin typeface="Arial" charset="0"/>
                  <a:ea typeface="宋体" charset="-122"/>
                </a:endParaRPr>
              </a:p>
            </p:txBody>
          </p:sp>
          <p:graphicFrame>
            <p:nvGraphicFramePr>
              <p:cNvPr id="28709" name="Object 19"/>
              <p:cNvGraphicFramePr>
                <a:graphicFrameLocks noChangeAspect="1"/>
              </p:cNvGraphicFramePr>
              <p:nvPr/>
            </p:nvGraphicFramePr>
            <p:xfrm>
              <a:off x="3984" y="3348"/>
              <a:ext cx="263" cy="336"/>
            </p:xfrm>
            <a:graphic>
              <a:graphicData uri="http://schemas.openxmlformats.org/presentationml/2006/ole">
                <mc:AlternateContent xmlns:mc="http://schemas.openxmlformats.org/markup-compatibility/2006">
                  <mc:Choice xmlns:v="urn:schemas-microsoft-com:vml" Requires="v">
                    <p:oleObj spid="_x0000_s205719" name="Equation" r:id="rId13" imgW="126725" imgH="177415" progId="Equation.3">
                      <p:embed/>
                    </p:oleObj>
                  </mc:Choice>
                  <mc:Fallback>
                    <p:oleObj name="Equation" r:id="rId13" imgW="126725" imgH="177415" progId="Equation.3">
                      <p:embed/>
                      <p:pic>
                        <p:nvPicPr>
                          <p:cNvPr id="0" name="Object 19"/>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3984" y="3348"/>
                            <a:ext cx="263" cy="336"/>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grpSp>
          <p:nvGrpSpPr>
            <p:cNvPr id="10" name="Group 23"/>
            <p:cNvGrpSpPr>
              <a:grpSpLocks/>
            </p:cNvGrpSpPr>
            <p:nvPr/>
          </p:nvGrpSpPr>
          <p:grpSpPr bwMode="auto">
            <a:xfrm>
              <a:off x="6625828" y="3724282"/>
              <a:ext cx="507206" cy="457201"/>
              <a:chOff x="3925" y="3456"/>
              <a:chExt cx="426" cy="384"/>
            </a:xfrm>
          </p:grpSpPr>
          <p:sp>
            <p:nvSpPr>
              <p:cNvPr id="28704" name="Arc 24"/>
              <p:cNvSpPr>
                <a:spLocks/>
              </p:cNvSpPr>
              <p:nvPr/>
            </p:nvSpPr>
            <p:spPr bwMode="auto">
              <a:xfrm rot="3043447">
                <a:off x="3964" y="3460"/>
                <a:ext cx="133" cy="212"/>
              </a:xfrm>
              <a:custGeom>
                <a:avLst/>
                <a:gdLst>
                  <a:gd name="T0" fmla="*/ 0 w 21600"/>
                  <a:gd name="T1" fmla="*/ 0 h 27496"/>
                  <a:gd name="T2" fmla="*/ 0 w 21600"/>
                  <a:gd name="T3" fmla="*/ 0 h 27496"/>
                  <a:gd name="T4" fmla="*/ 0 w 21600"/>
                  <a:gd name="T5" fmla="*/ 0 h 27496"/>
                  <a:gd name="T6" fmla="*/ 0 60000 65536"/>
                  <a:gd name="T7" fmla="*/ 0 60000 65536"/>
                  <a:gd name="T8" fmla="*/ 0 60000 65536"/>
                </a:gdLst>
                <a:ahLst/>
                <a:cxnLst>
                  <a:cxn ang="T6">
                    <a:pos x="T0" y="T1"/>
                  </a:cxn>
                  <a:cxn ang="T7">
                    <a:pos x="T2" y="T3"/>
                  </a:cxn>
                  <a:cxn ang="T8">
                    <a:pos x="T4" y="T5"/>
                  </a:cxn>
                </a:cxnLst>
                <a:rect l="0" t="0" r="r" b="b"/>
                <a:pathLst>
                  <a:path w="21600" h="27496" fill="none" extrusionOk="0">
                    <a:moveTo>
                      <a:pt x="-1" y="0"/>
                    </a:moveTo>
                    <a:cubicBezTo>
                      <a:pt x="11929" y="0"/>
                      <a:pt x="21600" y="9670"/>
                      <a:pt x="21600" y="21600"/>
                    </a:cubicBezTo>
                    <a:cubicBezTo>
                      <a:pt x="21600" y="23593"/>
                      <a:pt x="21323" y="25577"/>
                      <a:pt x="20779" y="27495"/>
                    </a:cubicBezTo>
                  </a:path>
                  <a:path w="21600" h="27496" stroke="0" extrusionOk="0">
                    <a:moveTo>
                      <a:pt x="-1" y="0"/>
                    </a:moveTo>
                    <a:cubicBezTo>
                      <a:pt x="11929" y="0"/>
                      <a:pt x="21600" y="9670"/>
                      <a:pt x="21600" y="21600"/>
                    </a:cubicBezTo>
                    <a:cubicBezTo>
                      <a:pt x="21600" y="23593"/>
                      <a:pt x="21323" y="25577"/>
                      <a:pt x="20779" y="27495"/>
                    </a:cubicBezTo>
                    <a:lnTo>
                      <a:pt x="0" y="21600"/>
                    </a:lnTo>
                    <a:lnTo>
                      <a:pt x="-1" y="0"/>
                    </a:lnTo>
                    <a:close/>
                  </a:path>
                </a:pathLst>
              </a:custGeom>
              <a:noFill/>
              <a:ln w="28575">
                <a:solidFill>
                  <a:srgbClr val="CC00CC"/>
                </a:solidFill>
                <a:round/>
                <a:headEnd/>
                <a:tailEnd type="none" w="sm" len="lg"/>
              </a:ln>
              <a:effectLst/>
            </p:spPr>
            <p:txBody>
              <a:bodyPr wrap="none" anchor="ctr"/>
              <a:lstStyle/>
              <a:p>
                <a:pPr eaLnBrk="0" hangingPunct="0"/>
                <a:endParaRPr kumimoji="0" lang="zh-CN" altLang="en-US" sz="1350" b="0">
                  <a:solidFill>
                    <a:prstClr val="black"/>
                  </a:solidFill>
                  <a:latin typeface="Arial" charset="0"/>
                  <a:ea typeface="宋体" charset="-122"/>
                </a:endParaRPr>
              </a:p>
            </p:txBody>
          </p:sp>
          <p:graphicFrame>
            <p:nvGraphicFramePr>
              <p:cNvPr id="28705" name="Object 25"/>
              <p:cNvGraphicFramePr>
                <a:graphicFrameLocks noChangeAspect="1"/>
              </p:cNvGraphicFramePr>
              <p:nvPr/>
            </p:nvGraphicFramePr>
            <p:xfrm>
              <a:off x="4117" y="3456"/>
              <a:ext cx="234" cy="384"/>
            </p:xfrm>
            <a:graphic>
              <a:graphicData uri="http://schemas.openxmlformats.org/presentationml/2006/ole">
                <mc:AlternateContent xmlns:mc="http://schemas.openxmlformats.org/markup-compatibility/2006">
                  <mc:Choice xmlns:v="urn:schemas-microsoft-com:vml" Requires="v">
                    <p:oleObj spid="_x0000_s205720" name="公式" r:id="rId15" imgW="164880" imgH="241200" progId="Equation.3">
                      <p:embed/>
                    </p:oleObj>
                  </mc:Choice>
                  <mc:Fallback>
                    <p:oleObj name="公式" r:id="rId15" imgW="164880" imgH="241200" progId="Equation.3">
                      <p:embed/>
                      <p:pic>
                        <p:nvPicPr>
                          <p:cNvPr id="0" name="Object 25"/>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4117" y="3456"/>
                            <a:ext cx="234" cy="384"/>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grpSp>
          <p:nvGrpSpPr>
            <p:cNvPr id="12" name="Group 52"/>
            <p:cNvGrpSpPr>
              <a:grpSpLocks/>
            </p:cNvGrpSpPr>
            <p:nvPr/>
          </p:nvGrpSpPr>
          <p:grpSpPr bwMode="auto">
            <a:xfrm>
              <a:off x="6366272" y="3781432"/>
              <a:ext cx="953691" cy="731045"/>
              <a:chOff x="3707" y="3176"/>
              <a:chExt cx="801" cy="614"/>
            </a:xfrm>
          </p:grpSpPr>
          <p:grpSp>
            <p:nvGrpSpPr>
              <p:cNvPr id="13" name="Group 30"/>
              <p:cNvGrpSpPr>
                <a:grpSpLocks/>
              </p:cNvGrpSpPr>
              <p:nvPr/>
            </p:nvGrpSpPr>
            <p:grpSpPr bwMode="auto">
              <a:xfrm>
                <a:off x="4268" y="3441"/>
                <a:ext cx="240" cy="349"/>
                <a:chOff x="2108" y="3088"/>
                <a:chExt cx="240" cy="349"/>
              </a:xfrm>
            </p:grpSpPr>
            <p:sp>
              <p:nvSpPr>
                <p:cNvPr id="28700" name="Oval 31"/>
                <p:cNvSpPr>
                  <a:spLocks noChangeArrowheads="1"/>
                </p:cNvSpPr>
                <p:nvPr/>
              </p:nvSpPr>
              <p:spPr bwMode="auto">
                <a:xfrm>
                  <a:off x="2108" y="3136"/>
                  <a:ext cx="240" cy="240"/>
                </a:xfrm>
                <a:prstGeom prst="ellipse">
                  <a:avLst/>
                </a:prstGeom>
                <a:noFill/>
                <a:ln w="9525">
                  <a:solidFill>
                    <a:schemeClr val="tx1"/>
                  </a:solidFill>
                  <a:round/>
                  <a:headEnd/>
                  <a:tailEnd/>
                </a:ln>
                <a:effectLst/>
              </p:spPr>
              <p:txBody>
                <a:bodyPr wrap="none" anchor="ctr"/>
                <a:lstStyle/>
                <a:p>
                  <a:endParaRPr kumimoji="0" lang="zh-CN" altLang="en-US" sz="1350" b="0">
                    <a:solidFill>
                      <a:prstClr val="black"/>
                    </a:solidFill>
                    <a:latin typeface="Arial" charset="0"/>
                    <a:ea typeface="宋体" charset="-122"/>
                  </a:endParaRPr>
                </a:p>
              </p:txBody>
            </p:sp>
            <p:sp>
              <p:nvSpPr>
                <p:cNvPr id="28701" name="Text Box 32"/>
                <p:cNvSpPr txBox="1">
                  <a:spLocks noChangeArrowheads="1"/>
                </p:cNvSpPr>
                <p:nvPr/>
              </p:nvSpPr>
              <p:spPr bwMode="auto">
                <a:xfrm>
                  <a:off x="2108" y="3088"/>
                  <a:ext cx="155" cy="349"/>
                </a:xfrm>
                <a:prstGeom prst="rect">
                  <a:avLst/>
                </a:prstGeom>
                <a:noFill/>
                <a:ln w="9525">
                  <a:noFill/>
                  <a:miter lim="800000"/>
                  <a:headEnd/>
                  <a:tailEnd/>
                </a:ln>
                <a:effectLst/>
              </p:spPr>
              <p:txBody>
                <a:bodyPr wrap="none">
                  <a:spAutoFit/>
                </a:bodyPr>
                <a:lstStyle/>
                <a:p>
                  <a:pPr>
                    <a:spcBef>
                      <a:spcPct val="50000"/>
                    </a:spcBef>
                  </a:pPr>
                  <a:endParaRPr kumimoji="0" lang="zh-CN" altLang="zh-CN" sz="2100">
                    <a:solidFill>
                      <a:srgbClr val="000000"/>
                    </a:solidFill>
                    <a:ea typeface="宋体" charset="-122"/>
                  </a:endParaRPr>
                </a:p>
              </p:txBody>
            </p:sp>
          </p:grpSp>
          <p:grpSp>
            <p:nvGrpSpPr>
              <p:cNvPr id="14" name="Group 33"/>
              <p:cNvGrpSpPr>
                <a:grpSpLocks/>
              </p:cNvGrpSpPr>
              <p:nvPr/>
            </p:nvGrpSpPr>
            <p:grpSpPr bwMode="auto">
              <a:xfrm>
                <a:off x="3707" y="3176"/>
                <a:ext cx="560" cy="480"/>
                <a:chOff x="3264" y="2928"/>
                <a:chExt cx="747" cy="479"/>
              </a:xfrm>
            </p:grpSpPr>
            <p:sp>
              <p:nvSpPr>
                <p:cNvPr id="28698" name="Line 34"/>
                <p:cNvSpPr>
                  <a:spLocks noChangeShapeType="1"/>
                </p:cNvSpPr>
                <p:nvPr/>
              </p:nvSpPr>
              <p:spPr bwMode="auto">
                <a:xfrm>
                  <a:off x="3264" y="2928"/>
                  <a:ext cx="747" cy="391"/>
                </a:xfrm>
                <a:prstGeom prst="line">
                  <a:avLst/>
                </a:prstGeom>
                <a:noFill/>
                <a:ln w="28575">
                  <a:solidFill>
                    <a:srgbClr val="0000FF"/>
                  </a:solidFill>
                  <a:round/>
                  <a:headEnd/>
                  <a:tailEnd type="triangle" w="sm" len="lg"/>
                </a:ln>
                <a:effectLst/>
              </p:spPr>
              <p:txBody>
                <a:bodyPr wrap="none" anchor="ctr"/>
                <a:lstStyle/>
                <a:p>
                  <a:pPr eaLnBrk="0" hangingPunct="0"/>
                  <a:endParaRPr kumimoji="0" lang="zh-CN" altLang="en-US" sz="1350" b="0">
                    <a:solidFill>
                      <a:prstClr val="black"/>
                    </a:solidFill>
                    <a:latin typeface="Arial" charset="0"/>
                    <a:ea typeface="宋体" charset="-122"/>
                  </a:endParaRPr>
                </a:p>
              </p:txBody>
            </p:sp>
            <p:graphicFrame>
              <p:nvGraphicFramePr>
                <p:cNvPr id="28699" name="Object 35"/>
                <p:cNvGraphicFramePr>
                  <a:graphicFrameLocks noChangeAspect="1"/>
                </p:cNvGraphicFramePr>
                <p:nvPr/>
              </p:nvGraphicFramePr>
              <p:xfrm>
                <a:off x="3360" y="3072"/>
                <a:ext cx="279" cy="335"/>
              </p:xfrm>
              <a:graphic>
                <a:graphicData uri="http://schemas.openxmlformats.org/presentationml/2006/ole">
                  <mc:AlternateContent xmlns:mc="http://schemas.openxmlformats.org/markup-compatibility/2006">
                    <mc:Choice xmlns:v="urn:schemas-microsoft-com:vml" Requires="v">
                      <p:oleObj spid="_x0000_s205721" name="公式" r:id="rId16" imgW="126720" imgH="152280" progId="Equation.3">
                        <p:embed/>
                      </p:oleObj>
                    </mc:Choice>
                    <mc:Fallback>
                      <p:oleObj name="公式" r:id="rId16" imgW="126720" imgH="152280" progId="Equation.3">
                        <p:embed/>
                        <p:pic>
                          <p:nvPicPr>
                            <p:cNvPr id="0" name="Object 3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360" y="3072"/>
                              <a:ext cx="279" cy="33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grpSp>
        <p:grpSp>
          <p:nvGrpSpPr>
            <p:cNvPr id="15" name="Group 51"/>
            <p:cNvGrpSpPr>
              <a:grpSpLocks/>
            </p:cNvGrpSpPr>
            <p:nvPr/>
          </p:nvGrpSpPr>
          <p:grpSpPr bwMode="auto">
            <a:xfrm>
              <a:off x="7148513" y="4081470"/>
              <a:ext cx="432197" cy="400051"/>
              <a:chOff x="4364" y="3428"/>
              <a:chExt cx="363" cy="336"/>
            </a:xfrm>
          </p:grpSpPr>
          <p:graphicFrame>
            <p:nvGraphicFramePr>
              <p:cNvPr id="28694" name="Object 37"/>
              <p:cNvGraphicFramePr>
                <a:graphicFrameLocks noChangeAspect="1"/>
              </p:cNvGraphicFramePr>
              <p:nvPr>
                <p:extLst>
                  <p:ext uri="{D42A27DB-BD31-4B8C-83A1-F6EECF244321}">
                    <p14:modId xmlns:p14="http://schemas.microsoft.com/office/powerpoint/2010/main" val="1250354272"/>
                  </p:ext>
                </p:extLst>
              </p:nvPr>
            </p:nvGraphicFramePr>
            <p:xfrm>
              <a:off x="4478" y="3428"/>
              <a:ext cx="249" cy="336"/>
            </p:xfrm>
            <a:graphic>
              <a:graphicData uri="http://schemas.openxmlformats.org/presentationml/2006/ole">
                <mc:AlternateContent xmlns:mc="http://schemas.openxmlformats.org/markup-compatibility/2006">
                  <mc:Choice xmlns:v="urn:schemas-microsoft-com:vml" Requires="v">
                    <p:oleObj spid="_x0000_s205722" name="公式" r:id="rId17" imgW="152280" imgH="190440" progId="Equation.3">
                      <p:embed/>
                    </p:oleObj>
                  </mc:Choice>
                  <mc:Fallback>
                    <p:oleObj name="公式" r:id="rId17" imgW="152280" imgH="190440" progId="Equation.3">
                      <p:embed/>
                      <p:pic>
                        <p:nvPicPr>
                          <p:cNvPr id="0" name="Object 37"/>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478" y="3428"/>
                            <a:ext cx="249" cy="336"/>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8695" name="Oval 38"/>
              <p:cNvSpPr>
                <a:spLocks noChangeArrowheads="1"/>
              </p:cNvSpPr>
              <p:nvPr/>
            </p:nvSpPr>
            <p:spPr bwMode="auto">
              <a:xfrm>
                <a:off x="4364" y="3585"/>
                <a:ext cx="43" cy="46"/>
              </a:xfrm>
              <a:prstGeom prst="ellipse">
                <a:avLst/>
              </a:prstGeom>
              <a:solidFill>
                <a:srgbClr val="FF3300"/>
              </a:solidFill>
              <a:ln w="9525">
                <a:solidFill>
                  <a:schemeClr val="tx1"/>
                </a:solidFill>
                <a:round/>
                <a:headEnd/>
                <a:tailEnd/>
              </a:ln>
              <a:effectLst/>
            </p:spPr>
            <p:txBody>
              <a:bodyPr wrap="none" anchor="ctr"/>
              <a:lstStyle/>
              <a:p>
                <a:pPr algn="ctr">
                  <a:spcBef>
                    <a:spcPct val="50000"/>
                  </a:spcBef>
                </a:pPr>
                <a:endParaRPr kumimoji="0" lang="zh-CN" altLang="zh-CN" sz="2100">
                  <a:solidFill>
                    <a:srgbClr val="000000"/>
                  </a:solidFill>
                  <a:ea typeface="宋体" charset="-122"/>
                </a:endParaRPr>
              </a:p>
            </p:txBody>
          </p:sp>
        </p:grpSp>
        <p:grpSp>
          <p:nvGrpSpPr>
            <p:cNvPr id="16" name="Group 39"/>
            <p:cNvGrpSpPr>
              <a:grpSpLocks/>
            </p:cNvGrpSpPr>
            <p:nvPr/>
          </p:nvGrpSpPr>
          <p:grpSpPr bwMode="auto">
            <a:xfrm>
              <a:off x="5567363" y="3495681"/>
              <a:ext cx="857250" cy="436960"/>
              <a:chOff x="2352" y="1968"/>
              <a:chExt cx="768" cy="379"/>
            </a:xfrm>
          </p:grpSpPr>
          <p:sp>
            <p:nvSpPr>
              <p:cNvPr id="28691" name="Oval 40"/>
              <p:cNvSpPr>
                <a:spLocks noChangeArrowheads="1"/>
              </p:cNvSpPr>
              <p:nvPr/>
            </p:nvSpPr>
            <p:spPr bwMode="auto">
              <a:xfrm>
                <a:off x="2880" y="2016"/>
                <a:ext cx="240" cy="240"/>
              </a:xfrm>
              <a:prstGeom prst="ellipse">
                <a:avLst/>
              </a:prstGeom>
              <a:gradFill rotWithShape="0">
                <a:gsLst>
                  <a:gs pos="0">
                    <a:srgbClr val="C1F7D0"/>
                  </a:gs>
                  <a:gs pos="100000">
                    <a:srgbClr val="A7D5B3"/>
                  </a:gs>
                </a:gsLst>
                <a:path path="shape">
                  <a:fillToRect l="50000" t="50000" r="50000" b="50000"/>
                </a:path>
              </a:gradFill>
              <a:ln w="9525">
                <a:solidFill>
                  <a:schemeClr val="tx1"/>
                </a:solidFill>
                <a:round/>
                <a:headEnd/>
                <a:tailEnd/>
              </a:ln>
              <a:effectLst/>
            </p:spPr>
            <p:txBody>
              <a:bodyPr wrap="none" anchor="ctr"/>
              <a:lstStyle/>
              <a:p>
                <a:endParaRPr kumimoji="0" lang="zh-CN" altLang="en-US" sz="1350" b="0">
                  <a:solidFill>
                    <a:prstClr val="black"/>
                  </a:solidFill>
                  <a:latin typeface="Arial" charset="0"/>
                  <a:ea typeface="宋体" charset="-122"/>
                </a:endParaRPr>
              </a:p>
            </p:txBody>
          </p:sp>
          <p:sp>
            <p:nvSpPr>
              <p:cNvPr id="28692" name="Line 41"/>
              <p:cNvSpPr>
                <a:spLocks noChangeShapeType="1"/>
              </p:cNvSpPr>
              <p:nvPr/>
            </p:nvSpPr>
            <p:spPr bwMode="auto">
              <a:xfrm>
                <a:off x="2928" y="2139"/>
                <a:ext cx="144" cy="0"/>
              </a:xfrm>
              <a:prstGeom prst="line">
                <a:avLst/>
              </a:prstGeom>
              <a:noFill/>
              <a:ln w="38100">
                <a:solidFill>
                  <a:srgbClr val="6600CC"/>
                </a:solidFill>
                <a:round/>
                <a:headEnd/>
                <a:tailEnd/>
              </a:ln>
              <a:effectLst/>
            </p:spPr>
            <p:txBody>
              <a:bodyPr wrap="none" anchor="ctr"/>
              <a:lstStyle/>
              <a:p>
                <a:pPr eaLnBrk="0" hangingPunct="0"/>
                <a:endParaRPr kumimoji="0" lang="zh-CN" altLang="en-US" sz="1350" b="0">
                  <a:solidFill>
                    <a:prstClr val="black"/>
                  </a:solidFill>
                  <a:latin typeface="Arial" charset="0"/>
                  <a:ea typeface="宋体" charset="-122"/>
                </a:endParaRPr>
              </a:p>
            </p:txBody>
          </p:sp>
          <p:graphicFrame>
            <p:nvGraphicFramePr>
              <p:cNvPr id="28693" name="Object 42"/>
              <p:cNvGraphicFramePr>
                <a:graphicFrameLocks noChangeAspect="1"/>
              </p:cNvGraphicFramePr>
              <p:nvPr/>
            </p:nvGraphicFramePr>
            <p:xfrm>
              <a:off x="2352" y="1968"/>
              <a:ext cx="556" cy="379"/>
            </p:xfrm>
            <a:graphic>
              <a:graphicData uri="http://schemas.openxmlformats.org/presentationml/2006/ole">
                <mc:AlternateContent xmlns:mc="http://schemas.openxmlformats.org/markup-compatibility/2006">
                  <mc:Choice xmlns:v="urn:schemas-microsoft-com:vml" Requires="v">
                    <p:oleObj spid="_x0000_s205723" name="公式" r:id="rId18" imgW="241091" imgH="164957" progId="Equation.3">
                      <p:embed/>
                    </p:oleObj>
                  </mc:Choice>
                  <mc:Fallback>
                    <p:oleObj name="公式" r:id="rId18" imgW="241091" imgH="164957" progId="Equation.3">
                      <p:embed/>
                      <p:pic>
                        <p:nvPicPr>
                          <p:cNvPr id="0" name="Object 42"/>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2352" y="1968"/>
                            <a:ext cx="556" cy="379"/>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grpSp>
      <p:grpSp>
        <p:nvGrpSpPr>
          <p:cNvPr id="17" name="Group 49"/>
          <p:cNvGrpSpPr>
            <a:grpSpLocks/>
          </p:cNvGrpSpPr>
          <p:nvPr/>
        </p:nvGrpSpPr>
        <p:grpSpPr bwMode="auto">
          <a:xfrm>
            <a:off x="1696697" y="2527905"/>
            <a:ext cx="2334815" cy="461963"/>
            <a:chOff x="669" y="2205"/>
            <a:chExt cx="1961" cy="388"/>
          </a:xfrm>
        </p:grpSpPr>
        <p:sp>
          <p:nvSpPr>
            <p:cNvPr id="28679" name="Text Box 44"/>
            <p:cNvSpPr txBox="1">
              <a:spLocks noChangeArrowheads="1"/>
            </p:cNvSpPr>
            <p:nvPr/>
          </p:nvSpPr>
          <p:spPr bwMode="auto">
            <a:xfrm>
              <a:off x="669" y="2205"/>
              <a:ext cx="1440" cy="388"/>
            </a:xfrm>
            <a:prstGeom prst="rect">
              <a:avLst/>
            </a:prstGeom>
            <a:noFill/>
            <a:ln w="9525">
              <a:noFill/>
              <a:miter lim="800000"/>
              <a:headEnd/>
              <a:tailEnd/>
            </a:ln>
            <a:effectLst/>
          </p:spPr>
          <p:txBody>
            <a:bodyPr>
              <a:spAutoFit/>
            </a:bodyPr>
            <a:lstStyle/>
            <a:p>
              <a:pPr>
                <a:spcBef>
                  <a:spcPct val="50000"/>
                </a:spcBef>
              </a:pPr>
              <a:r>
                <a:rPr kumimoji="0" lang="zh-CN" altLang="en-US" sz="2400">
                  <a:solidFill>
                    <a:srgbClr val="CC0000"/>
                  </a:solidFill>
                  <a:ea typeface="宋体" charset="-122"/>
                </a:rPr>
                <a:t>适用条件</a:t>
              </a:r>
            </a:p>
          </p:txBody>
        </p:sp>
        <p:graphicFrame>
          <p:nvGraphicFramePr>
            <p:cNvPr id="28680" name="Object 45"/>
            <p:cNvGraphicFramePr>
              <a:graphicFrameLocks noChangeAspect="1"/>
            </p:cNvGraphicFramePr>
            <p:nvPr/>
          </p:nvGraphicFramePr>
          <p:xfrm>
            <a:off x="1812" y="2263"/>
            <a:ext cx="818" cy="281"/>
          </p:xfrm>
          <a:graphic>
            <a:graphicData uri="http://schemas.openxmlformats.org/presentationml/2006/ole">
              <mc:AlternateContent xmlns:mc="http://schemas.openxmlformats.org/markup-compatibility/2006">
                <mc:Choice xmlns:v="urn:schemas-microsoft-com:vml" Requires="v">
                  <p:oleObj spid="_x0000_s205724" name="公式" r:id="rId20" imgW="431613" imgH="139639" progId="Equation.3">
                    <p:embed/>
                  </p:oleObj>
                </mc:Choice>
                <mc:Fallback>
                  <p:oleObj name="公式" r:id="rId20" imgW="431613" imgH="139639" progId="Equation.3">
                    <p:embed/>
                    <p:pic>
                      <p:nvPicPr>
                        <p:cNvPr id="0" name="Object 45"/>
                        <p:cNvPicPr>
                          <a:picLocks noChangeAspect="1" noChangeArrowheads="1"/>
                        </p:cNvPicPr>
                        <p:nvPr/>
                      </p:nvPicPr>
                      <p:blipFill>
                        <a:blip r:embed="rId21">
                          <a:extLst>
                            <a:ext uri="{28A0092B-C50C-407E-A947-70E740481C1C}">
                              <a14:useLocalDpi xmlns:a14="http://schemas.microsoft.com/office/drawing/2010/main" val="0"/>
                            </a:ext>
                          </a:extLst>
                        </a:blip>
                        <a:srcRect/>
                        <a:stretch>
                          <a:fillRect/>
                        </a:stretch>
                      </p:blipFill>
                      <p:spPr bwMode="auto">
                        <a:xfrm>
                          <a:off x="1812" y="2263"/>
                          <a:ext cx="818" cy="281"/>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graphicFrame>
        <p:nvGraphicFramePr>
          <p:cNvPr id="28677" name="Object 46"/>
          <p:cNvGraphicFramePr>
            <a:graphicFrameLocks noChangeAspect="1"/>
          </p:cNvGraphicFramePr>
          <p:nvPr>
            <p:extLst>
              <p:ext uri="{D42A27DB-BD31-4B8C-83A1-F6EECF244321}">
                <p14:modId xmlns:p14="http://schemas.microsoft.com/office/powerpoint/2010/main" val="81842508"/>
              </p:ext>
            </p:extLst>
          </p:nvPr>
        </p:nvGraphicFramePr>
        <p:xfrm>
          <a:off x="2055614" y="1305782"/>
          <a:ext cx="2703909" cy="848901"/>
        </p:xfrm>
        <a:graphic>
          <a:graphicData uri="http://schemas.openxmlformats.org/presentationml/2006/ole">
            <mc:AlternateContent xmlns:mc="http://schemas.openxmlformats.org/markup-compatibility/2006">
              <mc:Choice xmlns:v="urn:schemas-microsoft-com:vml" Requires="v">
                <p:oleObj spid="_x0000_s205725" name="Equation" r:id="rId22" imgW="1346040" imgH="406080" progId="Equation.DSMT4">
                  <p:embed/>
                </p:oleObj>
              </mc:Choice>
              <mc:Fallback>
                <p:oleObj name="Equation" r:id="rId22" imgW="1346040" imgH="406080" progId="Equation.DSMT4">
                  <p:embed/>
                  <p:pic>
                    <p:nvPicPr>
                      <p:cNvPr id="0" name="Object 46"/>
                      <p:cNvPicPr>
                        <a:picLocks noChangeAspect="1" noChangeArrowheads="1"/>
                      </p:cNvPicPr>
                      <p:nvPr/>
                    </p:nvPicPr>
                    <p:blipFill>
                      <a:blip r:embed="rId23"/>
                      <a:srcRect/>
                      <a:stretch>
                        <a:fillRect/>
                      </a:stretch>
                    </p:blipFill>
                    <p:spPr bwMode="auto">
                      <a:xfrm>
                        <a:off x="2055614" y="1305782"/>
                        <a:ext cx="2703909" cy="84890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Lst>
                    </p:spPr>
                  </p:pic>
                </p:oleObj>
              </mc:Fallback>
            </mc:AlternateContent>
          </a:graphicData>
        </a:graphic>
      </p:graphicFrame>
      <p:sp>
        <p:nvSpPr>
          <p:cNvPr id="28678" name="Rectangle 47"/>
          <p:cNvSpPr>
            <a:spLocks noChangeArrowheads="1"/>
          </p:cNvSpPr>
          <p:nvPr/>
        </p:nvSpPr>
        <p:spPr bwMode="auto">
          <a:xfrm>
            <a:off x="1591031" y="494223"/>
            <a:ext cx="3714394" cy="461665"/>
          </a:xfrm>
          <a:prstGeom prst="rect">
            <a:avLst/>
          </a:prstGeom>
          <a:noFill/>
          <a:ln w="12700">
            <a:noFill/>
            <a:miter lim="800000"/>
            <a:headEnd/>
            <a:tailEnd/>
          </a:ln>
          <a:effectLst/>
        </p:spPr>
        <p:txBody>
          <a:bodyPr wrap="square">
            <a:spAutoFit/>
          </a:bodyPr>
          <a:lstStyle/>
          <a:p>
            <a:pPr>
              <a:spcBef>
                <a:spcPct val="50000"/>
              </a:spcBef>
            </a:pPr>
            <a:r>
              <a:rPr kumimoji="0" lang="zh-CN" altLang="en-US" sz="2400">
                <a:solidFill>
                  <a:srgbClr val="990000"/>
                </a:solidFill>
                <a:ea typeface="宋体" charset="-122"/>
              </a:rPr>
              <a:t>单个</a:t>
            </a:r>
            <a:r>
              <a:rPr kumimoji="0" lang="zh-CN" altLang="en-US" sz="2400">
                <a:solidFill>
                  <a:srgbClr val="000000"/>
                </a:solidFill>
                <a:ea typeface="宋体" charset="-122"/>
              </a:rPr>
              <a:t>运</a:t>
            </a:r>
            <a:r>
              <a:rPr kumimoji="0" lang="zh-CN" altLang="en-US" sz="2400" dirty="0">
                <a:solidFill>
                  <a:srgbClr val="000000"/>
                </a:solidFill>
                <a:ea typeface="宋体" charset="-122"/>
              </a:rPr>
              <a:t>动电荷的磁场</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17"/>
                                        </p:tgtEl>
                                        <p:attrNameLst>
                                          <p:attrName>style.visibility</p:attrName>
                                        </p:attrNameLst>
                                      </p:cBhvr>
                                      <p:to>
                                        <p:strVal val="visible"/>
                                      </p:to>
                                    </p:set>
                                    <p:animEffect transition="in" filter="blinds(horizontal)">
                                      <p:cBhvr>
                                        <p:cTn id="7" dur="500"/>
                                        <p:tgtEl>
                                          <p:spTgt spid="17"/>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20"/>
                                        </p:tgtEl>
                                        <p:attrNameLst>
                                          <p:attrName>style.visibility</p:attrName>
                                        </p:attrNameLst>
                                      </p:cBhvr>
                                      <p:to>
                                        <p:strVal val="visible"/>
                                      </p:to>
                                    </p:set>
                                    <p:animEffect transition="in" filter="wipe(left)">
                                      <p:cBhvr>
                                        <p:cTn id="12" dur="500"/>
                                        <p:tgtEl>
                                          <p:spTgt spid="20"/>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18"/>
                                        </p:tgtEl>
                                        <p:attrNameLst>
                                          <p:attrName>style.visibility</p:attrName>
                                        </p:attrNameLst>
                                      </p:cBhvr>
                                      <p:to>
                                        <p:strVal val="visible"/>
                                      </p:to>
                                    </p:set>
                                    <p:animEffect transition="in" filter="wipe(left)">
                                      <p:cBhvr>
                                        <p:cTn id="17" dur="5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灯片编号占位符 1"/>
          <p:cNvSpPr>
            <a:spLocks noGrp="1"/>
          </p:cNvSpPr>
          <p:nvPr>
            <p:ph type="sldNum" sz="quarter" idx="10"/>
          </p:nvPr>
        </p:nvSpPr>
        <p:spPr bwMode="auto">
          <a:noFill/>
          <a:ln>
            <a:miter lim="800000"/>
            <a:headEnd/>
            <a:tailEnd/>
          </a:ln>
        </p:spPr>
        <p:txBody>
          <a:bodyPr/>
          <a:lstStyle/>
          <a:p>
            <a:fld id="{F0260B7E-6762-4605-BFF5-E1E274EE293B}" type="slidenum">
              <a:rPr lang="en-US" altLang="zh-CN">
                <a:ea typeface="宋体" charset="-122"/>
              </a:rPr>
              <a:pPr/>
              <a:t>40</a:t>
            </a:fld>
            <a:endParaRPr lang="en-US" altLang="zh-CN">
              <a:ea typeface="宋体" charset="-122"/>
            </a:endParaRPr>
          </a:p>
        </p:txBody>
      </p:sp>
      <p:sp>
        <p:nvSpPr>
          <p:cNvPr id="29709" name="Text Box 10"/>
          <p:cNvSpPr txBox="1">
            <a:spLocks noChangeArrowheads="1"/>
          </p:cNvSpPr>
          <p:nvPr/>
        </p:nvSpPr>
        <p:spPr bwMode="auto">
          <a:xfrm>
            <a:off x="868680" y="311944"/>
            <a:ext cx="7871460" cy="1421928"/>
          </a:xfrm>
          <a:prstGeom prst="rect">
            <a:avLst/>
          </a:prstGeom>
          <a:noFill/>
          <a:ln w="9525">
            <a:noFill/>
            <a:miter lim="800000"/>
            <a:headEnd/>
            <a:tailEnd/>
          </a:ln>
          <a:effectLst/>
        </p:spPr>
        <p:txBody>
          <a:bodyPr wrap="square">
            <a:spAutoFit/>
          </a:bodyPr>
          <a:lstStyle/>
          <a:p>
            <a:pPr>
              <a:lnSpc>
                <a:spcPct val="120000"/>
              </a:lnSpc>
            </a:pPr>
            <a:r>
              <a:rPr kumimoji="0" lang="zh-CN" altLang="en-US" sz="2400" dirty="0">
                <a:solidFill>
                  <a:srgbClr val="CC0000"/>
                </a:solidFill>
                <a:ea typeface="宋体" charset="-122"/>
              </a:rPr>
              <a:t>例</a:t>
            </a:r>
            <a:r>
              <a:rPr kumimoji="0" lang="en-US" altLang="zh-CN" sz="2400" dirty="0">
                <a:solidFill>
                  <a:srgbClr val="CC0000"/>
                </a:solidFill>
                <a:ea typeface="宋体" charset="-122"/>
              </a:rPr>
              <a:t>4</a:t>
            </a:r>
            <a:r>
              <a:rPr kumimoji="0" lang="en-US" altLang="zh-CN" sz="2400" dirty="0">
                <a:solidFill>
                  <a:srgbClr val="000000"/>
                </a:solidFill>
                <a:ea typeface="宋体" charset="-122"/>
              </a:rPr>
              <a:t>    </a:t>
            </a:r>
            <a:r>
              <a:rPr kumimoji="0" lang="zh-CN" altLang="en-US" sz="2400" dirty="0">
                <a:solidFill>
                  <a:srgbClr val="000000"/>
                </a:solidFill>
                <a:ea typeface="宋体" charset="-122"/>
              </a:rPr>
              <a:t>半径为       的带电薄圆盘的电荷面密度为      ，并以角速度      绕通过盘心垂直于盘面的轴转动，</a:t>
            </a:r>
            <a:r>
              <a:rPr kumimoji="0" lang="zh-CN" altLang="en-US" sz="2400" dirty="0">
                <a:solidFill>
                  <a:srgbClr val="CC0000"/>
                </a:solidFill>
                <a:ea typeface="宋体" charset="-122"/>
              </a:rPr>
              <a:t>求</a:t>
            </a:r>
            <a:r>
              <a:rPr kumimoji="0" lang="zh-CN" altLang="en-US" sz="2400" dirty="0">
                <a:solidFill>
                  <a:srgbClr val="000000"/>
                </a:solidFill>
                <a:ea typeface="宋体" charset="-122"/>
              </a:rPr>
              <a:t>圆盘</a:t>
            </a:r>
            <a:r>
              <a:rPr kumimoji="0" lang="zh-CN" altLang="en-US" sz="2400" dirty="0">
                <a:solidFill>
                  <a:srgbClr val="CC0000"/>
                </a:solidFill>
                <a:ea typeface="宋体" charset="-122"/>
              </a:rPr>
              <a:t>中心</a:t>
            </a:r>
            <a:r>
              <a:rPr kumimoji="0" lang="zh-CN" altLang="en-US" sz="2400" dirty="0">
                <a:solidFill>
                  <a:srgbClr val="000000"/>
                </a:solidFill>
                <a:ea typeface="宋体" charset="-122"/>
              </a:rPr>
              <a:t>的磁感强度</a:t>
            </a:r>
            <a:r>
              <a:rPr kumimoji="0" lang="en-US" altLang="zh-CN" sz="2400" dirty="0">
                <a:solidFill>
                  <a:srgbClr val="000000"/>
                </a:solidFill>
                <a:ea typeface="宋体" charset="-122"/>
              </a:rPr>
              <a:t>.</a:t>
            </a:r>
          </a:p>
        </p:txBody>
      </p:sp>
      <p:graphicFrame>
        <p:nvGraphicFramePr>
          <p:cNvPr id="29710" name="Object 11"/>
          <p:cNvGraphicFramePr>
            <a:graphicFrameLocks noChangeAspect="1"/>
          </p:cNvGraphicFramePr>
          <p:nvPr>
            <p:extLst>
              <p:ext uri="{D42A27DB-BD31-4B8C-83A1-F6EECF244321}">
                <p14:modId xmlns:p14="http://schemas.microsoft.com/office/powerpoint/2010/main" val="2854654022"/>
              </p:ext>
            </p:extLst>
          </p:nvPr>
        </p:nvGraphicFramePr>
        <p:xfrm>
          <a:off x="1922860" y="784306"/>
          <a:ext cx="433083" cy="461963"/>
        </p:xfrm>
        <a:graphic>
          <a:graphicData uri="http://schemas.openxmlformats.org/presentationml/2006/ole">
            <mc:AlternateContent xmlns:mc="http://schemas.openxmlformats.org/markup-compatibility/2006">
              <mc:Choice xmlns:v="urn:schemas-microsoft-com:vml" Requires="v">
                <p:oleObj spid="_x0000_s217235" name="Equation" r:id="rId3" imgW="215619" imgH="317087" progId="Equation.3">
                  <p:embed/>
                </p:oleObj>
              </mc:Choice>
              <mc:Fallback>
                <p:oleObj name="Equation" r:id="rId3" imgW="215619" imgH="317087" progId="Equation.3">
                  <p:embed/>
                  <p:pic>
                    <p:nvPicPr>
                      <p:cNvPr id="0" name="Object 1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922860" y="784306"/>
                        <a:ext cx="433083" cy="46196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9711" name="Object 12"/>
          <p:cNvGraphicFramePr>
            <a:graphicFrameLocks noChangeAspect="1"/>
          </p:cNvGraphicFramePr>
          <p:nvPr>
            <p:extLst>
              <p:ext uri="{D42A27DB-BD31-4B8C-83A1-F6EECF244321}">
                <p14:modId xmlns:p14="http://schemas.microsoft.com/office/powerpoint/2010/main" val="3828541473"/>
              </p:ext>
            </p:extLst>
          </p:nvPr>
        </p:nvGraphicFramePr>
        <p:xfrm>
          <a:off x="2703716" y="417563"/>
          <a:ext cx="440981" cy="284560"/>
        </p:xfrm>
        <a:graphic>
          <a:graphicData uri="http://schemas.openxmlformats.org/presentationml/2006/ole">
            <mc:AlternateContent xmlns:mc="http://schemas.openxmlformats.org/markup-compatibility/2006">
              <mc:Choice xmlns:v="urn:schemas-microsoft-com:vml" Requires="v">
                <p:oleObj spid="_x0000_s217236" name="Equation" r:id="rId5" imgW="215806" imgH="228501" progId="Equation.3">
                  <p:embed/>
                </p:oleObj>
              </mc:Choice>
              <mc:Fallback>
                <p:oleObj name="Equation" r:id="rId5" imgW="215806" imgH="228501" progId="Equation.3">
                  <p:embed/>
                  <p:pic>
                    <p:nvPicPr>
                      <p:cNvPr id="0" name="Object 12"/>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703716" y="417563"/>
                        <a:ext cx="440981" cy="28456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9712" name="Object 13"/>
          <p:cNvGraphicFramePr>
            <a:graphicFrameLocks noChangeAspect="1"/>
          </p:cNvGraphicFramePr>
          <p:nvPr>
            <p:extLst>
              <p:ext uri="{D42A27DB-BD31-4B8C-83A1-F6EECF244321}">
                <p14:modId xmlns:p14="http://schemas.microsoft.com/office/powerpoint/2010/main" val="519766988"/>
              </p:ext>
            </p:extLst>
          </p:nvPr>
        </p:nvGraphicFramePr>
        <p:xfrm>
          <a:off x="7235857" y="453520"/>
          <a:ext cx="396225" cy="271463"/>
        </p:xfrm>
        <a:graphic>
          <a:graphicData uri="http://schemas.openxmlformats.org/presentationml/2006/ole">
            <mc:AlternateContent xmlns:mc="http://schemas.openxmlformats.org/markup-compatibility/2006">
              <mc:Choice xmlns:v="urn:schemas-microsoft-com:vml" Requires="v">
                <p:oleObj spid="_x0000_s217237" name="Equation" r:id="rId7" imgW="215713" imgH="190335" progId="Equation.3">
                  <p:embed/>
                </p:oleObj>
              </mc:Choice>
              <mc:Fallback>
                <p:oleObj name="Equation" r:id="rId7" imgW="215713" imgH="190335" progId="Equation.3">
                  <p:embed/>
                  <p:pic>
                    <p:nvPicPr>
                      <p:cNvPr id="0" name="Object 13"/>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7235857" y="453520"/>
                        <a:ext cx="396225" cy="27146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nvGrpSpPr>
          <p:cNvPr id="3" name="Group 75"/>
          <p:cNvGrpSpPr>
            <a:grpSpLocks/>
          </p:cNvGrpSpPr>
          <p:nvPr/>
        </p:nvGrpSpPr>
        <p:grpSpPr bwMode="auto">
          <a:xfrm>
            <a:off x="5876871" y="2307256"/>
            <a:ext cx="1922859" cy="1675211"/>
            <a:chOff x="433" y="1453"/>
            <a:chExt cx="1615" cy="1407"/>
          </a:xfrm>
        </p:grpSpPr>
        <p:sp>
          <p:nvSpPr>
            <p:cNvPr id="29704" name="Oval 43"/>
            <p:cNvSpPr>
              <a:spLocks noChangeArrowheads="1"/>
            </p:cNvSpPr>
            <p:nvPr/>
          </p:nvSpPr>
          <p:spPr bwMode="auto">
            <a:xfrm>
              <a:off x="704" y="1453"/>
              <a:ext cx="1344" cy="1328"/>
            </a:xfrm>
            <a:prstGeom prst="ellipse">
              <a:avLst/>
            </a:prstGeom>
            <a:solidFill>
              <a:srgbClr val="CCFFFF">
                <a:alpha val="50195"/>
              </a:srgbClr>
            </a:solidFill>
            <a:ln w="12700">
              <a:solidFill>
                <a:schemeClr val="tx1"/>
              </a:solidFill>
              <a:round/>
              <a:headEnd/>
              <a:tailEnd/>
            </a:ln>
            <a:effectLst/>
          </p:spPr>
          <p:txBody>
            <a:bodyPr wrap="none" anchor="ctr"/>
            <a:lstStyle/>
            <a:p>
              <a:endParaRPr kumimoji="0" lang="zh-CN" altLang="en-US" sz="1350" b="0">
                <a:solidFill>
                  <a:prstClr val="black"/>
                </a:solidFill>
                <a:latin typeface="Arial" charset="0"/>
                <a:ea typeface="宋体" charset="-122"/>
              </a:endParaRPr>
            </a:p>
          </p:txBody>
        </p:sp>
        <p:graphicFrame>
          <p:nvGraphicFramePr>
            <p:cNvPr id="29705" name="Object 44"/>
            <p:cNvGraphicFramePr>
              <a:graphicFrameLocks noChangeAspect="1"/>
            </p:cNvGraphicFramePr>
            <p:nvPr>
              <p:extLst>
                <p:ext uri="{D42A27DB-BD31-4B8C-83A1-F6EECF244321}">
                  <p14:modId xmlns:p14="http://schemas.microsoft.com/office/powerpoint/2010/main" val="2306106112"/>
                </p:ext>
              </p:extLst>
            </p:nvPr>
          </p:nvGraphicFramePr>
          <p:xfrm>
            <a:off x="433" y="2267"/>
            <a:ext cx="312" cy="454"/>
          </p:xfrm>
          <a:graphic>
            <a:graphicData uri="http://schemas.openxmlformats.org/presentationml/2006/ole">
              <mc:AlternateContent xmlns:mc="http://schemas.openxmlformats.org/markup-compatibility/2006">
                <mc:Choice xmlns:v="urn:schemas-microsoft-com:vml" Requires="v">
                  <p:oleObj spid="_x0000_s217238" name="公式" r:id="rId9" imgW="152268" imgH="215713" progId="Equation.3">
                    <p:embed/>
                  </p:oleObj>
                </mc:Choice>
                <mc:Fallback>
                  <p:oleObj name="公式" r:id="rId9" imgW="152268" imgH="215713" progId="Equation.3">
                    <p:embed/>
                    <p:pic>
                      <p:nvPicPr>
                        <p:cNvPr id="0" name="Object 44"/>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433" y="2267"/>
                          <a:ext cx="312" cy="454"/>
                        </a:xfrm>
                        <a:prstGeom prst="rect">
                          <a:avLst/>
                        </a:prstGeom>
                        <a:noFill/>
                        <a:extLst>
                          <a:ext uri="{909E8E84-426E-40DD-AFC4-6F175D3DCCD1}">
                            <a14:hiddenFill xmlns:a14="http://schemas.microsoft.com/office/drawing/2010/main">
                              <a:solidFill>
                                <a:srgbClr val="FFFFFF">
                                  <a:alpha val="50195"/>
                                </a:srgbClr>
                              </a:solidFill>
                            </a14:hiddenFill>
                          </a:ext>
                        </a:extLst>
                      </p:spPr>
                    </p:pic>
                  </p:oleObj>
                </mc:Fallback>
              </mc:AlternateContent>
            </a:graphicData>
          </a:graphic>
        </p:graphicFrame>
        <p:sp>
          <p:nvSpPr>
            <p:cNvPr id="29706" name="Line 45"/>
            <p:cNvSpPr>
              <a:spLocks noChangeShapeType="1"/>
            </p:cNvSpPr>
            <p:nvPr/>
          </p:nvSpPr>
          <p:spPr bwMode="auto">
            <a:xfrm flipV="1">
              <a:off x="1376" y="1837"/>
              <a:ext cx="624" cy="307"/>
            </a:xfrm>
            <a:prstGeom prst="line">
              <a:avLst/>
            </a:prstGeom>
            <a:noFill/>
            <a:ln w="31750">
              <a:solidFill>
                <a:srgbClr val="0000FF"/>
              </a:solidFill>
              <a:round/>
              <a:headEnd/>
              <a:tailEnd type="stealth" w="lg" len="lg"/>
            </a:ln>
            <a:effectLst/>
          </p:spPr>
          <p:txBody>
            <a:bodyPr wrap="none" anchor="ctr"/>
            <a:lstStyle/>
            <a:p>
              <a:pPr eaLnBrk="0" hangingPunct="0"/>
              <a:endParaRPr kumimoji="0" lang="zh-CN" altLang="en-US" sz="1350" b="0">
                <a:solidFill>
                  <a:prstClr val="black"/>
                </a:solidFill>
                <a:latin typeface="Arial" charset="0"/>
                <a:ea typeface="宋体" charset="-122"/>
              </a:endParaRPr>
            </a:p>
          </p:txBody>
        </p:sp>
        <p:sp>
          <p:nvSpPr>
            <p:cNvPr id="29707" name="Freeform 46"/>
            <p:cNvSpPr>
              <a:spLocks/>
            </p:cNvSpPr>
            <p:nvPr/>
          </p:nvSpPr>
          <p:spPr bwMode="auto">
            <a:xfrm rot="1179281">
              <a:off x="690" y="2716"/>
              <a:ext cx="480" cy="144"/>
            </a:xfrm>
            <a:custGeom>
              <a:avLst/>
              <a:gdLst>
                <a:gd name="T0" fmla="*/ 0 w 336"/>
                <a:gd name="T1" fmla="*/ 0 h 112"/>
                <a:gd name="T2" fmla="*/ 857 w 336"/>
                <a:gd name="T3" fmla="*/ 336 h 112"/>
                <a:gd name="T4" fmla="*/ 2000 w 336"/>
                <a:gd name="T5" fmla="*/ 336 h 112"/>
                <a:gd name="T6" fmla="*/ 0 60000 65536"/>
                <a:gd name="T7" fmla="*/ 0 60000 65536"/>
                <a:gd name="T8" fmla="*/ 0 60000 65536"/>
              </a:gdLst>
              <a:ahLst/>
              <a:cxnLst>
                <a:cxn ang="T6">
                  <a:pos x="T0" y="T1"/>
                </a:cxn>
                <a:cxn ang="T7">
                  <a:pos x="T2" y="T3"/>
                </a:cxn>
                <a:cxn ang="T8">
                  <a:pos x="T4" y="T5"/>
                </a:cxn>
              </a:cxnLst>
              <a:rect l="0" t="0" r="r" b="b"/>
              <a:pathLst>
                <a:path w="336" h="112">
                  <a:moveTo>
                    <a:pt x="0" y="0"/>
                  </a:moveTo>
                  <a:cubicBezTo>
                    <a:pt x="44" y="40"/>
                    <a:pt x="88" y="80"/>
                    <a:pt x="144" y="96"/>
                  </a:cubicBezTo>
                  <a:cubicBezTo>
                    <a:pt x="200" y="112"/>
                    <a:pt x="304" y="96"/>
                    <a:pt x="336" y="96"/>
                  </a:cubicBezTo>
                </a:path>
              </a:pathLst>
            </a:custGeom>
            <a:noFill/>
            <a:ln w="38100" cap="flat" cmpd="sng">
              <a:solidFill>
                <a:schemeClr val="tx1"/>
              </a:solidFill>
              <a:prstDash val="solid"/>
              <a:round/>
              <a:headEnd type="none" w="med" len="med"/>
              <a:tailEnd type="stealth" w="lg" len="lg"/>
            </a:ln>
            <a:effectLst/>
          </p:spPr>
          <p:txBody>
            <a:bodyPr/>
            <a:lstStyle/>
            <a:p>
              <a:pPr eaLnBrk="0" hangingPunct="0"/>
              <a:endParaRPr kumimoji="0" lang="zh-CN" altLang="en-US" sz="1350" b="0">
                <a:solidFill>
                  <a:prstClr val="black"/>
                </a:solidFill>
                <a:latin typeface="Arial" charset="0"/>
                <a:ea typeface="宋体" charset="-122"/>
              </a:endParaRPr>
            </a:p>
          </p:txBody>
        </p:sp>
        <p:graphicFrame>
          <p:nvGraphicFramePr>
            <p:cNvPr id="29708" name="Object 47"/>
            <p:cNvGraphicFramePr>
              <a:graphicFrameLocks noChangeAspect="1"/>
            </p:cNvGraphicFramePr>
            <p:nvPr/>
          </p:nvGraphicFramePr>
          <p:xfrm>
            <a:off x="1472" y="1752"/>
            <a:ext cx="243" cy="256"/>
          </p:xfrm>
          <a:graphic>
            <a:graphicData uri="http://schemas.openxmlformats.org/presentationml/2006/ole">
              <mc:AlternateContent xmlns:mc="http://schemas.openxmlformats.org/markup-compatibility/2006">
                <mc:Choice xmlns:v="urn:schemas-microsoft-com:vml" Requires="v">
                  <p:oleObj spid="_x0000_s217239" name="Equation" r:id="rId11" imgW="215806" imgH="228501" progId="Equation.3">
                    <p:embed/>
                  </p:oleObj>
                </mc:Choice>
                <mc:Fallback>
                  <p:oleObj name="Equation" r:id="rId11" imgW="215806" imgH="228501" progId="Equation.3">
                    <p:embed/>
                    <p:pic>
                      <p:nvPicPr>
                        <p:cNvPr id="0" name="Object 47"/>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1472" y="1752"/>
                          <a:ext cx="243" cy="256"/>
                        </a:xfrm>
                        <a:prstGeom prst="rect">
                          <a:avLst/>
                        </a:prstGeom>
                        <a:noFill/>
                        <a:extLst>
                          <a:ext uri="{909E8E84-426E-40DD-AFC4-6F175D3DCCD1}">
                            <a14:hiddenFill xmlns:a14="http://schemas.microsoft.com/office/drawing/2010/main">
                              <a:solidFill>
                                <a:srgbClr val="FFFFFF">
                                  <a:alpha val="50195"/>
                                </a:srgbClr>
                              </a:solidFill>
                            </a14:hiddenFill>
                          </a:ext>
                        </a:extLst>
                      </p:spPr>
                    </p:pic>
                  </p:oleObj>
                </mc:Fallback>
              </mc:AlternateContent>
            </a:graphicData>
          </a:graphic>
        </p:graphicFrame>
      </p:grpSp>
      <p:graphicFrame>
        <p:nvGraphicFramePr>
          <p:cNvPr id="29702" name="Object 48"/>
          <p:cNvGraphicFramePr>
            <a:graphicFrameLocks noChangeAspect="1"/>
          </p:cNvGraphicFramePr>
          <p:nvPr>
            <p:extLst>
              <p:ext uri="{D42A27DB-BD31-4B8C-83A1-F6EECF244321}">
                <p14:modId xmlns:p14="http://schemas.microsoft.com/office/powerpoint/2010/main" val="803716234"/>
              </p:ext>
            </p:extLst>
          </p:nvPr>
        </p:nvGraphicFramePr>
        <p:xfrm>
          <a:off x="6797224" y="3014487"/>
          <a:ext cx="210741" cy="242888"/>
        </p:xfrm>
        <a:graphic>
          <a:graphicData uri="http://schemas.openxmlformats.org/presentationml/2006/ole">
            <mc:AlternateContent xmlns:mc="http://schemas.openxmlformats.org/markup-compatibility/2006">
              <mc:Choice xmlns:v="urn:schemas-microsoft-com:vml" Requires="v">
                <p:oleObj spid="_x0000_s217240" name="Equation" r:id="rId13" imgW="164957" imgH="190335" progId="Equation.3">
                  <p:embed/>
                </p:oleObj>
              </mc:Choice>
              <mc:Fallback>
                <p:oleObj name="Equation" r:id="rId13" imgW="164957" imgH="190335" progId="Equation.3">
                  <p:embed/>
                  <p:pic>
                    <p:nvPicPr>
                      <p:cNvPr id="0" name="Object 48"/>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6797224" y="3014487"/>
                        <a:ext cx="210741" cy="24288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9703" name="Object 55"/>
          <p:cNvGraphicFramePr>
            <a:graphicFrameLocks noChangeAspect="1"/>
          </p:cNvGraphicFramePr>
          <p:nvPr>
            <p:extLst>
              <p:ext uri="{D42A27DB-BD31-4B8C-83A1-F6EECF244321}">
                <p14:modId xmlns:p14="http://schemas.microsoft.com/office/powerpoint/2010/main" val="2827193405"/>
              </p:ext>
            </p:extLst>
          </p:nvPr>
        </p:nvGraphicFramePr>
        <p:xfrm>
          <a:off x="6656730" y="2687065"/>
          <a:ext cx="285750" cy="254794"/>
        </p:xfrm>
        <a:graphic>
          <a:graphicData uri="http://schemas.openxmlformats.org/presentationml/2006/ole">
            <mc:AlternateContent xmlns:mc="http://schemas.openxmlformats.org/markup-compatibility/2006">
              <mc:Choice xmlns:v="urn:schemas-microsoft-com:vml" Requires="v">
                <p:oleObj spid="_x0000_s217241" name="公式" r:id="rId15" imgW="215713" imgH="190335" progId="Equation.3">
                  <p:embed/>
                </p:oleObj>
              </mc:Choice>
              <mc:Fallback>
                <p:oleObj name="公式" r:id="rId15" imgW="215713" imgH="190335" progId="Equation.3">
                  <p:embed/>
                  <p:pic>
                    <p:nvPicPr>
                      <p:cNvPr id="0" name="Object 55"/>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6656730" y="2687065"/>
                        <a:ext cx="285750" cy="254794"/>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6" name="Object 67"/>
          <p:cNvGraphicFramePr>
            <a:graphicFrameLocks noChangeAspect="1"/>
          </p:cNvGraphicFramePr>
          <p:nvPr>
            <p:extLst>
              <p:ext uri="{D42A27DB-BD31-4B8C-83A1-F6EECF244321}">
                <p14:modId xmlns:p14="http://schemas.microsoft.com/office/powerpoint/2010/main" val="1978231021"/>
              </p:ext>
            </p:extLst>
          </p:nvPr>
        </p:nvGraphicFramePr>
        <p:xfrm>
          <a:off x="2070528" y="2633368"/>
          <a:ext cx="1707356" cy="856059"/>
        </p:xfrm>
        <a:graphic>
          <a:graphicData uri="http://schemas.openxmlformats.org/presentationml/2006/ole">
            <mc:AlternateContent xmlns:mc="http://schemas.openxmlformats.org/markup-compatibility/2006">
              <mc:Choice xmlns:v="urn:schemas-microsoft-com:vml" Requires="v">
                <p:oleObj spid="_x0000_s217242" name="Equation" r:id="rId16" imgW="838080" imgH="393480" progId="Equation.DSMT4">
                  <p:embed/>
                </p:oleObj>
              </mc:Choice>
              <mc:Fallback>
                <p:oleObj name="Equation" r:id="rId16" imgW="838080" imgH="393480" progId="Equation.DSMT4">
                  <p:embed/>
                  <p:pic>
                    <p:nvPicPr>
                      <p:cNvPr id="31" name="Object 67"/>
                      <p:cNvPicPr>
                        <a:picLocks noChangeAspect="1" noChangeArrowheads="1"/>
                      </p:cNvPicPr>
                      <p:nvPr/>
                    </p:nvPicPr>
                    <p:blipFill>
                      <a:blip r:embed="rId17"/>
                      <a:srcRect/>
                      <a:stretch>
                        <a:fillRect/>
                      </a:stretch>
                    </p:blipFill>
                    <p:spPr bwMode="auto">
                      <a:xfrm>
                        <a:off x="2070528" y="2633368"/>
                        <a:ext cx="1707356" cy="856059"/>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7" name="Text Box 4"/>
          <p:cNvSpPr txBox="1">
            <a:spLocks noChangeArrowheads="1"/>
          </p:cNvSpPr>
          <p:nvPr/>
        </p:nvSpPr>
        <p:spPr bwMode="auto">
          <a:xfrm>
            <a:off x="884441" y="1936249"/>
            <a:ext cx="3638550" cy="461665"/>
          </a:xfrm>
          <a:prstGeom prst="rect">
            <a:avLst/>
          </a:prstGeom>
          <a:noFill/>
          <a:ln w="9525">
            <a:noFill/>
            <a:miter lim="800000"/>
            <a:headEnd/>
            <a:tailEnd/>
          </a:ln>
          <a:effectLst/>
        </p:spPr>
        <p:txBody>
          <a:bodyPr>
            <a:spAutoFit/>
          </a:bodyPr>
          <a:lstStyle/>
          <a:p>
            <a:pPr>
              <a:spcBef>
                <a:spcPct val="50000"/>
              </a:spcBef>
            </a:pPr>
            <a:r>
              <a:rPr kumimoji="0" lang="zh-CN" altLang="en-US" sz="2400">
                <a:solidFill>
                  <a:srgbClr val="CC0000"/>
                </a:solidFill>
                <a:ea typeface="宋体" charset="-122"/>
              </a:rPr>
              <a:t>分析</a:t>
            </a:r>
            <a:r>
              <a:rPr kumimoji="0" lang="en-US" altLang="zh-CN" sz="2400">
                <a:solidFill>
                  <a:srgbClr val="CC0000"/>
                </a:solidFill>
                <a:ea typeface="宋体" charset="-122"/>
              </a:rPr>
              <a:t>:</a:t>
            </a:r>
            <a:r>
              <a:rPr kumimoji="0" lang="zh-CN" altLang="en-US" sz="2400">
                <a:solidFill>
                  <a:srgbClr val="000000"/>
                </a:solidFill>
                <a:ea typeface="宋体" charset="-122"/>
              </a:rPr>
              <a:t> </a:t>
            </a:r>
            <a:r>
              <a:rPr kumimoji="0" lang="zh-CN" altLang="en-US" sz="2400" dirty="0">
                <a:solidFill>
                  <a:srgbClr val="000000"/>
                </a:solidFill>
                <a:ea typeface="宋体" charset="-122"/>
              </a:rPr>
              <a:t>利用圆电流的磁场</a:t>
            </a:r>
          </a:p>
        </p:txBody>
      </p:sp>
      <p:sp>
        <p:nvSpPr>
          <p:cNvPr id="18" name="Text Box 4"/>
          <p:cNvSpPr txBox="1">
            <a:spLocks noChangeArrowheads="1"/>
          </p:cNvSpPr>
          <p:nvPr/>
        </p:nvSpPr>
        <p:spPr bwMode="auto">
          <a:xfrm>
            <a:off x="1089660" y="3819201"/>
            <a:ext cx="4107840" cy="830997"/>
          </a:xfrm>
          <a:prstGeom prst="rect">
            <a:avLst/>
          </a:prstGeom>
          <a:noFill/>
          <a:ln w="9525">
            <a:noFill/>
            <a:miter lim="800000"/>
            <a:headEnd/>
            <a:tailEnd/>
          </a:ln>
          <a:effectLst/>
        </p:spPr>
        <p:txBody>
          <a:bodyPr wrap="square">
            <a:spAutoFit/>
          </a:bodyPr>
          <a:lstStyle/>
          <a:p>
            <a:pPr>
              <a:spcBef>
                <a:spcPct val="50000"/>
              </a:spcBef>
            </a:pPr>
            <a:r>
              <a:rPr kumimoji="0" lang="zh-CN" altLang="en-US" sz="2400">
                <a:solidFill>
                  <a:srgbClr val="000000"/>
                </a:solidFill>
                <a:ea typeface="宋体" charset="-122"/>
              </a:rPr>
              <a:t>         圆盘可以看作是</a:t>
            </a:r>
            <a:r>
              <a:rPr kumimoji="0" lang="en-US" altLang="zh-CN" sz="2400">
                <a:solidFill>
                  <a:srgbClr val="000000"/>
                </a:solidFill>
                <a:ea typeface="宋体" charset="-122"/>
              </a:rPr>
              <a:t/>
            </a:r>
            <a:br>
              <a:rPr kumimoji="0" lang="en-US" altLang="zh-CN" sz="2400">
                <a:solidFill>
                  <a:srgbClr val="000000"/>
                </a:solidFill>
                <a:ea typeface="宋体" charset="-122"/>
              </a:rPr>
            </a:br>
            <a:r>
              <a:rPr kumimoji="0" lang="zh-CN" altLang="en-US" sz="2400">
                <a:solidFill>
                  <a:srgbClr val="000000"/>
                </a:solidFill>
                <a:ea typeface="宋体" charset="-122"/>
              </a:rPr>
              <a:t>无穷多个圆环嵌套而成</a:t>
            </a:r>
            <a:endParaRPr kumimoji="0" lang="zh-CN" altLang="en-US" sz="2400" dirty="0">
              <a:solidFill>
                <a:srgbClr val="000000"/>
              </a:solidFill>
              <a:ea typeface="宋体"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7"/>
                                        </p:tgtEl>
                                        <p:attrNameLst>
                                          <p:attrName>style.visibility</p:attrName>
                                        </p:attrNameLst>
                                      </p:cBhvr>
                                      <p:to>
                                        <p:strVal val="visible"/>
                                      </p:to>
                                    </p:set>
                                    <p:animEffect transition="in" filter="wipe(left)">
                                      <p:cBhvr>
                                        <p:cTn id="7" dur="500"/>
                                        <p:tgtEl>
                                          <p:spTgt spid="17"/>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16"/>
                                        </p:tgtEl>
                                        <p:attrNameLst>
                                          <p:attrName>style.visibility</p:attrName>
                                        </p:attrNameLst>
                                      </p:cBhvr>
                                      <p:to>
                                        <p:strVal val="visible"/>
                                      </p:to>
                                    </p:set>
                                    <p:animEffect transition="in" filter="wipe(left)">
                                      <p:cBhvr>
                                        <p:cTn id="12" dur="500"/>
                                        <p:tgtEl>
                                          <p:spTgt spid="16"/>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18"/>
                                        </p:tgtEl>
                                        <p:attrNameLst>
                                          <p:attrName>style.visibility</p:attrName>
                                        </p:attrNameLst>
                                      </p:cBhvr>
                                      <p:to>
                                        <p:strVal val="visible"/>
                                      </p:to>
                                    </p:set>
                                    <p:animEffect transition="in" filter="wipe(left)">
                                      <p:cBhvr>
                                        <p:cTn id="17" dur="5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p:bldP spid="18" grpId="0"/>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灯片编号占位符 1"/>
          <p:cNvSpPr>
            <a:spLocks noGrp="1"/>
          </p:cNvSpPr>
          <p:nvPr>
            <p:ph type="sldNum" sz="quarter" idx="10"/>
          </p:nvPr>
        </p:nvSpPr>
        <p:spPr bwMode="auto">
          <a:noFill/>
          <a:ln>
            <a:miter lim="800000"/>
            <a:headEnd/>
            <a:tailEnd/>
          </a:ln>
        </p:spPr>
        <p:txBody>
          <a:bodyPr/>
          <a:lstStyle/>
          <a:p>
            <a:fld id="{AEFA8A8A-FE46-4D63-BD99-2D86C7239172}" type="slidenum">
              <a:rPr lang="en-US" altLang="zh-CN">
                <a:ea typeface="宋体" charset="-122"/>
              </a:rPr>
              <a:pPr/>
              <a:t>41</a:t>
            </a:fld>
            <a:endParaRPr lang="en-US" altLang="zh-CN">
              <a:ea typeface="宋体" charset="-122"/>
            </a:endParaRPr>
          </a:p>
        </p:txBody>
      </p:sp>
      <p:sp>
        <p:nvSpPr>
          <p:cNvPr id="30723" name="Text Box 4"/>
          <p:cNvSpPr txBox="1">
            <a:spLocks noChangeArrowheads="1"/>
          </p:cNvSpPr>
          <p:nvPr/>
        </p:nvSpPr>
        <p:spPr bwMode="auto">
          <a:xfrm>
            <a:off x="1445419" y="340236"/>
            <a:ext cx="6281261" cy="461665"/>
          </a:xfrm>
          <a:prstGeom prst="rect">
            <a:avLst/>
          </a:prstGeom>
          <a:noFill/>
          <a:ln w="9525">
            <a:noFill/>
            <a:miter lim="800000"/>
            <a:headEnd/>
            <a:tailEnd/>
          </a:ln>
          <a:effectLst/>
        </p:spPr>
        <p:txBody>
          <a:bodyPr wrap="square">
            <a:spAutoFit/>
          </a:bodyPr>
          <a:lstStyle/>
          <a:p>
            <a:pPr>
              <a:spcBef>
                <a:spcPct val="50000"/>
              </a:spcBef>
            </a:pPr>
            <a:r>
              <a:rPr kumimoji="0" lang="zh-CN" altLang="en-US" sz="2400" dirty="0">
                <a:solidFill>
                  <a:srgbClr val="CC0000"/>
                </a:solidFill>
                <a:ea typeface="宋体" charset="-122"/>
              </a:rPr>
              <a:t>解</a:t>
            </a:r>
            <a:r>
              <a:rPr kumimoji="0" lang="en-US" altLang="zh-CN" sz="2400">
                <a:solidFill>
                  <a:srgbClr val="CC0000"/>
                </a:solidFill>
                <a:ea typeface="宋体" charset="-122"/>
              </a:rPr>
              <a:t>:</a:t>
            </a:r>
            <a:r>
              <a:rPr kumimoji="0" lang="zh-CN" altLang="en-US" sz="2400">
                <a:solidFill>
                  <a:srgbClr val="000000"/>
                </a:solidFill>
                <a:ea typeface="宋体" charset="-122"/>
              </a:rPr>
              <a:t>  如图，做半径为 </a:t>
            </a:r>
            <a:r>
              <a:rPr kumimoji="0" lang="en-US" altLang="zh-CN" sz="2400" i="1">
                <a:solidFill>
                  <a:srgbClr val="000000"/>
                </a:solidFill>
                <a:ea typeface="宋体" charset="-122"/>
              </a:rPr>
              <a:t>r </a:t>
            </a:r>
            <a:r>
              <a:rPr kumimoji="0" lang="zh-CN" altLang="en-US" sz="2400">
                <a:solidFill>
                  <a:srgbClr val="000000"/>
                </a:solidFill>
                <a:ea typeface="宋体" charset="-122"/>
              </a:rPr>
              <a:t>宽度为</a:t>
            </a:r>
            <a:r>
              <a:rPr kumimoji="0" lang="en-US" altLang="zh-CN" sz="2400">
                <a:solidFill>
                  <a:srgbClr val="000000"/>
                </a:solidFill>
                <a:ea typeface="宋体" charset="-122"/>
              </a:rPr>
              <a:t>d</a:t>
            </a:r>
            <a:r>
              <a:rPr kumimoji="0" lang="en-US" altLang="zh-CN" sz="2400" i="1">
                <a:solidFill>
                  <a:srgbClr val="000000"/>
                </a:solidFill>
                <a:ea typeface="宋体" charset="-122"/>
              </a:rPr>
              <a:t>r </a:t>
            </a:r>
            <a:r>
              <a:rPr kumimoji="0" lang="zh-CN" altLang="en-US" sz="2400">
                <a:solidFill>
                  <a:srgbClr val="000000"/>
                </a:solidFill>
                <a:ea typeface="宋体" charset="-122"/>
              </a:rPr>
              <a:t>的圆环</a:t>
            </a:r>
            <a:endParaRPr kumimoji="0" lang="zh-CN" altLang="en-US" sz="2400" dirty="0">
              <a:solidFill>
                <a:srgbClr val="000000"/>
              </a:solidFill>
              <a:ea typeface="宋体" charset="-122"/>
            </a:endParaRPr>
          </a:p>
        </p:txBody>
      </p:sp>
      <p:graphicFrame>
        <p:nvGraphicFramePr>
          <p:cNvPr id="37893" name="Object 5"/>
          <p:cNvGraphicFramePr>
            <a:graphicFrameLocks noChangeAspect="1"/>
          </p:cNvGraphicFramePr>
          <p:nvPr/>
        </p:nvGraphicFramePr>
        <p:xfrm>
          <a:off x="1643922" y="1044421"/>
          <a:ext cx="2938463" cy="853679"/>
        </p:xfrm>
        <a:graphic>
          <a:graphicData uri="http://schemas.openxmlformats.org/presentationml/2006/ole">
            <mc:AlternateContent xmlns:mc="http://schemas.openxmlformats.org/markup-compatibility/2006">
              <mc:Choice xmlns:v="urn:schemas-microsoft-com:vml" Requires="v">
                <p:oleObj spid="_x0000_s221218" name="公式" r:id="rId3" imgW="1422360" imgH="431640" progId="Equation.DSMT4">
                  <p:embed/>
                </p:oleObj>
              </mc:Choice>
              <mc:Fallback>
                <p:oleObj name="公式" r:id="rId3" imgW="1422360" imgH="431640" progId="Equation.DSMT4">
                  <p:embed/>
                  <p:pic>
                    <p:nvPicPr>
                      <p:cNvPr id="0" name="Object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643922" y="1044421"/>
                        <a:ext cx="2938463" cy="853679"/>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37894" name="Object 6"/>
          <p:cNvGraphicFramePr>
            <a:graphicFrameLocks noChangeAspect="1"/>
          </p:cNvGraphicFramePr>
          <p:nvPr/>
        </p:nvGraphicFramePr>
        <p:xfrm>
          <a:off x="1547133" y="2167707"/>
          <a:ext cx="2644378" cy="777478"/>
        </p:xfrm>
        <a:graphic>
          <a:graphicData uri="http://schemas.openxmlformats.org/presentationml/2006/ole">
            <mc:AlternateContent xmlns:mc="http://schemas.openxmlformats.org/markup-compatibility/2006">
              <mc:Choice xmlns:v="urn:schemas-microsoft-com:vml" Requires="v">
                <p:oleObj spid="_x0000_s221219" name="公式" r:id="rId5" imgW="1371600" imgH="393700" progId="Equation.3">
                  <p:embed/>
                </p:oleObj>
              </mc:Choice>
              <mc:Fallback>
                <p:oleObj name="公式" r:id="rId5" imgW="1371600" imgH="393700" progId="Equation.3">
                  <p:embed/>
                  <p:pic>
                    <p:nvPicPr>
                      <p:cNvPr id="0" name="Object 6"/>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547133" y="2167707"/>
                        <a:ext cx="2644378" cy="77747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nvGrpSpPr>
          <p:cNvPr id="2" name="Group 38"/>
          <p:cNvGrpSpPr>
            <a:grpSpLocks/>
          </p:cNvGrpSpPr>
          <p:nvPr/>
        </p:nvGrpSpPr>
        <p:grpSpPr bwMode="auto">
          <a:xfrm>
            <a:off x="1556063" y="4291748"/>
            <a:ext cx="2250281" cy="486966"/>
            <a:chOff x="899" y="3339"/>
            <a:chExt cx="1890" cy="409"/>
          </a:xfrm>
        </p:grpSpPr>
        <p:graphicFrame>
          <p:nvGraphicFramePr>
            <p:cNvPr id="30748" name="Object 8"/>
            <p:cNvGraphicFramePr>
              <a:graphicFrameLocks noChangeAspect="1"/>
            </p:cNvGraphicFramePr>
            <p:nvPr/>
          </p:nvGraphicFramePr>
          <p:xfrm>
            <a:off x="1718" y="3385"/>
            <a:ext cx="255" cy="317"/>
          </p:xfrm>
          <a:graphic>
            <a:graphicData uri="http://schemas.openxmlformats.org/presentationml/2006/ole">
              <mc:AlternateContent xmlns:mc="http://schemas.openxmlformats.org/markup-compatibility/2006">
                <mc:Choice xmlns:v="urn:schemas-microsoft-com:vml" Requires="v">
                  <p:oleObj spid="_x0000_s221220" name="公式" r:id="rId7" imgW="152334" imgH="190417" progId="Equation.3">
                    <p:embed/>
                  </p:oleObj>
                </mc:Choice>
                <mc:Fallback>
                  <p:oleObj name="公式" r:id="rId7" imgW="152334" imgH="190417" progId="Equation.3">
                    <p:embed/>
                    <p:pic>
                      <p:nvPicPr>
                        <p:cNvPr id="0" name="Object 8"/>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718" y="3385"/>
                          <a:ext cx="255" cy="31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30749" name="Object 9"/>
            <p:cNvGraphicFramePr>
              <a:graphicFrameLocks noChangeAspect="1"/>
            </p:cNvGraphicFramePr>
            <p:nvPr/>
          </p:nvGraphicFramePr>
          <p:xfrm>
            <a:off x="899" y="3404"/>
            <a:ext cx="711" cy="344"/>
          </p:xfrm>
          <a:graphic>
            <a:graphicData uri="http://schemas.openxmlformats.org/presentationml/2006/ole">
              <mc:AlternateContent xmlns:mc="http://schemas.openxmlformats.org/markup-compatibility/2006">
                <mc:Choice xmlns:v="urn:schemas-microsoft-com:vml" Requires="v">
                  <p:oleObj spid="_x0000_s221221" name="公式" r:id="rId9" imgW="418918" imgH="203112" progId="Equation.3">
                    <p:embed/>
                  </p:oleObj>
                </mc:Choice>
                <mc:Fallback>
                  <p:oleObj name="公式" r:id="rId9" imgW="418918" imgH="203112" progId="Equation.3">
                    <p:embed/>
                    <p:pic>
                      <p:nvPicPr>
                        <p:cNvPr id="0" name="Object 9"/>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899" y="3404"/>
                          <a:ext cx="711" cy="344"/>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0750" name="Text Box 10"/>
            <p:cNvSpPr txBox="1">
              <a:spLocks noChangeArrowheads="1"/>
            </p:cNvSpPr>
            <p:nvPr/>
          </p:nvSpPr>
          <p:spPr bwMode="auto">
            <a:xfrm>
              <a:off x="1953" y="3339"/>
              <a:ext cx="836" cy="388"/>
            </a:xfrm>
            <a:prstGeom prst="rect">
              <a:avLst/>
            </a:prstGeom>
            <a:noFill/>
            <a:ln w="9525">
              <a:noFill/>
              <a:miter lim="800000"/>
              <a:headEnd/>
              <a:tailEnd/>
            </a:ln>
            <a:effectLst/>
          </p:spPr>
          <p:txBody>
            <a:bodyPr>
              <a:spAutoFit/>
            </a:bodyPr>
            <a:lstStyle/>
            <a:p>
              <a:pPr>
                <a:spcBef>
                  <a:spcPct val="50000"/>
                </a:spcBef>
              </a:pPr>
              <a:r>
                <a:rPr kumimoji="0" lang="zh-CN" altLang="en-US" sz="2400" dirty="0">
                  <a:solidFill>
                    <a:srgbClr val="000000"/>
                  </a:solidFill>
                  <a:ea typeface="宋体" charset="-122"/>
                </a:rPr>
                <a:t>向外</a:t>
              </a:r>
            </a:p>
          </p:txBody>
        </p:sp>
      </p:grpSp>
      <p:graphicFrame>
        <p:nvGraphicFramePr>
          <p:cNvPr id="37918" name="Object 30"/>
          <p:cNvGraphicFramePr>
            <a:graphicFrameLocks noChangeAspect="1"/>
          </p:cNvGraphicFramePr>
          <p:nvPr/>
        </p:nvGraphicFramePr>
        <p:xfrm>
          <a:off x="1591186" y="3214791"/>
          <a:ext cx="3280172" cy="784622"/>
        </p:xfrm>
        <a:graphic>
          <a:graphicData uri="http://schemas.openxmlformats.org/presentationml/2006/ole">
            <mc:AlternateContent xmlns:mc="http://schemas.openxmlformats.org/markup-compatibility/2006">
              <mc:Choice xmlns:v="urn:schemas-microsoft-com:vml" Requires="v">
                <p:oleObj spid="_x0000_s221222" name="公式" r:id="rId11" imgW="1586811" imgH="393529" progId="Equation.3">
                  <p:embed/>
                </p:oleObj>
              </mc:Choice>
              <mc:Fallback>
                <p:oleObj name="公式" r:id="rId11" imgW="1586811" imgH="393529" progId="Equation.3">
                  <p:embed/>
                  <p:pic>
                    <p:nvPicPr>
                      <p:cNvPr id="0" name="Object 30"/>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1591186" y="3214791"/>
                        <a:ext cx="3280172" cy="78462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nvGrpSpPr>
          <p:cNvPr id="3" name="Group 37"/>
          <p:cNvGrpSpPr>
            <a:grpSpLocks/>
          </p:cNvGrpSpPr>
          <p:nvPr/>
        </p:nvGrpSpPr>
        <p:grpSpPr bwMode="auto">
          <a:xfrm>
            <a:off x="3655729" y="4239361"/>
            <a:ext cx="2196704" cy="486966"/>
            <a:chOff x="3258" y="3339"/>
            <a:chExt cx="1845" cy="409"/>
          </a:xfrm>
        </p:grpSpPr>
        <p:graphicFrame>
          <p:nvGraphicFramePr>
            <p:cNvPr id="30745" name="Object 32"/>
            <p:cNvGraphicFramePr>
              <a:graphicFrameLocks noChangeAspect="1"/>
            </p:cNvGraphicFramePr>
            <p:nvPr/>
          </p:nvGraphicFramePr>
          <p:xfrm>
            <a:off x="3258" y="3416"/>
            <a:ext cx="665" cy="332"/>
          </p:xfrm>
          <a:graphic>
            <a:graphicData uri="http://schemas.openxmlformats.org/presentationml/2006/ole">
              <mc:AlternateContent xmlns:mc="http://schemas.openxmlformats.org/markup-compatibility/2006">
                <mc:Choice xmlns:v="urn:schemas-microsoft-com:vml" Requires="v">
                  <p:oleObj spid="_x0000_s221223" name="公式" r:id="rId13" imgW="406048" imgH="203024" progId="Equation.3">
                    <p:embed/>
                  </p:oleObj>
                </mc:Choice>
                <mc:Fallback>
                  <p:oleObj name="公式" r:id="rId13" imgW="406048" imgH="203024" progId="Equation.3">
                    <p:embed/>
                    <p:pic>
                      <p:nvPicPr>
                        <p:cNvPr id="0" name="Object 32"/>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3258" y="3416"/>
                          <a:ext cx="665" cy="33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0746" name="Text Box 33"/>
            <p:cNvSpPr txBox="1">
              <a:spLocks noChangeArrowheads="1"/>
            </p:cNvSpPr>
            <p:nvPr/>
          </p:nvSpPr>
          <p:spPr bwMode="auto">
            <a:xfrm>
              <a:off x="4279" y="3339"/>
              <a:ext cx="824" cy="388"/>
            </a:xfrm>
            <a:prstGeom prst="rect">
              <a:avLst/>
            </a:prstGeom>
            <a:noFill/>
            <a:ln w="9525">
              <a:noFill/>
              <a:miter lim="800000"/>
              <a:headEnd/>
              <a:tailEnd/>
            </a:ln>
            <a:effectLst/>
          </p:spPr>
          <p:txBody>
            <a:bodyPr>
              <a:spAutoFit/>
            </a:bodyPr>
            <a:lstStyle/>
            <a:p>
              <a:pPr>
                <a:spcBef>
                  <a:spcPct val="50000"/>
                </a:spcBef>
              </a:pPr>
              <a:r>
                <a:rPr kumimoji="0" lang="zh-CN" altLang="en-US" sz="2400" dirty="0">
                  <a:solidFill>
                    <a:srgbClr val="000000"/>
                  </a:solidFill>
                  <a:ea typeface="宋体" charset="-122"/>
                </a:rPr>
                <a:t>向内</a:t>
              </a:r>
            </a:p>
          </p:txBody>
        </p:sp>
        <p:graphicFrame>
          <p:nvGraphicFramePr>
            <p:cNvPr id="30747" name="Object 34"/>
            <p:cNvGraphicFramePr>
              <a:graphicFrameLocks noChangeAspect="1"/>
            </p:cNvGraphicFramePr>
            <p:nvPr/>
          </p:nvGraphicFramePr>
          <p:xfrm>
            <a:off x="4030" y="3385"/>
            <a:ext cx="256" cy="317"/>
          </p:xfrm>
          <a:graphic>
            <a:graphicData uri="http://schemas.openxmlformats.org/presentationml/2006/ole">
              <mc:AlternateContent xmlns:mc="http://schemas.openxmlformats.org/markup-compatibility/2006">
                <mc:Choice xmlns:v="urn:schemas-microsoft-com:vml" Requires="v">
                  <p:oleObj spid="_x0000_s221224" name="公式" r:id="rId15" imgW="152334" imgH="190417" progId="Equation.3">
                    <p:embed/>
                  </p:oleObj>
                </mc:Choice>
                <mc:Fallback>
                  <p:oleObj name="公式" r:id="rId15" imgW="152334" imgH="190417" progId="Equation.3">
                    <p:embed/>
                    <p:pic>
                      <p:nvPicPr>
                        <p:cNvPr id="0" name="Object 34"/>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4030" y="3385"/>
                          <a:ext cx="256" cy="31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grpSp>
        <p:nvGrpSpPr>
          <p:cNvPr id="5" name="Group 72"/>
          <p:cNvGrpSpPr>
            <a:grpSpLocks/>
          </p:cNvGrpSpPr>
          <p:nvPr/>
        </p:nvGrpSpPr>
        <p:grpSpPr bwMode="auto">
          <a:xfrm>
            <a:off x="5758729" y="1624354"/>
            <a:ext cx="1953816" cy="1707356"/>
            <a:chOff x="407" y="1453"/>
            <a:chExt cx="1641" cy="1434"/>
          </a:xfrm>
        </p:grpSpPr>
        <p:sp>
          <p:nvSpPr>
            <p:cNvPr id="30740" name="Oval 58"/>
            <p:cNvSpPr>
              <a:spLocks noChangeArrowheads="1"/>
            </p:cNvSpPr>
            <p:nvPr/>
          </p:nvSpPr>
          <p:spPr bwMode="auto">
            <a:xfrm>
              <a:off x="704" y="1453"/>
              <a:ext cx="1344" cy="1328"/>
            </a:xfrm>
            <a:prstGeom prst="ellipse">
              <a:avLst/>
            </a:prstGeom>
            <a:solidFill>
              <a:srgbClr val="CCFFFF">
                <a:alpha val="50195"/>
              </a:srgbClr>
            </a:solidFill>
            <a:ln w="0">
              <a:solidFill>
                <a:schemeClr val="tx1"/>
              </a:solidFill>
              <a:round/>
              <a:headEnd/>
              <a:tailEnd/>
            </a:ln>
            <a:effectLst/>
          </p:spPr>
          <p:txBody>
            <a:bodyPr wrap="none" anchor="ctr"/>
            <a:lstStyle/>
            <a:p>
              <a:endParaRPr kumimoji="0" lang="zh-CN" altLang="en-US" sz="1350" b="0">
                <a:solidFill>
                  <a:prstClr val="black"/>
                </a:solidFill>
                <a:latin typeface="Arial" charset="0"/>
                <a:ea typeface="宋体" charset="-122"/>
              </a:endParaRPr>
            </a:p>
          </p:txBody>
        </p:sp>
        <p:graphicFrame>
          <p:nvGraphicFramePr>
            <p:cNvPr id="30741" name="Object 59"/>
            <p:cNvGraphicFramePr>
              <a:graphicFrameLocks noChangeAspect="1"/>
            </p:cNvGraphicFramePr>
            <p:nvPr>
              <p:extLst>
                <p:ext uri="{D42A27DB-BD31-4B8C-83A1-F6EECF244321}">
                  <p14:modId xmlns:p14="http://schemas.microsoft.com/office/powerpoint/2010/main" val="3707299566"/>
                </p:ext>
              </p:extLst>
            </p:nvPr>
          </p:nvGraphicFramePr>
          <p:xfrm>
            <a:off x="407" y="2228"/>
            <a:ext cx="312" cy="454"/>
          </p:xfrm>
          <a:graphic>
            <a:graphicData uri="http://schemas.openxmlformats.org/presentationml/2006/ole">
              <mc:AlternateContent xmlns:mc="http://schemas.openxmlformats.org/markup-compatibility/2006">
                <mc:Choice xmlns:v="urn:schemas-microsoft-com:vml" Requires="v">
                  <p:oleObj spid="_x0000_s221225" name="公式" r:id="rId17" imgW="152268" imgH="215713" progId="Equation.3">
                    <p:embed/>
                  </p:oleObj>
                </mc:Choice>
                <mc:Fallback>
                  <p:oleObj name="公式" r:id="rId17" imgW="152268" imgH="215713" progId="Equation.3">
                    <p:embed/>
                    <p:pic>
                      <p:nvPicPr>
                        <p:cNvPr id="0" name="Object 59"/>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407" y="2228"/>
                          <a:ext cx="312" cy="454"/>
                        </a:xfrm>
                        <a:prstGeom prst="rect">
                          <a:avLst/>
                        </a:prstGeom>
                        <a:noFill/>
                        <a:extLst>
                          <a:ext uri="{909E8E84-426E-40DD-AFC4-6F175D3DCCD1}">
                            <a14:hiddenFill xmlns:a14="http://schemas.microsoft.com/office/drawing/2010/main">
                              <a:solidFill>
                                <a:srgbClr val="FFFFFF">
                                  <a:alpha val="50195"/>
                                </a:srgbClr>
                              </a:solidFill>
                            </a14:hiddenFill>
                          </a:ext>
                        </a:extLst>
                      </p:spPr>
                    </p:pic>
                  </p:oleObj>
                </mc:Fallback>
              </mc:AlternateContent>
            </a:graphicData>
          </a:graphic>
        </p:graphicFrame>
        <p:sp>
          <p:nvSpPr>
            <p:cNvPr id="30742" name="Line 60"/>
            <p:cNvSpPr>
              <a:spLocks noChangeShapeType="1"/>
            </p:cNvSpPr>
            <p:nvPr/>
          </p:nvSpPr>
          <p:spPr bwMode="auto">
            <a:xfrm flipV="1">
              <a:off x="1376" y="1837"/>
              <a:ext cx="624" cy="307"/>
            </a:xfrm>
            <a:prstGeom prst="line">
              <a:avLst/>
            </a:prstGeom>
            <a:noFill/>
            <a:ln w="31750">
              <a:solidFill>
                <a:srgbClr val="0000FF"/>
              </a:solidFill>
              <a:round/>
              <a:headEnd/>
              <a:tailEnd type="stealth" w="lg" len="lg"/>
            </a:ln>
            <a:effectLst/>
          </p:spPr>
          <p:txBody>
            <a:bodyPr wrap="none" anchor="ctr"/>
            <a:lstStyle/>
            <a:p>
              <a:pPr eaLnBrk="0" hangingPunct="0"/>
              <a:endParaRPr kumimoji="0" lang="zh-CN" altLang="en-US" sz="1350" b="0">
                <a:solidFill>
                  <a:prstClr val="black"/>
                </a:solidFill>
                <a:latin typeface="Arial" charset="0"/>
                <a:ea typeface="宋体" charset="-122"/>
              </a:endParaRPr>
            </a:p>
          </p:txBody>
        </p:sp>
        <p:sp>
          <p:nvSpPr>
            <p:cNvPr id="30743" name="Freeform 61"/>
            <p:cNvSpPr>
              <a:spLocks/>
            </p:cNvSpPr>
            <p:nvPr/>
          </p:nvSpPr>
          <p:spPr bwMode="auto">
            <a:xfrm rot="915076">
              <a:off x="672" y="2743"/>
              <a:ext cx="480" cy="144"/>
            </a:xfrm>
            <a:custGeom>
              <a:avLst/>
              <a:gdLst>
                <a:gd name="T0" fmla="*/ 0 w 336"/>
                <a:gd name="T1" fmla="*/ 0 h 112"/>
                <a:gd name="T2" fmla="*/ 857 w 336"/>
                <a:gd name="T3" fmla="*/ 336 h 112"/>
                <a:gd name="T4" fmla="*/ 2000 w 336"/>
                <a:gd name="T5" fmla="*/ 336 h 112"/>
                <a:gd name="T6" fmla="*/ 0 60000 65536"/>
                <a:gd name="T7" fmla="*/ 0 60000 65536"/>
                <a:gd name="T8" fmla="*/ 0 60000 65536"/>
              </a:gdLst>
              <a:ahLst/>
              <a:cxnLst>
                <a:cxn ang="T6">
                  <a:pos x="T0" y="T1"/>
                </a:cxn>
                <a:cxn ang="T7">
                  <a:pos x="T2" y="T3"/>
                </a:cxn>
                <a:cxn ang="T8">
                  <a:pos x="T4" y="T5"/>
                </a:cxn>
              </a:cxnLst>
              <a:rect l="0" t="0" r="r" b="b"/>
              <a:pathLst>
                <a:path w="336" h="112">
                  <a:moveTo>
                    <a:pt x="0" y="0"/>
                  </a:moveTo>
                  <a:cubicBezTo>
                    <a:pt x="44" y="40"/>
                    <a:pt x="88" y="80"/>
                    <a:pt x="144" y="96"/>
                  </a:cubicBezTo>
                  <a:cubicBezTo>
                    <a:pt x="200" y="112"/>
                    <a:pt x="304" y="96"/>
                    <a:pt x="336" y="96"/>
                  </a:cubicBezTo>
                </a:path>
              </a:pathLst>
            </a:custGeom>
            <a:noFill/>
            <a:ln w="34925" cap="flat" cmpd="sng">
              <a:solidFill>
                <a:schemeClr val="tx1"/>
              </a:solidFill>
              <a:prstDash val="solid"/>
              <a:round/>
              <a:headEnd type="none" w="med" len="med"/>
              <a:tailEnd type="stealth" w="lg" len="lg"/>
            </a:ln>
            <a:effectLst/>
          </p:spPr>
          <p:txBody>
            <a:bodyPr/>
            <a:lstStyle/>
            <a:p>
              <a:pPr eaLnBrk="0" hangingPunct="0"/>
              <a:endParaRPr kumimoji="0" lang="zh-CN" altLang="en-US" sz="1350" b="0">
                <a:solidFill>
                  <a:prstClr val="black"/>
                </a:solidFill>
                <a:latin typeface="Arial" charset="0"/>
                <a:ea typeface="宋体" charset="-122"/>
              </a:endParaRPr>
            </a:p>
          </p:txBody>
        </p:sp>
        <p:graphicFrame>
          <p:nvGraphicFramePr>
            <p:cNvPr id="30744" name="Object 62"/>
            <p:cNvGraphicFramePr>
              <a:graphicFrameLocks noChangeAspect="1"/>
            </p:cNvGraphicFramePr>
            <p:nvPr/>
          </p:nvGraphicFramePr>
          <p:xfrm>
            <a:off x="1472" y="1752"/>
            <a:ext cx="243" cy="256"/>
          </p:xfrm>
          <a:graphic>
            <a:graphicData uri="http://schemas.openxmlformats.org/presentationml/2006/ole">
              <mc:AlternateContent xmlns:mc="http://schemas.openxmlformats.org/markup-compatibility/2006">
                <mc:Choice xmlns:v="urn:schemas-microsoft-com:vml" Requires="v">
                  <p:oleObj spid="_x0000_s221226" name="Equation" r:id="rId19" imgW="215806" imgH="228501" progId="Equation.3">
                    <p:embed/>
                  </p:oleObj>
                </mc:Choice>
                <mc:Fallback>
                  <p:oleObj name="Equation" r:id="rId19" imgW="215806" imgH="228501" progId="Equation.3">
                    <p:embed/>
                    <p:pic>
                      <p:nvPicPr>
                        <p:cNvPr id="0" name="Object 62"/>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1472" y="1752"/>
                          <a:ext cx="243" cy="256"/>
                        </a:xfrm>
                        <a:prstGeom prst="rect">
                          <a:avLst/>
                        </a:prstGeom>
                        <a:noFill/>
                        <a:extLst>
                          <a:ext uri="{909E8E84-426E-40DD-AFC4-6F175D3DCCD1}">
                            <a14:hiddenFill xmlns:a14="http://schemas.microsoft.com/office/drawing/2010/main">
                              <a:solidFill>
                                <a:srgbClr val="FFFFFF">
                                  <a:alpha val="50195"/>
                                </a:srgbClr>
                              </a:solidFill>
                            </a14:hiddenFill>
                          </a:ext>
                        </a:extLst>
                      </p:spPr>
                    </p:pic>
                  </p:oleObj>
                </mc:Fallback>
              </mc:AlternateContent>
            </a:graphicData>
          </a:graphic>
        </p:graphicFrame>
      </p:grpSp>
      <p:graphicFrame>
        <p:nvGraphicFramePr>
          <p:cNvPr id="30732" name="Object 63"/>
          <p:cNvGraphicFramePr>
            <a:graphicFrameLocks noChangeAspect="1"/>
          </p:cNvGraphicFramePr>
          <p:nvPr>
            <p:extLst>
              <p:ext uri="{D42A27DB-BD31-4B8C-83A1-F6EECF244321}">
                <p14:modId xmlns:p14="http://schemas.microsoft.com/office/powerpoint/2010/main" val="2616160633"/>
              </p:ext>
            </p:extLst>
          </p:nvPr>
        </p:nvGraphicFramePr>
        <p:xfrm>
          <a:off x="6710039" y="2331585"/>
          <a:ext cx="210741" cy="242888"/>
        </p:xfrm>
        <a:graphic>
          <a:graphicData uri="http://schemas.openxmlformats.org/presentationml/2006/ole">
            <mc:AlternateContent xmlns:mc="http://schemas.openxmlformats.org/markup-compatibility/2006">
              <mc:Choice xmlns:v="urn:schemas-microsoft-com:vml" Requires="v">
                <p:oleObj spid="_x0000_s221227" name="Equation" r:id="rId21" imgW="164957" imgH="190335" progId="Equation.3">
                  <p:embed/>
                </p:oleObj>
              </mc:Choice>
              <mc:Fallback>
                <p:oleObj name="Equation" r:id="rId21" imgW="164957" imgH="190335" progId="Equation.3">
                  <p:embed/>
                  <p:pic>
                    <p:nvPicPr>
                      <p:cNvPr id="0" name="Object 63"/>
                      <p:cNvPicPr>
                        <a:picLocks noChangeAspect="1" noChangeArrowheads="1"/>
                      </p:cNvPicPr>
                      <p:nvPr/>
                    </p:nvPicPr>
                    <p:blipFill>
                      <a:blip r:embed="rId22">
                        <a:extLst>
                          <a:ext uri="{28A0092B-C50C-407E-A947-70E740481C1C}">
                            <a14:useLocalDpi xmlns:a14="http://schemas.microsoft.com/office/drawing/2010/main" val="0"/>
                          </a:ext>
                        </a:extLst>
                      </a:blip>
                      <a:srcRect/>
                      <a:stretch>
                        <a:fillRect/>
                      </a:stretch>
                    </p:blipFill>
                    <p:spPr bwMode="auto">
                      <a:xfrm>
                        <a:off x="6710039" y="2331585"/>
                        <a:ext cx="210741" cy="24288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30734" name="Object 70"/>
          <p:cNvGraphicFramePr>
            <a:graphicFrameLocks noChangeAspect="1"/>
          </p:cNvGraphicFramePr>
          <p:nvPr>
            <p:extLst>
              <p:ext uri="{D42A27DB-BD31-4B8C-83A1-F6EECF244321}">
                <p14:modId xmlns:p14="http://schemas.microsoft.com/office/powerpoint/2010/main" val="907290904"/>
              </p:ext>
            </p:extLst>
          </p:nvPr>
        </p:nvGraphicFramePr>
        <p:xfrm>
          <a:off x="6569545" y="2004164"/>
          <a:ext cx="285750" cy="254794"/>
        </p:xfrm>
        <a:graphic>
          <a:graphicData uri="http://schemas.openxmlformats.org/presentationml/2006/ole">
            <mc:AlternateContent xmlns:mc="http://schemas.openxmlformats.org/markup-compatibility/2006">
              <mc:Choice xmlns:v="urn:schemas-microsoft-com:vml" Requires="v">
                <p:oleObj spid="_x0000_s221228" name="公式" r:id="rId23" imgW="215713" imgH="190335" progId="Equation.3">
                  <p:embed/>
                </p:oleObj>
              </mc:Choice>
              <mc:Fallback>
                <p:oleObj name="公式" r:id="rId23" imgW="215713" imgH="190335" progId="Equation.3">
                  <p:embed/>
                  <p:pic>
                    <p:nvPicPr>
                      <p:cNvPr id="0" name="Object 70"/>
                      <p:cNvPicPr>
                        <a:picLocks noChangeAspect="1" noChangeArrowheads="1"/>
                      </p:cNvPicPr>
                      <p:nvPr/>
                    </p:nvPicPr>
                    <p:blipFill>
                      <a:blip r:embed="rId24">
                        <a:extLst>
                          <a:ext uri="{28A0092B-C50C-407E-A947-70E740481C1C}">
                            <a14:useLocalDpi xmlns:a14="http://schemas.microsoft.com/office/drawing/2010/main" val="0"/>
                          </a:ext>
                        </a:extLst>
                      </a:blip>
                      <a:srcRect/>
                      <a:stretch>
                        <a:fillRect/>
                      </a:stretch>
                    </p:blipFill>
                    <p:spPr bwMode="auto">
                      <a:xfrm>
                        <a:off x="6569545" y="2004164"/>
                        <a:ext cx="285750" cy="254794"/>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nvGrpSpPr>
          <p:cNvPr id="7" name="组合 6"/>
          <p:cNvGrpSpPr/>
          <p:nvPr/>
        </p:nvGrpSpPr>
        <p:grpSpPr>
          <a:xfrm>
            <a:off x="6299672" y="1808507"/>
            <a:ext cx="1392951" cy="1704576"/>
            <a:chOff x="6560601" y="2330059"/>
            <a:chExt cx="1857267" cy="2272766"/>
          </a:xfrm>
        </p:grpSpPr>
        <p:sp>
          <p:nvSpPr>
            <p:cNvPr id="32" name="AutoShape 65"/>
            <p:cNvSpPr>
              <a:spLocks noChangeArrowheads="1"/>
            </p:cNvSpPr>
            <p:nvPr/>
          </p:nvSpPr>
          <p:spPr bwMode="auto">
            <a:xfrm>
              <a:off x="6560601" y="2330059"/>
              <a:ext cx="1630358" cy="1671638"/>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w 21600"/>
                <a:gd name="T11" fmla="*/ 0 h 21600"/>
                <a:gd name="T12" fmla="*/ 0 w 21600"/>
                <a:gd name="T13" fmla="*/ 0 h 21600"/>
                <a:gd name="T14" fmla="*/ 0 w 21600"/>
                <a:gd name="T15" fmla="*/ 0 h 21600"/>
                <a:gd name="T16" fmla="*/ 0 60000 65536"/>
                <a:gd name="T17" fmla="*/ 0 60000 65536"/>
                <a:gd name="T18" fmla="*/ 0 60000 65536"/>
                <a:gd name="T19" fmla="*/ 0 60000 65536"/>
                <a:gd name="T20" fmla="*/ 0 60000 65536"/>
                <a:gd name="T21" fmla="*/ 0 60000 65536"/>
                <a:gd name="T22" fmla="*/ 0 60000 65536"/>
                <a:gd name="T23" fmla="*/ 0 60000 65536"/>
                <a:gd name="T24" fmla="*/ 3155 w 21600"/>
                <a:gd name="T25" fmla="*/ 3159 h 21600"/>
                <a:gd name="T26" fmla="*/ 18445 w 21600"/>
                <a:gd name="T27" fmla="*/ 18441 h 21600"/>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21600" h="21600">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1309" y="10800"/>
                  </a:moveTo>
                  <a:cubicBezTo>
                    <a:pt x="1309" y="16042"/>
                    <a:pt x="5558" y="20291"/>
                    <a:pt x="10800" y="20291"/>
                  </a:cubicBezTo>
                  <a:cubicBezTo>
                    <a:pt x="16042" y="20291"/>
                    <a:pt x="20291" y="16042"/>
                    <a:pt x="20291" y="10800"/>
                  </a:cubicBezTo>
                  <a:cubicBezTo>
                    <a:pt x="20291" y="5558"/>
                    <a:pt x="16042" y="1309"/>
                    <a:pt x="10800" y="1309"/>
                  </a:cubicBezTo>
                  <a:cubicBezTo>
                    <a:pt x="5558" y="1309"/>
                    <a:pt x="1309" y="5558"/>
                    <a:pt x="1309" y="10800"/>
                  </a:cubicBezTo>
                  <a:close/>
                </a:path>
              </a:pathLst>
            </a:custGeom>
            <a:solidFill>
              <a:srgbClr val="FF0000"/>
            </a:solidFill>
            <a:ln w="19050">
              <a:noFill/>
              <a:round/>
              <a:headEnd/>
              <a:tailEnd/>
            </a:ln>
            <a:effectLst/>
          </p:spPr>
          <p:txBody>
            <a:bodyPr wrap="none" anchor="ctr"/>
            <a:lstStyle/>
            <a:p>
              <a:pPr eaLnBrk="0" hangingPunct="0"/>
              <a:endParaRPr kumimoji="0" lang="zh-CN" altLang="en-US" sz="1350" b="0">
                <a:solidFill>
                  <a:prstClr val="black"/>
                </a:solidFill>
                <a:latin typeface="Arial" charset="0"/>
                <a:ea typeface="宋体" charset="-122"/>
              </a:endParaRPr>
            </a:p>
          </p:txBody>
        </p:sp>
        <p:sp>
          <p:nvSpPr>
            <p:cNvPr id="33" name="Line 66"/>
            <p:cNvSpPr>
              <a:spLocks noChangeShapeType="1"/>
            </p:cNvSpPr>
            <p:nvPr/>
          </p:nvSpPr>
          <p:spPr bwMode="auto">
            <a:xfrm>
              <a:off x="7398799" y="3188149"/>
              <a:ext cx="350738" cy="610189"/>
            </a:xfrm>
            <a:prstGeom prst="line">
              <a:avLst/>
            </a:prstGeom>
            <a:noFill/>
            <a:ln w="28575">
              <a:solidFill>
                <a:srgbClr val="990000"/>
              </a:solidFill>
              <a:round/>
              <a:headEnd/>
              <a:tailEnd type="stealth" w="lg" len="lg"/>
            </a:ln>
            <a:effectLst/>
          </p:spPr>
          <p:txBody>
            <a:bodyPr wrap="none" anchor="ctr"/>
            <a:lstStyle/>
            <a:p>
              <a:pPr eaLnBrk="0" hangingPunct="0"/>
              <a:endParaRPr kumimoji="0" lang="zh-CN" altLang="en-US" sz="1350" b="0">
                <a:solidFill>
                  <a:prstClr val="black"/>
                </a:solidFill>
                <a:latin typeface="Arial" charset="0"/>
                <a:ea typeface="宋体" charset="-122"/>
              </a:endParaRPr>
            </a:p>
          </p:txBody>
        </p:sp>
        <p:sp>
          <p:nvSpPr>
            <p:cNvPr id="34" name="Line 67"/>
            <p:cNvSpPr>
              <a:spLocks noChangeShapeType="1"/>
            </p:cNvSpPr>
            <p:nvPr/>
          </p:nvSpPr>
          <p:spPr bwMode="auto">
            <a:xfrm flipH="1" flipV="1">
              <a:off x="7782975" y="3881045"/>
              <a:ext cx="222251" cy="379413"/>
            </a:xfrm>
            <a:prstGeom prst="line">
              <a:avLst/>
            </a:prstGeom>
            <a:noFill/>
            <a:ln w="28575">
              <a:solidFill>
                <a:srgbClr val="990000"/>
              </a:solidFill>
              <a:round/>
              <a:headEnd/>
              <a:tailEnd type="stealth" w="lg" len="lg"/>
            </a:ln>
            <a:effectLst/>
          </p:spPr>
          <p:txBody>
            <a:bodyPr wrap="none" anchor="ctr"/>
            <a:lstStyle/>
            <a:p>
              <a:pPr eaLnBrk="0" hangingPunct="0"/>
              <a:endParaRPr kumimoji="0" lang="zh-CN" altLang="en-US" sz="1350" b="0">
                <a:solidFill>
                  <a:prstClr val="black"/>
                </a:solidFill>
                <a:latin typeface="Arial" charset="0"/>
                <a:ea typeface="宋体" charset="-122"/>
              </a:endParaRPr>
            </a:p>
          </p:txBody>
        </p:sp>
        <p:graphicFrame>
          <p:nvGraphicFramePr>
            <p:cNvPr id="35" name="Object 68"/>
            <p:cNvGraphicFramePr>
              <a:graphicFrameLocks noChangeAspect="1"/>
            </p:cNvGraphicFramePr>
            <p:nvPr>
              <p:extLst>
                <p:ext uri="{D42A27DB-BD31-4B8C-83A1-F6EECF244321}">
                  <p14:modId xmlns:p14="http://schemas.microsoft.com/office/powerpoint/2010/main" val="3513419878"/>
                </p:ext>
              </p:extLst>
            </p:nvPr>
          </p:nvGraphicFramePr>
          <p:xfrm>
            <a:off x="7576071" y="3222763"/>
            <a:ext cx="323850" cy="368300"/>
          </p:xfrm>
          <a:graphic>
            <a:graphicData uri="http://schemas.openxmlformats.org/presentationml/2006/ole">
              <mc:AlternateContent xmlns:mc="http://schemas.openxmlformats.org/markup-compatibility/2006">
                <mc:Choice xmlns:v="urn:schemas-microsoft-com:vml" Requires="v">
                  <p:oleObj spid="_x0000_s221229" name="Equation" r:id="rId25" imgW="114120" imgH="126720" progId="Equation.DSMT4">
                    <p:embed/>
                  </p:oleObj>
                </mc:Choice>
                <mc:Fallback>
                  <p:oleObj name="Equation" r:id="rId25" imgW="114120" imgH="126720" progId="Equation.DSMT4">
                    <p:embed/>
                    <p:pic>
                      <p:nvPicPr>
                        <p:cNvPr id="30738" name="Object 68"/>
                        <p:cNvPicPr>
                          <a:picLocks noChangeAspect="1" noChangeArrowheads="1"/>
                        </p:cNvPicPr>
                        <p:nvPr/>
                      </p:nvPicPr>
                      <p:blipFill>
                        <a:blip r:embed="rId26"/>
                        <a:srcRect/>
                        <a:stretch>
                          <a:fillRect/>
                        </a:stretch>
                      </p:blipFill>
                      <p:spPr bwMode="auto">
                        <a:xfrm>
                          <a:off x="7576071" y="3222763"/>
                          <a:ext cx="323850" cy="3683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36" name="Object 69"/>
            <p:cNvGraphicFramePr>
              <a:graphicFrameLocks noChangeAspect="1"/>
            </p:cNvGraphicFramePr>
            <p:nvPr>
              <p:extLst>
                <p:ext uri="{D42A27DB-BD31-4B8C-83A1-F6EECF244321}">
                  <p14:modId xmlns:p14="http://schemas.microsoft.com/office/powerpoint/2010/main" val="2802498574"/>
                </p:ext>
              </p:extLst>
            </p:nvPr>
          </p:nvGraphicFramePr>
          <p:xfrm>
            <a:off x="7964048" y="4168984"/>
            <a:ext cx="453820" cy="433841"/>
          </p:xfrm>
          <a:graphic>
            <a:graphicData uri="http://schemas.openxmlformats.org/presentationml/2006/ole">
              <mc:AlternateContent xmlns:mc="http://schemas.openxmlformats.org/markup-compatibility/2006">
                <mc:Choice xmlns:v="urn:schemas-microsoft-com:vml" Requires="v">
                  <p:oleObj spid="_x0000_s221230" name="Equation" r:id="rId27" imgW="190440" imgH="177480" progId="Equation.DSMT4">
                    <p:embed/>
                  </p:oleObj>
                </mc:Choice>
                <mc:Fallback>
                  <p:oleObj name="Equation" r:id="rId27" imgW="190440" imgH="177480" progId="Equation.DSMT4">
                    <p:embed/>
                    <p:pic>
                      <p:nvPicPr>
                        <p:cNvPr id="30739" name="Object 69"/>
                        <p:cNvPicPr>
                          <a:picLocks noChangeAspect="1" noChangeArrowheads="1"/>
                        </p:cNvPicPr>
                        <p:nvPr/>
                      </p:nvPicPr>
                      <p:blipFill>
                        <a:blip r:embed="rId28"/>
                        <a:srcRect/>
                        <a:stretch>
                          <a:fillRect/>
                        </a:stretch>
                      </p:blipFill>
                      <p:spPr bwMode="auto">
                        <a:xfrm>
                          <a:off x="7964048" y="4168984"/>
                          <a:ext cx="453820" cy="433841"/>
                        </a:xfrm>
                        <a:prstGeom prst="rect">
                          <a:avLst/>
                        </a:prstGeom>
                        <a:noFill/>
                        <a:extLst/>
                      </p:spPr>
                    </p:pic>
                  </p:oleObj>
                </mc:Fallback>
              </mc:AlternateContent>
            </a:graphicData>
          </a:graphic>
        </p:graphicFrame>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3" presetClass="entr" presetSubtype="16"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p:cTn id="7" dur="500" fill="hold"/>
                                        <p:tgtEl>
                                          <p:spTgt spid="7"/>
                                        </p:tgtEl>
                                        <p:attrNameLst>
                                          <p:attrName>ppt_w</p:attrName>
                                        </p:attrNameLst>
                                      </p:cBhvr>
                                      <p:tavLst>
                                        <p:tav tm="0">
                                          <p:val>
                                            <p:fltVal val="0"/>
                                          </p:val>
                                        </p:tav>
                                        <p:tav tm="100000">
                                          <p:val>
                                            <p:strVal val="#ppt_w"/>
                                          </p:val>
                                        </p:tav>
                                      </p:tavLst>
                                    </p:anim>
                                    <p:anim calcmode="lin" valueType="num">
                                      <p:cBhvr>
                                        <p:cTn id="8" dur="500" fill="hold"/>
                                        <p:tgtEl>
                                          <p:spTgt spid="7"/>
                                        </p:tgtEl>
                                        <p:attrNameLst>
                                          <p:attrName>ppt_h</p:attrName>
                                        </p:attrNameLst>
                                      </p:cBhvr>
                                      <p:tavLst>
                                        <p:tav tm="0">
                                          <p:val>
                                            <p:fltVal val="0"/>
                                          </p:val>
                                        </p:tav>
                                        <p:tav tm="100000">
                                          <p:val>
                                            <p:strVal val="#ppt_h"/>
                                          </p:val>
                                        </p:tav>
                                      </p:tavLst>
                                    </p:anim>
                                    <p:animEffect transition="in" filter="fade">
                                      <p:cBhvr>
                                        <p:cTn id="9" dur="500"/>
                                        <p:tgtEl>
                                          <p:spTgt spid="7"/>
                                        </p:tgtEl>
                                      </p:cBhvr>
                                    </p:animEffect>
                                  </p:childTnLst>
                                </p:cTn>
                              </p:par>
                            </p:childTnLst>
                          </p:cTn>
                        </p:par>
                      </p:childTnLst>
                    </p:cTn>
                  </p:par>
                  <p:par>
                    <p:cTn id="10" fill="hold">
                      <p:stCondLst>
                        <p:cond delay="indefinite"/>
                      </p:stCondLst>
                      <p:childTnLst>
                        <p:par>
                          <p:cTn id="11" fill="hold">
                            <p:stCondLst>
                              <p:cond delay="0"/>
                            </p:stCondLst>
                            <p:childTnLst>
                              <p:par>
                                <p:cTn id="12" presetID="3" presetClass="entr" presetSubtype="5" fill="hold" nodeType="clickEffect">
                                  <p:stCondLst>
                                    <p:cond delay="0"/>
                                  </p:stCondLst>
                                  <p:childTnLst>
                                    <p:set>
                                      <p:cBhvr>
                                        <p:cTn id="13" dur="1" fill="hold">
                                          <p:stCondLst>
                                            <p:cond delay="0"/>
                                          </p:stCondLst>
                                        </p:cTn>
                                        <p:tgtEl>
                                          <p:spTgt spid="37893"/>
                                        </p:tgtEl>
                                        <p:attrNameLst>
                                          <p:attrName>style.visibility</p:attrName>
                                        </p:attrNameLst>
                                      </p:cBhvr>
                                      <p:to>
                                        <p:strVal val="visible"/>
                                      </p:to>
                                    </p:set>
                                    <p:animEffect transition="in" filter="blinds(vertical)">
                                      <p:cBhvr>
                                        <p:cTn id="14" dur="500"/>
                                        <p:tgtEl>
                                          <p:spTgt spid="37893"/>
                                        </p:tgtEl>
                                      </p:cBhvr>
                                    </p:animEffect>
                                  </p:childTnLst>
                                </p:cTn>
                              </p:par>
                            </p:childTnLst>
                          </p:cTn>
                        </p:par>
                      </p:childTnLst>
                    </p:cTn>
                  </p:par>
                  <p:par>
                    <p:cTn id="15" fill="hold" nodeType="clickPar">
                      <p:stCondLst>
                        <p:cond delay="indefinite"/>
                      </p:stCondLst>
                      <p:childTnLst>
                        <p:par>
                          <p:cTn id="16" fill="hold" nodeType="withGroup">
                            <p:stCondLst>
                              <p:cond delay="0"/>
                            </p:stCondLst>
                            <p:childTnLst>
                              <p:par>
                                <p:cTn id="17" presetID="3" presetClass="entr" presetSubtype="5" fill="hold" nodeType="clickEffect">
                                  <p:stCondLst>
                                    <p:cond delay="0"/>
                                  </p:stCondLst>
                                  <p:childTnLst>
                                    <p:set>
                                      <p:cBhvr>
                                        <p:cTn id="18" dur="1" fill="hold">
                                          <p:stCondLst>
                                            <p:cond delay="0"/>
                                          </p:stCondLst>
                                        </p:cTn>
                                        <p:tgtEl>
                                          <p:spTgt spid="37894"/>
                                        </p:tgtEl>
                                        <p:attrNameLst>
                                          <p:attrName>style.visibility</p:attrName>
                                        </p:attrNameLst>
                                      </p:cBhvr>
                                      <p:to>
                                        <p:strVal val="visible"/>
                                      </p:to>
                                    </p:set>
                                    <p:animEffect transition="in" filter="blinds(vertical)">
                                      <p:cBhvr>
                                        <p:cTn id="19" dur="500"/>
                                        <p:tgtEl>
                                          <p:spTgt spid="37894"/>
                                        </p:tgtEl>
                                      </p:cBhvr>
                                    </p:animEffect>
                                  </p:childTnLst>
                                </p:cTn>
                              </p:par>
                            </p:childTnLst>
                          </p:cTn>
                        </p:par>
                      </p:childTnLst>
                    </p:cTn>
                  </p:par>
                  <p:par>
                    <p:cTn id="20" fill="hold" nodeType="clickPar">
                      <p:stCondLst>
                        <p:cond delay="indefinite"/>
                      </p:stCondLst>
                      <p:childTnLst>
                        <p:par>
                          <p:cTn id="21" fill="hold" nodeType="withGroup">
                            <p:stCondLst>
                              <p:cond delay="0"/>
                            </p:stCondLst>
                            <p:childTnLst>
                              <p:par>
                                <p:cTn id="22" presetID="3" presetClass="entr" presetSubtype="5" fill="hold" nodeType="clickEffect">
                                  <p:stCondLst>
                                    <p:cond delay="0"/>
                                  </p:stCondLst>
                                  <p:childTnLst>
                                    <p:set>
                                      <p:cBhvr>
                                        <p:cTn id="23" dur="1" fill="hold">
                                          <p:stCondLst>
                                            <p:cond delay="0"/>
                                          </p:stCondLst>
                                        </p:cTn>
                                        <p:tgtEl>
                                          <p:spTgt spid="37918"/>
                                        </p:tgtEl>
                                        <p:attrNameLst>
                                          <p:attrName>style.visibility</p:attrName>
                                        </p:attrNameLst>
                                      </p:cBhvr>
                                      <p:to>
                                        <p:strVal val="visible"/>
                                      </p:to>
                                    </p:set>
                                    <p:animEffect transition="in" filter="blinds(vertical)">
                                      <p:cBhvr>
                                        <p:cTn id="24" dur="500"/>
                                        <p:tgtEl>
                                          <p:spTgt spid="37918"/>
                                        </p:tgtEl>
                                      </p:cBhvr>
                                    </p:animEffect>
                                  </p:childTnLst>
                                </p:cTn>
                              </p:par>
                            </p:childTnLst>
                          </p:cTn>
                        </p:par>
                      </p:childTnLst>
                    </p:cTn>
                  </p:par>
                  <p:par>
                    <p:cTn id="25" fill="hold" nodeType="clickPar">
                      <p:stCondLst>
                        <p:cond delay="indefinite"/>
                      </p:stCondLst>
                      <p:childTnLst>
                        <p:par>
                          <p:cTn id="26" fill="hold" nodeType="withGroup">
                            <p:stCondLst>
                              <p:cond delay="0"/>
                            </p:stCondLst>
                            <p:childTnLst>
                              <p:par>
                                <p:cTn id="27" presetID="3" presetClass="entr" presetSubtype="10" fill="hold" nodeType="clickEffect">
                                  <p:stCondLst>
                                    <p:cond delay="0"/>
                                  </p:stCondLst>
                                  <p:childTnLst>
                                    <p:set>
                                      <p:cBhvr>
                                        <p:cTn id="28" dur="1" fill="hold">
                                          <p:stCondLst>
                                            <p:cond delay="0"/>
                                          </p:stCondLst>
                                        </p:cTn>
                                        <p:tgtEl>
                                          <p:spTgt spid="2"/>
                                        </p:tgtEl>
                                        <p:attrNameLst>
                                          <p:attrName>style.visibility</p:attrName>
                                        </p:attrNameLst>
                                      </p:cBhvr>
                                      <p:to>
                                        <p:strVal val="visible"/>
                                      </p:to>
                                    </p:set>
                                    <p:animEffect transition="in" filter="blinds(horizontal)">
                                      <p:cBhvr>
                                        <p:cTn id="29" dur="500"/>
                                        <p:tgtEl>
                                          <p:spTgt spid="2"/>
                                        </p:tgtEl>
                                      </p:cBhvr>
                                    </p:animEffect>
                                  </p:childTnLst>
                                </p:cTn>
                              </p:par>
                            </p:childTnLst>
                          </p:cTn>
                        </p:par>
                        <p:par>
                          <p:cTn id="30" fill="hold" nodeType="withGroup">
                            <p:stCondLst>
                              <p:cond delay="500"/>
                            </p:stCondLst>
                            <p:childTnLst>
                              <p:par>
                                <p:cTn id="31" presetID="5" presetClass="entr" presetSubtype="10" fill="hold" nodeType="afterEffect">
                                  <p:stCondLst>
                                    <p:cond delay="0"/>
                                  </p:stCondLst>
                                  <p:childTnLst>
                                    <p:set>
                                      <p:cBhvr>
                                        <p:cTn id="32" dur="1" fill="hold">
                                          <p:stCondLst>
                                            <p:cond delay="0"/>
                                          </p:stCondLst>
                                        </p:cTn>
                                        <p:tgtEl>
                                          <p:spTgt spid="3"/>
                                        </p:tgtEl>
                                        <p:attrNameLst>
                                          <p:attrName>style.visibility</p:attrName>
                                        </p:attrNameLst>
                                      </p:cBhvr>
                                      <p:to>
                                        <p:strVal val="visible"/>
                                      </p:to>
                                    </p:set>
                                    <p:animEffect transition="in" filter="checkerboard(across)">
                                      <p:cBhvr>
                                        <p:cTn id="33"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grpSp>
        <p:nvGrpSpPr>
          <p:cNvPr id="2" name="组合 1"/>
          <p:cNvGrpSpPr/>
          <p:nvPr/>
        </p:nvGrpSpPr>
        <p:grpSpPr>
          <a:xfrm>
            <a:off x="436900" y="190353"/>
            <a:ext cx="7672049" cy="4780576"/>
            <a:chOff x="436900" y="190353"/>
            <a:chExt cx="7672049" cy="4780576"/>
          </a:xfrm>
        </p:grpSpPr>
        <p:graphicFrame>
          <p:nvGraphicFramePr>
            <p:cNvPr id="4" name="对象 3"/>
            <p:cNvGraphicFramePr>
              <a:graphicFrameLocks noChangeAspect="1"/>
            </p:cNvGraphicFramePr>
            <p:nvPr>
              <p:extLst>
                <p:ext uri="{D42A27DB-BD31-4B8C-83A1-F6EECF244321}">
                  <p14:modId xmlns:p14="http://schemas.microsoft.com/office/powerpoint/2010/main" val="3284075369"/>
                </p:ext>
              </p:extLst>
            </p:nvPr>
          </p:nvGraphicFramePr>
          <p:xfrm>
            <a:off x="518915" y="819558"/>
            <a:ext cx="1289447" cy="510779"/>
          </p:xfrm>
          <a:graphic>
            <a:graphicData uri="http://schemas.openxmlformats.org/presentationml/2006/ole">
              <mc:AlternateContent xmlns:mc="http://schemas.openxmlformats.org/markup-compatibility/2006">
                <mc:Choice xmlns:v="urn:schemas-microsoft-com:vml" Requires="v">
                  <p:oleObj spid="_x0000_s213572" name="Equation" r:id="rId3" imgW="749160" imgH="291960" progId="Equation.DSMT4">
                    <p:embed/>
                  </p:oleObj>
                </mc:Choice>
                <mc:Fallback>
                  <p:oleObj name="Equation" r:id="rId3" imgW="749160" imgH="291960" progId="Equation.DSMT4">
                    <p:embed/>
                    <p:pic>
                      <p:nvPicPr>
                        <p:cNvPr id="4" name="对象 3"/>
                        <p:cNvPicPr>
                          <a:picLocks noChangeAspect="1" noChangeArrowheads="1"/>
                        </p:cNvPicPr>
                        <p:nvPr/>
                      </p:nvPicPr>
                      <p:blipFill>
                        <a:blip r:embed="rId4"/>
                        <a:srcRect/>
                        <a:stretch>
                          <a:fillRect/>
                        </a:stretch>
                      </p:blipFill>
                      <p:spPr bwMode="auto">
                        <a:xfrm>
                          <a:off x="518915" y="819558"/>
                          <a:ext cx="1289447" cy="510779"/>
                        </a:xfrm>
                        <a:prstGeom prst="rect">
                          <a:avLst/>
                        </a:prstGeom>
                        <a:noFill/>
                        <a:ln>
                          <a:noFill/>
                        </a:ln>
                        <a:effectLst/>
                      </p:spPr>
                    </p:pic>
                  </p:oleObj>
                </mc:Fallback>
              </mc:AlternateContent>
            </a:graphicData>
          </a:graphic>
        </p:graphicFrame>
        <p:graphicFrame>
          <p:nvGraphicFramePr>
            <p:cNvPr id="5" name="对象 4"/>
            <p:cNvGraphicFramePr>
              <a:graphicFrameLocks noChangeAspect="1"/>
            </p:cNvGraphicFramePr>
            <p:nvPr>
              <p:extLst>
                <p:ext uri="{D42A27DB-BD31-4B8C-83A1-F6EECF244321}">
                  <p14:modId xmlns:p14="http://schemas.microsoft.com/office/powerpoint/2010/main" val="1106921395"/>
                </p:ext>
              </p:extLst>
            </p:nvPr>
          </p:nvGraphicFramePr>
          <p:xfrm>
            <a:off x="4939280" y="1030288"/>
            <a:ext cx="2973388" cy="704850"/>
          </p:xfrm>
          <a:graphic>
            <a:graphicData uri="http://schemas.openxmlformats.org/presentationml/2006/ole">
              <mc:AlternateContent xmlns:mc="http://schemas.openxmlformats.org/markup-compatibility/2006">
                <mc:Choice xmlns:v="urn:schemas-microsoft-com:vml" Requires="v">
                  <p:oleObj spid="_x0000_s213573" name="Equation" r:id="rId5" imgW="1777680" imgH="393480" progId="Equation.DSMT4">
                    <p:embed/>
                  </p:oleObj>
                </mc:Choice>
                <mc:Fallback>
                  <p:oleObj name="Equation" r:id="rId5" imgW="1777680" imgH="393480" progId="Equation.DSMT4">
                    <p:embed/>
                    <p:pic>
                      <p:nvPicPr>
                        <p:cNvPr id="5" name="对象 4"/>
                        <p:cNvPicPr>
                          <a:picLocks noChangeAspect="1" noChangeArrowheads="1"/>
                        </p:cNvPicPr>
                        <p:nvPr/>
                      </p:nvPicPr>
                      <p:blipFill>
                        <a:blip r:embed="rId6"/>
                        <a:srcRect/>
                        <a:stretch>
                          <a:fillRect/>
                        </a:stretch>
                      </p:blipFill>
                      <p:spPr bwMode="auto">
                        <a:xfrm>
                          <a:off x="4939280" y="1030288"/>
                          <a:ext cx="2973388" cy="704850"/>
                        </a:xfrm>
                        <a:prstGeom prst="rect">
                          <a:avLst/>
                        </a:prstGeom>
                        <a:noFill/>
                        <a:ln w="9525">
                          <a:solidFill>
                            <a:srgbClr val="FF0000"/>
                          </a:solidFill>
                          <a:miter lim="800000"/>
                          <a:headEnd/>
                          <a:tailEnd/>
                        </a:ln>
                      </p:spPr>
                    </p:pic>
                  </p:oleObj>
                </mc:Fallback>
              </mc:AlternateContent>
            </a:graphicData>
          </a:graphic>
        </p:graphicFrame>
        <p:graphicFrame>
          <p:nvGraphicFramePr>
            <p:cNvPr id="40" name="对象 39"/>
            <p:cNvGraphicFramePr>
              <a:graphicFrameLocks noChangeAspect="1"/>
            </p:cNvGraphicFramePr>
            <p:nvPr>
              <p:extLst>
                <p:ext uri="{D42A27DB-BD31-4B8C-83A1-F6EECF244321}">
                  <p14:modId xmlns:p14="http://schemas.microsoft.com/office/powerpoint/2010/main" val="3491928770"/>
                </p:ext>
              </p:extLst>
            </p:nvPr>
          </p:nvGraphicFramePr>
          <p:xfrm>
            <a:off x="1802607" y="695535"/>
            <a:ext cx="2152650" cy="758825"/>
          </p:xfrm>
          <a:graphic>
            <a:graphicData uri="http://schemas.openxmlformats.org/presentationml/2006/ole">
              <mc:AlternateContent xmlns:mc="http://schemas.openxmlformats.org/markup-compatibility/2006">
                <mc:Choice xmlns:v="urn:schemas-microsoft-com:vml" Requires="v">
                  <p:oleObj spid="_x0000_s213574" name="Equation" r:id="rId7" imgW="1282680" imgH="444240" progId="Equation.DSMT4">
                    <p:embed/>
                  </p:oleObj>
                </mc:Choice>
                <mc:Fallback>
                  <p:oleObj name="Equation" r:id="rId7" imgW="1282680" imgH="444240" progId="Equation.DSMT4">
                    <p:embed/>
                    <p:pic>
                      <p:nvPicPr>
                        <p:cNvPr id="40" name="对象 39"/>
                        <p:cNvPicPr>
                          <a:picLocks noChangeAspect="1" noChangeArrowheads="1"/>
                        </p:cNvPicPr>
                        <p:nvPr/>
                      </p:nvPicPr>
                      <p:blipFill>
                        <a:blip r:embed="rId8"/>
                        <a:srcRect/>
                        <a:stretch>
                          <a:fillRect/>
                        </a:stretch>
                      </p:blipFill>
                      <p:spPr bwMode="auto">
                        <a:xfrm>
                          <a:off x="1802607" y="695535"/>
                          <a:ext cx="2152650" cy="758825"/>
                        </a:xfrm>
                        <a:prstGeom prst="rect">
                          <a:avLst/>
                        </a:prstGeom>
                        <a:noFill/>
                        <a:ln>
                          <a:noFill/>
                        </a:ln>
                        <a:effectLst/>
                      </p:spPr>
                    </p:pic>
                  </p:oleObj>
                </mc:Fallback>
              </mc:AlternateContent>
            </a:graphicData>
          </a:graphic>
        </p:graphicFrame>
        <p:graphicFrame>
          <p:nvGraphicFramePr>
            <p:cNvPr id="41" name="对象 40"/>
            <p:cNvGraphicFramePr>
              <a:graphicFrameLocks noChangeAspect="1"/>
            </p:cNvGraphicFramePr>
            <p:nvPr>
              <p:extLst>
                <p:ext uri="{D42A27DB-BD31-4B8C-83A1-F6EECF244321}">
                  <p14:modId xmlns:p14="http://schemas.microsoft.com/office/powerpoint/2010/main" val="1275985733"/>
                </p:ext>
              </p:extLst>
            </p:nvPr>
          </p:nvGraphicFramePr>
          <p:xfrm>
            <a:off x="867965" y="1652971"/>
            <a:ext cx="2430000" cy="850652"/>
          </p:xfrm>
          <a:graphic>
            <a:graphicData uri="http://schemas.openxmlformats.org/presentationml/2006/ole">
              <mc:AlternateContent xmlns:mc="http://schemas.openxmlformats.org/markup-compatibility/2006">
                <mc:Choice xmlns:v="urn:schemas-microsoft-com:vml" Requires="v">
                  <p:oleObj spid="_x0000_s213575" name="Equation" r:id="rId9" imgW="1460160" imgH="482400" progId="Equation.DSMT4">
                    <p:embed/>
                  </p:oleObj>
                </mc:Choice>
                <mc:Fallback>
                  <p:oleObj name="Equation" r:id="rId9" imgW="1460160" imgH="482400" progId="Equation.DSMT4">
                    <p:embed/>
                    <p:pic>
                      <p:nvPicPr>
                        <p:cNvPr id="41" name="对象 40"/>
                        <p:cNvPicPr>
                          <a:picLocks noChangeAspect="1" noChangeArrowheads="1"/>
                        </p:cNvPicPr>
                        <p:nvPr/>
                      </p:nvPicPr>
                      <p:blipFill>
                        <a:blip r:embed="rId10"/>
                        <a:srcRect/>
                        <a:stretch>
                          <a:fillRect/>
                        </a:stretch>
                      </p:blipFill>
                      <p:spPr bwMode="auto">
                        <a:xfrm>
                          <a:off x="867965" y="1652971"/>
                          <a:ext cx="2430000" cy="850652"/>
                        </a:xfrm>
                        <a:prstGeom prst="rect">
                          <a:avLst/>
                        </a:prstGeom>
                        <a:noFill/>
                        <a:ln>
                          <a:noFill/>
                        </a:ln>
                        <a:effectLst/>
                      </p:spPr>
                    </p:pic>
                  </p:oleObj>
                </mc:Fallback>
              </mc:AlternateContent>
            </a:graphicData>
          </a:graphic>
        </p:graphicFrame>
        <p:graphicFrame>
          <p:nvGraphicFramePr>
            <p:cNvPr id="42" name="对象 41"/>
            <p:cNvGraphicFramePr>
              <a:graphicFrameLocks noChangeAspect="1"/>
            </p:cNvGraphicFramePr>
            <p:nvPr>
              <p:extLst>
                <p:ext uri="{D42A27DB-BD31-4B8C-83A1-F6EECF244321}">
                  <p14:modId xmlns:p14="http://schemas.microsoft.com/office/powerpoint/2010/main" val="355755020"/>
                </p:ext>
              </p:extLst>
            </p:nvPr>
          </p:nvGraphicFramePr>
          <p:xfrm>
            <a:off x="436900" y="2692709"/>
            <a:ext cx="3067709" cy="849389"/>
          </p:xfrm>
          <a:graphic>
            <a:graphicData uri="http://schemas.openxmlformats.org/presentationml/2006/ole">
              <mc:AlternateContent xmlns:mc="http://schemas.openxmlformats.org/markup-compatibility/2006">
                <mc:Choice xmlns:v="urn:schemas-microsoft-com:vml" Requires="v">
                  <p:oleObj spid="_x0000_s213576" name="Equation" r:id="rId11" imgW="1739880" imgH="482400" progId="Equation.DSMT4">
                    <p:embed/>
                  </p:oleObj>
                </mc:Choice>
                <mc:Fallback>
                  <p:oleObj name="Equation" r:id="rId11" imgW="1739880" imgH="482400" progId="Equation.DSMT4">
                    <p:embed/>
                    <p:pic>
                      <p:nvPicPr>
                        <p:cNvPr id="42" name="对象 41"/>
                        <p:cNvPicPr>
                          <a:picLocks noChangeAspect="1" noChangeArrowheads="1"/>
                        </p:cNvPicPr>
                        <p:nvPr/>
                      </p:nvPicPr>
                      <p:blipFill>
                        <a:blip r:embed="rId12"/>
                        <a:srcRect/>
                        <a:stretch>
                          <a:fillRect/>
                        </a:stretch>
                      </p:blipFill>
                      <p:spPr bwMode="auto">
                        <a:xfrm>
                          <a:off x="436900" y="2692709"/>
                          <a:ext cx="3067709" cy="849389"/>
                        </a:xfrm>
                        <a:prstGeom prst="rect">
                          <a:avLst/>
                        </a:prstGeom>
                        <a:noFill/>
                        <a:ln>
                          <a:noFill/>
                        </a:ln>
                        <a:effectLst/>
                      </p:spPr>
                    </p:pic>
                  </p:oleObj>
                </mc:Fallback>
              </mc:AlternateContent>
            </a:graphicData>
          </a:graphic>
        </p:graphicFrame>
        <p:graphicFrame>
          <p:nvGraphicFramePr>
            <p:cNvPr id="43" name="对象 42"/>
            <p:cNvGraphicFramePr>
              <a:graphicFrameLocks noChangeAspect="1"/>
            </p:cNvGraphicFramePr>
            <p:nvPr>
              <p:extLst>
                <p:ext uri="{D42A27DB-BD31-4B8C-83A1-F6EECF244321}">
                  <p14:modId xmlns:p14="http://schemas.microsoft.com/office/powerpoint/2010/main" val="3730281183"/>
                </p:ext>
              </p:extLst>
            </p:nvPr>
          </p:nvGraphicFramePr>
          <p:xfrm>
            <a:off x="1059657" y="3693085"/>
            <a:ext cx="2538502" cy="877309"/>
          </p:xfrm>
          <a:graphic>
            <a:graphicData uri="http://schemas.openxmlformats.org/presentationml/2006/ole">
              <mc:AlternateContent xmlns:mc="http://schemas.openxmlformats.org/markup-compatibility/2006">
                <mc:Choice xmlns:v="urn:schemas-microsoft-com:vml" Requires="v">
                  <p:oleObj spid="_x0000_s213577" name="Equation" r:id="rId13" imgW="1396800" imgH="482400" progId="Equation.DSMT4">
                    <p:embed/>
                  </p:oleObj>
                </mc:Choice>
                <mc:Fallback>
                  <p:oleObj name="Equation" r:id="rId13" imgW="1396800" imgH="482400" progId="Equation.DSMT4">
                    <p:embed/>
                    <p:pic>
                      <p:nvPicPr>
                        <p:cNvPr id="43" name="对象 42"/>
                        <p:cNvPicPr>
                          <a:picLocks noChangeAspect="1" noChangeArrowheads="1"/>
                        </p:cNvPicPr>
                        <p:nvPr/>
                      </p:nvPicPr>
                      <p:blipFill>
                        <a:blip r:embed="rId14"/>
                        <a:srcRect/>
                        <a:stretch>
                          <a:fillRect/>
                        </a:stretch>
                      </p:blipFill>
                      <p:spPr bwMode="auto">
                        <a:xfrm>
                          <a:off x="1059657" y="3693085"/>
                          <a:ext cx="2538502" cy="877309"/>
                        </a:xfrm>
                        <a:prstGeom prst="rect">
                          <a:avLst/>
                        </a:prstGeom>
                        <a:noFill/>
                        <a:ln>
                          <a:noFill/>
                        </a:ln>
                        <a:effectLst/>
                      </p:spPr>
                    </p:pic>
                  </p:oleObj>
                </mc:Fallback>
              </mc:AlternateContent>
            </a:graphicData>
          </a:graphic>
        </p:graphicFrame>
        <p:graphicFrame>
          <p:nvGraphicFramePr>
            <p:cNvPr id="44" name="对象 43"/>
            <p:cNvGraphicFramePr>
              <a:graphicFrameLocks noChangeAspect="1"/>
            </p:cNvGraphicFramePr>
            <p:nvPr>
              <p:extLst>
                <p:ext uri="{D42A27DB-BD31-4B8C-83A1-F6EECF244321}">
                  <p14:modId xmlns:p14="http://schemas.microsoft.com/office/powerpoint/2010/main" val="876221784"/>
                </p:ext>
              </p:extLst>
            </p:nvPr>
          </p:nvGraphicFramePr>
          <p:xfrm>
            <a:off x="4939280" y="190353"/>
            <a:ext cx="2239051" cy="795866"/>
          </p:xfrm>
          <a:graphic>
            <a:graphicData uri="http://schemas.openxmlformats.org/presentationml/2006/ole">
              <mc:AlternateContent xmlns:mc="http://schemas.openxmlformats.org/markup-compatibility/2006">
                <mc:Choice xmlns:v="urn:schemas-microsoft-com:vml" Requires="v">
                  <p:oleObj spid="_x0000_s213578" name="Equation" r:id="rId15" imgW="1358640" imgH="431640" progId="Equation.DSMT4">
                    <p:embed/>
                  </p:oleObj>
                </mc:Choice>
                <mc:Fallback>
                  <p:oleObj name="Equation" r:id="rId15" imgW="1358640" imgH="431640" progId="Equation.DSMT4">
                    <p:embed/>
                    <p:pic>
                      <p:nvPicPr>
                        <p:cNvPr id="44" name="对象 43"/>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4939280" y="190353"/>
                          <a:ext cx="2239051" cy="795866"/>
                        </a:xfrm>
                        <a:prstGeom prst="rect">
                          <a:avLst/>
                        </a:prstGeom>
                        <a:noFill/>
                        <a:ln>
                          <a:solidFill>
                            <a:srgbClr val="FF0000"/>
                          </a:solidFill>
                        </a:ln>
                      </p:spPr>
                    </p:pic>
                  </p:oleObj>
                </mc:Fallback>
              </mc:AlternateContent>
            </a:graphicData>
          </a:graphic>
        </p:graphicFrame>
        <p:grpSp>
          <p:nvGrpSpPr>
            <p:cNvPr id="3" name="组合 2"/>
            <p:cNvGrpSpPr/>
            <p:nvPr/>
          </p:nvGrpSpPr>
          <p:grpSpPr>
            <a:xfrm>
              <a:off x="5704509" y="1931264"/>
              <a:ext cx="2404440" cy="3039665"/>
              <a:chOff x="5856909" y="1683614"/>
              <a:chExt cx="2404440" cy="3039665"/>
            </a:xfrm>
          </p:grpSpPr>
          <p:sp>
            <p:nvSpPr>
              <p:cNvPr id="45" name="Line 14"/>
              <p:cNvSpPr>
                <a:spLocks noChangeShapeType="1"/>
              </p:cNvSpPr>
              <p:nvPr/>
            </p:nvSpPr>
            <p:spPr bwMode="auto">
              <a:xfrm>
                <a:off x="6281313" y="2047945"/>
                <a:ext cx="0" cy="2309813"/>
              </a:xfrm>
              <a:prstGeom prst="line">
                <a:avLst/>
              </a:prstGeom>
              <a:noFill/>
              <a:ln w="47625" cap="sq">
                <a:solidFill>
                  <a:srgbClr val="FF6600"/>
                </a:solidFill>
                <a:round/>
                <a:headEnd type="none" w="sm" len="sm"/>
                <a:tailEnd type="none" w="sm" len="sm"/>
              </a:ln>
            </p:spPr>
            <p:txBody>
              <a:bodyPr wrap="none" anchor="ctr"/>
              <a:lstStyle/>
              <a:p>
                <a:pPr defTabSz="685800" fontAlgn="base">
                  <a:spcBef>
                    <a:spcPct val="0"/>
                  </a:spcBef>
                  <a:spcAft>
                    <a:spcPct val="0"/>
                  </a:spcAft>
                  <a:defRPr/>
                </a:pPr>
                <a:endParaRPr lang="zh-CN" altLang="en-US" sz="1350">
                  <a:solidFill>
                    <a:srgbClr val="333333"/>
                  </a:solidFill>
                  <a:latin typeface="Arial" charset="0"/>
                  <a:ea typeface="宋体" pitchFamily="2" charset="-122"/>
                </a:endParaRPr>
              </a:p>
            </p:txBody>
          </p:sp>
          <p:sp>
            <p:nvSpPr>
              <p:cNvPr id="46" name="Line 47"/>
              <p:cNvSpPr>
                <a:spLocks noChangeShapeType="1"/>
              </p:cNvSpPr>
              <p:nvPr/>
            </p:nvSpPr>
            <p:spPr bwMode="auto">
              <a:xfrm>
                <a:off x="6281312" y="3169514"/>
                <a:ext cx="1980037" cy="0"/>
              </a:xfrm>
              <a:prstGeom prst="line">
                <a:avLst/>
              </a:prstGeom>
              <a:noFill/>
              <a:ln w="12700" cap="sq">
                <a:solidFill>
                  <a:schemeClr val="tx1"/>
                </a:solidFill>
                <a:round/>
                <a:headEnd type="none" w="sm" len="sm"/>
                <a:tailEnd type="arrow" w="med" len="med"/>
              </a:ln>
            </p:spPr>
            <p:txBody>
              <a:bodyPr/>
              <a:lstStyle/>
              <a:p>
                <a:pPr defTabSz="685800" fontAlgn="base">
                  <a:spcBef>
                    <a:spcPct val="0"/>
                  </a:spcBef>
                  <a:spcAft>
                    <a:spcPct val="0"/>
                  </a:spcAft>
                  <a:defRPr/>
                </a:pPr>
                <a:endParaRPr lang="zh-CN" altLang="en-US" sz="1350">
                  <a:solidFill>
                    <a:srgbClr val="333333"/>
                  </a:solidFill>
                  <a:latin typeface="Arial" charset="0"/>
                  <a:ea typeface="宋体" pitchFamily="2" charset="-122"/>
                </a:endParaRPr>
              </a:p>
            </p:txBody>
          </p:sp>
          <p:graphicFrame>
            <p:nvGraphicFramePr>
              <p:cNvPr id="47" name="Object 2"/>
              <p:cNvGraphicFramePr>
                <a:graphicFrameLocks noChangeAspect="1"/>
              </p:cNvGraphicFramePr>
              <p:nvPr>
                <p:extLst/>
              </p:nvPr>
            </p:nvGraphicFramePr>
            <p:xfrm>
              <a:off x="5975322" y="1890783"/>
              <a:ext cx="271463" cy="272653"/>
            </p:xfrm>
            <a:graphic>
              <a:graphicData uri="http://schemas.openxmlformats.org/presentationml/2006/ole">
                <mc:AlternateContent xmlns:mc="http://schemas.openxmlformats.org/markup-compatibility/2006">
                  <mc:Choice xmlns:v="urn:schemas-microsoft-com:vml" Requires="v">
                    <p:oleObj spid="_x0000_s213579" name="Equation" r:id="rId17" imgW="126720" imgH="126720" progId="Equation.DSMT4">
                      <p:embed/>
                    </p:oleObj>
                  </mc:Choice>
                  <mc:Fallback>
                    <p:oleObj name="Equation" r:id="rId17" imgW="126720" imgH="126720" progId="Equation.DSMT4">
                      <p:embed/>
                      <p:pic>
                        <p:nvPicPr>
                          <p:cNvPr id="47" name="Object 2"/>
                          <p:cNvPicPr>
                            <a:picLocks noChangeAspect="1" noChangeArrowheads="1"/>
                          </p:cNvPicPr>
                          <p:nvPr/>
                        </p:nvPicPr>
                        <p:blipFill>
                          <a:blip r:embed="rId18"/>
                          <a:srcRect/>
                          <a:stretch>
                            <a:fillRect/>
                          </a:stretch>
                        </p:blipFill>
                        <p:spPr bwMode="auto">
                          <a:xfrm>
                            <a:off x="5975322" y="1890783"/>
                            <a:ext cx="271463" cy="27265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48" name="Object 3"/>
              <p:cNvGraphicFramePr>
                <a:graphicFrameLocks noChangeAspect="1"/>
              </p:cNvGraphicFramePr>
              <p:nvPr>
                <p:extLst/>
              </p:nvPr>
            </p:nvGraphicFramePr>
            <p:xfrm>
              <a:off x="6340845" y="1683614"/>
              <a:ext cx="448865" cy="589359"/>
            </p:xfrm>
            <a:graphic>
              <a:graphicData uri="http://schemas.openxmlformats.org/presentationml/2006/ole">
                <mc:AlternateContent xmlns:mc="http://schemas.openxmlformats.org/markup-compatibility/2006">
                  <mc:Choice xmlns:v="urn:schemas-microsoft-com:vml" Requires="v">
                    <p:oleObj spid="_x0000_s213580" name="公式" r:id="rId19" imgW="152280" imgH="406080" progId="Equation.3">
                      <p:embed/>
                    </p:oleObj>
                  </mc:Choice>
                  <mc:Fallback>
                    <p:oleObj name="公式" r:id="rId19" imgW="152280" imgH="406080" progId="Equation.3">
                      <p:embed/>
                      <p:pic>
                        <p:nvPicPr>
                          <p:cNvPr id="48" name="Object 3"/>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6340845" y="1683614"/>
                            <a:ext cx="448865" cy="58935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49" name="Object 4"/>
              <p:cNvGraphicFramePr>
                <a:graphicFrameLocks noChangeAspect="1"/>
              </p:cNvGraphicFramePr>
              <p:nvPr>
                <p:extLst/>
              </p:nvPr>
            </p:nvGraphicFramePr>
            <p:xfrm>
              <a:off x="6336082" y="4154160"/>
              <a:ext cx="484584" cy="569119"/>
            </p:xfrm>
            <a:graphic>
              <a:graphicData uri="http://schemas.openxmlformats.org/presentationml/2006/ole">
                <mc:AlternateContent xmlns:mc="http://schemas.openxmlformats.org/markup-compatibility/2006">
                  <mc:Choice xmlns:v="urn:schemas-microsoft-com:vml" Requires="v">
                    <p:oleObj spid="_x0000_s213581" name="Equation" r:id="rId21" imgW="266400" imgH="406080" progId="Equation.DSMT4">
                      <p:embed/>
                    </p:oleObj>
                  </mc:Choice>
                  <mc:Fallback>
                    <p:oleObj name="Equation" r:id="rId21" imgW="266400" imgH="406080" progId="Equation.DSMT4">
                      <p:embed/>
                      <p:pic>
                        <p:nvPicPr>
                          <p:cNvPr id="49" name="Object 4"/>
                          <p:cNvPicPr>
                            <a:picLocks noChangeAspect="1" noChangeArrowheads="1"/>
                          </p:cNvPicPr>
                          <p:nvPr/>
                        </p:nvPicPr>
                        <p:blipFill>
                          <a:blip r:embed="rId22">
                            <a:extLst>
                              <a:ext uri="{28A0092B-C50C-407E-A947-70E740481C1C}">
                                <a14:useLocalDpi xmlns:a14="http://schemas.microsoft.com/office/drawing/2010/main" val="0"/>
                              </a:ext>
                            </a:extLst>
                          </a:blip>
                          <a:srcRect/>
                          <a:stretch>
                            <a:fillRect/>
                          </a:stretch>
                        </p:blipFill>
                        <p:spPr bwMode="auto">
                          <a:xfrm>
                            <a:off x="6336082" y="4154160"/>
                            <a:ext cx="484584" cy="5691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nvGrpSpPr>
              <p:cNvPr id="50" name="Group 63"/>
              <p:cNvGrpSpPr>
                <a:grpSpLocks/>
              </p:cNvGrpSpPr>
              <p:nvPr/>
            </p:nvGrpSpPr>
            <p:grpSpPr bwMode="auto">
              <a:xfrm>
                <a:off x="6403885" y="2668261"/>
                <a:ext cx="901386" cy="765572"/>
                <a:chOff x="4464" y="2273"/>
                <a:chExt cx="656" cy="557"/>
              </a:xfrm>
            </p:grpSpPr>
            <p:graphicFrame>
              <p:nvGraphicFramePr>
                <p:cNvPr id="51" name="Object 18"/>
                <p:cNvGraphicFramePr>
                  <a:graphicFrameLocks noChangeAspect="1"/>
                </p:cNvGraphicFramePr>
                <p:nvPr/>
              </p:nvGraphicFramePr>
              <p:xfrm>
                <a:off x="4464" y="2612"/>
                <a:ext cx="220" cy="218"/>
              </p:xfrm>
              <a:graphic>
                <a:graphicData uri="http://schemas.openxmlformats.org/presentationml/2006/ole">
                  <mc:AlternateContent xmlns:mc="http://schemas.openxmlformats.org/markup-compatibility/2006">
                    <mc:Choice xmlns:v="urn:schemas-microsoft-com:vml" Requires="v">
                      <p:oleObj spid="_x0000_s213582" name="公式" r:id="rId23" imgW="139680" imgH="139680" progId="Equation.3">
                        <p:embed/>
                      </p:oleObj>
                    </mc:Choice>
                    <mc:Fallback>
                      <p:oleObj name="公式" r:id="rId23" imgW="139680" imgH="139680" progId="Equation.3">
                        <p:embed/>
                        <p:pic>
                          <p:nvPicPr>
                            <p:cNvPr id="51" name="Object 18"/>
                            <p:cNvPicPr>
                              <a:picLocks noChangeAspect="1" noChangeArrowheads="1"/>
                            </p:cNvPicPr>
                            <p:nvPr/>
                          </p:nvPicPr>
                          <p:blipFill>
                            <a:blip r:embed="rId24">
                              <a:extLst>
                                <a:ext uri="{28A0092B-C50C-407E-A947-70E740481C1C}">
                                  <a14:useLocalDpi xmlns:a14="http://schemas.microsoft.com/office/drawing/2010/main" val="0"/>
                                </a:ext>
                              </a:extLst>
                            </a:blip>
                            <a:srcRect/>
                            <a:stretch>
                              <a:fillRect/>
                            </a:stretch>
                          </p:blipFill>
                          <p:spPr bwMode="auto">
                            <a:xfrm>
                              <a:off x="4464" y="2612"/>
                              <a:ext cx="220" cy="2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52" name="Text Box 51"/>
                <p:cNvSpPr txBox="1">
                  <a:spLocks noChangeArrowheads="1"/>
                </p:cNvSpPr>
                <p:nvPr/>
              </p:nvSpPr>
              <p:spPr bwMode="auto">
                <a:xfrm>
                  <a:off x="4928" y="2273"/>
                  <a:ext cx="192" cy="326"/>
                </a:xfrm>
                <a:prstGeom prst="rect">
                  <a:avLst/>
                </a:prstGeom>
                <a:noFill/>
                <a:ln w="12700" cap="sq">
                  <a:noFill/>
                  <a:miter lim="800000"/>
                  <a:headEnd type="none" w="sm" len="sm"/>
                  <a:tailEnd type="none" w="sm" len="sm"/>
                </a:ln>
              </p:spPr>
              <p:txBody>
                <a:bodyPr>
                  <a:spAutoFit/>
                </a:bodyPr>
                <a:lstStyle/>
                <a:p>
                  <a:pPr defTabSz="685800" eaLnBrk="0" fontAlgn="base" hangingPunct="0">
                    <a:lnSpc>
                      <a:spcPct val="110000"/>
                    </a:lnSpc>
                    <a:spcBef>
                      <a:spcPct val="50000"/>
                    </a:spcBef>
                    <a:spcAft>
                      <a:spcPct val="0"/>
                    </a:spcAft>
                    <a:defRPr/>
                  </a:pPr>
                  <a:r>
                    <a:rPr lang="en-US" altLang="zh-CN" sz="2100" b="1" i="1">
                      <a:solidFill>
                        <a:srgbClr val="000000"/>
                      </a:solidFill>
                      <a:latin typeface="Times New Roman" pitchFamily="18" charset="0"/>
                      <a:ea typeface="宋体" pitchFamily="2" charset="-122"/>
                    </a:rPr>
                    <a:t>p</a:t>
                  </a:r>
                </a:p>
              </p:txBody>
            </p:sp>
          </p:grpSp>
          <p:grpSp>
            <p:nvGrpSpPr>
              <p:cNvPr id="53" name="Group 56"/>
              <p:cNvGrpSpPr>
                <a:grpSpLocks/>
              </p:cNvGrpSpPr>
              <p:nvPr/>
            </p:nvGrpSpPr>
            <p:grpSpPr bwMode="auto">
              <a:xfrm>
                <a:off x="6884962" y="3079012"/>
                <a:ext cx="1337071" cy="1003831"/>
                <a:chOff x="4779" y="2584"/>
                <a:chExt cx="972" cy="730"/>
              </a:xfrm>
            </p:grpSpPr>
            <p:sp>
              <p:nvSpPr>
                <p:cNvPr id="54" name="Line 36"/>
                <p:cNvSpPr>
                  <a:spLocks noChangeShapeType="1"/>
                </p:cNvSpPr>
                <p:nvPr/>
              </p:nvSpPr>
              <p:spPr bwMode="auto">
                <a:xfrm>
                  <a:off x="4918" y="2680"/>
                  <a:ext cx="0" cy="336"/>
                </a:xfrm>
                <a:prstGeom prst="line">
                  <a:avLst/>
                </a:prstGeom>
                <a:noFill/>
                <a:ln w="15875" cap="sq">
                  <a:solidFill>
                    <a:schemeClr val="tx2"/>
                  </a:solidFill>
                  <a:round/>
                  <a:headEnd type="none" w="sm" len="sm"/>
                  <a:tailEnd type="stealth" w="lg" len="lg"/>
                </a:ln>
              </p:spPr>
              <p:txBody>
                <a:bodyPr/>
                <a:lstStyle/>
                <a:p>
                  <a:pPr defTabSz="685800" fontAlgn="base">
                    <a:spcBef>
                      <a:spcPct val="0"/>
                    </a:spcBef>
                    <a:spcAft>
                      <a:spcPct val="0"/>
                    </a:spcAft>
                    <a:defRPr/>
                  </a:pPr>
                  <a:endParaRPr lang="zh-CN" altLang="en-US" sz="1350">
                    <a:solidFill>
                      <a:srgbClr val="333333"/>
                    </a:solidFill>
                    <a:latin typeface="Arial" charset="0"/>
                    <a:ea typeface="宋体" pitchFamily="2" charset="-122"/>
                  </a:endParaRPr>
                </a:p>
              </p:txBody>
            </p:sp>
            <p:sp>
              <p:nvSpPr>
                <p:cNvPr id="55" name="Line 37"/>
                <p:cNvSpPr>
                  <a:spLocks noChangeShapeType="1"/>
                </p:cNvSpPr>
                <p:nvPr/>
              </p:nvSpPr>
              <p:spPr bwMode="auto">
                <a:xfrm>
                  <a:off x="4923" y="2651"/>
                  <a:ext cx="432" cy="0"/>
                </a:xfrm>
                <a:prstGeom prst="line">
                  <a:avLst/>
                </a:prstGeom>
                <a:noFill/>
                <a:ln w="15875" cap="sq">
                  <a:solidFill>
                    <a:srgbClr val="FF3300"/>
                  </a:solidFill>
                  <a:round/>
                  <a:headEnd type="none" w="sm" len="sm"/>
                  <a:tailEnd type="stealth" w="med" len="med"/>
                </a:ln>
              </p:spPr>
              <p:txBody>
                <a:bodyPr/>
                <a:lstStyle/>
                <a:p>
                  <a:pPr defTabSz="685800" fontAlgn="base">
                    <a:spcBef>
                      <a:spcPct val="0"/>
                    </a:spcBef>
                    <a:spcAft>
                      <a:spcPct val="0"/>
                    </a:spcAft>
                    <a:defRPr/>
                  </a:pPr>
                  <a:endParaRPr lang="zh-CN" altLang="en-US" sz="1350">
                    <a:solidFill>
                      <a:srgbClr val="333333"/>
                    </a:solidFill>
                    <a:latin typeface="Arial" charset="0"/>
                    <a:ea typeface="宋体" pitchFamily="2" charset="-122"/>
                  </a:endParaRPr>
                </a:p>
              </p:txBody>
            </p:sp>
            <p:sp>
              <p:nvSpPr>
                <p:cNvPr id="56" name="Text Box 38"/>
                <p:cNvSpPr txBox="1">
                  <a:spLocks noChangeArrowheads="1"/>
                </p:cNvSpPr>
                <p:nvPr/>
              </p:nvSpPr>
              <p:spPr bwMode="auto">
                <a:xfrm>
                  <a:off x="4779" y="3025"/>
                  <a:ext cx="480" cy="289"/>
                </a:xfrm>
                <a:prstGeom prst="rect">
                  <a:avLst/>
                </a:prstGeom>
                <a:noFill/>
                <a:ln w="12700" cap="sq">
                  <a:noFill/>
                  <a:miter lim="800000"/>
                  <a:headEnd type="none" w="sm" len="sm"/>
                  <a:tailEnd type="none" w="sm" len="sm"/>
                </a:ln>
              </p:spPr>
              <p:txBody>
                <a:bodyPr>
                  <a:spAutoFit/>
                </a:bodyPr>
                <a:lstStyle/>
                <a:p>
                  <a:pPr defTabSz="685800" eaLnBrk="0" fontAlgn="base" hangingPunct="0">
                    <a:lnSpc>
                      <a:spcPct val="110000"/>
                    </a:lnSpc>
                    <a:spcBef>
                      <a:spcPct val="50000"/>
                    </a:spcBef>
                    <a:spcAft>
                      <a:spcPct val="0"/>
                    </a:spcAft>
                    <a:defRPr/>
                  </a:pPr>
                  <a:r>
                    <a:rPr lang="en-US" altLang="zh-CN" b="1" dirty="0" err="1">
                      <a:solidFill>
                        <a:srgbClr val="000000"/>
                      </a:solidFill>
                      <a:latin typeface="Times New Roman" pitchFamily="18" charset="0"/>
                      <a:ea typeface="宋体" pitchFamily="2" charset="-122"/>
                    </a:rPr>
                    <a:t>d</a:t>
                  </a:r>
                  <a:r>
                    <a:rPr lang="en-US" altLang="zh-CN" b="1" i="1" dirty="0" err="1">
                      <a:solidFill>
                        <a:srgbClr val="000000"/>
                      </a:solidFill>
                      <a:latin typeface="Times New Roman" pitchFamily="18" charset="0"/>
                      <a:ea typeface="宋体" pitchFamily="2" charset="-122"/>
                    </a:rPr>
                    <a:t>E</a:t>
                  </a:r>
                  <a:r>
                    <a:rPr lang="en-US" altLang="zh-CN" b="1" baseline="-25000" dirty="0" err="1">
                      <a:solidFill>
                        <a:srgbClr val="000000"/>
                      </a:solidFill>
                      <a:latin typeface="Times New Roman" pitchFamily="18" charset="0"/>
                      <a:ea typeface="宋体" pitchFamily="2" charset="-122"/>
                    </a:rPr>
                    <a:t>z</a:t>
                  </a:r>
                  <a:endParaRPr lang="en-US" altLang="zh-CN" b="1" dirty="0">
                    <a:solidFill>
                      <a:srgbClr val="000000"/>
                    </a:solidFill>
                    <a:latin typeface="Times New Roman" pitchFamily="18" charset="0"/>
                    <a:ea typeface="宋体" pitchFamily="2" charset="-122"/>
                  </a:endParaRPr>
                </a:p>
              </p:txBody>
            </p:sp>
            <p:sp>
              <p:nvSpPr>
                <p:cNvPr id="57" name="Text Box 39"/>
                <p:cNvSpPr txBox="1">
                  <a:spLocks noChangeArrowheads="1"/>
                </p:cNvSpPr>
                <p:nvPr/>
              </p:nvSpPr>
              <p:spPr bwMode="auto">
                <a:xfrm>
                  <a:off x="5287" y="2584"/>
                  <a:ext cx="464" cy="289"/>
                </a:xfrm>
                <a:prstGeom prst="rect">
                  <a:avLst/>
                </a:prstGeom>
                <a:noFill/>
                <a:ln w="12700" cap="sq">
                  <a:noFill/>
                  <a:miter lim="800000"/>
                  <a:headEnd type="none" w="sm" len="sm"/>
                  <a:tailEnd type="none" w="sm" len="sm"/>
                </a:ln>
              </p:spPr>
              <p:txBody>
                <a:bodyPr>
                  <a:spAutoFit/>
                </a:bodyPr>
                <a:lstStyle/>
                <a:p>
                  <a:pPr defTabSz="685800" eaLnBrk="0" fontAlgn="base" hangingPunct="0">
                    <a:lnSpc>
                      <a:spcPct val="110000"/>
                    </a:lnSpc>
                    <a:spcBef>
                      <a:spcPct val="50000"/>
                    </a:spcBef>
                    <a:spcAft>
                      <a:spcPct val="0"/>
                    </a:spcAft>
                    <a:defRPr/>
                  </a:pPr>
                  <a:r>
                    <a:rPr lang="en-US" altLang="zh-CN" b="1" dirty="0" err="1">
                      <a:solidFill>
                        <a:srgbClr val="000000"/>
                      </a:solidFill>
                      <a:latin typeface="Times New Roman" pitchFamily="18" charset="0"/>
                      <a:ea typeface="宋体" pitchFamily="2" charset="-122"/>
                    </a:rPr>
                    <a:t>d</a:t>
                  </a:r>
                  <a:r>
                    <a:rPr lang="en-US" altLang="zh-CN" b="1" i="1" dirty="0" err="1">
                      <a:solidFill>
                        <a:srgbClr val="000000"/>
                      </a:solidFill>
                      <a:latin typeface="Times New Roman" pitchFamily="18" charset="0"/>
                      <a:ea typeface="宋体" pitchFamily="2" charset="-122"/>
                    </a:rPr>
                    <a:t>E</a:t>
                  </a:r>
                  <a:r>
                    <a:rPr lang="en-US" altLang="zh-CN" sz="2100" b="1" i="1" baseline="-25000" dirty="0" err="1">
                      <a:solidFill>
                        <a:srgbClr val="000000"/>
                      </a:solidFill>
                      <a:latin typeface="Times New Roman" pitchFamily="18" charset="0"/>
                      <a:ea typeface="宋体" pitchFamily="2" charset="-122"/>
                    </a:rPr>
                    <a:t>x</a:t>
                  </a:r>
                  <a:endParaRPr lang="en-US" altLang="zh-CN" sz="2100" b="1" i="1" baseline="-25000" dirty="0">
                    <a:solidFill>
                      <a:srgbClr val="000000"/>
                    </a:solidFill>
                    <a:latin typeface="Times New Roman" pitchFamily="18" charset="0"/>
                    <a:ea typeface="宋体" pitchFamily="2" charset="-122"/>
                  </a:endParaRPr>
                </a:p>
              </p:txBody>
            </p:sp>
          </p:grpSp>
          <p:grpSp>
            <p:nvGrpSpPr>
              <p:cNvPr id="58" name="Group 64"/>
              <p:cNvGrpSpPr>
                <a:grpSpLocks/>
              </p:cNvGrpSpPr>
              <p:nvPr/>
            </p:nvGrpSpPr>
            <p:grpSpPr bwMode="auto">
              <a:xfrm>
                <a:off x="6331307" y="2400369"/>
                <a:ext cx="1489482" cy="1436377"/>
                <a:chOff x="4376" y="2086"/>
                <a:chExt cx="1084" cy="1045"/>
              </a:xfrm>
            </p:grpSpPr>
            <p:grpSp>
              <p:nvGrpSpPr>
                <p:cNvPr id="59" name="Group 50"/>
                <p:cNvGrpSpPr>
                  <a:grpSpLocks/>
                </p:cNvGrpSpPr>
                <p:nvPr/>
              </p:nvGrpSpPr>
              <p:grpSpPr bwMode="auto">
                <a:xfrm>
                  <a:off x="4376" y="2279"/>
                  <a:ext cx="538" cy="852"/>
                  <a:chOff x="4383" y="2121"/>
                  <a:chExt cx="538" cy="852"/>
                </a:xfrm>
              </p:grpSpPr>
              <p:sp>
                <p:nvSpPr>
                  <p:cNvPr id="62" name="Line 41"/>
                  <p:cNvSpPr>
                    <a:spLocks noChangeShapeType="1"/>
                  </p:cNvSpPr>
                  <p:nvPr/>
                </p:nvSpPr>
                <p:spPr bwMode="auto">
                  <a:xfrm flipH="1">
                    <a:off x="4383" y="2506"/>
                    <a:ext cx="519" cy="467"/>
                  </a:xfrm>
                  <a:prstGeom prst="line">
                    <a:avLst/>
                  </a:prstGeom>
                  <a:noFill/>
                  <a:ln w="15875">
                    <a:solidFill>
                      <a:schemeClr val="tx1"/>
                    </a:solidFill>
                    <a:prstDash val="sysDash"/>
                    <a:round/>
                    <a:headEnd type="none" w="sm" len="sm"/>
                    <a:tailEnd type="none" w="sm" len="sm"/>
                  </a:ln>
                </p:spPr>
                <p:txBody>
                  <a:bodyPr/>
                  <a:lstStyle/>
                  <a:p>
                    <a:pPr defTabSz="685800" fontAlgn="base">
                      <a:spcBef>
                        <a:spcPct val="0"/>
                      </a:spcBef>
                      <a:spcAft>
                        <a:spcPct val="0"/>
                      </a:spcAft>
                      <a:defRPr/>
                    </a:pPr>
                    <a:endParaRPr lang="zh-CN" altLang="en-US" sz="1350">
                      <a:solidFill>
                        <a:srgbClr val="333333"/>
                      </a:solidFill>
                      <a:latin typeface="Arial" charset="0"/>
                      <a:ea typeface="宋体" pitchFamily="2" charset="-122"/>
                    </a:endParaRPr>
                  </a:p>
                </p:txBody>
              </p:sp>
              <p:sp>
                <p:nvSpPr>
                  <p:cNvPr id="63" name="Line 49"/>
                  <p:cNvSpPr>
                    <a:spLocks noChangeShapeType="1"/>
                  </p:cNvSpPr>
                  <p:nvPr/>
                </p:nvSpPr>
                <p:spPr bwMode="auto">
                  <a:xfrm flipV="1">
                    <a:off x="4921" y="2121"/>
                    <a:ext cx="0" cy="350"/>
                  </a:xfrm>
                  <a:prstGeom prst="line">
                    <a:avLst/>
                  </a:prstGeom>
                  <a:noFill/>
                  <a:ln w="15875">
                    <a:solidFill>
                      <a:schemeClr val="tx2"/>
                    </a:solidFill>
                    <a:prstDash val="sysDot"/>
                    <a:round/>
                    <a:headEnd type="none" w="sm" len="sm"/>
                    <a:tailEnd type="stealth" w="lg" len="lg"/>
                  </a:ln>
                </p:spPr>
                <p:txBody>
                  <a:bodyPr/>
                  <a:lstStyle/>
                  <a:p>
                    <a:pPr defTabSz="685800" fontAlgn="base">
                      <a:spcBef>
                        <a:spcPct val="0"/>
                      </a:spcBef>
                      <a:spcAft>
                        <a:spcPct val="0"/>
                      </a:spcAft>
                      <a:defRPr/>
                    </a:pPr>
                    <a:endParaRPr lang="zh-CN" altLang="en-US" sz="1350">
                      <a:solidFill>
                        <a:srgbClr val="333333"/>
                      </a:solidFill>
                      <a:latin typeface="Arial" charset="0"/>
                      <a:ea typeface="宋体" pitchFamily="2" charset="-122"/>
                    </a:endParaRPr>
                  </a:p>
                </p:txBody>
              </p:sp>
            </p:grpSp>
            <p:sp>
              <p:nvSpPr>
                <p:cNvPr id="60" name="Line 59"/>
                <p:cNvSpPr>
                  <a:spLocks noChangeShapeType="1"/>
                </p:cNvSpPr>
                <p:nvPr/>
              </p:nvSpPr>
              <p:spPr bwMode="auto">
                <a:xfrm flipV="1">
                  <a:off x="4913" y="2353"/>
                  <a:ext cx="336" cy="288"/>
                </a:xfrm>
                <a:prstGeom prst="line">
                  <a:avLst/>
                </a:prstGeom>
                <a:noFill/>
                <a:ln w="15875" cap="rnd">
                  <a:solidFill>
                    <a:srgbClr val="0000FF"/>
                  </a:solidFill>
                  <a:prstDash val="sysDash"/>
                  <a:round/>
                  <a:headEnd type="none" w="sm" len="sm"/>
                  <a:tailEnd type="stealth" w="lg" len="lg"/>
                </a:ln>
              </p:spPr>
              <p:txBody>
                <a:bodyPr wrap="none" anchor="ctr"/>
                <a:lstStyle/>
                <a:p>
                  <a:pPr defTabSz="685800" fontAlgn="base">
                    <a:spcBef>
                      <a:spcPct val="0"/>
                    </a:spcBef>
                    <a:spcAft>
                      <a:spcPct val="0"/>
                    </a:spcAft>
                    <a:defRPr/>
                  </a:pPr>
                  <a:endParaRPr lang="zh-CN" altLang="en-US" sz="1350">
                    <a:solidFill>
                      <a:srgbClr val="333333"/>
                    </a:solidFill>
                    <a:latin typeface="Arial" charset="0"/>
                    <a:ea typeface="宋体" pitchFamily="2" charset="-122"/>
                  </a:endParaRPr>
                </a:p>
              </p:txBody>
            </p:sp>
            <p:graphicFrame>
              <p:nvGraphicFramePr>
                <p:cNvPr id="61" name="Object 9"/>
                <p:cNvGraphicFramePr>
                  <a:graphicFrameLocks noChangeAspect="1"/>
                </p:cNvGraphicFramePr>
                <p:nvPr/>
              </p:nvGraphicFramePr>
              <p:xfrm>
                <a:off x="5039" y="2086"/>
                <a:ext cx="421" cy="247"/>
              </p:xfrm>
              <a:graphic>
                <a:graphicData uri="http://schemas.openxmlformats.org/presentationml/2006/ole">
                  <mc:AlternateContent xmlns:mc="http://schemas.openxmlformats.org/markup-compatibility/2006">
                    <mc:Choice xmlns:v="urn:schemas-microsoft-com:vml" Requires="v">
                      <p:oleObj spid="_x0000_s213583" name="公式" r:id="rId25" imgW="279360" imgH="203040" progId="Equation.3">
                        <p:embed/>
                      </p:oleObj>
                    </mc:Choice>
                    <mc:Fallback>
                      <p:oleObj name="公式" r:id="rId25" imgW="279360" imgH="203040" progId="Equation.3">
                        <p:embed/>
                        <p:pic>
                          <p:nvPicPr>
                            <p:cNvPr id="61" name="Object 9"/>
                            <p:cNvPicPr>
                              <a:picLocks noChangeAspect="1" noChangeArrowheads="1"/>
                            </p:cNvPicPr>
                            <p:nvPr/>
                          </p:nvPicPr>
                          <p:blipFill>
                            <a:blip r:embed="rId26">
                              <a:extLst>
                                <a:ext uri="{28A0092B-C50C-407E-A947-70E740481C1C}">
                                  <a14:useLocalDpi xmlns:a14="http://schemas.microsoft.com/office/drawing/2010/main" val="0"/>
                                </a:ext>
                              </a:extLst>
                            </a:blip>
                            <a:srcRect/>
                            <a:stretch>
                              <a:fillRect/>
                            </a:stretch>
                          </p:blipFill>
                          <p:spPr bwMode="auto">
                            <a:xfrm>
                              <a:off x="5039" y="2086"/>
                              <a:ext cx="421" cy="24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grpSp>
            <p:nvGrpSpPr>
              <p:cNvPr id="64" name="组合 49"/>
              <p:cNvGrpSpPr>
                <a:grpSpLocks/>
              </p:cNvGrpSpPr>
              <p:nvPr/>
            </p:nvGrpSpPr>
            <p:grpSpPr bwMode="auto">
              <a:xfrm>
                <a:off x="5856909" y="2322918"/>
                <a:ext cx="1179680" cy="855887"/>
                <a:chOff x="5950843" y="3336993"/>
                <a:chExt cx="1573467" cy="1140492"/>
              </a:xfrm>
            </p:grpSpPr>
            <p:grpSp>
              <p:nvGrpSpPr>
                <p:cNvPr id="65" name="Group 43"/>
                <p:cNvGrpSpPr>
                  <a:grpSpLocks/>
                </p:cNvGrpSpPr>
                <p:nvPr/>
              </p:nvGrpSpPr>
              <p:grpSpPr bwMode="auto">
                <a:xfrm>
                  <a:off x="5950843" y="3336993"/>
                  <a:ext cx="1573467" cy="1140492"/>
                  <a:chOff x="4225" y="1837"/>
                  <a:chExt cx="924" cy="670"/>
                </a:xfrm>
              </p:grpSpPr>
              <p:graphicFrame>
                <p:nvGraphicFramePr>
                  <p:cNvPr id="67" name="Object 10"/>
                  <p:cNvGraphicFramePr>
                    <a:graphicFrameLocks noChangeAspect="1"/>
                  </p:cNvGraphicFramePr>
                  <p:nvPr>
                    <p:extLst/>
                  </p:nvPr>
                </p:nvGraphicFramePr>
                <p:xfrm>
                  <a:off x="4225" y="1837"/>
                  <a:ext cx="298" cy="278"/>
                </p:xfrm>
                <a:graphic>
                  <a:graphicData uri="http://schemas.openxmlformats.org/presentationml/2006/ole">
                    <mc:AlternateContent xmlns:mc="http://schemas.openxmlformats.org/markup-compatibility/2006">
                      <mc:Choice xmlns:v="urn:schemas-microsoft-com:vml" Requires="v">
                        <p:oleObj spid="_x0000_s213584" name="Equation" r:id="rId27" imgW="190440" imgH="177480" progId="Equation.DSMT4">
                          <p:embed/>
                        </p:oleObj>
                      </mc:Choice>
                      <mc:Fallback>
                        <p:oleObj name="Equation" r:id="rId27" imgW="190440" imgH="177480" progId="Equation.DSMT4">
                          <p:embed/>
                          <p:pic>
                            <p:nvPicPr>
                              <p:cNvPr id="67" name="Object 10"/>
                              <p:cNvPicPr>
                                <a:picLocks noChangeAspect="1" noChangeArrowheads="1"/>
                              </p:cNvPicPr>
                              <p:nvPr/>
                            </p:nvPicPr>
                            <p:blipFill>
                              <a:blip r:embed="rId28"/>
                              <a:srcRect/>
                              <a:stretch>
                                <a:fillRect/>
                              </a:stretch>
                            </p:blipFill>
                            <p:spPr bwMode="auto">
                              <a:xfrm>
                                <a:off x="4225" y="1837"/>
                                <a:ext cx="298" cy="27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68" name="Line 19"/>
                  <p:cNvSpPr>
                    <a:spLocks noChangeShapeType="1"/>
                  </p:cNvSpPr>
                  <p:nvPr/>
                </p:nvSpPr>
                <p:spPr bwMode="auto">
                  <a:xfrm rot="21400359">
                    <a:off x="4575" y="1985"/>
                    <a:ext cx="574" cy="522"/>
                  </a:xfrm>
                  <a:prstGeom prst="line">
                    <a:avLst/>
                  </a:prstGeom>
                  <a:noFill/>
                  <a:ln w="15875" cap="sq">
                    <a:solidFill>
                      <a:schemeClr val="tx1"/>
                    </a:solidFill>
                    <a:round/>
                    <a:headEnd type="none" w="sm" len="sm"/>
                    <a:tailEnd type="stealth" w="sm" len="med"/>
                  </a:ln>
                </p:spPr>
                <p:txBody>
                  <a:bodyPr wrap="none" anchor="ctr"/>
                  <a:lstStyle/>
                  <a:p>
                    <a:pPr defTabSz="685800" fontAlgn="base">
                      <a:spcBef>
                        <a:spcPct val="0"/>
                      </a:spcBef>
                      <a:spcAft>
                        <a:spcPct val="0"/>
                      </a:spcAft>
                      <a:defRPr/>
                    </a:pPr>
                    <a:endParaRPr lang="zh-CN" altLang="en-US" sz="1350">
                      <a:solidFill>
                        <a:srgbClr val="333333"/>
                      </a:solidFill>
                      <a:latin typeface="Arial" charset="0"/>
                      <a:ea typeface="宋体" pitchFamily="2" charset="-122"/>
                    </a:endParaRPr>
                  </a:p>
                </p:txBody>
              </p:sp>
              <p:graphicFrame>
                <p:nvGraphicFramePr>
                  <p:cNvPr id="69" name="Object 11"/>
                  <p:cNvGraphicFramePr>
                    <a:graphicFrameLocks noChangeAspect="1"/>
                  </p:cNvGraphicFramePr>
                  <p:nvPr/>
                </p:nvGraphicFramePr>
                <p:xfrm>
                  <a:off x="4608" y="2160"/>
                  <a:ext cx="198" cy="237"/>
                </p:xfrm>
                <a:graphic>
                  <a:graphicData uri="http://schemas.openxmlformats.org/presentationml/2006/ole">
                    <mc:AlternateContent xmlns:mc="http://schemas.openxmlformats.org/markup-compatibility/2006">
                      <mc:Choice xmlns:v="urn:schemas-microsoft-com:vml" Requires="v">
                        <p:oleObj spid="_x0000_s213585" name="公式" r:id="rId29" imgW="126720" imgH="152280" progId="Equation.3">
                          <p:embed/>
                        </p:oleObj>
                      </mc:Choice>
                      <mc:Fallback>
                        <p:oleObj name="公式" r:id="rId29" imgW="126720" imgH="152280" progId="Equation.3">
                          <p:embed/>
                          <p:pic>
                            <p:nvPicPr>
                              <p:cNvPr id="69" name="Object 11"/>
                              <p:cNvPicPr>
                                <a:picLocks noChangeAspect="1" noChangeArrowheads="1"/>
                              </p:cNvPicPr>
                              <p:nvPr/>
                            </p:nvPicPr>
                            <p:blipFill>
                              <a:blip r:embed="rId30">
                                <a:extLst>
                                  <a:ext uri="{28A0092B-C50C-407E-A947-70E740481C1C}">
                                    <a14:useLocalDpi xmlns:a14="http://schemas.microsoft.com/office/drawing/2010/main" val="0"/>
                                  </a:ext>
                                </a:extLst>
                              </a:blip>
                              <a:srcRect/>
                              <a:stretch>
                                <a:fillRect/>
                              </a:stretch>
                            </p:blipFill>
                            <p:spPr bwMode="auto">
                              <a:xfrm>
                                <a:off x="4608" y="2160"/>
                                <a:ext cx="198" cy="2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sp>
              <p:nvSpPr>
                <p:cNvPr id="66" name="矩形 48"/>
                <p:cNvSpPr>
                  <a:spLocks noChangeArrowheads="1"/>
                </p:cNvSpPr>
                <p:nvPr/>
              </p:nvSpPr>
              <p:spPr bwMode="auto">
                <a:xfrm>
                  <a:off x="6487620" y="3564555"/>
                  <a:ext cx="60980" cy="112095"/>
                </a:xfrm>
                <a:prstGeom prst="rect">
                  <a:avLst/>
                </a:prstGeom>
                <a:solidFill>
                  <a:srgbClr val="0000FF"/>
                </a:solidFill>
                <a:ln w="12700" cap="sq" algn="ctr">
                  <a:solidFill>
                    <a:srgbClr val="0000FF"/>
                  </a:solidFill>
                  <a:round/>
                  <a:headEnd type="none" w="sm" len="sm"/>
                  <a:tailEnd type="none" w="sm" len="sm"/>
                </a:ln>
              </p:spPr>
              <p:txBody>
                <a:bodyPr/>
                <a:lstStyle/>
                <a:p>
                  <a:pPr defTabSz="685800" eaLnBrk="0" fontAlgn="base" hangingPunct="0">
                    <a:spcBef>
                      <a:spcPct val="0"/>
                    </a:spcBef>
                    <a:spcAft>
                      <a:spcPct val="0"/>
                    </a:spcAft>
                    <a:defRPr/>
                  </a:pPr>
                  <a:endParaRPr lang="zh-CN" altLang="en-US" sz="2100">
                    <a:solidFill>
                      <a:srgbClr val="333333"/>
                    </a:solidFill>
                    <a:latin typeface="Times New Roman" pitchFamily="18" charset="0"/>
                    <a:ea typeface="宋体" pitchFamily="2" charset="-122"/>
                  </a:endParaRPr>
                </a:p>
              </p:txBody>
            </p:sp>
          </p:grpSp>
          <p:grpSp>
            <p:nvGrpSpPr>
              <p:cNvPr id="70" name="组合 52"/>
              <p:cNvGrpSpPr>
                <a:grpSpLocks/>
              </p:cNvGrpSpPr>
              <p:nvPr/>
            </p:nvGrpSpPr>
            <p:grpSpPr bwMode="auto">
              <a:xfrm>
                <a:off x="7092797" y="3152847"/>
                <a:ext cx="829194" cy="695322"/>
                <a:chOff x="7572634" y="4455336"/>
                <a:chExt cx="1105654" cy="927336"/>
              </a:xfrm>
            </p:grpSpPr>
            <p:grpSp>
              <p:nvGrpSpPr>
                <p:cNvPr id="71" name="Group 65"/>
                <p:cNvGrpSpPr>
                  <a:grpSpLocks/>
                </p:cNvGrpSpPr>
                <p:nvPr/>
              </p:nvGrpSpPr>
              <p:grpSpPr bwMode="auto">
                <a:xfrm>
                  <a:off x="7572634" y="4489920"/>
                  <a:ext cx="1105654" cy="892752"/>
                  <a:chOff x="4970" y="3593"/>
                  <a:chExt cx="603" cy="487"/>
                </a:xfrm>
              </p:grpSpPr>
              <p:sp>
                <p:nvSpPr>
                  <p:cNvPr id="73" name="Line 20"/>
                  <p:cNvSpPr>
                    <a:spLocks noChangeShapeType="1"/>
                  </p:cNvSpPr>
                  <p:nvPr/>
                </p:nvSpPr>
                <p:spPr bwMode="auto">
                  <a:xfrm>
                    <a:off x="4970" y="3604"/>
                    <a:ext cx="349" cy="279"/>
                  </a:xfrm>
                  <a:prstGeom prst="line">
                    <a:avLst/>
                  </a:prstGeom>
                  <a:noFill/>
                  <a:ln w="15875" cap="sq">
                    <a:solidFill>
                      <a:srgbClr val="0000FF"/>
                    </a:solidFill>
                    <a:round/>
                    <a:headEnd type="none" w="sm" len="sm"/>
                    <a:tailEnd type="stealth" w="lg" len="lg"/>
                  </a:ln>
                </p:spPr>
                <p:txBody>
                  <a:bodyPr wrap="none" anchor="ctr"/>
                  <a:lstStyle/>
                  <a:p>
                    <a:pPr defTabSz="685800" fontAlgn="base">
                      <a:spcBef>
                        <a:spcPct val="0"/>
                      </a:spcBef>
                      <a:spcAft>
                        <a:spcPct val="0"/>
                      </a:spcAft>
                      <a:defRPr/>
                    </a:pPr>
                    <a:endParaRPr lang="zh-CN" altLang="en-US" sz="1350">
                      <a:solidFill>
                        <a:srgbClr val="333333"/>
                      </a:solidFill>
                      <a:latin typeface="Arial" charset="0"/>
                      <a:ea typeface="宋体" pitchFamily="2" charset="-122"/>
                    </a:endParaRPr>
                  </a:p>
                </p:txBody>
              </p:sp>
              <p:graphicFrame>
                <p:nvGraphicFramePr>
                  <p:cNvPr id="74" name="Object 12"/>
                  <p:cNvGraphicFramePr>
                    <a:graphicFrameLocks noChangeAspect="1"/>
                  </p:cNvGraphicFramePr>
                  <p:nvPr/>
                </p:nvGraphicFramePr>
                <p:xfrm>
                  <a:off x="5209" y="3833"/>
                  <a:ext cx="364" cy="247"/>
                </p:xfrm>
                <a:graphic>
                  <a:graphicData uri="http://schemas.openxmlformats.org/presentationml/2006/ole">
                    <mc:AlternateContent xmlns:mc="http://schemas.openxmlformats.org/markup-compatibility/2006">
                      <mc:Choice xmlns:v="urn:schemas-microsoft-com:vml" Requires="v">
                        <p:oleObj spid="_x0000_s213586" name="公式" r:id="rId31" imgW="241200" imgH="203040" progId="Equation.3">
                          <p:embed/>
                        </p:oleObj>
                      </mc:Choice>
                      <mc:Fallback>
                        <p:oleObj name="公式" r:id="rId31" imgW="241200" imgH="203040" progId="Equation.3">
                          <p:embed/>
                          <p:pic>
                            <p:nvPicPr>
                              <p:cNvPr id="74" name="Object 12"/>
                              <p:cNvPicPr>
                                <a:picLocks noChangeAspect="1" noChangeArrowheads="1"/>
                              </p:cNvPicPr>
                              <p:nvPr/>
                            </p:nvPicPr>
                            <p:blipFill>
                              <a:blip r:embed="rId32">
                                <a:extLst>
                                  <a:ext uri="{28A0092B-C50C-407E-A947-70E740481C1C}">
                                    <a14:useLocalDpi xmlns:a14="http://schemas.microsoft.com/office/drawing/2010/main" val="0"/>
                                  </a:ext>
                                </a:extLst>
                              </a:blip>
                              <a:srcRect/>
                              <a:stretch>
                                <a:fillRect/>
                              </a:stretch>
                            </p:blipFill>
                            <p:spPr bwMode="auto">
                              <a:xfrm>
                                <a:off x="5209" y="3833"/>
                                <a:ext cx="364" cy="24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75" name="Object 13"/>
                  <p:cNvGraphicFramePr>
                    <a:graphicFrameLocks noChangeAspect="1"/>
                  </p:cNvGraphicFramePr>
                  <p:nvPr/>
                </p:nvGraphicFramePr>
                <p:xfrm>
                  <a:off x="5115" y="3593"/>
                  <a:ext cx="133" cy="133"/>
                </p:xfrm>
                <a:graphic>
                  <a:graphicData uri="http://schemas.openxmlformats.org/presentationml/2006/ole">
                    <mc:AlternateContent xmlns:mc="http://schemas.openxmlformats.org/markup-compatibility/2006">
                      <mc:Choice xmlns:v="urn:schemas-microsoft-com:vml" Requires="v">
                        <p:oleObj spid="_x0000_s213587" name="公式" r:id="rId33" imgW="139680" imgH="139680" progId="Equation.3">
                          <p:embed/>
                        </p:oleObj>
                      </mc:Choice>
                      <mc:Fallback>
                        <p:oleObj name="公式" r:id="rId33" imgW="139680" imgH="139680" progId="Equation.3">
                          <p:embed/>
                          <p:pic>
                            <p:nvPicPr>
                              <p:cNvPr id="75" name="Object 13"/>
                              <p:cNvPicPr>
                                <a:picLocks noChangeAspect="1" noChangeArrowheads="1"/>
                              </p:cNvPicPr>
                              <p:nvPr/>
                            </p:nvPicPr>
                            <p:blipFill>
                              <a:blip r:embed="rId34">
                                <a:extLst>
                                  <a:ext uri="{28A0092B-C50C-407E-A947-70E740481C1C}">
                                    <a14:useLocalDpi xmlns:a14="http://schemas.microsoft.com/office/drawing/2010/main" val="0"/>
                                  </a:ext>
                                </a:extLst>
                              </a:blip>
                              <a:srcRect/>
                              <a:stretch>
                                <a:fillRect/>
                              </a:stretch>
                            </p:blipFill>
                            <p:spPr bwMode="auto">
                              <a:xfrm>
                                <a:off x="5115" y="3593"/>
                                <a:ext cx="133" cy="1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sp>
              <p:nvSpPr>
                <p:cNvPr id="72" name="弧形 71"/>
                <p:cNvSpPr/>
                <p:nvPr/>
              </p:nvSpPr>
              <p:spPr bwMode="auto">
                <a:xfrm rot="3520983">
                  <a:off x="7616173" y="4433132"/>
                  <a:ext cx="225482" cy="269890"/>
                </a:xfrm>
                <a:prstGeom prst="arc">
                  <a:avLst>
                    <a:gd name="adj1" fmla="val 16520859"/>
                    <a:gd name="adj2" fmla="val 0"/>
                  </a:avLst>
                </a:prstGeom>
                <a:noFill/>
                <a:ln w="12700" cap="sq" cmpd="sng" algn="ctr">
                  <a:solidFill>
                    <a:schemeClr val="tx1"/>
                  </a:solidFill>
                  <a:prstDash val="solid"/>
                  <a:round/>
                  <a:headEnd type="none" w="sm" len="sm"/>
                  <a:tailEnd type="none" w="sm" len="sm"/>
                </a:ln>
                <a:effectLst/>
              </p:spPr>
              <p:txBody>
                <a:bodyPr/>
                <a:lstStyle/>
                <a:p>
                  <a:pPr defTabSz="685800" eaLnBrk="0" fontAlgn="base" hangingPunct="0">
                    <a:spcBef>
                      <a:spcPct val="0"/>
                    </a:spcBef>
                    <a:spcAft>
                      <a:spcPct val="0"/>
                    </a:spcAft>
                    <a:defRPr/>
                  </a:pPr>
                  <a:endParaRPr lang="zh-CN" altLang="en-US" sz="2100">
                    <a:solidFill>
                      <a:srgbClr val="333333"/>
                    </a:solidFill>
                    <a:latin typeface="Times New Roman" pitchFamily="18" charset="0"/>
                    <a:ea typeface="宋体" pitchFamily="2" charset="-122"/>
                  </a:endParaRPr>
                </a:p>
              </p:txBody>
            </p:sp>
          </p:grpSp>
          <p:graphicFrame>
            <p:nvGraphicFramePr>
              <p:cNvPr id="76" name="Object 18"/>
              <p:cNvGraphicFramePr>
                <a:graphicFrameLocks noChangeAspect="1"/>
              </p:cNvGraphicFramePr>
              <p:nvPr>
                <p:extLst/>
              </p:nvPr>
            </p:nvGraphicFramePr>
            <p:xfrm>
              <a:off x="5963721" y="3038282"/>
              <a:ext cx="252016" cy="292046"/>
            </p:xfrm>
            <a:graphic>
              <a:graphicData uri="http://schemas.openxmlformats.org/presentationml/2006/ole">
                <mc:AlternateContent xmlns:mc="http://schemas.openxmlformats.org/markup-compatibility/2006">
                  <mc:Choice xmlns:v="urn:schemas-microsoft-com:vml" Requires="v">
                    <p:oleObj spid="_x0000_s213588" name="Equation" r:id="rId35" imgW="152280" imgH="177480" progId="Equation.DSMT4">
                      <p:embed/>
                    </p:oleObj>
                  </mc:Choice>
                  <mc:Fallback>
                    <p:oleObj name="Equation" r:id="rId35" imgW="152280" imgH="177480" progId="Equation.DSMT4">
                      <p:embed/>
                      <p:pic>
                        <p:nvPicPr>
                          <p:cNvPr id="76" name="Object 18"/>
                          <p:cNvPicPr>
                            <a:picLocks noChangeAspect="1" noChangeArrowheads="1"/>
                          </p:cNvPicPr>
                          <p:nvPr/>
                        </p:nvPicPr>
                        <p:blipFill>
                          <a:blip r:embed="rId36"/>
                          <a:srcRect/>
                          <a:stretch>
                            <a:fillRect/>
                          </a:stretch>
                        </p:blipFill>
                        <p:spPr bwMode="auto">
                          <a:xfrm>
                            <a:off x="5963721" y="3038282"/>
                            <a:ext cx="252016" cy="292046"/>
                          </a:xfrm>
                          <a:prstGeom prst="rect">
                            <a:avLst/>
                          </a:prstGeom>
                          <a:noFill/>
                          <a:ln>
                            <a:noFill/>
                          </a:ln>
                          <a:effectLst/>
                          <a:extLst/>
                        </p:spPr>
                      </p:pic>
                    </p:oleObj>
                  </mc:Fallback>
                </mc:AlternateContent>
              </a:graphicData>
            </a:graphic>
          </p:graphicFrame>
          <p:sp>
            <p:nvSpPr>
              <p:cNvPr id="77" name="Oval 46"/>
              <p:cNvSpPr>
                <a:spLocks noChangeArrowheads="1"/>
              </p:cNvSpPr>
              <p:nvPr/>
            </p:nvSpPr>
            <p:spPr bwMode="auto">
              <a:xfrm>
                <a:off x="7033844" y="3134644"/>
                <a:ext cx="77278" cy="77278"/>
              </a:xfrm>
              <a:prstGeom prst="ellipse">
                <a:avLst/>
              </a:prstGeom>
              <a:solidFill>
                <a:srgbClr val="000099"/>
              </a:solidFill>
              <a:ln w="12700" cap="sq">
                <a:noFill/>
                <a:round/>
                <a:headEnd type="none" w="sm" len="sm"/>
                <a:tailEnd type="none" w="sm" len="sm"/>
              </a:ln>
            </p:spPr>
            <p:txBody>
              <a:bodyPr wrap="none" anchor="ctr"/>
              <a:lstStyle/>
              <a:p>
                <a:pPr defTabSz="685800" eaLnBrk="0" fontAlgn="base" hangingPunct="0">
                  <a:spcBef>
                    <a:spcPct val="0"/>
                  </a:spcBef>
                  <a:spcAft>
                    <a:spcPct val="0"/>
                  </a:spcAft>
                  <a:defRPr/>
                </a:pPr>
                <a:endParaRPr lang="zh-CN" altLang="en-US" sz="2100">
                  <a:solidFill>
                    <a:srgbClr val="333333"/>
                  </a:solidFill>
                  <a:latin typeface="Times New Roman" pitchFamily="18" charset="0"/>
                  <a:ea typeface="宋体" pitchFamily="2" charset="-122"/>
                </a:endParaRPr>
              </a:p>
            </p:txBody>
          </p:sp>
        </p:grpSp>
      </p:grpSp>
      <p:sp>
        <p:nvSpPr>
          <p:cNvPr id="78" name="右箭头 77">
            <a:hlinkClick r:id="rId37" action="ppaction://hlinksldjump"/>
          </p:cNvPr>
          <p:cNvSpPr/>
          <p:nvPr/>
        </p:nvSpPr>
        <p:spPr>
          <a:xfrm flipH="1">
            <a:off x="8602780" y="4872752"/>
            <a:ext cx="541220" cy="222708"/>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100"/>
          </a:p>
        </p:txBody>
      </p:sp>
    </p:spTree>
    <p:extLst>
      <p:ext uri="{BB962C8B-B14F-4D97-AF65-F5344CB8AC3E}">
        <p14:creationId xmlns:p14="http://schemas.microsoft.com/office/powerpoint/2010/main" val="2177253225"/>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theme/theme1.xml><?xml version="1.0" encoding="utf-8"?>
<a:theme xmlns:a="http://schemas.openxmlformats.org/drawingml/2006/main" name="默认设计模板">
  <a:themeElements>
    <a:clrScheme name="">
      <a:dk1>
        <a:srgbClr val="000000"/>
      </a:dk1>
      <a:lt1>
        <a:srgbClr val="0000FF"/>
      </a:lt1>
      <a:dk2>
        <a:srgbClr val="FF00FF"/>
      </a:dk2>
      <a:lt2>
        <a:srgbClr val="3333FF"/>
      </a:lt2>
      <a:accent1>
        <a:srgbClr val="99FF99"/>
      </a:accent1>
      <a:accent2>
        <a:srgbClr val="CC66FF"/>
      </a:accent2>
      <a:accent3>
        <a:srgbClr val="AAAAFF"/>
      </a:accent3>
      <a:accent4>
        <a:srgbClr val="000000"/>
      </a:accent4>
      <a:accent5>
        <a:srgbClr val="CAFFCA"/>
      </a:accent5>
      <a:accent6>
        <a:srgbClr val="B95CE7"/>
      </a:accent6>
      <a:hlink>
        <a:srgbClr val="000000"/>
      </a:hlink>
      <a:folHlink>
        <a:srgbClr val="006600"/>
      </a:folHlink>
    </a:clrScheme>
    <a:fontScheme name="默认设计模板">
      <a:majorFont>
        <a:latin typeface="Times New Roman"/>
        <a:ea typeface="宋体"/>
        <a:cs typeface=""/>
      </a:majorFont>
      <a:minorFont>
        <a:latin typeface="Times New Roman"/>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1" lang="zh-CN" altLang="en-US" sz="2800" b="1" i="0" u="none" strike="noStrike" cap="none" normalizeH="0" baseline="0" smtClean="0">
            <a:ln>
              <a:noFill/>
            </a:ln>
            <a:solidFill>
              <a:schemeClr val="tx1"/>
            </a:solidFill>
            <a:effectLst/>
            <a:latin typeface="Times New Roman" pitchFamily="18" charset="0"/>
            <a:ea typeface="宋体"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1" lang="zh-CN" altLang="en-US" sz="2800" b="1" i="0" u="none" strike="noStrike" cap="none" normalizeH="0" baseline="0" smtClean="0">
            <a:ln>
              <a:noFill/>
            </a:ln>
            <a:solidFill>
              <a:schemeClr val="tx1"/>
            </a:solidFill>
            <a:effectLst/>
            <a:latin typeface="Times New Roman" pitchFamily="18" charset="0"/>
            <a:ea typeface="宋体" pitchFamily="2" charset="-122"/>
          </a:defRPr>
        </a:defPPr>
      </a:lstStyle>
    </a:lnDef>
  </a:objectDefaults>
  <a:extraClrSchemeLst>
    <a:extraClrScheme>
      <a:clrScheme name="默认设计模板 1">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默认设计模板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默认设计模板 3">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默认设计模板 4">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默认设计模板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默认设计模板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默认设计模板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7-1">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主题">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主题">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3859</TotalTime>
  <Words>1156</Words>
  <Application>Microsoft Office PowerPoint</Application>
  <PresentationFormat>全屏显示(16:9)</PresentationFormat>
  <Paragraphs>328</Paragraphs>
  <Slides>42</Slides>
  <Notes>0</Notes>
  <HiddenSlides>1</HiddenSlides>
  <MMClips>1</MMClips>
  <ScaleCrop>false</ScaleCrop>
  <HeadingPairs>
    <vt:vector size="8" baseType="variant">
      <vt:variant>
        <vt:lpstr>已用的字体</vt:lpstr>
      </vt:variant>
      <vt:variant>
        <vt:i4>10</vt:i4>
      </vt:variant>
      <vt:variant>
        <vt:lpstr>主题</vt:lpstr>
      </vt:variant>
      <vt:variant>
        <vt:i4>2</vt:i4>
      </vt:variant>
      <vt:variant>
        <vt:lpstr>嵌入 OLE 服务器</vt:lpstr>
      </vt:variant>
      <vt:variant>
        <vt:i4>2</vt:i4>
      </vt:variant>
      <vt:variant>
        <vt:lpstr>幻灯片标题</vt:lpstr>
      </vt:variant>
      <vt:variant>
        <vt:i4>42</vt:i4>
      </vt:variant>
    </vt:vector>
  </HeadingPairs>
  <TitlesOfParts>
    <vt:vector size="56" baseType="lpstr">
      <vt:lpstr>华文中宋</vt:lpstr>
      <vt:lpstr>楷体_GB2312</vt:lpstr>
      <vt:lpstr>隶书</vt:lpstr>
      <vt:lpstr>宋体</vt:lpstr>
      <vt:lpstr>Arial</vt:lpstr>
      <vt:lpstr>Book Antiqua</vt:lpstr>
      <vt:lpstr>Calibri</vt:lpstr>
      <vt:lpstr>Symbol</vt:lpstr>
      <vt:lpstr>Times New Roman</vt:lpstr>
      <vt:lpstr>Wingdings</vt:lpstr>
      <vt:lpstr>默认设计模板</vt:lpstr>
      <vt:lpstr>7-1</vt:lpstr>
      <vt:lpstr>公式</vt:lpstr>
      <vt:lpstr>Equation</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gxg</dc:creator>
  <cp:lastModifiedBy>Administrator</cp:lastModifiedBy>
  <cp:revision>556</cp:revision>
  <dcterms:created xsi:type="dcterms:W3CDTF">2000-10-04T23:04:16Z</dcterms:created>
  <dcterms:modified xsi:type="dcterms:W3CDTF">2024-04-30T00:35:49Z</dcterms:modified>
</cp:coreProperties>
</file>