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2" r:id="rId1"/>
    <p:sldMasterId id="2147483664" r:id="rId2"/>
    <p:sldMasterId id="2147483676" r:id="rId3"/>
    <p:sldMasterId id="2147483688" r:id="rId4"/>
    <p:sldMasterId id="2147483700" r:id="rId5"/>
    <p:sldMasterId id="2147483712" r:id="rId6"/>
    <p:sldMasterId id="2147483882" r:id="rId7"/>
    <p:sldMasterId id="2147483894" r:id="rId8"/>
    <p:sldMasterId id="2147483906" r:id="rId9"/>
    <p:sldMasterId id="2147483918" r:id="rId10"/>
  </p:sldMasterIdLst>
  <p:notesMasterIdLst>
    <p:notesMasterId r:id="rId36"/>
  </p:notesMasterIdLst>
  <p:sldIdLst>
    <p:sldId id="369" r:id="rId11"/>
    <p:sldId id="393" r:id="rId12"/>
    <p:sldId id="283" r:id="rId13"/>
    <p:sldId id="285" r:id="rId14"/>
    <p:sldId id="287" r:id="rId15"/>
    <p:sldId id="291" r:id="rId16"/>
    <p:sldId id="292" r:id="rId17"/>
    <p:sldId id="293" r:id="rId18"/>
    <p:sldId id="295" r:id="rId19"/>
    <p:sldId id="370" r:id="rId20"/>
    <p:sldId id="399" r:id="rId21"/>
    <p:sldId id="394" r:id="rId22"/>
    <p:sldId id="397" r:id="rId23"/>
    <p:sldId id="299" r:id="rId24"/>
    <p:sldId id="395" r:id="rId25"/>
    <p:sldId id="300" r:id="rId26"/>
    <p:sldId id="392" r:id="rId27"/>
    <p:sldId id="303" r:id="rId28"/>
    <p:sldId id="398" r:id="rId29"/>
    <p:sldId id="304" r:id="rId30"/>
    <p:sldId id="305" r:id="rId31"/>
    <p:sldId id="388" r:id="rId32"/>
    <p:sldId id="389" r:id="rId33"/>
    <p:sldId id="390" r:id="rId34"/>
    <p:sldId id="387" r:id="rId35"/>
  </p:sldIdLst>
  <p:sldSz cx="9144000" cy="5143500" type="screen16x9"/>
  <p:notesSz cx="6858000" cy="9144000"/>
  <p:custDataLst>
    <p:tags r:id="rId37"/>
  </p:custDataLst>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000"/>
    <a:srgbClr val="CC0000"/>
    <a:srgbClr val="97F4FB"/>
    <a:srgbClr val="000000"/>
    <a:srgbClr val="F9E7F3"/>
    <a:srgbClr val="FFCC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06" autoAdjust="0"/>
    <p:restoredTop sz="92776" autoAdjust="0"/>
  </p:normalViewPr>
  <p:slideViewPr>
    <p:cSldViewPr snapToGrid="0" snapToObjects="1">
      <p:cViewPr>
        <p:scale>
          <a:sx n="100" d="100"/>
          <a:sy n="100" d="100"/>
        </p:scale>
        <p:origin x="2322" y="49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1.xml"/><Relationship Id="rId34" Type="http://schemas.openxmlformats.org/officeDocument/2006/relationships/slide" Target="slides/slide24.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9"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3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35.wmf"/><Relationship Id="rId1" Type="http://schemas.openxmlformats.org/officeDocument/2006/relationships/image" Target="../media/image34.wmf"/><Relationship Id="rId5" Type="http://schemas.openxmlformats.org/officeDocument/2006/relationships/image" Target="../media/image9.wmf"/><Relationship Id="rId4"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1.wmf"/><Relationship Id="rId4"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5" Type="http://schemas.openxmlformats.org/officeDocument/2006/relationships/image" Target="../media/image46.wmf"/><Relationship Id="rId4"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54.wmf"/><Relationship Id="rId7" Type="http://schemas.openxmlformats.org/officeDocument/2006/relationships/image" Target="../media/image58.wmf"/><Relationship Id="rId12" Type="http://schemas.openxmlformats.org/officeDocument/2006/relationships/image" Target="../media/image62.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11" Type="http://schemas.openxmlformats.org/officeDocument/2006/relationships/image" Target="../media/image61.wmf"/><Relationship Id="rId5" Type="http://schemas.openxmlformats.org/officeDocument/2006/relationships/image" Target="../media/image56.wmf"/><Relationship Id="rId10" Type="http://schemas.openxmlformats.org/officeDocument/2006/relationships/image" Target="../media/image60.wmf"/><Relationship Id="rId4" Type="http://schemas.openxmlformats.org/officeDocument/2006/relationships/image" Target="../media/image55.wmf"/><Relationship Id="rId9" Type="http://schemas.openxmlformats.org/officeDocument/2006/relationships/image" Target="../media/image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5" Type="http://schemas.openxmlformats.org/officeDocument/2006/relationships/image" Target="../media/image67.wmf"/><Relationship Id="rId4" Type="http://schemas.openxmlformats.org/officeDocument/2006/relationships/image" Target="../media/image66.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10" Type="http://schemas.openxmlformats.org/officeDocument/2006/relationships/image" Target="../media/image77.wmf"/><Relationship Id="rId4" Type="http://schemas.openxmlformats.org/officeDocument/2006/relationships/image" Target="../media/image71.wmf"/><Relationship Id="rId9" Type="http://schemas.openxmlformats.org/officeDocument/2006/relationships/image" Target="../media/image76.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image" Target="../media/image92.wmf"/><Relationship Id="rId3" Type="http://schemas.openxmlformats.org/officeDocument/2006/relationships/image" Target="../media/image82.wmf"/><Relationship Id="rId7" Type="http://schemas.openxmlformats.org/officeDocument/2006/relationships/image" Target="../media/image86.wmf"/><Relationship Id="rId12" Type="http://schemas.openxmlformats.org/officeDocument/2006/relationships/image" Target="../media/image91.wmf"/><Relationship Id="rId17" Type="http://schemas.openxmlformats.org/officeDocument/2006/relationships/image" Target="../media/image77.wmf"/><Relationship Id="rId2" Type="http://schemas.openxmlformats.org/officeDocument/2006/relationships/image" Target="../media/image81.wmf"/><Relationship Id="rId16" Type="http://schemas.openxmlformats.org/officeDocument/2006/relationships/image" Target="../media/image71.wmf"/><Relationship Id="rId1" Type="http://schemas.openxmlformats.org/officeDocument/2006/relationships/image" Target="../media/image80.wmf"/><Relationship Id="rId6" Type="http://schemas.openxmlformats.org/officeDocument/2006/relationships/image" Target="../media/image85.wmf"/><Relationship Id="rId11" Type="http://schemas.openxmlformats.org/officeDocument/2006/relationships/image" Target="../media/image90.wmf"/><Relationship Id="rId5" Type="http://schemas.openxmlformats.org/officeDocument/2006/relationships/image" Target="../media/image84.wmf"/><Relationship Id="rId15" Type="http://schemas.openxmlformats.org/officeDocument/2006/relationships/image" Target="../media/image72.wmf"/><Relationship Id="rId10" Type="http://schemas.openxmlformats.org/officeDocument/2006/relationships/image" Target="../media/image89.wmf"/><Relationship Id="rId4" Type="http://schemas.openxmlformats.org/officeDocument/2006/relationships/image" Target="../media/image83.wmf"/><Relationship Id="rId9" Type="http://schemas.openxmlformats.org/officeDocument/2006/relationships/image" Target="../media/image88.wmf"/><Relationship Id="rId14" Type="http://schemas.openxmlformats.org/officeDocument/2006/relationships/image" Target="../media/image93.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image" Target="../media/image106.wmf"/><Relationship Id="rId3" Type="http://schemas.openxmlformats.org/officeDocument/2006/relationships/image" Target="../media/image98.wmf"/><Relationship Id="rId7" Type="http://schemas.openxmlformats.org/officeDocument/2006/relationships/image" Target="../media/image61.wmf"/><Relationship Id="rId12" Type="http://schemas.openxmlformats.org/officeDocument/2006/relationships/image" Target="../media/image105.wmf"/><Relationship Id="rId2" Type="http://schemas.openxmlformats.org/officeDocument/2006/relationships/image" Target="../media/image97.wmf"/><Relationship Id="rId1" Type="http://schemas.openxmlformats.org/officeDocument/2006/relationships/image" Target="../media/image96.wmf"/><Relationship Id="rId6" Type="http://schemas.openxmlformats.org/officeDocument/2006/relationships/image" Target="../media/image60.wmf"/><Relationship Id="rId11" Type="http://schemas.openxmlformats.org/officeDocument/2006/relationships/image" Target="../media/image104.wmf"/><Relationship Id="rId5" Type="http://schemas.openxmlformats.org/officeDocument/2006/relationships/image" Target="../media/image100.wmf"/><Relationship Id="rId15" Type="http://schemas.openxmlformats.org/officeDocument/2006/relationships/image" Target="../media/image108.wmf"/><Relationship Id="rId10" Type="http://schemas.openxmlformats.org/officeDocument/2006/relationships/image" Target="../media/image103.wmf"/><Relationship Id="rId4" Type="http://schemas.openxmlformats.org/officeDocument/2006/relationships/image" Target="../media/image99.wmf"/><Relationship Id="rId9" Type="http://schemas.openxmlformats.org/officeDocument/2006/relationships/image" Target="../media/image102.wmf"/><Relationship Id="rId14" Type="http://schemas.openxmlformats.org/officeDocument/2006/relationships/image" Target="../media/image107.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110.wmf"/><Relationship Id="rId1" Type="http://schemas.openxmlformats.org/officeDocument/2006/relationships/image" Target="../media/image109.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17.w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24.wmf"/><Relationship Id="rId7" Type="http://schemas.openxmlformats.org/officeDocument/2006/relationships/image" Target="../media/image128.wmf"/><Relationship Id="rId2" Type="http://schemas.openxmlformats.org/officeDocument/2006/relationships/image" Target="../media/image123.wmf"/><Relationship Id="rId1" Type="http://schemas.openxmlformats.org/officeDocument/2006/relationships/image" Target="../media/image122.wmf"/><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image" Target="../media/image132.wmf"/><Relationship Id="rId7" Type="http://schemas.openxmlformats.org/officeDocument/2006/relationships/image" Target="../media/image126.wmf"/><Relationship Id="rId2" Type="http://schemas.openxmlformats.org/officeDocument/2006/relationships/image" Target="../media/image131.wmf"/><Relationship Id="rId1" Type="http://schemas.openxmlformats.org/officeDocument/2006/relationships/image" Target="../media/image130.wmf"/><Relationship Id="rId6" Type="http://schemas.openxmlformats.org/officeDocument/2006/relationships/image" Target="../media/image125.wmf"/><Relationship Id="rId5" Type="http://schemas.openxmlformats.org/officeDocument/2006/relationships/image" Target="../media/image124.wmf"/><Relationship Id="rId10" Type="http://schemas.openxmlformats.org/officeDocument/2006/relationships/image" Target="../media/image129.wmf"/><Relationship Id="rId4" Type="http://schemas.openxmlformats.org/officeDocument/2006/relationships/image" Target="../media/image123.wmf"/><Relationship Id="rId9" Type="http://schemas.openxmlformats.org/officeDocument/2006/relationships/image" Target="../media/image128.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24.wmf"/><Relationship Id="rId13" Type="http://schemas.openxmlformats.org/officeDocument/2006/relationships/image" Target="../media/image129.wmf"/><Relationship Id="rId3" Type="http://schemas.openxmlformats.org/officeDocument/2006/relationships/image" Target="../media/image135.wmf"/><Relationship Id="rId7" Type="http://schemas.openxmlformats.org/officeDocument/2006/relationships/image" Target="../media/image123.wmf"/><Relationship Id="rId12" Type="http://schemas.openxmlformats.org/officeDocument/2006/relationships/image" Target="../media/image128.wmf"/><Relationship Id="rId2" Type="http://schemas.openxmlformats.org/officeDocument/2006/relationships/image" Target="../media/image134.wmf"/><Relationship Id="rId1" Type="http://schemas.openxmlformats.org/officeDocument/2006/relationships/image" Target="../media/image133.wmf"/><Relationship Id="rId6" Type="http://schemas.openxmlformats.org/officeDocument/2006/relationships/image" Target="../media/image138.wmf"/><Relationship Id="rId11" Type="http://schemas.openxmlformats.org/officeDocument/2006/relationships/image" Target="../media/image127.wmf"/><Relationship Id="rId5" Type="http://schemas.openxmlformats.org/officeDocument/2006/relationships/image" Target="../media/image137.wmf"/><Relationship Id="rId10" Type="http://schemas.openxmlformats.org/officeDocument/2006/relationships/image" Target="../media/image126.wmf"/><Relationship Id="rId4" Type="http://schemas.openxmlformats.org/officeDocument/2006/relationships/image" Target="../media/image136.wmf"/><Relationship Id="rId9" Type="http://schemas.openxmlformats.org/officeDocument/2006/relationships/image" Target="../media/image125.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image" Target="../media/image141.emf"/><Relationship Id="rId7" Type="http://schemas.openxmlformats.org/officeDocument/2006/relationships/image" Target="../media/image145.emf"/><Relationship Id="rId2" Type="http://schemas.openxmlformats.org/officeDocument/2006/relationships/image" Target="../media/image140.emf"/><Relationship Id="rId1" Type="http://schemas.openxmlformats.org/officeDocument/2006/relationships/image" Target="../media/image139.wmf"/><Relationship Id="rId6" Type="http://schemas.openxmlformats.org/officeDocument/2006/relationships/image" Target="../media/image144.emf"/><Relationship Id="rId5" Type="http://schemas.openxmlformats.org/officeDocument/2006/relationships/image" Target="../media/image143.emf"/><Relationship Id="rId4" Type="http://schemas.openxmlformats.org/officeDocument/2006/relationships/image" Target="../media/image14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1085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88618E28-65D0-4CA7-97FF-1048B272FB08}" type="slidenum">
              <a:rPr lang="en-US" altLang="zh-CN"/>
              <a:pPr>
                <a:defRPr/>
              </a:pPr>
              <a:t>‹#›</a:t>
            </a:fld>
            <a:endParaRPr lang="en-US" altLang="zh-CN"/>
          </a:p>
        </p:txBody>
      </p:sp>
    </p:spTree>
    <p:extLst>
      <p:ext uri="{BB962C8B-B14F-4D97-AF65-F5344CB8AC3E}">
        <p14:creationId xmlns:p14="http://schemas.microsoft.com/office/powerpoint/2010/main" val="8953713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smtClean="0"/>
              <a:t>什么过程才是准静态呢？</a:t>
            </a:r>
            <a:endParaRPr lang="zh-CN" altLang="en-US"/>
          </a:p>
        </p:txBody>
      </p:sp>
      <p:sp>
        <p:nvSpPr>
          <p:cNvPr id="4" name="灯片编号占位符 3"/>
          <p:cNvSpPr>
            <a:spLocks noGrp="1"/>
          </p:cNvSpPr>
          <p:nvPr>
            <p:ph type="sldNum" sz="quarter" idx="10"/>
          </p:nvPr>
        </p:nvSpPr>
        <p:spPr/>
        <p:txBody>
          <a:bodyPr/>
          <a:lstStyle/>
          <a:p>
            <a:pPr>
              <a:defRPr/>
            </a:pPr>
            <a:fld id="{88618E28-65D0-4CA7-97FF-1048B272FB08}" type="slidenum">
              <a:rPr lang="en-US" altLang="zh-CN" smtClean="0"/>
              <a:pPr>
                <a:defRPr/>
              </a:pPr>
              <a:t>2</a:t>
            </a:fld>
            <a:endParaRPr lang="en-US" altLang="zh-CN"/>
          </a:p>
        </p:txBody>
      </p:sp>
    </p:spTree>
    <p:extLst>
      <p:ext uri="{BB962C8B-B14F-4D97-AF65-F5344CB8AC3E}">
        <p14:creationId xmlns:p14="http://schemas.microsoft.com/office/powerpoint/2010/main" val="4014300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(3)</a:t>
            </a:r>
            <a:r>
              <a:rPr lang="zh-CN" altLang="en-US" dirty="0" smtClean="0"/>
              <a:t>做功：有力有位移，往往伴随着能量的转化；热量的传递：要有温度差，能量的转移而不是转化。</a:t>
            </a:r>
            <a:endParaRPr lang="zh-CN" altLang="en-US" dirty="0"/>
          </a:p>
        </p:txBody>
      </p:sp>
      <p:sp>
        <p:nvSpPr>
          <p:cNvPr id="4" name="灯片编号占位符 3"/>
          <p:cNvSpPr>
            <a:spLocks noGrp="1"/>
          </p:cNvSpPr>
          <p:nvPr>
            <p:ph type="sldNum" sz="quarter" idx="10"/>
          </p:nvPr>
        </p:nvSpPr>
        <p:spPr/>
        <p:txBody>
          <a:bodyPr/>
          <a:lstStyle/>
          <a:p>
            <a:pPr>
              <a:defRPr/>
            </a:pPr>
            <a:fld id="{88618E28-65D0-4CA7-97FF-1048B272FB08}" type="slidenum">
              <a:rPr lang="en-US" altLang="zh-CN" smtClean="0"/>
              <a:pPr>
                <a:defRPr/>
              </a:pPr>
              <a:t>5</a:t>
            </a:fld>
            <a:endParaRPr lang="en-US" altLang="zh-CN"/>
          </a:p>
        </p:txBody>
      </p:sp>
    </p:spTree>
    <p:extLst>
      <p:ext uri="{BB962C8B-B14F-4D97-AF65-F5344CB8AC3E}">
        <p14:creationId xmlns:p14="http://schemas.microsoft.com/office/powerpoint/2010/main" val="441385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根据理想气体物态方程，可以求出</a:t>
            </a:r>
            <a:r>
              <a:rPr lang="en-US" altLang="zh-CN" smtClean="0"/>
              <a:t>v</a:t>
            </a:r>
            <a:endParaRPr lang="zh-CN" altLang="en-US"/>
          </a:p>
        </p:txBody>
      </p:sp>
      <p:sp>
        <p:nvSpPr>
          <p:cNvPr id="4" name="灯片编号占位符 3"/>
          <p:cNvSpPr>
            <a:spLocks noGrp="1"/>
          </p:cNvSpPr>
          <p:nvPr>
            <p:ph type="sldNum" sz="quarter" idx="10"/>
          </p:nvPr>
        </p:nvSpPr>
        <p:spPr/>
        <p:txBody>
          <a:bodyPr/>
          <a:lstStyle/>
          <a:p>
            <a:pPr>
              <a:defRPr/>
            </a:pPr>
            <a:fld id="{88618E28-65D0-4CA7-97FF-1048B272FB08}" type="slidenum">
              <a:rPr lang="en-US" altLang="zh-CN" smtClean="0"/>
              <a:pPr>
                <a:defRPr/>
              </a:pPr>
              <a:t>25</a:t>
            </a:fld>
            <a:endParaRPr lang="en-US" altLang="zh-CN"/>
          </a:p>
        </p:txBody>
      </p:sp>
    </p:spTree>
    <p:extLst>
      <p:ext uri="{BB962C8B-B14F-4D97-AF65-F5344CB8AC3E}">
        <p14:creationId xmlns:p14="http://schemas.microsoft.com/office/powerpoint/2010/main" val="2462173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F1BFB58-B93E-4217-A9E1-A7DCD0CF6EEE}"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8A108756-3B8C-492E-AFE2-71A3C8BE2115}"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4BB2DC3-DED3-4EC7-8A18-901642A3AEC7}"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7C69BCC-9D53-4AAA-92EF-BC5399853E48}"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1C64AAE1-A64D-42C8-8EE2-6FCE0162FBDE}"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6FDFDE38-1B2B-4974-B65A-223A1EF018B4}"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4C448098-199F-4179-A6A1-F3F5AAA12605}"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E70D7B6D-13FB-4D7D-B7CF-043761DB0578}"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288E8597-3A7D-4BCD-B780-E4C8591896B9}"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2140236-240B-4A8F-8AE6-62F55528380B}"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4114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4114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2099606-5EFF-4332-A8B9-6883575D220E}" type="slidenum">
              <a:rPr lang="en-US" altLang="zh-CN">
                <a:solidFill>
                  <a:srgbClr val="000000"/>
                </a:solidFill>
              </a:rPr>
              <a:pPr/>
              <a:t>‹#›</a:t>
            </a:fld>
            <a:endParaRPr lang="en-US" altLang="zh-CN">
              <a:solidFill>
                <a:srgbClr val="000000"/>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7919" name="Rectangle 31"/>
          <p:cNvSpPr>
            <a:spLocks noGrp="1" noChangeArrowheads="1"/>
          </p:cNvSpPr>
          <p:nvPr>
            <p:ph type="dt" sz="quarter" idx="2"/>
          </p:nvPr>
        </p:nvSpPr>
        <p:spPr>
          <a:xfrm>
            <a:off x="685800" y="4761310"/>
            <a:ext cx="1905000" cy="342900"/>
          </a:xfrm>
        </p:spPr>
        <p:txBody>
          <a:bodyPr/>
          <a:lstStyle>
            <a:lvl1pPr>
              <a:defRPr/>
            </a:lvl1pPr>
          </a:lstStyle>
          <a:p>
            <a:endParaRPr lang="en-US" altLang="zh-CN">
              <a:solidFill>
                <a:srgbClr val="545472"/>
              </a:solidFill>
            </a:endParaRPr>
          </a:p>
        </p:txBody>
      </p:sp>
      <p:sp>
        <p:nvSpPr>
          <p:cNvPr id="37920" name="Rectangle 32"/>
          <p:cNvSpPr>
            <a:spLocks noGrp="1" noChangeArrowheads="1"/>
          </p:cNvSpPr>
          <p:nvPr>
            <p:ph type="ftr" sz="quarter" idx="3"/>
          </p:nvPr>
        </p:nvSpPr>
        <p:spPr>
          <a:xfrm>
            <a:off x="3124200" y="4761310"/>
            <a:ext cx="2895600" cy="342900"/>
          </a:xfrm>
        </p:spPr>
        <p:txBody>
          <a:bodyPr/>
          <a:lstStyle>
            <a:lvl1pPr>
              <a:defRPr/>
            </a:lvl1pPr>
          </a:lstStyle>
          <a:p>
            <a:endParaRPr lang="en-US" altLang="zh-CN">
              <a:solidFill>
                <a:srgbClr val="545472"/>
              </a:solidFill>
            </a:endParaRPr>
          </a:p>
        </p:txBody>
      </p:sp>
      <p:sp>
        <p:nvSpPr>
          <p:cNvPr id="37921" name="Rectangle 33"/>
          <p:cNvSpPr>
            <a:spLocks noGrp="1" noChangeArrowheads="1"/>
          </p:cNvSpPr>
          <p:nvPr>
            <p:ph type="sldNum" sz="quarter" idx="4"/>
          </p:nvPr>
        </p:nvSpPr>
        <p:spPr>
          <a:xfrm>
            <a:off x="7308304" y="4821138"/>
            <a:ext cx="1905000" cy="342900"/>
          </a:xfrm>
        </p:spPr>
        <p:txBody>
          <a:bodyPr/>
          <a:lstStyle>
            <a:lvl1pPr>
              <a:defRPr/>
            </a:lvl1pPr>
          </a:lstStyle>
          <a:p>
            <a:fld id="{443EE585-B32A-4C60-B717-0FCF3CE634DB}"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lvl1pPr>
              <a:defRPr/>
            </a:lvl1pPr>
          </a:lstStyle>
          <a:p>
            <a:endParaRPr lang="en-US" altLang="zh-CN">
              <a:solidFill>
                <a:srgbClr val="545472"/>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545472"/>
              </a:solidFill>
            </a:endParaRPr>
          </a:p>
        </p:txBody>
      </p:sp>
      <p:sp>
        <p:nvSpPr>
          <p:cNvPr id="6" name="灯片编号占位符 5"/>
          <p:cNvSpPr>
            <a:spLocks noGrp="1"/>
          </p:cNvSpPr>
          <p:nvPr>
            <p:ph type="sldNum" sz="quarter" idx="12"/>
          </p:nvPr>
        </p:nvSpPr>
        <p:spPr>
          <a:xfrm>
            <a:off x="7275512" y="4775597"/>
            <a:ext cx="1905000" cy="342900"/>
          </a:xfrm>
        </p:spPr>
        <p:txBody>
          <a:bodyPr/>
          <a:lstStyle>
            <a:lvl1pPr>
              <a:defRPr/>
            </a:lvl1pPr>
          </a:lstStyle>
          <a:p>
            <a:fld id="{D4332F16-DF9C-49A0-8325-47291676EDBC}" type="slidenum">
              <a:rPr lang="en-US" altLang="zh-CN">
                <a:solidFill>
                  <a:srgbClr val="545472"/>
                </a:solidFill>
              </a:rPr>
              <a:pPr/>
              <a:t>‹#›</a:t>
            </a:fld>
            <a:endParaRPr lang="en-US" altLang="zh-CN" dirty="0">
              <a:solidFill>
                <a:srgbClr val="545472"/>
              </a:solidFill>
            </a:endParaRPr>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545472"/>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545472"/>
              </a:solidFill>
            </a:endParaRPr>
          </a:p>
        </p:txBody>
      </p:sp>
      <p:sp>
        <p:nvSpPr>
          <p:cNvPr id="6" name="灯片编号占位符 5"/>
          <p:cNvSpPr>
            <a:spLocks noGrp="1"/>
          </p:cNvSpPr>
          <p:nvPr>
            <p:ph type="sldNum" sz="quarter" idx="12"/>
          </p:nvPr>
        </p:nvSpPr>
        <p:spPr/>
        <p:txBody>
          <a:bodyPr/>
          <a:lstStyle>
            <a:lvl1pPr>
              <a:defRPr/>
            </a:lvl1pPr>
          </a:lstStyle>
          <a:p>
            <a:fld id="{8D2B2EC6-351B-4C6C-BFE2-CEDEF8348AD4}"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545472"/>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545472"/>
              </a:solidFill>
            </a:endParaRPr>
          </a:p>
        </p:txBody>
      </p:sp>
      <p:sp>
        <p:nvSpPr>
          <p:cNvPr id="7" name="灯片编号占位符 6"/>
          <p:cNvSpPr>
            <a:spLocks noGrp="1"/>
          </p:cNvSpPr>
          <p:nvPr>
            <p:ph type="sldNum" sz="quarter" idx="12"/>
          </p:nvPr>
        </p:nvSpPr>
        <p:spPr/>
        <p:txBody>
          <a:bodyPr/>
          <a:lstStyle>
            <a:lvl1pPr>
              <a:defRPr/>
            </a:lvl1pPr>
          </a:lstStyle>
          <a:p>
            <a:fld id="{776438A2-2DA4-4067-A08E-D5431EB22BE1}"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545472"/>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545472"/>
              </a:solidFill>
            </a:endParaRPr>
          </a:p>
        </p:txBody>
      </p:sp>
      <p:sp>
        <p:nvSpPr>
          <p:cNvPr id="9" name="灯片编号占位符 8"/>
          <p:cNvSpPr>
            <a:spLocks noGrp="1"/>
          </p:cNvSpPr>
          <p:nvPr>
            <p:ph type="sldNum" sz="quarter" idx="12"/>
          </p:nvPr>
        </p:nvSpPr>
        <p:spPr/>
        <p:txBody>
          <a:bodyPr/>
          <a:lstStyle>
            <a:lvl1pPr>
              <a:defRPr/>
            </a:lvl1pPr>
          </a:lstStyle>
          <a:p>
            <a:fld id="{90391819-E1D8-4900-9E30-4BE56169B23B}"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545472"/>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545472"/>
              </a:solidFill>
            </a:endParaRPr>
          </a:p>
        </p:txBody>
      </p:sp>
      <p:sp>
        <p:nvSpPr>
          <p:cNvPr id="5" name="灯片编号占位符 4"/>
          <p:cNvSpPr>
            <a:spLocks noGrp="1"/>
          </p:cNvSpPr>
          <p:nvPr>
            <p:ph type="sldNum" sz="quarter" idx="12"/>
          </p:nvPr>
        </p:nvSpPr>
        <p:spPr/>
        <p:txBody>
          <a:bodyPr/>
          <a:lstStyle>
            <a:lvl1pPr>
              <a:defRPr/>
            </a:lvl1pPr>
          </a:lstStyle>
          <a:p>
            <a:fld id="{A330D979-E79C-4FB7-BADD-5AE0CD09F3D9}"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545472"/>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545472"/>
              </a:solidFill>
            </a:endParaRPr>
          </a:p>
        </p:txBody>
      </p:sp>
      <p:sp>
        <p:nvSpPr>
          <p:cNvPr id="4" name="灯片编号占位符 3"/>
          <p:cNvSpPr>
            <a:spLocks noGrp="1"/>
          </p:cNvSpPr>
          <p:nvPr>
            <p:ph type="sldNum" sz="quarter" idx="12"/>
          </p:nvPr>
        </p:nvSpPr>
        <p:spPr>
          <a:xfrm>
            <a:off x="7236296" y="4785996"/>
            <a:ext cx="1905000" cy="342900"/>
          </a:xfrm>
        </p:spPr>
        <p:txBody>
          <a:bodyPr/>
          <a:lstStyle>
            <a:lvl1pPr>
              <a:defRPr/>
            </a:lvl1pPr>
          </a:lstStyle>
          <a:p>
            <a:fld id="{6C956EC0-8506-4482-8E3C-76F37D92AB6E}" type="slidenum">
              <a:rPr lang="en-US" altLang="zh-CN">
                <a:solidFill>
                  <a:srgbClr val="545472"/>
                </a:solidFill>
              </a:rPr>
              <a:pPr/>
              <a:t>‹#›</a:t>
            </a:fld>
            <a:endParaRPr lang="en-US" altLang="zh-CN" dirty="0">
              <a:solidFill>
                <a:srgbClr val="545472"/>
              </a:solidFill>
            </a:endParaRPr>
          </a:p>
        </p:txBody>
      </p:sp>
    </p:spTree>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545472"/>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545472"/>
              </a:solidFill>
            </a:endParaRPr>
          </a:p>
        </p:txBody>
      </p:sp>
      <p:sp>
        <p:nvSpPr>
          <p:cNvPr id="7" name="灯片编号占位符 6"/>
          <p:cNvSpPr>
            <a:spLocks noGrp="1"/>
          </p:cNvSpPr>
          <p:nvPr>
            <p:ph type="sldNum" sz="quarter" idx="12"/>
          </p:nvPr>
        </p:nvSpPr>
        <p:spPr/>
        <p:txBody>
          <a:bodyPr/>
          <a:lstStyle>
            <a:lvl1pPr>
              <a:defRPr/>
            </a:lvl1pPr>
          </a:lstStyle>
          <a:p>
            <a:fld id="{9F423DC8-3550-4B9A-AD8B-329D79ADB7D2}"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545472"/>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545472"/>
              </a:solidFill>
            </a:endParaRPr>
          </a:p>
        </p:txBody>
      </p:sp>
      <p:sp>
        <p:nvSpPr>
          <p:cNvPr id="7" name="灯片编号占位符 6"/>
          <p:cNvSpPr>
            <a:spLocks noGrp="1"/>
          </p:cNvSpPr>
          <p:nvPr>
            <p:ph type="sldNum" sz="quarter" idx="12"/>
          </p:nvPr>
        </p:nvSpPr>
        <p:spPr/>
        <p:txBody>
          <a:bodyPr/>
          <a:lstStyle>
            <a:lvl1pPr>
              <a:defRPr/>
            </a:lvl1pPr>
          </a:lstStyle>
          <a:p>
            <a:fld id="{03CE0D0C-AE5A-4ABB-B99A-15355170965B}"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545472"/>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545472"/>
              </a:solidFill>
            </a:endParaRPr>
          </a:p>
        </p:txBody>
      </p:sp>
      <p:sp>
        <p:nvSpPr>
          <p:cNvPr id="6" name="灯片编号占位符 5"/>
          <p:cNvSpPr>
            <a:spLocks noGrp="1"/>
          </p:cNvSpPr>
          <p:nvPr>
            <p:ph type="sldNum" sz="quarter" idx="12"/>
          </p:nvPr>
        </p:nvSpPr>
        <p:spPr/>
        <p:txBody>
          <a:bodyPr/>
          <a:lstStyle>
            <a:lvl1pPr>
              <a:defRPr/>
            </a:lvl1pPr>
          </a:lstStyle>
          <a:p>
            <a:fld id="{FD0A77BF-D40C-4DB0-9048-63CE588F8352}"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576262"/>
            <a:ext cx="1943100" cy="39957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576262"/>
            <a:ext cx="5676900" cy="39957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545472"/>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545472"/>
              </a:solidFill>
            </a:endParaRPr>
          </a:p>
        </p:txBody>
      </p:sp>
      <p:sp>
        <p:nvSpPr>
          <p:cNvPr id="6" name="灯片编号占位符 5"/>
          <p:cNvSpPr>
            <a:spLocks noGrp="1"/>
          </p:cNvSpPr>
          <p:nvPr>
            <p:ph type="sldNum" sz="quarter" idx="12"/>
          </p:nvPr>
        </p:nvSpPr>
        <p:spPr/>
        <p:txBody>
          <a:bodyPr/>
          <a:lstStyle>
            <a:lvl1pPr>
              <a:defRPr/>
            </a:lvl1pPr>
          </a:lstStyle>
          <a:p>
            <a:fld id="{EC533BDD-452E-4020-8879-463277F8968F}" type="slidenum">
              <a:rPr lang="en-US" altLang="zh-CN">
                <a:solidFill>
                  <a:srgbClr val="545472"/>
                </a:solidFill>
              </a:rPr>
              <a:pPr/>
              <a:t>‹#›</a:t>
            </a:fld>
            <a:endParaRPr lang="en-US" altLang="zh-CN">
              <a:solidFill>
                <a:srgbClr val="545472"/>
              </a:solidFill>
            </a:endParaRPr>
          </a:p>
        </p:txBody>
      </p:sp>
    </p:spTree>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83B856-5C4A-4269-9A53-685E5B43379D}"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6BFFDDA-31AB-4946-875A-43B0943D9955}"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B515550-4759-4CE5-8C49-097C14D69458}"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7BF2DD0-E239-40BD-BFB8-F9E234FC90BB}"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E7E04DA-17F7-4225-919A-A5EBCD460395}"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53FE995-7DE2-4029-935A-4B29050CE719}"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0F09EEB6-93A3-4432-813B-8473841E07F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E8DDB42-7274-4427-BC2C-772D41E37C1F}"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0322ED6-39FC-49A6-B59E-12710F0B096E}"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D148851-3BAF-4C8F-A96E-78CE16657962}"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BD72276-F804-4B50-90D7-203D680D9512}"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883C337E-0A68-4AC3-857D-25D072F3865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68822493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971DAD0-52BD-4E87-A50E-7C73A646215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58308727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764C822-C0FF-4A26-9AD7-87835218E98C}"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9090603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E751E599-B886-4618-BB2E-0B8C644FA4C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05357447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4135D9E0-34BE-4905-9107-BAD5638BE09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0648843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6ED47524-4587-411C-BCB5-145CBA6924C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56849726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A2525013-027C-4A8E-8CE4-87B42AFFBEB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02981702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F4F26D3D-4C59-46FD-9046-53054D9CF9A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05016705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56279708-DB4E-44EC-B4CA-E0106E84E4B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96014624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6252AEE-6C91-4E2C-9B67-A6ED12315C0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536999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4114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4114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E300F69-1F30-45A5-A912-D56E480BC35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04000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17" Type="http://schemas.openxmlformats.org/officeDocument/2006/relationships/image" Target="../media/image5.png"/><Relationship Id="rId2" Type="http://schemas.openxmlformats.org/officeDocument/2006/relationships/slideLayout" Target="../slideLayouts/slideLayout79.xml"/><Relationship Id="rId16" Type="http://schemas.openxmlformats.org/officeDocument/2006/relationships/image" Target="../media/image4.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3.pn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00" b="1"/>
          </a:p>
        </p:txBody>
      </p:sp>
      <p:sp>
        <p:nvSpPr>
          <p:cNvPr id="15" name="灯片编号占位符 15"/>
          <p:cNvSpPr>
            <a:spLocks/>
          </p:cNvSpPr>
          <p:nvPr/>
        </p:nvSpPr>
        <p:spPr bwMode="auto">
          <a:xfrm>
            <a:off x="7020272" y="4944201"/>
            <a:ext cx="2133600" cy="273844"/>
          </a:xfrm>
          <a:prstGeom prst="rect">
            <a:avLst/>
          </a:prstGeom>
          <a:noFill/>
          <a:ln w="9525">
            <a:noFill/>
            <a:miter lim="800000"/>
            <a:headEnd/>
            <a:tailEnd/>
          </a:ln>
        </p:spPr>
        <p:txBody>
          <a:bodyPr anchor="ctr"/>
          <a:lstStyle>
            <a:lvl1pPr>
              <a:defRPr/>
            </a:lvl1pPr>
          </a:lstStyle>
          <a:p>
            <a:pPr algn="r">
              <a:defRPr/>
            </a:pPr>
            <a:fld id="{8893FDAB-DF94-4A0E-9123-6E82D64420F4}" type="slidenum">
              <a:rPr lang="zh-CN" altLang="en-US" sz="1050" b="1" smtClean="0">
                <a:solidFill>
                  <a:srgbClr val="0000CC"/>
                </a:solidFill>
                <a:latin typeface="Calibri" pitchFamily="34" charset="0"/>
                <a:ea typeface="宋体" pitchFamily="2" charset="-122"/>
              </a:rPr>
              <a:pPr algn="r">
                <a:defRPr/>
              </a:pPr>
              <a:t>‹#›</a:t>
            </a:fld>
            <a:endParaRPr lang="en-US" altLang="zh-CN" sz="1050" b="1" dirty="0">
              <a:solidFill>
                <a:srgbClr val="0000CC"/>
              </a:solidFill>
              <a:latin typeface="Calibri" pitchFamily="34"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00" b="1">
              <a:solidFill>
                <a:srgbClr val="FFFFFF"/>
              </a:solidFill>
            </a:endParaRPr>
          </a:p>
        </p:txBody>
      </p:sp>
      <p:sp>
        <p:nvSpPr>
          <p:cNvPr id="15" name="灯片编号占位符 15"/>
          <p:cNvSpPr>
            <a:spLocks/>
          </p:cNvSpPr>
          <p:nvPr/>
        </p:nvSpPr>
        <p:spPr bwMode="auto">
          <a:xfrm>
            <a:off x="6948264" y="4894008"/>
            <a:ext cx="2133600" cy="273844"/>
          </a:xfrm>
          <a:prstGeom prst="rect">
            <a:avLst/>
          </a:prstGeom>
          <a:noFill/>
          <a:ln w="9525">
            <a:noFill/>
            <a:miter lim="800000"/>
            <a:headEnd/>
            <a:tailEnd/>
          </a:ln>
        </p:spPr>
        <p:txBody>
          <a:bodyPr anchor="ctr"/>
          <a:lstStyle>
            <a:lvl1pPr>
              <a:defRPr/>
            </a:lvl1pPr>
          </a:lstStyle>
          <a:p>
            <a:pPr algn="r">
              <a:defRPr/>
            </a:pPr>
            <a:fld id="{AAF111BD-C865-472D-9F08-4E4774BB0EE0}" type="slidenum">
              <a:rPr lang="zh-CN" altLang="en-US" sz="1050" b="1" smtClean="0">
                <a:solidFill>
                  <a:srgbClr val="0000CC"/>
                </a:solidFill>
                <a:latin typeface="Calibri" pitchFamily="34" charset="0"/>
                <a:ea typeface="宋体" pitchFamily="2" charset="-122"/>
              </a:rPr>
              <a:pPr algn="r">
                <a:defRPr/>
              </a:pPr>
              <a:t>‹#›</a:t>
            </a:fld>
            <a:endParaRPr lang="en-US" altLang="zh-CN" sz="1050" b="1" dirty="0">
              <a:solidFill>
                <a:srgbClr val="0000CC"/>
              </a:solidFill>
              <a:latin typeface="Calibri" pitchFamily="34"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00" b="1">
              <a:solidFill>
                <a:srgbClr val="FFFFFF"/>
              </a:solidFill>
            </a:endParaRPr>
          </a:p>
        </p:txBody>
      </p:sp>
      <p:sp>
        <p:nvSpPr>
          <p:cNvPr id="15" name="灯片编号占位符 15"/>
          <p:cNvSpPr>
            <a:spLocks/>
          </p:cNvSpPr>
          <p:nvPr/>
        </p:nvSpPr>
        <p:spPr bwMode="auto">
          <a:xfrm>
            <a:off x="6948264" y="4894008"/>
            <a:ext cx="2133600" cy="273844"/>
          </a:xfrm>
          <a:prstGeom prst="rect">
            <a:avLst/>
          </a:prstGeom>
          <a:noFill/>
          <a:ln w="9525">
            <a:noFill/>
            <a:miter lim="800000"/>
            <a:headEnd/>
            <a:tailEnd/>
          </a:ln>
        </p:spPr>
        <p:txBody>
          <a:bodyPr anchor="ctr"/>
          <a:lstStyle>
            <a:lvl1pPr>
              <a:defRPr/>
            </a:lvl1pPr>
          </a:lstStyle>
          <a:p>
            <a:pPr algn="r">
              <a:defRPr/>
            </a:pPr>
            <a:fld id="{75F51ED1-76EC-4904-9317-CB5FD12961BF}" type="slidenum">
              <a:rPr lang="zh-CN" altLang="en-US" sz="1050" b="1" smtClean="0">
                <a:solidFill>
                  <a:srgbClr val="0000CC"/>
                </a:solidFill>
                <a:latin typeface="Calibri" pitchFamily="34" charset="0"/>
                <a:ea typeface="宋体" pitchFamily="2" charset="-122"/>
              </a:rPr>
              <a:pPr algn="r">
                <a:defRPr/>
              </a:pPr>
              <a:t>‹#›</a:t>
            </a:fld>
            <a:endParaRPr lang="en-US" altLang="zh-CN" sz="1050" b="1" dirty="0">
              <a:solidFill>
                <a:srgbClr val="0000CC"/>
              </a:solidFill>
              <a:latin typeface="Calibri" pitchFamily="34"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00" b="1">
              <a:solidFill>
                <a:srgbClr val="FFFFFF"/>
              </a:solidFill>
            </a:endParaRPr>
          </a:p>
        </p:txBody>
      </p:sp>
      <p:sp>
        <p:nvSpPr>
          <p:cNvPr id="15" name="灯片编号占位符 15"/>
          <p:cNvSpPr>
            <a:spLocks/>
          </p:cNvSpPr>
          <p:nvPr/>
        </p:nvSpPr>
        <p:spPr bwMode="auto">
          <a:xfrm>
            <a:off x="6974904" y="4894008"/>
            <a:ext cx="2133600" cy="273844"/>
          </a:xfrm>
          <a:prstGeom prst="rect">
            <a:avLst/>
          </a:prstGeom>
          <a:noFill/>
          <a:ln w="9525">
            <a:noFill/>
            <a:miter lim="800000"/>
            <a:headEnd/>
            <a:tailEnd/>
          </a:ln>
        </p:spPr>
        <p:txBody>
          <a:bodyPr anchor="ctr"/>
          <a:lstStyle>
            <a:lvl1pPr>
              <a:defRPr/>
            </a:lvl1pPr>
          </a:lstStyle>
          <a:p>
            <a:pPr algn="r">
              <a:defRPr/>
            </a:pPr>
            <a:fld id="{2ECFF334-78B2-4365-A56E-FBD5CF004800}" type="slidenum">
              <a:rPr lang="zh-CN" altLang="en-US" sz="1050" b="1" smtClean="0">
                <a:solidFill>
                  <a:srgbClr val="0000CC"/>
                </a:solidFill>
                <a:latin typeface="Calibri" pitchFamily="34" charset="0"/>
                <a:ea typeface="宋体" pitchFamily="2" charset="-122"/>
              </a:rPr>
              <a:pPr algn="r">
                <a:defRPr/>
              </a:pPr>
              <a:t>‹#›</a:t>
            </a:fld>
            <a:endParaRPr lang="en-US" altLang="zh-CN" sz="1050" b="1" dirty="0">
              <a:solidFill>
                <a:srgbClr val="0000CC"/>
              </a:solidFill>
              <a:latin typeface="Calibri" pitchFamily="34"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00" b="1">
              <a:solidFill>
                <a:srgbClr val="FFFFFF"/>
              </a:solidFill>
            </a:endParaRPr>
          </a:p>
        </p:txBody>
      </p:sp>
      <p:sp>
        <p:nvSpPr>
          <p:cNvPr id="15" name="灯片编号占位符 15"/>
          <p:cNvSpPr>
            <a:spLocks/>
          </p:cNvSpPr>
          <p:nvPr/>
        </p:nvSpPr>
        <p:spPr bwMode="auto">
          <a:xfrm>
            <a:off x="6974904" y="4890195"/>
            <a:ext cx="2133600" cy="273844"/>
          </a:xfrm>
          <a:prstGeom prst="rect">
            <a:avLst/>
          </a:prstGeom>
          <a:noFill/>
          <a:ln w="9525">
            <a:noFill/>
            <a:miter lim="800000"/>
            <a:headEnd/>
            <a:tailEnd/>
          </a:ln>
        </p:spPr>
        <p:txBody>
          <a:bodyPr anchor="ctr"/>
          <a:lstStyle>
            <a:lvl1pPr>
              <a:defRPr/>
            </a:lvl1pPr>
          </a:lstStyle>
          <a:p>
            <a:pPr algn="r">
              <a:defRPr/>
            </a:pPr>
            <a:fld id="{CEF970E3-15E1-435C-BADA-EA2CDE9329BA}" type="slidenum">
              <a:rPr lang="zh-CN" altLang="en-US" sz="1050" b="1" smtClean="0">
                <a:solidFill>
                  <a:srgbClr val="0000CC"/>
                </a:solidFill>
                <a:latin typeface="Calibri" pitchFamily="34" charset="0"/>
                <a:ea typeface="宋体" pitchFamily="2" charset="-122"/>
              </a:rPr>
              <a:pPr algn="r">
                <a:defRPr/>
              </a:pPr>
              <a:t>‹#›</a:t>
            </a:fld>
            <a:endParaRPr lang="en-US" altLang="zh-CN" sz="1050" b="1" dirty="0">
              <a:solidFill>
                <a:srgbClr val="0000CC"/>
              </a:solidFill>
              <a:latin typeface="Calibri" pitchFamily="34"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灯片编号占位符 15"/>
          <p:cNvSpPr>
            <a:spLocks/>
          </p:cNvSpPr>
          <p:nvPr/>
        </p:nvSpPr>
        <p:spPr bwMode="auto">
          <a:xfrm>
            <a:off x="6948264" y="4890195"/>
            <a:ext cx="2133600" cy="273844"/>
          </a:xfrm>
          <a:prstGeom prst="rect">
            <a:avLst/>
          </a:prstGeom>
          <a:noFill/>
          <a:ln w="9525">
            <a:noFill/>
            <a:miter lim="800000"/>
            <a:headEnd/>
            <a:tailEnd/>
          </a:ln>
        </p:spPr>
        <p:txBody>
          <a:bodyPr anchor="ctr"/>
          <a:lstStyle>
            <a:lvl1pPr>
              <a:defRPr/>
            </a:lvl1pPr>
          </a:lstStyle>
          <a:p>
            <a:pPr algn="r">
              <a:defRPr/>
            </a:pPr>
            <a:fld id="{17D17F72-0169-4C71-BD57-63F1884FBC7E}" type="slidenum">
              <a:rPr lang="zh-CN" altLang="en-US" sz="1050" b="1" smtClean="0">
                <a:solidFill>
                  <a:srgbClr val="0000CC"/>
                </a:solidFill>
                <a:latin typeface="Calibri" pitchFamily="34" charset="0"/>
                <a:ea typeface="宋体" pitchFamily="2" charset="-122"/>
              </a:rPr>
              <a:pPr algn="r">
                <a:defRPr/>
              </a:pPr>
              <a:t>‹#›</a:t>
            </a:fld>
            <a:endParaRPr lang="en-US" altLang="zh-CN" sz="1050" b="1" dirty="0">
              <a:solidFill>
                <a:srgbClr val="0000CC"/>
              </a:solidFill>
              <a:latin typeface="Calibri" pitchFamily="34"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857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485900"/>
            <a:ext cx="77724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vl1pPr>
          </a:lstStyle>
          <a:p>
            <a:endParaRPr kumimoji="1" lang="en-US" altLang="zh-CN" smtClean="0">
              <a:solidFill>
                <a:srgbClr val="000000"/>
              </a:solidFill>
              <a:latin typeface="Times New Roman" pitchFamily="18" charset="0"/>
            </a:endParaRPr>
          </a:p>
        </p:txBody>
      </p:sp>
      <p:sp>
        <p:nvSpPr>
          <p:cNvPr id="1029" name="Rectangle 5"/>
          <p:cNvSpPr>
            <a:spLocks noGrp="1" noChangeArrowheads="1"/>
          </p:cNvSpPr>
          <p:nvPr>
            <p:ph type="ftr" sz="quarter" idx="3"/>
          </p:nvPr>
        </p:nvSpPr>
        <p:spPr bwMode="auto">
          <a:xfrm>
            <a:off x="3124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vl1pPr>
          </a:lstStyle>
          <a:p>
            <a:endParaRPr kumimoji="1" lang="en-US" altLang="zh-CN" smtClean="0">
              <a:solidFill>
                <a:srgbClr val="000000"/>
              </a:solidFill>
              <a:latin typeface="Times New Roman" pitchFamily="18" charset="0"/>
            </a:endParaRPr>
          </a:p>
        </p:txBody>
      </p:sp>
      <p:sp>
        <p:nvSpPr>
          <p:cNvPr id="1030" name="Rectangle 6"/>
          <p:cNvSpPr>
            <a:spLocks noGrp="1" noChangeArrowheads="1"/>
          </p:cNvSpPr>
          <p:nvPr>
            <p:ph type="sldNum" sz="quarter" idx="4"/>
          </p:nvPr>
        </p:nvSpPr>
        <p:spPr bwMode="auto">
          <a:xfrm>
            <a:off x="65532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vl1pPr>
          </a:lstStyle>
          <a:p>
            <a:fld id="{A2EFB36F-CF6F-4A86-8CF3-4527BAD38192}" type="slidenum">
              <a:rPr kumimoji="1" lang="en-US" altLang="zh-CN" smtClean="0">
                <a:solidFill>
                  <a:srgbClr val="000000"/>
                </a:solidFill>
                <a:latin typeface="Times New Roman" pitchFamily="18" charset="0"/>
              </a:rPr>
              <a:pPr/>
              <a:t>‹#›</a:t>
            </a:fld>
            <a:endParaRPr kumimoji="1" lang="en-US" altLang="zh-CN" smtClean="0">
              <a:solidFill>
                <a:srgbClr val="000000"/>
              </a:solidFill>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hf hdr="0" ftr="0" dt="0"/>
  <p:txStyles>
    <p:titleStyle>
      <a:lvl1pPr algn="ctr" rtl="0" fontAlgn="base">
        <a:spcBef>
          <a:spcPct val="0"/>
        </a:spcBef>
        <a:spcAft>
          <a:spcPct val="0"/>
        </a:spcAft>
        <a:defRPr kumimoji="1" sz="3300">
          <a:solidFill>
            <a:schemeClr val="tx2"/>
          </a:solidFill>
          <a:latin typeface="+mj-lt"/>
          <a:ea typeface="+mj-ea"/>
          <a:cs typeface="+mj-cs"/>
        </a:defRPr>
      </a:lvl1pPr>
      <a:lvl2pPr algn="ctr" rtl="0" fontAlgn="base">
        <a:spcBef>
          <a:spcPct val="0"/>
        </a:spcBef>
        <a:spcAft>
          <a:spcPct val="0"/>
        </a:spcAft>
        <a:defRPr kumimoji="1" sz="3300">
          <a:solidFill>
            <a:schemeClr val="tx2"/>
          </a:solidFill>
          <a:latin typeface="Times New Roman" pitchFamily="18" charset="0"/>
          <a:ea typeface="宋体" charset="-122"/>
        </a:defRPr>
      </a:lvl2pPr>
      <a:lvl3pPr algn="ctr" rtl="0" fontAlgn="base">
        <a:spcBef>
          <a:spcPct val="0"/>
        </a:spcBef>
        <a:spcAft>
          <a:spcPct val="0"/>
        </a:spcAft>
        <a:defRPr kumimoji="1" sz="3300">
          <a:solidFill>
            <a:schemeClr val="tx2"/>
          </a:solidFill>
          <a:latin typeface="Times New Roman" pitchFamily="18" charset="0"/>
          <a:ea typeface="宋体" charset="-122"/>
        </a:defRPr>
      </a:lvl3pPr>
      <a:lvl4pPr algn="ctr" rtl="0" fontAlgn="base">
        <a:spcBef>
          <a:spcPct val="0"/>
        </a:spcBef>
        <a:spcAft>
          <a:spcPct val="0"/>
        </a:spcAft>
        <a:defRPr kumimoji="1" sz="3300">
          <a:solidFill>
            <a:schemeClr val="tx2"/>
          </a:solidFill>
          <a:latin typeface="Times New Roman" pitchFamily="18" charset="0"/>
          <a:ea typeface="宋体" charset="-122"/>
        </a:defRPr>
      </a:lvl4pPr>
      <a:lvl5pPr algn="ctr" rtl="0" fontAlgn="base">
        <a:spcBef>
          <a:spcPct val="0"/>
        </a:spcBef>
        <a:spcAft>
          <a:spcPct val="0"/>
        </a:spcAft>
        <a:defRPr kumimoji="1" sz="3300">
          <a:solidFill>
            <a:schemeClr val="tx2"/>
          </a:solidFill>
          <a:latin typeface="Times New Roman" pitchFamily="18" charset="0"/>
          <a:ea typeface="宋体" charset="-122"/>
        </a:defRPr>
      </a:lvl5pPr>
      <a:lvl6pPr marL="342900" algn="ctr" rtl="0" fontAlgn="base">
        <a:spcBef>
          <a:spcPct val="0"/>
        </a:spcBef>
        <a:spcAft>
          <a:spcPct val="0"/>
        </a:spcAft>
        <a:defRPr kumimoji="1" sz="3300">
          <a:solidFill>
            <a:schemeClr val="tx2"/>
          </a:solidFill>
          <a:latin typeface="Times New Roman" pitchFamily="18" charset="0"/>
          <a:ea typeface="宋体" charset="-122"/>
        </a:defRPr>
      </a:lvl6pPr>
      <a:lvl7pPr marL="685800" algn="ctr" rtl="0" fontAlgn="base">
        <a:spcBef>
          <a:spcPct val="0"/>
        </a:spcBef>
        <a:spcAft>
          <a:spcPct val="0"/>
        </a:spcAft>
        <a:defRPr kumimoji="1" sz="3300">
          <a:solidFill>
            <a:schemeClr val="tx2"/>
          </a:solidFill>
          <a:latin typeface="Times New Roman" pitchFamily="18" charset="0"/>
          <a:ea typeface="宋体" charset="-122"/>
        </a:defRPr>
      </a:lvl7pPr>
      <a:lvl8pPr marL="1028700" algn="ctr" rtl="0" fontAlgn="base">
        <a:spcBef>
          <a:spcPct val="0"/>
        </a:spcBef>
        <a:spcAft>
          <a:spcPct val="0"/>
        </a:spcAft>
        <a:defRPr kumimoji="1" sz="3300">
          <a:solidFill>
            <a:schemeClr val="tx2"/>
          </a:solidFill>
          <a:latin typeface="Times New Roman" pitchFamily="18" charset="0"/>
          <a:ea typeface="宋体" charset="-122"/>
        </a:defRPr>
      </a:lvl8pPr>
      <a:lvl9pPr marL="1371600" algn="ctr" rtl="0" fontAlgn="base">
        <a:spcBef>
          <a:spcPct val="0"/>
        </a:spcBef>
        <a:spcAft>
          <a:spcPct val="0"/>
        </a:spcAft>
        <a:defRPr kumimoji="1" sz="3300">
          <a:solidFill>
            <a:schemeClr val="tx2"/>
          </a:solidFill>
          <a:latin typeface="Times New Roman" pitchFamily="18" charset="0"/>
          <a:ea typeface="宋体" charset="-122"/>
        </a:defRPr>
      </a:lvl9pPr>
    </p:titleStyle>
    <p:bodyStyle>
      <a:lvl1pPr marL="257175" indent="-257175" algn="l" rtl="0" fontAlgn="base">
        <a:spcBef>
          <a:spcPct val="20000"/>
        </a:spcBef>
        <a:spcAft>
          <a:spcPct val="0"/>
        </a:spcAft>
        <a:buChar char="•"/>
        <a:defRPr kumimoji="1" sz="2400">
          <a:solidFill>
            <a:schemeClr val="tx1"/>
          </a:solidFill>
          <a:latin typeface="+mn-lt"/>
          <a:ea typeface="+mn-ea"/>
          <a:cs typeface="+mn-cs"/>
        </a:defRPr>
      </a:lvl1pPr>
      <a:lvl2pPr marL="557213" indent="-214313" algn="l" rtl="0" fontAlgn="base">
        <a:spcBef>
          <a:spcPct val="20000"/>
        </a:spcBef>
        <a:spcAft>
          <a:spcPct val="0"/>
        </a:spcAft>
        <a:buChar char="–"/>
        <a:defRPr kumimoji="1" sz="2100">
          <a:solidFill>
            <a:schemeClr val="tx1"/>
          </a:solidFill>
          <a:latin typeface="+mn-lt"/>
          <a:ea typeface="+mn-ea"/>
        </a:defRPr>
      </a:lvl2pPr>
      <a:lvl3pPr marL="857250" indent="-171450" algn="l" rtl="0" fontAlgn="base">
        <a:spcBef>
          <a:spcPct val="20000"/>
        </a:spcBef>
        <a:spcAft>
          <a:spcPct val="0"/>
        </a:spcAft>
        <a:buChar char="•"/>
        <a:defRPr kumimoji="1" sz="1800">
          <a:solidFill>
            <a:schemeClr val="tx1"/>
          </a:solidFill>
          <a:latin typeface="+mn-lt"/>
          <a:ea typeface="+mn-ea"/>
        </a:defRPr>
      </a:lvl3pPr>
      <a:lvl4pPr marL="1200150" indent="-171450" algn="l" rtl="0" fontAlgn="base">
        <a:spcBef>
          <a:spcPct val="20000"/>
        </a:spcBef>
        <a:spcAft>
          <a:spcPct val="0"/>
        </a:spcAft>
        <a:buChar char="–"/>
        <a:defRPr kumimoji="1" sz="1500">
          <a:solidFill>
            <a:schemeClr val="tx1"/>
          </a:solidFill>
          <a:latin typeface="+mn-lt"/>
          <a:ea typeface="+mn-ea"/>
        </a:defRPr>
      </a:lvl4pPr>
      <a:lvl5pPr marL="1543050" indent="-171450" algn="l" rtl="0" fontAlgn="base">
        <a:spcBef>
          <a:spcPct val="20000"/>
        </a:spcBef>
        <a:spcAft>
          <a:spcPct val="0"/>
        </a:spcAft>
        <a:buChar char="»"/>
        <a:defRPr kumimoji="1" sz="1500">
          <a:solidFill>
            <a:schemeClr val="tx1"/>
          </a:solidFill>
          <a:latin typeface="+mn-lt"/>
          <a:ea typeface="+mn-ea"/>
        </a:defRPr>
      </a:lvl5pPr>
      <a:lvl6pPr marL="1885950" indent="-171450" algn="l" rtl="0" fontAlgn="base">
        <a:spcBef>
          <a:spcPct val="20000"/>
        </a:spcBef>
        <a:spcAft>
          <a:spcPct val="0"/>
        </a:spcAft>
        <a:buChar char="»"/>
        <a:defRPr kumimoji="1" sz="1500">
          <a:solidFill>
            <a:schemeClr val="tx1"/>
          </a:solidFill>
          <a:latin typeface="+mn-lt"/>
          <a:ea typeface="+mn-ea"/>
        </a:defRPr>
      </a:lvl6pPr>
      <a:lvl7pPr marL="2228850" indent="-171450" algn="l" rtl="0" fontAlgn="base">
        <a:spcBef>
          <a:spcPct val="20000"/>
        </a:spcBef>
        <a:spcAft>
          <a:spcPct val="0"/>
        </a:spcAft>
        <a:buChar char="»"/>
        <a:defRPr kumimoji="1" sz="1500">
          <a:solidFill>
            <a:schemeClr val="tx1"/>
          </a:solidFill>
          <a:latin typeface="+mn-lt"/>
          <a:ea typeface="+mn-ea"/>
        </a:defRPr>
      </a:lvl7pPr>
      <a:lvl8pPr marL="2571750" indent="-171450" algn="l" rtl="0" fontAlgn="base">
        <a:spcBef>
          <a:spcPct val="20000"/>
        </a:spcBef>
        <a:spcAft>
          <a:spcPct val="0"/>
        </a:spcAft>
        <a:buChar char="»"/>
        <a:defRPr kumimoji="1" sz="1500">
          <a:solidFill>
            <a:schemeClr val="tx1"/>
          </a:solidFill>
          <a:latin typeface="+mn-lt"/>
          <a:ea typeface="+mn-ea"/>
        </a:defRPr>
      </a:lvl8pPr>
      <a:lvl9pPr marL="2914650" indent="-171450" algn="l" rtl="0" fontAlgn="base">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6893" name="Rectangle 29"/>
          <p:cNvSpPr>
            <a:spLocks noGrp="1" noChangeArrowheads="1"/>
          </p:cNvSpPr>
          <p:nvPr>
            <p:ph type="title"/>
          </p:nvPr>
        </p:nvSpPr>
        <p:spPr bwMode="auto">
          <a:xfrm>
            <a:off x="685800" y="576263"/>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6894" name="Rectangle 30"/>
          <p:cNvSpPr>
            <a:spLocks noGrp="1" noChangeArrowheads="1"/>
          </p:cNvSpPr>
          <p:nvPr>
            <p:ph type="body" idx="1"/>
          </p:nvPr>
        </p:nvSpPr>
        <p:spPr bwMode="auto">
          <a:xfrm>
            <a:off x="685800" y="1485900"/>
            <a:ext cx="77724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6895" name="Rectangle 31"/>
          <p:cNvSpPr>
            <a:spLocks noGrp="1" noChangeArrowheads="1"/>
          </p:cNvSpPr>
          <p:nvPr>
            <p:ph type="dt" sz="half" idx="2"/>
          </p:nvPr>
        </p:nvSpPr>
        <p:spPr bwMode="auto">
          <a:xfrm>
            <a:off x="665163" y="4775597"/>
            <a:ext cx="19050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0" sz="1050" b="0">
                <a:solidFill>
                  <a:schemeClr val="tx1"/>
                </a:solidFill>
                <a:effectLst/>
                <a:latin typeface="Times New Roman" pitchFamily="18" charset="0"/>
              </a:defRPr>
            </a:lvl1pPr>
          </a:lstStyle>
          <a:p>
            <a:endParaRPr lang="en-US" altLang="zh-CN">
              <a:solidFill>
                <a:srgbClr val="545472"/>
              </a:solidFill>
              <a:ea typeface="宋体" pitchFamily="2" charset="-122"/>
            </a:endParaRPr>
          </a:p>
        </p:txBody>
      </p:sp>
      <p:sp>
        <p:nvSpPr>
          <p:cNvPr id="36896" name="Rectangle 32"/>
          <p:cNvSpPr>
            <a:spLocks noGrp="1" noChangeArrowheads="1"/>
          </p:cNvSpPr>
          <p:nvPr>
            <p:ph type="ftr" sz="quarter" idx="3"/>
          </p:nvPr>
        </p:nvSpPr>
        <p:spPr bwMode="auto">
          <a:xfrm>
            <a:off x="3103563" y="4775597"/>
            <a:ext cx="28956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050" b="0">
                <a:solidFill>
                  <a:schemeClr val="tx1"/>
                </a:solidFill>
                <a:effectLst/>
                <a:latin typeface="Times New Roman" pitchFamily="18" charset="0"/>
              </a:defRPr>
            </a:lvl1pPr>
          </a:lstStyle>
          <a:p>
            <a:pPr algn="ctr"/>
            <a:endParaRPr lang="en-US" altLang="zh-CN">
              <a:solidFill>
                <a:srgbClr val="545472"/>
              </a:solidFill>
              <a:ea typeface="宋体" pitchFamily="2" charset="-122"/>
            </a:endParaRPr>
          </a:p>
        </p:txBody>
      </p:sp>
      <p:sp>
        <p:nvSpPr>
          <p:cNvPr id="36897" name="Rectangle 33"/>
          <p:cNvSpPr>
            <a:spLocks noGrp="1" noChangeArrowheads="1"/>
          </p:cNvSpPr>
          <p:nvPr>
            <p:ph type="sldNum" sz="quarter" idx="4"/>
          </p:nvPr>
        </p:nvSpPr>
        <p:spPr bwMode="auto">
          <a:xfrm>
            <a:off x="6532563" y="4775597"/>
            <a:ext cx="19050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050" b="0">
                <a:solidFill>
                  <a:schemeClr val="tx1"/>
                </a:solidFill>
                <a:effectLst/>
                <a:latin typeface="Times New Roman" pitchFamily="18" charset="0"/>
              </a:defRPr>
            </a:lvl1pPr>
          </a:lstStyle>
          <a:p>
            <a:fld id="{67CD2F7F-6AFD-4087-AC63-B8D8BB964C97}" type="slidenum">
              <a:rPr lang="en-US" altLang="zh-CN">
                <a:solidFill>
                  <a:srgbClr val="545472"/>
                </a:solidFill>
                <a:ea typeface="宋体" pitchFamily="2" charset="-122"/>
              </a:rPr>
              <a:pPr/>
              <a:t>‹#›</a:t>
            </a:fld>
            <a:endParaRPr lang="en-US" altLang="zh-CN">
              <a:solidFill>
                <a:srgbClr val="545472"/>
              </a:solidFill>
              <a:ea typeface="宋体" pitchFamily="2" charset="-122"/>
            </a:endParaRPr>
          </a:p>
        </p:txBody>
      </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ransition/>
  <p:hf hdr="0" ftr="0" dt="0"/>
  <p:txStyles>
    <p:titleStyle>
      <a:lvl1pPr algn="ctr" rtl="0" fontAlgn="base">
        <a:spcBef>
          <a:spcPct val="0"/>
        </a:spcBef>
        <a:spcAft>
          <a:spcPct val="0"/>
        </a:spcAft>
        <a:defRPr kumimoji="1" sz="3300">
          <a:solidFill>
            <a:schemeClr val="tx2"/>
          </a:solidFill>
          <a:latin typeface="+mj-lt"/>
          <a:ea typeface="+mj-ea"/>
          <a:cs typeface="+mj-cs"/>
        </a:defRPr>
      </a:lvl1pPr>
      <a:lvl2pPr algn="ctr" rtl="0" fontAlgn="base">
        <a:spcBef>
          <a:spcPct val="0"/>
        </a:spcBef>
        <a:spcAft>
          <a:spcPct val="0"/>
        </a:spcAft>
        <a:defRPr kumimoji="1" sz="3300">
          <a:solidFill>
            <a:schemeClr val="tx2"/>
          </a:solidFill>
          <a:latin typeface="Tahoma" pitchFamily="34" charset="0"/>
          <a:ea typeface="宋体" pitchFamily="2" charset="-122"/>
        </a:defRPr>
      </a:lvl2pPr>
      <a:lvl3pPr algn="ctr" rtl="0" fontAlgn="base">
        <a:spcBef>
          <a:spcPct val="0"/>
        </a:spcBef>
        <a:spcAft>
          <a:spcPct val="0"/>
        </a:spcAft>
        <a:defRPr kumimoji="1" sz="3300">
          <a:solidFill>
            <a:schemeClr val="tx2"/>
          </a:solidFill>
          <a:latin typeface="Tahoma" pitchFamily="34" charset="0"/>
          <a:ea typeface="宋体" pitchFamily="2" charset="-122"/>
        </a:defRPr>
      </a:lvl3pPr>
      <a:lvl4pPr algn="ctr" rtl="0" fontAlgn="base">
        <a:spcBef>
          <a:spcPct val="0"/>
        </a:spcBef>
        <a:spcAft>
          <a:spcPct val="0"/>
        </a:spcAft>
        <a:defRPr kumimoji="1" sz="3300">
          <a:solidFill>
            <a:schemeClr val="tx2"/>
          </a:solidFill>
          <a:latin typeface="Tahoma" pitchFamily="34" charset="0"/>
          <a:ea typeface="宋体" pitchFamily="2" charset="-122"/>
        </a:defRPr>
      </a:lvl4pPr>
      <a:lvl5pPr algn="ctr" rtl="0" fontAlgn="base">
        <a:spcBef>
          <a:spcPct val="0"/>
        </a:spcBef>
        <a:spcAft>
          <a:spcPct val="0"/>
        </a:spcAft>
        <a:defRPr kumimoji="1" sz="3300">
          <a:solidFill>
            <a:schemeClr val="tx2"/>
          </a:solidFill>
          <a:latin typeface="Tahoma" pitchFamily="34" charset="0"/>
          <a:ea typeface="宋体" pitchFamily="2" charset="-122"/>
        </a:defRPr>
      </a:lvl5pPr>
      <a:lvl6pPr marL="342900" algn="ctr" rtl="0" fontAlgn="base">
        <a:spcBef>
          <a:spcPct val="0"/>
        </a:spcBef>
        <a:spcAft>
          <a:spcPct val="0"/>
        </a:spcAft>
        <a:defRPr kumimoji="1" sz="3300">
          <a:solidFill>
            <a:schemeClr val="tx2"/>
          </a:solidFill>
          <a:latin typeface="Tahoma" pitchFamily="34" charset="0"/>
          <a:ea typeface="宋体" pitchFamily="2" charset="-122"/>
        </a:defRPr>
      </a:lvl6pPr>
      <a:lvl7pPr marL="685800" algn="ctr" rtl="0" fontAlgn="base">
        <a:spcBef>
          <a:spcPct val="0"/>
        </a:spcBef>
        <a:spcAft>
          <a:spcPct val="0"/>
        </a:spcAft>
        <a:defRPr kumimoji="1" sz="3300">
          <a:solidFill>
            <a:schemeClr val="tx2"/>
          </a:solidFill>
          <a:latin typeface="Tahoma" pitchFamily="34" charset="0"/>
          <a:ea typeface="宋体" pitchFamily="2" charset="-122"/>
        </a:defRPr>
      </a:lvl7pPr>
      <a:lvl8pPr marL="1028700" algn="ctr" rtl="0" fontAlgn="base">
        <a:spcBef>
          <a:spcPct val="0"/>
        </a:spcBef>
        <a:spcAft>
          <a:spcPct val="0"/>
        </a:spcAft>
        <a:defRPr kumimoji="1" sz="3300">
          <a:solidFill>
            <a:schemeClr val="tx2"/>
          </a:solidFill>
          <a:latin typeface="Tahoma" pitchFamily="34" charset="0"/>
          <a:ea typeface="宋体" pitchFamily="2" charset="-122"/>
        </a:defRPr>
      </a:lvl8pPr>
      <a:lvl9pPr marL="1371600" algn="ctr" rtl="0" fontAlgn="base">
        <a:spcBef>
          <a:spcPct val="0"/>
        </a:spcBef>
        <a:spcAft>
          <a:spcPct val="0"/>
        </a:spcAft>
        <a:defRPr kumimoji="1" sz="3300">
          <a:solidFill>
            <a:schemeClr val="tx2"/>
          </a:solidFill>
          <a:latin typeface="Tahoma" pitchFamily="34" charset="0"/>
          <a:ea typeface="宋体" pitchFamily="2" charset="-122"/>
        </a:defRPr>
      </a:lvl9pPr>
    </p:titleStyle>
    <p:bodyStyle>
      <a:lvl1pPr marL="257175" indent="-257175" algn="l" rtl="0" fontAlgn="base">
        <a:spcBef>
          <a:spcPct val="20000"/>
        </a:spcBef>
        <a:spcAft>
          <a:spcPct val="0"/>
        </a:spcAft>
        <a:buSzPct val="90000"/>
        <a:buBlip>
          <a:blip r:embed="rId13"/>
        </a:buBlip>
        <a:defRPr kumimoji="1" sz="2400">
          <a:solidFill>
            <a:schemeClr val="tx1"/>
          </a:solidFill>
          <a:latin typeface="+mn-lt"/>
          <a:ea typeface="+mn-ea"/>
          <a:cs typeface="+mn-cs"/>
        </a:defRPr>
      </a:lvl1pPr>
      <a:lvl2pPr marL="557213" indent="-214313" algn="l" rtl="0" fontAlgn="base">
        <a:spcBef>
          <a:spcPct val="20000"/>
        </a:spcBef>
        <a:spcAft>
          <a:spcPct val="0"/>
        </a:spcAft>
        <a:buSzPct val="80000"/>
        <a:buBlip>
          <a:blip r:embed="rId14"/>
        </a:buBlip>
        <a:defRPr kumimoji="1" sz="2100">
          <a:solidFill>
            <a:schemeClr val="tx1"/>
          </a:solidFill>
          <a:latin typeface="+mn-lt"/>
          <a:ea typeface="+mn-ea"/>
        </a:defRPr>
      </a:lvl2pPr>
      <a:lvl3pPr marL="857250" indent="-171450" algn="l" rtl="0" fontAlgn="base">
        <a:spcBef>
          <a:spcPct val="20000"/>
        </a:spcBef>
        <a:spcAft>
          <a:spcPct val="0"/>
        </a:spcAft>
        <a:buSzPct val="70000"/>
        <a:buBlip>
          <a:blip r:embed="rId15"/>
        </a:buBlip>
        <a:defRPr kumimoji="1" sz="1800">
          <a:solidFill>
            <a:schemeClr val="tx1"/>
          </a:solidFill>
          <a:latin typeface="+mn-lt"/>
          <a:ea typeface="+mn-ea"/>
        </a:defRPr>
      </a:lvl3pPr>
      <a:lvl4pPr marL="1200150" indent="-171450" algn="l" rtl="0" fontAlgn="base">
        <a:spcBef>
          <a:spcPct val="20000"/>
        </a:spcBef>
        <a:spcAft>
          <a:spcPct val="0"/>
        </a:spcAft>
        <a:buSzPct val="70000"/>
        <a:buBlip>
          <a:blip r:embed="rId16"/>
        </a:buBlip>
        <a:defRPr kumimoji="1" sz="1500">
          <a:solidFill>
            <a:schemeClr val="tx1"/>
          </a:solidFill>
          <a:latin typeface="+mn-lt"/>
          <a:ea typeface="+mn-ea"/>
        </a:defRPr>
      </a:lvl4pPr>
      <a:lvl5pPr marL="1543050" indent="-171450" algn="l" rtl="0" fontAlgn="base">
        <a:spcBef>
          <a:spcPct val="20000"/>
        </a:spcBef>
        <a:spcAft>
          <a:spcPct val="0"/>
        </a:spcAft>
        <a:buSzPct val="70000"/>
        <a:buBlip>
          <a:blip r:embed="rId17"/>
        </a:buBlip>
        <a:defRPr kumimoji="1" sz="1500">
          <a:solidFill>
            <a:schemeClr val="tx1"/>
          </a:solidFill>
          <a:latin typeface="+mn-lt"/>
          <a:ea typeface="+mn-ea"/>
        </a:defRPr>
      </a:lvl5pPr>
      <a:lvl6pPr marL="1885950" indent="-171450" algn="l" rtl="0" fontAlgn="base">
        <a:spcBef>
          <a:spcPct val="20000"/>
        </a:spcBef>
        <a:spcAft>
          <a:spcPct val="0"/>
        </a:spcAft>
        <a:buSzPct val="70000"/>
        <a:buBlip>
          <a:blip r:embed="rId17"/>
        </a:buBlip>
        <a:defRPr kumimoji="1" sz="1500">
          <a:solidFill>
            <a:schemeClr val="tx1"/>
          </a:solidFill>
          <a:latin typeface="+mn-lt"/>
          <a:ea typeface="+mn-ea"/>
        </a:defRPr>
      </a:lvl6pPr>
      <a:lvl7pPr marL="2228850" indent="-171450" algn="l" rtl="0" fontAlgn="base">
        <a:spcBef>
          <a:spcPct val="20000"/>
        </a:spcBef>
        <a:spcAft>
          <a:spcPct val="0"/>
        </a:spcAft>
        <a:buSzPct val="70000"/>
        <a:buBlip>
          <a:blip r:embed="rId17"/>
        </a:buBlip>
        <a:defRPr kumimoji="1" sz="1500">
          <a:solidFill>
            <a:schemeClr val="tx1"/>
          </a:solidFill>
          <a:latin typeface="+mn-lt"/>
          <a:ea typeface="+mn-ea"/>
        </a:defRPr>
      </a:lvl7pPr>
      <a:lvl8pPr marL="2571750" indent="-171450" algn="l" rtl="0" fontAlgn="base">
        <a:spcBef>
          <a:spcPct val="20000"/>
        </a:spcBef>
        <a:spcAft>
          <a:spcPct val="0"/>
        </a:spcAft>
        <a:buSzPct val="70000"/>
        <a:buBlip>
          <a:blip r:embed="rId17"/>
        </a:buBlip>
        <a:defRPr kumimoji="1" sz="1500">
          <a:solidFill>
            <a:schemeClr val="tx1"/>
          </a:solidFill>
          <a:latin typeface="+mn-lt"/>
          <a:ea typeface="+mn-ea"/>
        </a:defRPr>
      </a:lvl8pPr>
      <a:lvl9pPr marL="2914650" indent="-171450" algn="l" rtl="0" fontAlgn="base">
        <a:spcBef>
          <a:spcPct val="20000"/>
        </a:spcBef>
        <a:spcAft>
          <a:spcPct val="0"/>
        </a:spcAft>
        <a:buSzPct val="70000"/>
        <a:buBlip>
          <a:blip r:embed="rId17"/>
        </a:buBlip>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5363" name="Rectangle 3"/>
          <p:cNvSpPr>
            <a:spLocks noGrp="1" noChangeArrowheads="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50" b="0" smtClean="0">
                <a:solidFill>
                  <a:schemeClr val="tx1"/>
                </a:solidFill>
                <a:latin typeface="+mn-lt"/>
                <a:ea typeface="宋体" pitchFamily="2" charset="-122"/>
              </a:defRPr>
            </a:lvl1pPr>
          </a:lstStyle>
          <a:p>
            <a:pPr>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3124200" y="4683919"/>
            <a:ext cx="2895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b="0" smtClean="0">
                <a:solidFill>
                  <a:schemeClr val="tx1"/>
                </a:solidFill>
                <a:latin typeface="+mn-lt"/>
                <a:ea typeface="宋体" pitchFamily="2" charset="-122"/>
              </a:defRPr>
            </a:lvl1pPr>
          </a:lstStyle>
          <a:p>
            <a:pPr algn="ctr">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7073900" y="4933950"/>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b="0" smtClean="0">
                <a:solidFill>
                  <a:schemeClr val="tx1"/>
                </a:solidFill>
                <a:latin typeface="+mn-lt"/>
                <a:ea typeface="宋体" pitchFamily="2" charset="-122"/>
              </a:defRPr>
            </a:lvl1pPr>
          </a:lstStyle>
          <a:p>
            <a:pPr>
              <a:defRPr/>
            </a:pPr>
            <a:fld id="{6615EB05-443B-4B6B-8092-04761C741FFC}" type="slidenum">
              <a:rPr lang="en-US" altLang="zh-CN">
                <a:solidFill>
                  <a:srgbClr val="000000"/>
                </a:solidFill>
              </a:rPr>
              <a:pPr>
                <a:defRPr/>
              </a:pPr>
              <a:t>‹#›</a:t>
            </a:fld>
            <a:endParaRPr lang="en-US" altLang="zh-CN">
              <a:solidFill>
                <a:srgbClr val="000000"/>
              </a:solidFill>
            </a:endParaRPr>
          </a:p>
        </p:txBody>
      </p:sp>
    </p:spTree>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Lst>
  <p:hf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ea typeface="宋体" pitchFamily="2" charset="-122"/>
        </a:defRPr>
      </a:lvl2pPr>
      <a:lvl3pPr algn="ctr" rtl="0" eaLnBrk="0" fontAlgn="base" hangingPunct="0">
        <a:spcBef>
          <a:spcPct val="0"/>
        </a:spcBef>
        <a:spcAft>
          <a:spcPct val="0"/>
        </a:spcAft>
        <a:defRPr sz="3300">
          <a:solidFill>
            <a:schemeClr val="tx2"/>
          </a:solidFill>
          <a:latin typeface="Arial" charset="0"/>
          <a:ea typeface="宋体" pitchFamily="2" charset="-122"/>
        </a:defRPr>
      </a:lvl3pPr>
      <a:lvl4pPr algn="ctr" rtl="0" eaLnBrk="0" fontAlgn="base" hangingPunct="0">
        <a:spcBef>
          <a:spcPct val="0"/>
        </a:spcBef>
        <a:spcAft>
          <a:spcPct val="0"/>
        </a:spcAft>
        <a:defRPr sz="3300">
          <a:solidFill>
            <a:schemeClr val="tx2"/>
          </a:solidFill>
          <a:latin typeface="Arial" charset="0"/>
          <a:ea typeface="宋体" pitchFamily="2" charset="-122"/>
        </a:defRPr>
      </a:lvl4pPr>
      <a:lvl5pPr algn="ctr" rtl="0" eaLnBrk="0" fontAlgn="base" hangingPunct="0">
        <a:spcBef>
          <a:spcPct val="0"/>
        </a:spcBef>
        <a:spcAft>
          <a:spcPct val="0"/>
        </a:spcAft>
        <a:defRPr sz="3300">
          <a:solidFill>
            <a:schemeClr val="tx2"/>
          </a:solidFill>
          <a:latin typeface="Arial" charset="0"/>
          <a:ea typeface="宋体" pitchFamily="2" charset="-122"/>
        </a:defRPr>
      </a:lvl5pPr>
      <a:lvl6pPr marL="342900" algn="ctr" rtl="0" fontAlgn="base">
        <a:spcBef>
          <a:spcPct val="0"/>
        </a:spcBef>
        <a:spcAft>
          <a:spcPct val="0"/>
        </a:spcAft>
        <a:defRPr sz="3300">
          <a:solidFill>
            <a:schemeClr val="tx2"/>
          </a:solidFill>
          <a:latin typeface="Arial" charset="0"/>
          <a:ea typeface="宋体" pitchFamily="2" charset="-122"/>
        </a:defRPr>
      </a:lvl6pPr>
      <a:lvl7pPr marL="685800" algn="ctr" rtl="0" fontAlgn="base">
        <a:spcBef>
          <a:spcPct val="0"/>
        </a:spcBef>
        <a:spcAft>
          <a:spcPct val="0"/>
        </a:spcAft>
        <a:defRPr sz="3300">
          <a:solidFill>
            <a:schemeClr val="tx2"/>
          </a:solidFill>
          <a:latin typeface="Arial" charset="0"/>
          <a:ea typeface="宋体" pitchFamily="2" charset="-122"/>
        </a:defRPr>
      </a:lvl7pPr>
      <a:lvl8pPr marL="1028700" algn="ctr" rtl="0" fontAlgn="base">
        <a:spcBef>
          <a:spcPct val="0"/>
        </a:spcBef>
        <a:spcAft>
          <a:spcPct val="0"/>
        </a:spcAft>
        <a:defRPr sz="3300">
          <a:solidFill>
            <a:schemeClr val="tx2"/>
          </a:solidFill>
          <a:latin typeface="Arial" charset="0"/>
          <a:ea typeface="宋体" pitchFamily="2" charset="-122"/>
        </a:defRPr>
      </a:lvl8pPr>
      <a:lvl9pPr marL="1371600" algn="ctr" rtl="0" fontAlgn="base">
        <a:spcBef>
          <a:spcPct val="0"/>
        </a:spcBef>
        <a:spcAft>
          <a:spcPct val="0"/>
        </a:spcAft>
        <a:defRPr sz="3300">
          <a:solidFill>
            <a:schemeClr val="tx2"/>
          </a:solidFill>
          <a:latin typeface="Arial" charset="0"/>
          <a:ea typeface="宋体" pitchFamily="2" charset="-122"/>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ea typeface="+mn-ea"/>
        </a:defRPr>
      </a:lvl2pPr>
      <a:lvl3pPr marL="857250" indent="-171450" algn="l" rtl="0" eaLnBrk="0" fontAlgn="base" hangingPunct="0">
        <a:spcBef>
          <a:spcPct val="20000"/>
        </a:spcBef>
        <a:spcAft>
          <a:spcPct val="0"/>
        </a:spcAft>
        <a:buChar char="•"/>
        <a:defRPr sz="1800">
          <a:solidFill>
            <a:schemeClr val="tx1"/>
          </a:solidFill>
          <a:latin typeface="+mn-lt"/>
          <a:ea typeface="+mn-ea"/>
        </a:defRPr>
      </a:lvl3pPr>
      <a:lvl4pPr marL="1200150" indent="-171450" algn="l" rtl="0" eaLnBrk="0" fontAlgn="base" hangingPunct="0">
        <a:spcBef>
          <a:spcPct val="20000"/>
        </a:spcBef>
        <a:spcAft>
          <a:spcPct val="0"/>
        </a:spcAft>
        <a:buChar char="–"/>
        <a:defRPr sz="1500">
          <a:solidFill>
            <a:schemeClr val="tx1"/>
          </a:solidFill>
          <a:latin typeface="+mn-lt"/>
          <a:ea typeface="+mn-ea"/>
        </a:defRPr>
      </a:lvl4pPr>
      <a:lvl5pPr marL="1543050" indent="-171450" algn="l" rtl="0" eaLnBrk="0" fontAlgn="base" hangingPunct="0">
        <a:spcBef>
          <a:spcPct val="20000"/>
        </a:spcBef>
        <a:spcAft>
          <a:spcPct val="0"/>
        </a:spcAft>
        <a:buChar char="»"/>
        <a:defRPr sz="1500">
          <a:solidFill>
            <a:schemeClr val="tx1"/>
          </a:solidFill>
          <a:latin typeface="+mn-lt"/>
          <a:ea typeface="+mn-ea"/>
        </a:defRPr>
      </a:lvl5pPr>
      <a:lvl6pPr marL="1885950" indent="-171450" algn="l" rtl="0" fontAlgn="base">
        <a:spcBef>
          <a:spcPct val="20000"/>
        </a:spcBef>
        <a:spcAft>
          <a:spcPct val="0"/>
        </a:spcAft>
        <a:buChar char="»"/>
        <a:defRPr sz="1500">
          <a:solidFill>
            <a:schemeClr val="tx1"/>
          </a:solidFill>
          <a:latin typeface="+mn-lt"/>
          <a:ea typeface="+mn-ea"/>
        </a:defRPr>
      </a:lvl6pPr>
      <a:lvl7pPr marL="2228850" indent="-171450" algn="l" rtl="0" fontAlgn="base">
        <a:spcBef>
          <a:spcPct val="20000"/>
        </a:spcBef>
        <a:spcAft>
          <a:spcPct val="0"/>
        </a:spcAft>
        <a:buChar char="»"/>
        <a:defRPr sz="1500">
          <a:solidFill>
            <a:schemeClr val="tx1"/>
          </a:solidFill>
          <a:latin typeface="+mn-lt"/>
          <a:ea typeface="+mn-ea"/>
        </a:defRPr>
      </a:lvl7pPr>
      <a:lvl8pPr marL="2571750" indent="-171450" algn="l" rtl="0" fontAlgn="base">
        <a:spcBef>
          <a:spcPct val="20000"/>
        </a:spcBef>
        <a:spcAft>
          <a:spcPct val="0"/>
        </a:spcAft>
        <a:buChar char="»"/>
        <a:defRPr sz="1500">
          <a:solidFill>
            <a:schemeClr val="tx1"/>
          </a:solidFill>
          <a:latin typeface="+mn-lt"/>
          <a:ea typeface="+mn-ea"/>
        </a:defRPr>
      </a:lvl8pPr>
      <a:lvl9pPr marL="2914650" indent="-171450" algn="l"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857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485900"/>
            <a:ext cx="77724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vl1pPr>
          </a:lstStyle>
          <a:p>
            <a:endParaRPr kumimoji="1" lang="en-US" altLang="zh-CN" smtClean="0">
              <a:solidFill>
                <a:srgbClr val="000000"/>
              </a:solidFill>
              <a:latin typeface="Times New Roman" pitchFamily="18" charset="0"/>
              <a:ea typeface="宋体" pitchFamily="2" charset="-122"/>
            </a:endParaRPr>
          </a:p>
        </p:txBody>
      </p:sp>
      <p:sp>
        <p:nvSpPr>
          <p:cNvPr id="1029" name="Rectangle 5"/>
          <p:cNvSpPr>
            <a:spLocks noGrp="1" noChangeArrowheads="1"/>
          </p:cNvSpPr>
          <p:nvPr>
            <p:ph type="ftr" sz="quarter" idx="3"/>
          </p:nvPr>
        </p:nvSpPr>
        <p:spPr bwMode="auto">
          <a:xfrm>
            <a:off x="3124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vl1pPr>
          </a:lstStyle>
          <a:p>
            <a:endParaRPr kumimoji="1" lang="en-US" altLang="zh-CN" smtClean="0">
              <a:solidFill>
                <a:srgbClr val="000000"/>
              </a:solidFill>
              <a:latin typeface="Times New Roman" pitchFamily="18" charset="0"/>
              <a:ea typeface="宋体" pitchFamily="2" charset="-122"/>
            </a:endParaRPr>
          </a:p>
        </p:txBody>
      </p:sp>
      <p:sp>
        <p:nvSpPr>
          <p:cNvPr id="1030" name="Rectangle 6"/>
          <p:cNvSpPr>
            <a:spLocks noGrp="1" noChangeArrowheads="1"/>
          </p:cNvSpPr>
          <p:nvPr>
            <p:ph type="sldNum" sz="quarter" idx="4"/>
          </p:nvPr>
        </p:nvSpPr>
        <p:spPr bwMode="auto">
          <a:xfrm>
            <a:off x="65532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vl1pPr>
          </a:lstStyle>
          <a:p>
            <a:fld id="{6599CD85-1350-4A25-ADE7-E15662BBE212}" type="slidenum">
              <a:rPr kumimoji="1" lang="en-US" altLang="zh-CN" smtClean="0">
                <a:solidFill>
                  <a:srgbClr val="000000"/>
                </a:solidFill>
                <a:latin typeface="Times New Roman" pitchFamily="18" charset="0"/>
                <a:ea typeface="宋体" pitchFamily="2" charset="-122"/>
              </a:rPr>
              <a:pPr/>
              <a:t>‹#›</a:t>
            </a:fld>
            <a:endParaRPr kumimoji="1" lang="en-US" altLang="zh-CN" smtClean="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1357188846"/>
      </p:ext>
    </p:extLst>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Lst>
  <p:hf hdr="0" ftr="0" dt="0"/>
  <p:txStyles>
    <p:titleStyle>
      <a:lvl1pPr algn="ctr" rtl="0" fontAlgn="base">
        <a:spcBef>
          <a:spcPct val="0"/>
        </a:spcBef>
        <a:spcAft>
          <a:spcPct val="0"/>
        </a:spcAft>
        <a:defRPr kumimoji="1" sz="3300">
          <a:solidFill>
            <a:schemeClr val="tx2"/>
          </a:solidFill>
          <a:latin typeface="+mj-lt"/>
          <a:ea typeface="+mj-ea"/>
          <a:cs typeface="+mj-cs"/>
        </a:defRPr>
      </a:lvl1pPr>
      <a:lvl2pPr algn="ctr" rtl="0" fontAlgn="base">
        <a:spcBef>
          <a:spcPct val="0"/>
        </a:spcBef>
        <a:spcAft>
          <a:spcPct val="0"/>
        </a:spcAft>
        <a:defRPr kumimoji="1" sz="3300">
          <a:solidFill>
            <a:schemeClr val="tx2"/>
          </a:solidFill>
          <a:latin typeface="Times New Roman" pitchFamily="18" charset="0"/>
          <a:ea typeface="宋体" pitchFamily="2" charset="-122"/>
        </a:defRPr>
      </a:lvl2pPr>
      <a:lvl3pPr algn="ctr" rtl="0" fontAlgn="base">
        <a:spcBef>
          <a:spcPct val="0"/>
        </a:spcBef>
        <a:spcAft>
          <a:spcPct val="0"/>
        </a:spcAft>
        <a:defRPr kumimoji="1" sz="3300">
          <a:solidFill>
            <a:schemeClr val="tx2"/>
          </a:solidFill>
          <a:latin typeface="Times New Roman" pitchFamily="18" charset="0"/>
          <a:ea typeface="宋体" pitchFamily="2" charset="-122"/>
        </a:defRPr>
      </a:lvl3pPr>
      <a:lvl4pPr algn="ctr" rtl="0" fontAlgn="base">
        <a:spcBef>
          <a:spcPct val="0"/>
        </a:spcBef>
        <a:spcAft>
          <a:spcPct val="0"/>
        </a:spcAft>
        <a:defRPr kumimoji="1" sz="3300">
          <a:solidFill>
            <a:schemeClr val="tx2"/>
          </a:solidFill>
          <a:latin typeface="Times New Roman" pitchFamily="18" charset="0"/>
          <a:ea typeface="宋体" pitchFamily="2" charset="-122"/>
        </a:defRPr>
      </a:lvl4pPr>
      <a:lvl5pPr algn="ctr" rtl="0" fontAlgn="base">
        <a:spcBef>
          <a:spcPct val="0"/>
        </a:spcBef>
        <a:spcAft>
          <a:spcPct val="0"/>
        </a:spcAft>
        <a:defRPr kumimoji="1" sz="3300">
          <a:solidFill>
            <a:schemeClr val="tx2"/>
          </a:solidFill>
          <a:latin typeface="Times New Roman" pitchFamily="18" charset="0"/>
          <a:ea typeface="宋体" pitchFamily="2" charset="-122"/>
        </a:defRPr>
      </a:lvl5pPr>
      <a:lvl6pPr marL="342900" algn="ctr" rtl="0" fontAlgn="base">
        <a:spcBef>
          <a:spcPct val="0"/>
        </a:spcBef>
        <a:spcAft>
          <a:spcPct val="0"/>
        </a:spcAft>
        <a:defRPr kumimoji="1" sz="3300">
          <a:solidFill>
            <a:schemeClr val="tx2"/>
          </a:solidFill>
          <a:latin typeface="Times New Roman" pitchFamily="18" charset="0"/>
          <a:ea typeface="宋体" pitchFamily="2" charset="-122"/>
        </a:defRPr>
      </a:lvl6pPr>
      <a:lvl7pPr marL="685800" algn="ctr" rtl="0" fontAlgn="base">
        <a:spcBef>
          <a:spcPct val="0"/>
        </a:spcBef>
        <a:spcAft>
          <a:spcPct val="0"/>
        </a:spcAft>
        <a:defRPr kumimoji="1" sz="3300">
          <a:solidFill>
            <a:schemeClr val="tx2"/>
          </a:solidFill>
          <a:latin typeface="Times New Roman" pitchFamily="18" charset="0"/>
          <a:ea typeface="宋体" pitchFamily="2" charset="-122"/>
        </a:defRPr>
      </a:lvl7pPr>
      <a:lvl8pPr marL="1028700" algn="ctr" rtl="0" fontAlgn="base">
        <a:spcBef>
          <a:spcPct val="0"/>
        </a:spcBef>
        <a:spcAft>
          <a:spcPct val="0"/>
        </a:spcAft>
        <a:defRPr kumimoji="1" sz="3300">
          <a:solidFill>
            <a:schemeClr val="tx2"/>
          </a:solidFill>
          <a:latin typeface="Times New Roman" pitchFamily="18" charset="0"/>
          <a:ea typeface="宋体" pitchFamily="2" charset="-122"/>
        </a:defRPr>
      </a:lvl8pPr>
      <a:lvl9pPr marL="1371600" algn="ctr" rtl="0" fontAlgn="base">
        <a:spcBef>
          <a:spcPct val="0"/>
        </a:spcBef>
        <a:spcAft>
          <a:spcPct val="0"/>
        </a:spcAft>
        <a:defRPr kumimoji="1" sz="3300">
          <a:solidFill>
            <a:schemeClr val="tx2"/>
          </a:solidFill>
          <a:latin typeface="Times New Roman" pitchFamily="18" charset="0"/>
          <a:ea typeface="宋体" pitchFamily="2" charset="-122"/>
        </a:defRPr>
      </a:lvl9pPr>
    </p:titleStyle>
    <p:bodyStyle>
      <a:lvl1pPr marL="257175" indent="-257175" algn="l" rtl="0" fontAlgn="base">
        <a:spcBef>
          <a:spcPct val="20000"/>
        </a:spcBef>
        <a:spcAft>
          <a:spcPct val="0"/>
        </a:spcAft>
        <a:buChar char="•"/>
        <a:defRPr kumimoji="1" sz="2400">
          <a:solidFill>
            <a:schemeClr val="tx1"/>
          </a:solidFill>
          <a:latin typeface="+mn-lt"/>
          <a:ea typeface="+mn-ea"/>
          <a:cs typeface="+mn-cs"/>
        </a:defRPr>
      </a:lvl1pPr>
      <a:lvl2pPr marL="557213" indent="-214313" algn="l" rtl="0" fontAlgn="base">
        <a:spcBef>
          <a:spcPct val="20000"/>
        </a:spcBef>
        <a:spcAft>
          <a:spcPct val="0"/>
        </a:spcAft>
        <a:buChar char="–"/>
        <a:defRPr kumimoji="1" sz="2100">
          <a:solidFill>
            <a:schemeClr val="tx1"/>
          </a:solidFill>
          <a:latin typeface="+mn-lt"/>
          <a:ea typeface="+mn-ea"/>
        </a:defRPr>
      </a:lvl2pPr>
      <a:lvl3pPr marL="857250" indent="-171450" algn="l" rtl="0" fontAlgn="base">
        <a:spcBef>
          <a:spcPct val="20000"/>
        </a:spcBef>
        <a:spcAft>
          <a:spcPct val="0"/>
        </a:spcAft>
        <a:buChar char="•"/>
        <a:defRPr kumimoji="1" sz="1800">
          <a:solidFill>
            <a:schemeClr val="tx1"/>
          </a:solidFill>
          <a:latin typeface="+mn-lt"/>
          <a:ea typeface="+mn-ea"/>
        </a:defRPr>
      </a:lvl3pPr>
      <a:lvl4pPr marL="1200150" indent="-171450" algn="l" rtl="0" fontAlgn="base">
        <a:spcBef>
          <a:spcPct val="20000"/>
        </a:spcBef>
        <a:spcAft>
          <a:spcPct val="0"/>
        </a:spcAft>
        <a:buChar char="–"/>
        <a:defRPr kumimoji="1" sz="1500">
          <a:solidFill>
            <a:schemeClr val="tx1"/>
          </a:solidFill>
          <a:latin typeface="+mn-lt"/>
          <a:ea typeface="+mn-ea"/>
        </a:defRPr>
      </a:lvl4pPr>
      <a:lvl5pPr marL="1543050" indent="-171450" algn="l" rtl="0" fontAlgn="base">
        <a:spcBef>
          <a:spcPct val="20000"/>
        </a:spcBef>
        <a:spcAft>
          <a:spcPct val="0"/>
        </a:spcAft>
        <a:buChar char="»"/>
        <a:defRPr kumimoji="1" sz="1500">
          <a:solidFill>
            <a:schemeClr val="tx1"/>
          </a:solidFill>
          <a:latin typeface="+mn-lt"/>
          <a:ea typeface="+mn-ea"/>
        </a:defRPr>
      </a:lvl5pPr>
      <a:lvl6pPr marL="1885950" indent="-171450" algn="l" rtl="0" fontAlgn="base">
        <a:spcBef>
          <a:spcPct val="20000"/>
        </a:spcBef>
        <a:spcAft>
          <a:spcPct val="0"/>
        </a:spcAft>
        <a:buChar char="»"/>
        <a:defRPr kumimoji="1" sz="1500">
          <a:solidFill>
            <a:schemeClr val="tx1"/>
          </a:solidFill>
          <a:latin typeface="+mn-lt"/>
          <a:ea typeface="+mn-ea"/>
        </a:defRPr>
      </a:lvl6pPr>
      <a:lvl7pPr marL="2228850" indent="-171450" algn="l" rtl="0" fontAlgn="base">
        <a:spcBef>
          <a:spcPct val="20000"/>
        </a:spcBef>
        <a:spcAft>
          <a:spcPct val="0"/>
        </a:spcAft>
        <a:buChar char="»"/>
        <a:defRPr kumimoji="1" sz="1500">
          <a:solidFill>
            <a:schemeClr val="tx1"/>
          </a:solidFill>
          <a:latin typeface="+mn-lt"/>
          <a:ea typeface="+mn-ea"/>
        </a:defRPr>
      </a:lvl7pPr>
      <a:lvl8pPr marL="2571750" indent="-171450" algn="l" rtl="0" fontAlgn="base">
        <a:spcBef>
          <a:spcPct val="20000"/>
        </a:spcBef>
        <a:spcAft>
          <a:spcPct val="0"/>
        </a:spcAft>
        <a:buChar char="»"/>
        <a:defRPr kumimoji="1" sz="1500">
          <a:solidFill>
            <a:schemeClr val="tx1"/>
          </a:solidFill>
          <a:latin typeface="+mn-lt"/>
          <a:ea typeface="+mn-ea"/>
        </a:defRPr>
      </a:lvl8pPr>
      <a:lvl9pPr marL="2914650" indent="-171450" algn="l" rtl="0" fontAlgn="base">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0.wmf"/><Relationship Id="rId18" Type="http://schemas.openxmlformats.org/officeDocument/2006/relationships/oleObject" Target="../embeddings/oleObject8.bin"/><Relationship Id="rId3" Type="http://schemas.openxmlformats.org/officeDocument/2006/relationships/notesSlide" Target="../notesSlides/notesSlide1.xml"/><Relationship Id="rId7" Type="http://schemas.openxmlformats.org/officeDocument/2006/relationships/image" Target="../media/image7.wmf"/><Relationship Id="rId12" Type="http://schemas.openxmlformats.org/officeDocument/2006/relationships/oleObject" Target="../embeddings/oleObject5.bin"/><Relationship Id="rId17" Type="http://schemas.openxmlformats.org/officeDocument/2006/relationships/image" Target="../media/image12.wmf"/><Relationship Id="rId2" Type="http://schemas.openxmlformats.org/officeDocument/2006/relationships/slideLayout" Target="../slideLayouts/slideLayout7.xml"/><Relationship Id="rId16" Type="http://schemas.openxmlformats.org/officeDocument/2006/relationships/oleObject" Target="../embeddings/oleObject7.bin"/><Relationship Id="rId20" Type="http://schemas.openxmlformats.org/officeDocument/2006/relationships/image" Target="../media/image14.gif"/><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9.wmf"/><Relationship Id="rId5" Type="http://schemas.openxmlformats.org/officeDocument/2006/relationships/image" Target="../media/image6.wmf"/><Relationship Id="rId15" Type="http://schemas.openxmlformats.org/officeDocument/2006/relationships/image" Target="../media/image11.wmf"/><Relationship Id="rId10" Type="http://schemas.openxmlformats.org/officeDocument/2006/relationships/oleObject" Target="../embeddings/oleObject4.bin"/><Relationship Id="rId19" Type="http://schemas.openxmlformats.org/officeDocument/2006/relationships/image" Target="../media/image13.wmf"/><Relationship Id="rId4" Type="http://schemas.openxmlformats.org/officeDocument/2006/relationships/oleObject" Target="../embeddings/oleObject1.bin"/><Relationship Id="rId9" Type="http://schemas.openxmlformats.org/officeDocument/2006/relationships/image" Target="../media/image8.wmf"/><Relationship Id="rId1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4.bin"/><Relationship Id="rId18" Type="http://schemas.openxmlformats.org/officeDocument/2006/relationships/image" Target="../media/image22.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9.wmf"/><Relationship Id="rId17" Type="http://schemas.openxmlformats.org/officeDocument/2006/relationships/oleObject" Target="../embeddings/oleObject16.bin"/><Relationship Id="rId2" Type="http://schemas.openxmlformats.org/officeDocument/2006/relationships/slideLayout" Target="../slideLayouts/slideLayout7.xml"/><Relationship Id="rId16" Type="http://schemas.openxmlformats.org/officeDocument/2006/relationships/image" Target="../media/image21.wmf"/><Relationship Id="rId20" Type="http://schemas.openxmlformats.org/officeDocument/2006/relationships/image" Target="../media/image23.wmf"/><Relationship Id="rId1" Type="http://schemas.openxmlformats.org/officeDocument/2006/relationships/vmlDrawing" Target="../drawings/vmlDrawing2.vml"/><Relationship Id="rId6" Type="http://schemas.openxmlformats.org/officeDocument/2006/relationships/image" Target="../media/image16.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18.wmf"/><Relationship Id="rId19" Type="http://schemas.openxmlformats.org/officeDocument/2006/relationships/oleObject" Target="../embeddings/oleObject17.bin"/><Relationship Id="rId4" Type="http://schemas.openxmlformats.org/officeDocument/2006/relationships/image" Target="../media/image15.wmf"/><Relationship Id="rId9" Type="http://schemas.openxmlformats.org/officeDocument/2006/relationships/oleObject" Target="../embeddings/oleObject12.bin"/><Relationship Id="rId14" Type="http://schemas.openxmlformats.org/officeDocument/2006/relationships/image" Target="../media/image20.wmf"/></Relationships>
</file>

<file path=ppt/slides/_rels/slide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video" Target="../media/media1.mp4"/><Relationship Id="rId7" Type="http://schemas.openxmlformats.org/officeDocument/2006/relationships/oleObject" Target="../embeddings/oleObject19.bin"/><Relationship Id="rId2" Type="http://schemas.microsoft.com/office/2007/relationships/media" Target="../media/media1.mp4"/><Relationship Id="rId1" Type="http://schemas.openxmlformats.org/officeDocument/2006/relationships/vmlDrawing" Target="../drawings/vmlDrawing3.vml"/><Relationship Id="rId6" Type="http://schemas.openxmlformats.org/officeDocument/2006/relationships/image" Target="../media/image24.wmf"/><Relationship Id="rId11" Type="http://schemas.openxmlformats.org/officeDocument/2006/relationships/image" Target="../media/image27.png"/><Relationship Id="rId5" Type="http://schemas.openxmlformats.org/officeDocument/2006/relationships/oleObject" Target="../embeddings/oleObject18.bin"/><Relationship Id="rId10" Type="http://schemas.openxmlformats.org/officeDocument/2006/relationships/image" Target="../media/image26.wmf"/><Relationship Id="rId4" Type="http://schemas.openxmlformats.org/officeDocument/2006/relationships/slideLayout" Target="../slideLayouts/slideLayout7.xml"/><Relationship Id="rId9" Type="http://schemas.openxmlformats.org/officeDocument/2006/relationships/oleObject" Target="../embeddings/oleObject20.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notesSlide" Target="../notesSlides/notesSlide2.xml"/><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22.bin"/><Relationship Id="rId11" Type="http://schemas.openxmlformats.org/officeDocument/2006/relationships/image" Target="../media/image31.emf"/><Relationship Id="rId5" Type="http://schemas.openxmlformats.org/officeDocument/2006/relationships/image" Target="../media/image28.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30.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8.xml"/><Relationship Id="rId1" Type="http://schemas.openxmlformats.org/officeDocument/2006/relationships/vmlDrawing" Target="../drawings/vmlDrawing5.vml"/><Relationship Id="rId5" Type="http://schemas.openxmlformats.org/officeDocument/2006/relationships/image" Target="../media/image33.png"/><Relationship Id="rId4" Type="http://schemas.openxmlformats.org/officeDocument/2006/relationships/image" Target="../media/image32.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9.wmf"/><Relationship Id="rId3" Type="http://schemas.openxmlformats.org/officeDocument/2006/relationships/image" Target="../media/image33.png"/><Relationship Id="rId7" Type="http://schemas.openxmlformats.org/officeDocument/2006/relationships/image" Target="../media/image35.wmf"/><Relationship Id="rId12" Type="http://schemas.openxmlformats.org/officeDocument/2006/relationships/oleObject" Target="../embeddings/oleObject30.bin"/><Relationship Id="rId2" Type="http://schemas.openxmlformats.org/officeDocument/2006/relationships/slideLayout" Target="../slideLayouts/slideLayout18.xml"/><Relationship Id="rId16" Type="http://schemas.openxmlformats.org/officeDocument/2006/relationships/oleObject" Target="../embeddings/oleObject33.bin"/><Relationship Id="rId1" Type="http://schemas.openxmlformats.org/officeDocument/2006/relationships/vmlDrawing" Target="../drawings/vmlDrawing6.vml"/><Relationship Id="rId6" Type="http://schemas.openxmlformats.org/officeDocument/2006/relationships/oleObject" Target="../embeddings/oleObject27.bin"/><Relationship Id="rId11" Type="http://schemas.openxmlformats.org/officeDocument/2006/relationships/image" Target="../media/image36.wmf"/><Relationship Id="rId5" Type="http://schemas.openxmlformats.org/officeDocument/2006/relationships/image" Target="../media/image34.wmf"/><Relationship Id="rId15" Type="http://schemas.openxmlformats.org/officeDocument/2006/relationships/oleObject" Target="../embeddings/oleObject32.bin"/><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7.wmf"/><Relationship Id="rId14" Type="http://schemas.openxmlformats.org/officeDocument/2006/relationships/oleObject" Target="../embeddings/oleObject31.bin"/></Relationships>
</file>

<file path=ppt/slides/_rels/slide8.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41.wmf"/><Relationship Id="rId2" Type="http://schemas.openxmlformats.org/officeDocument/2006/relationships/slideLayout" Target="../slideLayouts/slideLayout18.xml"/><Relationship Id="rId1" Type="http://schemas.openxmlformats.org/officeDocument/2006/relationships/vmlDrawing" Target="../drawings/vmlDrawing7.vml"/><Relationship Id="rId6" Type="http://schemas.openxmlformats.org/officeDocument/2006/relationships/image" Target="../media/image38.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37.bin"/></Relationships>
</file>

<file path=ppt/slides/_rels/slide9.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46.wmf"/><Relationship Id="rId2" Type="http://schemas.openxmlformats.org/officeDocument/2006/relationships/slideLayout" Target="../slideLayouts/slideLayout18.xml"/><Relationship Id="rId1" Type="http://schemas.openxmlformats.org/officeDocument/2006/relationships/vmlDrawing" Target="../drawings/vmlDrawing8.vml"/><Relationship Id="rId6" Type="http://schemas.openxmlformats.org/officeDocument/2006/relationships/image" Target="../media/image43.w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42.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9.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4.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49.bin"/><Relationship Id="rId18" Type="http://schemas.openxmlformats.org/officeDocument/2006/relationships/image" Target="../media/image59.wmf"/><Relationship Id="rId26" Type="http://schemas.openxmlformats.org/officeDocument/2006/relationships/image" Target="../media/image62.wmf"/><Relationship Id="rId3" Type="http://schemas.openxmlformats.org/officeDocument/2006/relationships/oleObject" Target="../embeddings/oleObject44.bin"/><Relationship Id="rId21" Type="http://schemas.openxmlformats.org/officeDocument/2006/relationships/oleObject" Target="../embeddings/oleObject53.bin"/><Relationship Id="rId7" Type="http://schemas.openxmlformats.org/officeDocument/2006/relationships/oleObject" Target="../embeddings/oleObject46.bin"/><Relationship Id="rId12" Type="http://schemas.openxmlformats.org/officeDocument/2006/relationships/image" Target="../media/image56.wmf"/><Relationship Id="rId17" Type="http://schemas.openxmlformats.org/officeDocument/2006/relationships/oleObject" Target="../embeddings/oleObject51.bin"/><Relationship Id="rId25" Type="http://schemas.openxmlformats.org/officeDocument/2006/relationships/oleObject" Target="../embeddings/oleObject55.bin"/><Relationship Id="rId2" Type="http://schemas.openxmlformats.org/officeDocument/2006/relationships/slideLayout" Target="../slideLayouts/slideLayout29.xml"/><Relationship Id="rId16" Type="http://schemas.openxmlformats.org/officeDocument/2006/relationships/image" Target="../media/image58.wmf"/><Relationship Id="rId20" Type="http://schemas.openxmlformats.org/officeDocument/2006/relationships/image" Target="../media/image7.wmf"/><Relationship Id="rId1" Type="http://schemas.openxmlformats.org/officeDocument/2006/relationships/vmlDrawing" Target="../drawings/vmlDrawing9.vml"/><Relationship Id="rId6" Type="http://schemas.openxmlformats.org/officeDocument/2006/relationships/image" Target="../media/image53.wmf"/><Relationship Id="rId11" Type="http://schemas.openxmlformats.org/officeDocument/2006/relationships/oleObject" Target="../embeddings/oleObject48.bin"/><Relationship Id="rId24" Type="http://schemas.openxmlformats.org/officeDocument/2006/relationships/image" Target="../media/image61.wmf"/><Relationship Id="rId5" Type="http://schemas.openxmlformats.org/officeDocument/2006/relationships/oleObject" Target="../embeddings/oleObject45.bin"/><Relationship Id="rId15" Type="http://schemas.openxmlformats.org/officeDocument/2006/relationships/oleObject" Target="../embeddings/oleObject50.bin"/><Relationship Id="rId23" Type="http://schemas.openxmlformats.org/officeDocument/2006/relationships/oleObject" Target="../embeddings/oleObject54.bin"/><Relationship Id="rId10" Type="http://schemas.openxmlformats.org/officeDocument/2006/relationships/image" Target="../media/image55.wmf"/><Relationship Id="rId19" Type="http://schemas.openxmlformats.org/officeDocument/2006/relationships/oleObject" Target="../embeddings/oleObject52.bin"/><Relationship Id="rId4" Type="http://schemas.openxmlformats.org/officeDocument/2006/relationships/image" Target="../media/image52.wmf"/><Relationship Id="rId9" Type="http://schemas.openxmlformats.org/officeDocument/2006/relationships/oleObject" Target="../embeddings/oleObject47.bin"/><Relationship Id="rId14" Type="http://schemas.openxmlformats.org/officeDocument/2006/relationships/image" Target="../media/image57.wmf"/><Relationship Id="rId22" Type="http://schemas.openxmlformats.org/officeDocument/2006/relationships/image" Target="../media/image60.wmf"/></Relationships>
</file>

<file path=ppt/slides/_rels/slide15.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67.wmf"/><Relationship Id="rId2" Type="http://schemas.openxmlformats.org/officeDocument/2006/relationships/slideLayout" Target="../slideLayouts/slideLayout29.xml"/><Relationship Id="rId1" Type="http://schemas.openxmlformats.org/officeDocument/2006/relationships/vmlDrawing" Target="../drawings/vmlDrawing10.vml"/><Relationship Id="rId6" Type="http://schemas.openxmlformats.org/officeDocument/2006/relationships/image" Target="../media/image64.wmf"/><Relationship Id="rId11" Type="http://schemas.openxmlformats.org/officeDocument/2006/relationships/oleObject" Target="../embeddings/oleObject60.bin"/><Relationship Id="rId5" Type="http://schemas.openxmlformats.org/officeDocument/2006/relationships/oleObject" Target="../embeddings/oleObject57.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59.bin"/></Relationships>
</file>

<file path=ppt/slides/_rels/slide16.xml.rels><?xml version="1.0" encoding="UTF-8" standalone="yes"?>
<Relationships xmlns="http://schemas.openxmlformats.org/package/2006/relationships"><Relationship Id="rId8" Type="http://schemas.openxmlformats.org/officeDocument/2006/relationships/image" Target="../media/image70.wmf"/><Relationship Id="rId13" Type="http://schemas.openxmlformats.org/officeDocument/2006/relationships/oleObject" Target="../embeddings/oleObject66.bin"/><Relationship Id="rId18" Type="http://schemas.openxmlformats.org/officeDocument/2006/relationships/image" Target="../media/image75.wmf"/><Relationship Id="rId3" Type="http://schemas.openxmlformats.org/officeDocument/2006/relationships/oleObject" Target="../embeddings/oleObject61.bin"/><Relationship Id="rId21" Type="http://schemas.openxmlformats.org/officeDocument/2006/relationships/image" Target="../media/image78.png"/><Relationship Id="rId7" Type="http://schemas.openxmlformats.org/officeDocument/2006/relationships/oleObject" Target="../embeddings/oleObject63.bin"/><Relationship Id="rId12" Type="http://schemas.openxmlformats.org/officeDocument/2006/relationships/image" Target="../media/image72.wmf"/><Relationship Id="rId17" Type="http://schemas.openxmlformats.org/officeDocument/2006/relationships/oleObject" Target="../embeddings/oleObject68.bin"/><Relationship Id="rId25" Type="http://schemas.openxmlformats.org/officeDocument/2006/relationships/image" Target="../media/image77.wmf"/><Relationship Id="rId2" Type="http://schemas.openxmlformats.org/officeDocument/2006/relationships/slideLayout" Target="../slideLayouts/slideLayout29.xml"/><Relationship Id="rId16" Type="http://schemas.openxmlformats.org/officeDocument/2006/relationships/image" Target="../media/image74.wmf"/><Relationship Id="rId20" Type="http://schemas.openxmlformats.org/officeDocument/2006/relationships/image" Target="../media/image76.wmf"/><Relationship Id="rId1" Type="http://schemas.openxmlformats.org/officeDocument/2006/relationships/vmlDrawing" Target="../drawings/vmlDrawing11.vml"/><Relationship Id="rId6" Type="http://schemas.openxmlformats.org/officeDocument/2006/relationships/image" Target="../media/image69.wmf"/><Relationship Id="rId11" Type="http://schemas.openxmlformats.org/officeDocument/2006/relationships/oleObject" Target="../embeddings/oleObject65.bin"/><Relationship Id="rId24" Type="http://schemas.openxmlformats.org/officeDocument/2006/relationships/oleObject" Target="../embeddings/oleObject70.bin"/><Relationship Id="rId5" Type="http://schemas.openxmlformats.org/officeDocument/2006/relationships/oleObject" Target="../embeddings/oleObject62.bin"/><Relationship Id="rId15" Type="http://schemas.openxmlformats.org/officeDocument/2006/relationships/oleObject" Target="../embeddings/oleObject67.bin"/><Relationship Id="rId23" Type="http://schemas.openxmlformats.org/officeDocument/2006/relationships/image" Target="../media/image79.gif"/><Relationship Id="rId10" Type="http://schemas.openxmlformats.org/officeDocument/2006/relationships/image" Target="../media/image71.wmf"/><Relationship Id="rId19" Type="http://schemas.openxmlformats.org/officeDocument/2006/relationships/oleObject" Target="../embeddings/oleObject69.bin"/><Relationship Id="rId4" Type="http://schemas.openxmlformats.org/officeDocument/2006/relationships/image" Target="../media/image68.wmf"/><Relationship Id="rId9" Type="http://schemas.openxmlformats.org/officeDocument/2006/relationships/oleObject" Target="../embeddings/oleObject64.bin"/><Relationship Id="rId14" Type="http://schemas.openxmlformats.org/officeDocument/2006/relationships/image" Target="../media/image73.wmf"/><Relationship Id="rId22" Type="http://schemas.openxmlformats.org/officeDocument/2006/relationships/slide" Target="slide17.xml"/></Relationships>
</file>

<file path=ppt/slides/_rels/slide17.xml.rels><?xml version="1.0" encoding="UTF-8" standalone="yes"?>
<Relationships xmlns="http://schemas.openxmlformats.org/package/2006/relationships"><Relationship Id="rId8" Type="http://schemas.openxmlformats.org/officeDocument/2006/relationships/image" Target="../media/image82.wmf"/><Relationship Id="rId13" Type="http://schemas.openxmlformats.org/officeDocument/2006/relationships/oleObject" Target="../embeddings/oleObject76.bin"/><Relationship Id="rId18" Type="http://schemas.openxmlformats.org/officeDocument/2006/relationships/image" Target="../media/image87.wmf"/><Relationship Id="rId26" Type="http://schemas.openxmlformats.org/officeDocument/2006/relationships/oleObject" Target="../embeddings/oleObject82.bin"/><Relationship Id="rId3" Type="http://schemas.openxmlformats.org/officeDocument/2006/relationships/oleObject" Target="../embeddings/oleObject71.bin"/><Relationship Id="rId21" Type="http://schemas.openxmlformats.org/officeDocument/2006/relationships/slide" Target="slide16.xml"/><Relationship Id="rId34" Type="http://schemas.openxmlformats.org/officeDocument/2006/relationships/oleObject" Target="../embeddings/oleObject86.bin"/><Relationship Id="rId7" Type="http://schemas.openxmlformats.org/officeDocument/2006/relationships/oleObject" Target="../embeddings/oleObject73.bin"/><Relationship Id="rId12" Type="http://schemas.openxmlformats.org/officeDocument/2006/relationships/image" Target="../media/image84.wmf"/><Relationship Id="rId17" Type="http://schemas.openxmlformats.org/officeDocument/2006/relationships/oleObject" Target="../embeddings/oleObject78.bin"/><Relationship Id="rId25" Type="http://schemas.openxmlformats.org/officeDocument/2006/relationships/image" Target="../media/image90.wmf"/><Relationship Id="rId33" Type="http://schemas.openxmlformats.org/officeDocument/2006/relationships/image" Target="../media/image72.wmf"/><Relationship Id="rId2" Type="http://schemas.openxmlformats.org/officeDocument/2006/relationships/slideLayout" Target="../slideLayouts/slideLayout29.xml"/><Relationship Id="rId16" Type="http://schemas.openxmlformats.org/officeDocument/2006/relationships/image" Target="../media/image86.wmf"/><Relationship Id="rId20" Type="http://schemas.openxmlformats.org/officeDocument/2006/relationships/image" Target="../media/image88.wmf"/><Relationship Id="rId29" Type="http://schemas.openxmlformats.org/officeDocument/2006/relationships/image" Target="../media/image92.wmf"/><Relationship Id="rId1" Type="http://schemas.openxmlformats.org/officeDocument/2006/relationships/vmlDrawing" Target="../drawings/vmlDrawing12.vml"/><Relationship Id="rId6" Type="http://schemas.openxmlformats.org/officeDocument/2006/relationships/image" Target="../media/image81.wmf"/><Relationship Id="rId11" Type="http://schemas.openxmlformats.org/officeDocument/2006/relationships/oleObject" Target="../embeddings/oleObject75.bin"/><Relationship Id="rId24" Type="http://schemas.openxmlformats.org/officeDocument/2006/relationships/oleObject" Target="../embeddings/oleObject81.bin"/><Relationship Id="rId32" Type="http://schemas.openxmlformats.org/officeDocument/2006/relationships/oleObject" Target="../embeddings/oleObject85.bin"/><Relationship Id="rId37" Type="http://schemas.openxmlformats.org/officeDocument/2006/relationships/image" Target="../media/image77.wmf"/><Relationship Id="rId5" Type="http://schemas.openxmlformats.org/officeDocument/2006/relationships/oleObject" Target="../embeddings/oleObject72.bin"/><Relationship Id="rId15" Type="http://schemas.openxmlformats.org/officeDocument/2006/relationships/oleObject" Target="../embeddings/oleObject77.bin"/><Relationship Id="rId23" Type="http://schemas.openxmlformats.org/officeDocument/2006/relationships/image" Target="../media/image89.wmf"/><Relationship Id="rId28" Type="http://schemas.openxmlformats.org/officeDocument/2006/relationships/oleObject" Target="../embeddings/oleObject83.bin"/><Relationship Id="rId36" Type="http://schemas.openxmlformats.org/officeDocument/2006/relationships/oleObject" Target="../embeddings/oleObject87.bin"/><Relationship Id="rId10" Type="http://schemas.openxmlformats.org/officeDocument/2006/relationships/image" Target="../media/image83.wmf"/><Relationship Id="rId19" Type="http://schemas.openxmlformats.org/officeDocument/2006/relationships/oleObject" Target="../embeddings/oleObject79.bin"/><Relationship Id="rId31" Type="http://schemas.openxmlformats.org/officeDocument/2006/relationships/image" Target="../media/image93.wmf"/><Relationship Id="rId4" Type="http://schemas.openxmlformats.org/officeDocument/2006/relationships/image" Target="../media/image80.wmf"/><Relationship Id="rId9" Type="http://schemas.openxmlformats.org/officeDocument/2006/relationships/oleObject" Target="../embeddings/oleObject74.bin"/><Relationship Id="rId14" Type="http://schemas.openxmlformats.org/officeDocument/2006/relationships/image" Target="../media/image85.wmf"/><Relationship Id="rId22" Type="http://schemas.openxmlformats.org/officeDocument/2006/relationships/oleObject" Target="../embeddings/oleObject80.bin"/><Relationship Id="rId27" Type="http://schemas.openxmlformats.org/officeDocument/2006/relationships/image" Target="../media/image91.wmf"/><Relationship Id="rId30" Type="http://schemas.openxmlformats.org/officeDocument/2006/relationships/oleObject" Target="../embeddings/oleObject84.bin"/><Relationship Id="rId35" Type="http://schemas.openxmlformats.org/officeDocument/2006/relationships/image" Target="../media/image71.wmf"/></Relationships>
</file>

<file path=ppt/slides/_rels/slide1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93.bin"/><Relationship Id="rId18" Type="http://schemas.openxmlformats.org/officeDocument/2006/relationships/oleObject" Target="../embeddings/oleObject96.bin"/><Relationship Id="rId26" Type="http://schemas.openxmlformats.org/officeDocument/2006/relationships/oleObject" Target="../embeddings/oleObject100.bin"/><Relationship Id="rId3" Type="http://schemas.openxmlformats.org/officeDocument/2006/relationships/oleObject" Target="../embeddings/oleObject88.bin"/><Relationship Id="rId21" Type="http://schemas.openxmlformats.org/officeDocument/2006/relationships/image" Target="../media/image102.wmf"/><Relationship Id="rId7" Type="http://schemas.openxmlformats.org/officeDocument/2006/relationships/oleObject" Target="../embeddings/oleObject90.bin"/><Relationship Id="rId12" Type="http://schemas.openxmlformats.org/officeDocument/2006/relationships/image" Target="../media/image100.wmf"/><Relationship Id="rId17" Type="http://schemas.openxmlformats.org/officeDocument/2006/relationships/image" Target="../media/image61.wmf"/><Relationship Id="rId25" Type="http://schemas.openxmlformats.org/officeDocument/2006/relationships/image" Target="../media/image104.wmf"/><Relationship Id="rId33" Type="http://schemas.openxmlformats.org/officeDocument/2006/relationships/image" Target="../media/image108.wmf"/><Relationship Id="rId2" Type="http://schemas.openxmlformats.org/officeDocument/2006/relationships/slideLayout" Target="../slideLayouts/slideLayout29.xml"/><Relationship Id="rId16" Type="http://schemas.openxmlformats.org/officeDocument/2006/relationships/oleObject" Target="../embeddings/oleObject95.bin"/><Relationship Id="rId20" Type="http://schemas.openxmlformats.org/officeDocument/2006/relationships/oleObject" Target="../embeddings/oleObject97.bin"/><Relationship Id="rId29" Type="http://schemas.openxmlformats.org/officeDocument/2006/relationships/image" Target="../media/image106.wmf"/><Relationship Id="rId1" Type="http://schemas.openxmlformats.org/officeDocument/2006/relationships/vmlDrawing" Target="../drawings/vmlDrawing13.vml"/><Relationship Id="rId6" Type="http://schemas.openxmlformats.org/officeDocument/2006/relationships/image" Target="../media/image97.wmf"/><Relationship Id="rId11" Type="http://schemas.openxmlformats.org/officeDocument/2006/relationships/oleObject" Target="../embeddings/oleObject92.bin"/><Relationship Id="rId24" Type="http://schemas.openxmlformats.org/officeDocument/2006/relationships/oleObject" Target="../embeddings/oleObject99.bin"/><Relationship Id="rId32" Type="http://schemas.openxmlformats.org/officeDocument/2006/relationships/oleObject" Target="../embeddings/oleObject103.bin"/><Relationship Id="rId5" Type="http://schemas.openxmlformats.org/officeDocument/2006/relationships/oleObject" Target="../embeddings/oleObject89.bin"/><Relationship Id="rId15" Type="http://schemas.openxmlformats.org/officeDocument/2006/relationships/image" Target="../media/image60.wmf"/><Relationship Id="rId23" Type="http://schemas.openxmlformats.org/officeDocument/2006/relationships/image" Target="../media/image103.wmf"/><Relationship Id="rId28" Type="http://schemas.openxmlformats.org/officeDocument/2006/relationships/oleObject" Target="../embeddings/oleObject101.bin"/><Relationship Id="rId10" Type="http://schemas.openxmlformats.org/officeDocument/2006/relationships/image" Target="../media/image99.wmf"/><Relationship Id="rId19" Type="http://schemas.openxmlformats.org/officeDocument/2006/relationships/image" Target="../media/image101.wmf"/><Relationship Id="rId31" Type="http://schemas.openxmlformats.org/officeDocument/2006/relationships/image" Target="../media/image107.wmf"/><Relationship Id="rId4" Type="http://schemas.openxmlformats.org/officeDocument/2006/relationships/image" Target="../media/image96.wmf"/><Relationship Id="rId9" Type="http://schemas.openxmlformats.org/officeDocument/2006/relationships/oleObject" Target="../embeddings/oleObject91.bin"/><Relationship Id="rId14" Type="http://schemas.openxmlformats.org/officeDocument/2006/relationships/oleObject" Target="../embeddings/oleObject94.bin"/><Relationship Id="rId22" Type="http://schemas.openxmlformats.org/officeDocument/2006/relationships/oleObject" Target="../embeddings/oleObject98.bin"/><Relationship Id="rId27" Type="http://schemas.openxmlformats.org/officeDocument/2006/relationships/image" Target="../media/image105.wmf"/><Relationship Id="rId30" Type="http://schemas.openxmlformats.org/officeDocument/2006/relationships/oleObject" Target="../embeddings/oleObject102.bin"/></Relationships>
</file>

<file path=ppt/slides/_rels/slide20.xml.rels><?xml version="1.0" encoding="UTF-8" standalone="yes"?>
<Relationships xmlns="http://schemas.openxmlformats.org/package/2006/relationships"><Relationship Id="rId8" Type="http://schemas.openxmlformats.org/officeDocument/2006/relationships/image" Target="../media/image70.wmf"/><Relationship Id="rId13" Type="http://schemas.openxmlformats.org/officeDocument/2006/relationships/oleObject" Target="../embeddings/oleObject109.bin"/><Relationship Id="rId18" Type="http://schemas.openxmlformats.org/officeDocument/2006/relationships/image" Target="../media/image114.wmf"/><Relationship Id="rId3" Type="http://schemas.openxmlformats.org/officeDocument/2006/relationships/oleObject" Target="../embeddings/oleObject104.bin"/><Relationship Id="rId7" Type="http://schemas.openxmlformats.org/officeDocument/2006/relationships/oleObject" Target="../embeddings/oleObject106.bin"/><Relationship Id="rId12" Type="http://schemas.openxmlformats.org/officeDocument/2006/relationships/image" Target="../media/image112.wmf"/><Relationship Id="rId17" Type="http://schemas.openxmlformats.org/officeDocument/2006/relationships/oleObject" Target="../embeddings/oleObject111.bin"/><Relationship Id="rId2" Type="http://schemas.openxmlformats.org/officeDocument/2006/relationships/slideLayout" Target="../slideLayouts/slideLayout29.xml"/><Relationship Id="rId16" Type="http://schemas.openxmlformats.org/officeDocument/2006/relationships/image" Target="../media/image74.wmf"/><Relationship Id="rId1" Type="http://schemas.openxmlformats.org/officeDocument/2006/relationships/vmlDrawing" Target="../drawings/vmlDrawing14.vml"/><Relationship Id="rId6" Type="http://schemas.openxmlformats.org/officeDocument/2006/relationships/image" Target="../media/image110.wmf"/><Relationship Id="rId11" Type="http://schemas.openxmlformats.org/officeDocument/2006/relationships/oleObject" Target="../embeddings/oleObject108.bin"/><Relationship Id="rId5" Type="http://schemas.openxmlformats.org/officeDocument/2006/relationships/oleObject" Target="../embeddings/oleObject105.bin"/><Relationship Id="rId15" Type="http://schemas.openxmlformats.org/officeDocument/2006/relationships/oleObject" Target="../embeddings/oleObject110.bin"/><Relationship Id="rId10" Type="http://schemas.openxmlformats.org/officeDocument/2006/relationships/image" Target="../media/image111.wmf"/><Relationship Id="rId4" Type="http://schemas.openxmlformats.org/officeDocument/2006/relationships/image" Target="../media/image109.wmf"/><Relationship Id="rId9" Type="http://schemas.openxmlformats.org/officeDocument/2006/relationships/oleObject" Target="../embeddings/oleObject107.bin"/><Relationship Id="rId14" Type="http://schemas.openxmlformats.org/officeDocument/2006/relationships/image" Target="../media/image113.wmf"/></Relationships>
</file>

<file path=ppt/slides/_rels/slide21.x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image" Target="../media/image119.wmf"/><Relationship Id="rId3" Type="http://schemas.openxmlformats.org/officeDocument/2006/relationships/oleObject" Target="../embeddings/oleObject112.bin"/><Relationship Id="rId7" Type="http://schemas.openxmlformats.org/officeDocument/2006/relationships/oleObject" Target="../embeddings/oleObject114.bin"/><Relationship Id="rId12" Type="http://schemas.openxmlformats.org/officeDocument/2006/relationships/oleObject" Target="../embeddings/oleObject116.bin"/><Relationship Id="rId17" Type="http://schemas.openxmlformats.org/officeDocument/2006/relationships/image" Target="../media/image121.wmf"/><Relationship Id="rId2" Type="http://schemas.openxmlformats.org/officeDocument/2006/relationships/slideLayout" Target="../slideLayouts/slideLayout29.xml"/><Relationship Id="rId16" Type="http://schemas.openxmlformats.org/officeDocument/2006/relationships/oleObject" Target="../embeddings/oleObject118.bin"/><Relationship Id="rId1" Type="http://schemas.openxmlformats.org/officeDocument/2006/relationships/vmlDrawing" Target="../drawings/vmlDrawing15.vml"/><Relationship Id="rId6" Type="http://schemas.openxmlformats.org/officeDocument/2006/relationships/image" Target="../media/image116.wmf"/><Relationship Id="rId11" Type="http://schemas.openxmlformats.org/officeDocument/2006/relationships/image" Target="../media/image33.png"/><Relationship Id="rId5" Type="http://schemas.openxmlformats.org/officeDocument/2006/relationships/oleObject" Target="../embeddings/oleObject113.bin"/><Relationship Id="rId15" Type="http://schemas.openxmlformats.org/officeDocument/2006/relationships/image" Target="../media/image120.wmf"/><Relationship Id="rId10" Type="http://schemas.openxmlformats.org/officeDocument/2006/relationships/image" Target="../media/image118.wmf"/><Relationship Id="rId4" Type="http://schemas.openxmlformats.org/officeDocument/2006/relationships/image" Target="../media/image115.wmf"/><Relationship Id="rId9" Type="http://schemas.openxmlformats.org/officeDocument/2006/relationships/oleObject" Target="../embeddings/oleObject115.bin"/><Relationship Id="rId14" Type="http://schemas.openxmlformats.org/officeDocument/2006/relationships/oleObject" Target="../embeddings/oleObject117.bin"/></Relationships>
</file>

<file path=ppt/slides/_rels/slide22.xml.rels><?xml version="1.0" encoding="UTF-8" standalone="yes"?>
<Relationships xmlns="http://schemas.openxmlformats.org/package/2006/relationships"><Relationship Id="rId8" Type="http://schemas.openxmlformats.org/officeDocument/2006/relationships/image" Target="../media/image124.wmf"/><Relationship Id="rId13" Type="http://schemas.openxmlformats.org/officeDocument/2006/relationships/oleObject" Target="../embeddings/oleObject124.bin"/><Relationship Id="rId18" Type="http://schemas.openxmlformats.org/officeDocument/2006/relationships/image" Target="../media/image129.wmf"/><Relationship Id="rId3" Type="http://schemas.openxmlformats.org/officeDocument/2006/relationships/oleObject" Target="../embeddings/oleObject119.bin"/><Relationship Id="rId7" Type="http://schemas.openxmlformats.org/officeDocument/2006/relationships/oleObject" Target="../embeddings/oleObject121.bin"/><Relationship Id="rId12" Type="http://schemas.openxmlformats.org/officeDocument/2006/relationships/image" Target="../media/image126.wmf"/><Relationship Id="rId17" Type="http://schemas.openxmlformats.org/officeDocument/2006/relationships/oleObject" Target="../embeddings/oleObject126.bin"/><Relationship Id="rId2" Type="http://schemas.openxmlformats.org/officeDocument/2006/relationships/slideLayout" Target="../slideLayouts/slideLayout106.xml"/><Relationship Id="rId16" Type="http://schemas.openxmlformats.org/officeDocument/2006/relationships/image" Target="../media/image128.wmf"/><Relationship Id="rId1" Type="http://schemas.openxmlformats.org/officeDocument/2006/relationships/vmlDrawing" Target="../drawings/vmlDrawing16.vml"/><Relationship Id="rId6" Type="http://schemas.openxmlformats.org/officeDocument/2006/relationships/image" Target="../media/image123.wmf"/><Relationship Id="rId11" Type="http://schemas.openxmlformats.org/officeDocument/2006/relationships/oleObject" Target="../embeddings/oleObject123.bin"/><Relationship Id="rId5" Type="http://schemas.openxmlformats.org/officeDocument/2006/relationships/oleObject" Target="../embeddings/oleObject120.bin"/><Relationship Id="rId15" Type="http://schemas.openxmlformats.org/officeDocument/2006/relationships/oleObject" Target="../embeddings/oleObject125.bin"/><Relationship Id="rId10" Type="http://schemas.openxmlformats.org/officeDocument/2006/relationships/image" Target="../media/image125.wmf"/><Relationship Id="rId4" Type="http://schemas.openxmlformats.org/officeDocument/2006/relationships/image" Target="../media/image122.wmf"/><Relationship Id="rId9" Type="http://schemas.openxmlformats.org/officeDocument/2006/relationships/oleObject" Target="../embeddings/oleObject122.bin"/><Relationship Id="rId14" Type="http://schemas.openxmlformats.org/officeDocument/2006/relationships/image" Target="../media/image127.wmf"/></Relationships>
</file>

<file path=ppt/slides/_rels/slide23.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22.bin"/><Relationship Id="rId18" Type="http://schemas.openxmlformats.org/officeDocument/2006/relationships/image" Target="../media/image127.wmf"/><Relationship Id="rId3" Type="http://schemas.openxmlformats.org/officeDocument/2006/relationships/oleObject" Target="../embeddings/oleObject127.bin"/><Relationship Id="rId21" Type="http://schemas.openxmlformats.org/officeDocument/2006/relationships/oleObject" Target="../embeddings/oleObject126.bin"/><Relationship Id="rId7" Type="http://schemas.openxmlformats.org/officeDocument/2006/relationships/oleObject" Target="../embeddings/oleObject129.bin"/><Relationship Id="rId12" Type="http://schemas.openxmlformats.org/officeDocument/2006/relationships/image" Target="../media/image124.wmf"/><Relationship Id="rId17" Type="http://schemas.openxmlformats.org/officeDocument/2006/relationships/oleObject" Target="../embeddings/oleObject124.bin"/><Relationship Id="rId2" Type="http://schemas.openxmlformats.org/officeDocument/2006/relationships/slideLayout" Target="../slideLayouts/slideLayout106.xml"/><Relationship Id="rId16" Type="http://schemas.openxmlformats.org/officeDocument/2006/relationships/image" Target="../media/image126.wmf"/><Relationship Id="rId20" Type="http://schemas.openxmlformats.org/officeDocument/2006/relationships/image" Target="../media/image128.wmf"/><Relationship Id="rId1" Type="http://schemas.openxmlformats.org/officeDocument/2006/relationships/vmlDrawing" Target="../drawings/vmlDrawing17.vml"/><Relationship Id="rId6" Type="http://schemas.openxmlformats.org/officeDocument/2006/relationships/image" Target="../media/image131.wmf"/><Relationship Id="rId11" Type="http://schemas.openxmlformats.org/officeDocument/2006/relationships/oleObject" Target="../embeddings/oleObject121.bin"/><Relationship Id="rId5" Type="http://schemas.openxmlformats.org/officeDocument/2006/relationships/oleObject" Target="../embeddings/oleObject128.bin"/><Relationship Id="rId15" Type="http://schemas.openxmlformats.org/officeDocument/2006/relationships/oleObject" Target="../embeddings/oleObject123.bin"/><Relationship Id="rId10" Type="http://schemas.openxmlformats.org/officeDocument/2006/relationships/image" Target="../media/image123.wmf"/><Relationship Id="rId19" Type="http://schemas.openxmlformats.org/officeDocument/2006/relationships/oleObject" Target="../embeddings/oleObject125.bin"/><Relationship Id="rId4" Type="http://schemas.openxmlformats.org/officeDocument/2006/relationships/image" Target="../media/image130.wmf"/><Relationship Id="rId9" Type="http://schemas.openxmlformats.org/officeDocument/2006/relationships/oleObject" Target="../embeddings/oleObject120.bin"/><Relationship Id="rId14" Type="http://schemas.openxmlformats.org/officeDocument/2006/relationships/image" Target="../media/image125.wmf"/><Relationship Id="rId22" Type="http://schemas.openxmlformats.org/officeDocument/2006/relationships/image" Target="../media/image129.wmf"/></Relationships>
</file>

<file path=ppt/slides/_rels/slide24.xml.rels><?xml version="1.0" encoding="UTF-8" standalone="yes"?>
<Relationships xmlns="http://schemas.openxmlformats.org/package/2006/relationships"><Relationship Id="rId8" Type="http://schemas.openxmlformats.org/officeDocument/2006/relationships/image" Target="../media/image135.wmf"/><Relationship Id="rId13" Type="http://schemas.openxmlformats.org/officeDocument/2006/relationships/oleObject" Target="../embeddings/oleObject135.bin"/><Relationship Id="rId18" Type="http://schemas.openxmlformats.org/officeDocument/2006/relationships/image" Target="../media/image124.wmf"/><Relationship Id="rId26" Type="http://schemas.openxmlformats.org/officeDocument/2006/relationships/image" Target="../media/image128.wmf"/><Relationship Id="rId3" Type="http://schemas.openxmlformats.org/officeDocument/2006/relationships/oleObject" Target="../embeddings/oleObject130.bin"/><Relationship Id="rId21" Type="http://schemas.openxmlformats.org/officeDocument/2006/relationships/oleObject" Target="../embeddings/oleObject123.bin"/><Relationship Id="rId7" Type="http://schemas.openxmlformats.org/officeDocument/2006/relationships/oleObject" Target="../embeddings/oleObject132.bin"/><Relationship Id="rId12" Type="http://schemas.openxmlformats.org/officeDocument/2006/relationships/image" Target="../media/image137.wmf"/><Relationship Id="rId17" Type="http://schemas.openxmlformats.org/officeDocument/2006/relationships/oleObject" Target="../embeddings/oleObject121.bin"/><Relationship Id="rId25" Type="http://schemas.openxmlformats.org/officeDocument/2006/relationships/oleObject" Target="../embeddings/oleObject125.bin"/><Relationship Id="rId2" Type="http://schemas.openxmlformats.org/officeDocument/2006/relationships/slideLayout" Target="../slideLayouts/slideLayout106.xml"/><Relationship Id="rId16" Type="http://schemas.openxmlformats.org/officeDocument/2006/relationships/image" Target="../media/image123.wmf"/><Relationship Id="rId20" Type="http://schemas.openxmlformats.org/officeDocument/2006/relationships/image" Target="../media/image125.wmf"/><Relationship Id="rId1" Type="http://schemas.openxmlformats.org/officeDocument/2006/relationships/vmlDrawing" Target="../drawings/vmlDrawing18.vml"/><Relationship Id="rId6" Type="http://schemas.openxmlformats.org/officeDocument/2006/relationships/image" Target="../media/image134.wmf"/><Relationship Id="rId11" Type="http://schemas.openxmlformats.org/officeDocument/2006/relationships/oleObject" Target="../embeddings/oleObject134.bin"/><Relationship Id="rId24" Type="http://schemas.openxmlformats.org/officeDocument/2006/relationships/image" Target="../media/image127.wmf"/><Relationship Id="rId5" Type="http://schemas.openxmlformats.org/officeDocument/2006/relationships/oleObject" Target="../embeddings/oleObject131.bin"/><Relationship Id="rId15" Type="http://schemas.openxmlformats.org/officeDocument/2006/relationships/oleObject" Target="../embeddings/oleObject120.bin"/><Relationship Id="rId23" Type="http://schemas.openxmlformats.org/officeDocument/2006/relationships/oleObject" Target="../embeddings/oleObject124.bin"/><Relationship Id="rId28" Type="http://schemas.openxmlformats.org/officeDocument/2006/relationships/image" Target="../media/image129.wmf"/><Relationship Id="rId10" Type="http://schemas.openxmlformats.org/officeDocument/2006/relationships/image" Target="../media/image136.wmf"/><Relationship Id="rId19" Type="http://schemas.openxmlformats.org/officeDocument/2006/relationships/oleObject" Target="../embeddings/oleObject122.bin"/><Relationship Id="rId4" Type="http://schemas.openxmlformats.org/officeDocument/2006/relationships/image" Target="../media/image133.wmf"/><Relationship Id="rId9" Type="http://schemas.openxmlformats.org/officeDocument/2006/relationships/oleObject" Target="../embeddings/oleObject133.bin"/><Relationship Id="rId14" Type="http://schemas.openxmlformats.org/officeDocument/2006/relationships/image" Target="../media/image138.wmf"/><Relationship Id="rId22" Type="http://schemas.openxmlformats.org/officeDocument/2006/relationships/image" Target="../media/image126.wmf"/><Relationship Id="rId27" Type="http://schemas.openxmlformats.org/officeDocument/2006/relationships/oleObject" Target="../embeddings/oleObject12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8.bin"/><Relationship Id="rId13" Type="http://schemas.openxmlformats.org/officeDocument/2006/relationships/image" Target="../media/image143.emf"/><Relationship Id="rId18" Type="http://schemas.openxmlformats.org/officeDocument/2006/relationships/oleObject" Target="../embeddings/oleObject143.bin"/><Relationship Id="rId3" Type="http://schemas.openxmlformats.org/officeDocument/2006/relationships/notesSlide" Target="../notesSlides/notesSlide3.xml"/><Relationship Id="rId7" Type="http://schemas.openxmlformats.org/officeDocument/2006/relationships/image" Target="../media/image140.emf"/><Relationship Id="rId12" Type="http://schemas.openxmlformats.org/officeDocument/2006/relationships/oleObject" Target="../embeddings/oleObject140.bin"/><Relationship Id="rId17" Type="http://schemas.openxmlformats.org/officeDocument/2006/relationships/image" Target="../media/image145.emf"/><Relationship Id="rId2" Type="http://schemas.openxmlformats.org/officeDocument/2006/relationships/slideLayout" Target="../slideLayouts/slideLayout95.xml"/><Relationship Id="rId16" Type="http://schemas.openxmlformats.org/officeDocument/2006/relationships/oleObject" Target="../embeddings/oleObject142.bin"/><Relationship Id="rId1" Type="http://schemas.openxmlformats.org/officeDocument/2006/relationships/vmlDrawing" Target="../drawings/vmlDrawing19.vml"/><Relationship Id="rId6" Type="http://schemas.openxmlformats.org/officeDocument/2006/relationships/oleObject" Target="../embeddings/oleObject137.bin"/><Relationship Id="rId11" Type="http://schemas.openxmlformats.org/officeDocument/2006/relationships/image" Target="../media/image142.emf"/><Relationship Id="rId5" Type="http://schemas.openxmlformats.org/officeDocument/2006/relationships/image" Target="../media/image139.wmf"/><Relationship Id="rId15" Type="http://schemas.openxmlformats.org/officeDocument/2006/relationships/image" Target="../media/image144.emf"/><Relationship Id="rId10" Type="http://schemas.openxmlformats.org/officeDocument/2006/relationships/oleObject" Target="../embeddings/oleObject139.bin"/><Relationship Id="rId19" Type="http://schemas.openxmlformats.org/officeDocument/2006/relationships/image" Target="../media/image146.wmf"/><Relationship Id="rId4" Type="http://schemas.openxmlformats.org/officeDocument/2006/relationships/oleObject" Target="../embeddings/oleObject136.bin"/><Relationship Id="rId9" Type="http://schemas.openxmlformats.org/officeDocument/2006/relationships/image" Target="../media/image141.emf"/><Relationship Id="rId14" Type="http://schemas.openxmlformats.org/officeDocument/2006/relationships/oleObject" Target="../embeddings/oleObject14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2000250" y="303610"/>
            <a:ext cx="5704285" cy="4402931"/>
            <a:chOff x="720" y="255"/>
            <a:chExt cx="4791" cy="3698"/>
          </a:xfrm>
        </p:grpSpPr>
        <p:sp>
          <p:nvSpPr>
            <p:cNvPr id="3074" name="Text Box 2"/>
            <p:cNvSpPr txBox="1">
              <a:spLocks noChangeArrowheads="1"/>
            </p:cNvSpPr>
            <p:nvPr/>
          </p:nvSpPr>
          <p:spPr bwMode="auto">
            <a:xfrm>
              <a:off x="884" y="255"/>
              <a:ext cx="3438" cy="388"/>
            </a:xfrm>
            <a:prstGeom prst="rect">
              <a:avLst/>
            </a:prstGeom>
            <a:noFill/>
            <a:ln w="9525">
              <a:noFill/>
              <a:miter lim="800000"/>
              <a:headEnd/>
              <a:tailEnd/>
            </a:ln>
            <a:effectLst/>
          </p:spPr>
          <p:txBody>
            <a:bodyPr>
              <a:spAutoFit/>
            </a:bodyPr>
            <a:lstStyle/>
            <a:p>
              <a:pPr algn="ctr"/>
              <a:r>
                <a:rPr kumimoji="1" lang="zh-CN" altLang="en-US" sz="2400" b="1">
                  <a:solidFill>
                    <a:srgbClr val="000000"/>
                  </a:solidFill>
                  <a:latin typeface="Times New Roman" pitchFamily="18" charset="0"/>
                </a:rPr>
                <a:t>第十三章  热力学基础</a:t>
              </a:r>
              <a:endParaRPr kumimoji="1" lang="zh-CN" altLang="en-US" sz="2400">
                <a:solidFill>
                  <a:srgbClr val="000000"/>
                </a:solidFill>
                <a:latin typeface="Times New Roman" pitchFamily="18" charset="0"/>
              </a:endParaRPr>
            </a:p>
          </p:txBody>
        </p:sp>
        <p:sp>
          <p:nvSpPr>
            <p:cNvPr id="3075" name="Text Box 3"/>
            <p:cNvSpPr txBox="1">
              <a:spLocks noChangeArrowheads="1"/>
            </p:cNvSpPr>
            <p:nvPr/>
          </p:nvSpPr>
          <p:spPr bwMode="auto">
            <a:xfrm>
              <a:off x="720" y="754"/>
              <a:ext cx="4791" cy="3199"/>
            </a:xfrm>
            <a:prstGeom prst="rect">
              <a:avLst/>
            </a:prstGeom>
            <a:noFill/>
            <a:ln w="9525">
              <a:noFill/>
              <a:miter lim="800000"/>
              <a:headEnd/>
              <a:tailEnd/>
            </a:ln>
            <a:effectLst/>
          </p:spPr>
          <p:txBody>
            <a:bodyPr>
              <a:spAutoFit/>
            </a:bodyPr>
            <a:lstStyle/>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13.1   </a:t>
              </a:r>
              <a:r>
                <a:rPr kumimoji="1" lang="zh-CN" altLang="en-US" sz="2100" b="1" dirty="0">
                  <a:solidFill>
                    <a:srgbClr val="000000"/>
                  </a:solidFill>
                  <a:latin typeface="Times New Roman" pitchFamily="18" charset="0"/>
                </a:rPr>
                <a:t>准静态过程、功和热量</a:t>
              </a:r>
            </a:p>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13.2   </a:t>
              </a:r>
              <a:r>
                <a:rPr kumimoji="1" lang="zh-CN" altLang="en-US" sz="2100" b="1" dirty="0">
                  <a:solidFill>
                    <a:srgbClr val="000000"/>
                  </a:solidFill>
                  <a:latin typeface="Times New Roman" pitchFamily="18" charset="0"/>
                </a:rPr>
                <a:t>内能、热力学第一定律</a:t>
              </a:r>
            </a:p>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13.3   </a:t>
              </a:r>
              <a:r>
                <a:rPr kumimoji="1" lang="zh-CN" altLang="en-US" sz="2100" b="1" dirty="0">
                  <a:solidFill>
                    <a:srgbClr val="000000"/>
                  </a:solidFill>
                  <a:latin typeface="Times New Roman" pitchFamily="18" charset="0"/>
                </a:rPr>
                <a:t>等体过程和等压过程、摩尔热容</a:t>
              </a:r>
            </a:p>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13.4   </a:t>
              </a:r>
              <a:r>
                <a:rPr kumimoji="1" lang="zh-CN" altLang="en-US" sz="2100" b="1" dirty="0">
                  <a:solidFill>
                    <a:srgbClr val="000000"/>
                  </a:solidFill>
                  <a:latin typeface="Times New Roman" pitchFamily="18" charset="0"/>
                </a:rPr>
                <a:t>等温过程和绝热过程</a:t>
              </a:r>
            </a:p>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13.5   </a:t>
              </a:r>
              <a:r>
                <a:rPr kumimoji="1" lang="zh-CN" altLang="en-US" sz="2100" b="1" dirty="0">
                  <a:solidFill>
                    <a:srgbClr val="000000"/>
                  </a:solidFill>
                  <a:latin typeface="Times New Roman" pitchFamily="18" charset="0"/>
                </a:rPr>
                <a:t>循环过程、卡诺循环</a:t>
              </a:r>
            </a:p>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13.6   </a:t>
              </a:r>
              <a:r>
                <a:rPr kumimoji="1" lang="zh-CN" altLang="en-US" sz="2100" b="1" dirty="0">
                  <a:solidFill>
                    <a:srgbClr val="000000"/>
                  </a:solidFill>
                  <a:latin typeface="Times New Roman" pitchFamily="18" charset="0"/>
                </a:rPr>
                <a:t>热力学第二定律、卡诺定理</a:t>
              </a:r>
            </a:p>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13.7</a:t>
              </a:r>
              <a:r>
                <a:rPr kumimoji="1" lang="en-US" altLang="zh-CN" sz="2100" dirty="0">
                  <a:solidFill>
                    <a:srgbClr val="000000"/>
                  </a:solidFill>
                  <a:latin typeface="Times New Roman" pitchFamily="18" charset="0"/>
                </a:rPr>
                <a:t>    </a:t>
              </a:r>
              <a:r>
                <a:rPr kumimoji="1" lang="zh-CN" altLang="en-US" sz="2100" b="1" dirty="0">
                  <a:solidFill>
                    <a:srgbClr val="000000"/>
                  </a:solidFill>
                  <a:latin typeface="Times New Roman" pitchFamily="18" charset="0"/>
                </a:rPr>
                <a:t>熵、熵增加原理</a:t>
              </a:r>
            </a:p>
            <a:p>
              <a:pP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13.8</a:t>
              </a:r>
              <a:r>
                <a:rPr kumimoji="1" lang="en-US" altLang="zh-CN" sz="2100" dirty="0">
                  <a:solidFill>
                    <a:srgbClr val="000000"/>
                  </a:solidFill>
                  <a:latin typeface="Times New Roman" pitchFamily="18" charset="0"/>
                </a:rPr>
                <a:t>    </a:t>
              </a:r>
              <a:r>
                <a:rPr kumimoji="1" lang="zh-CN" altLang="en-US" sz="2100" b="1" dirty="0">
                  <a:solidFill>
                    <a:srgbClr val="000000"/>
                  </a:solidFill>
                  <a:latin typeface="Times New Roman" pitchFamily="18" charset="0"/>
                </a:rPr>
                <a:t>热力学第二定律的统计解释</a:t>
              </a: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矩形 111"/>
          <p:cNvSpPr/>
          <p:nvPr/>
        </p:nvSpPr>
        <p:spPr>
          <a:xfrm>
            <a:off x="2215888" y="135099"/>
            <a:ext cx="4954781" cy="415498"/>
          </a:xfrm>
          <a:prstGeom prst="rect">
            <a:avLst/>
          </a:prstGeom>
        </p:spPr>
        <p:txBody>
          <a:bodyPr wrap="square">
            <a:spAutoFit/>
          </a:bodyPr>
          <a:lstStyle/>
          <a:p>
            <a:pPr algn="ct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13.1   </a:t>
            </a:r>
            <a:r>
              <a:rPr kumimoji="1" lang="zh-CN" altLang="en-US" sz="2100" b="1" dirty="0">
                <a:solidFill>
                  <a:srgbClr val="000000"/>
                </a:solidFill>
                <a:latin typeface="Times New Roman" pitchFamily="18" charset="0"/>
              </a:rPr>
              <a:t>准静态过程、功和热量</a:t>
            </a:r>
          </a:p>
        </p:txBody>
      </p:sp>
      <p:grpSp>
        <p:nvGrpSpPr>
          <p:cNvPr id="6" name="组合 5"/>
          <p:cNvGrpSpPr/>
          <p:nvPr/>
        </p:nvGrpSpPr>
        <p:grpSpPr>
          <a:xfrm>
            <a:off x="970501" y="1671881"/>
            <a:ext cx="4558447" cy="2177653"/>
            <a:chOff x="1568830" y="1065262"/>
            <a:chExt cx="6918672" cy="3305175"/>
          </a:xfrm>
        </p:grpSpPr>
        <p:grpSp>
          <p:nvGrpSpPr>
            <p:cNvPr id="114" name="组合 113"/>
            <p:cNvGrpSpPr/>
            <p:nvPr/>
          </p:nvGrpSpPr>
          <p:grpSpPr>
            <a:xfrm>
              <a:off x="1568830" y="2494003"/>
              <a:ext cx="2410179" cy="1695733"/>
              <a:chOff x="1456929" y="4422146"/>
              <a:chExt cx="2410179" cy="1695733"/>
            </a:xfrm>
          </p:grpSpPr>
          <p:grpSp>
            <p:nvGrpSpPr>
              <p:cNvPr id="115" name="组合 114"/>
              <p:cNvGrpSpPr/>
              <p:nvPr/>
            </p:nvGrpSpPr>
            <p:grpSpPr>
              <a:xfrm>
                <a:off x="1456929" y="5016083"/>
                <a:ext cx="2410179" cy="1101796"/>
                <a:chOff x="1456929" y="5016083"/>
                <a:chExt cx="2410179" cy="1101796"/>
              </a:xfrm>
            </p:grpSpPr>
            <p:sp>
              <p:nvSpPr>
                <p:cNvPr id="117" name="AutoShape 12"/>
                <p:cNvSpPr>
                  <a:spLocks noChangeArrowheads="1"/>
                </p:cNvSpPr>
                <p:nvPr/>
              </p:nvSpPr>
              <p:spPr bwMode="auto">
                <a:xfrm>
                  <a:off x="1456929" y="5016083"/>
                  <a:ext cx="2410179" cy="1101796"/>
                </a:xfrm>
                <a:prstGeom prst="bevel">
                  <a:avLst>
                    <a:gd name="adj" fmla="val 12500"/>
                  </a:avLst>
                </a:prstGeom>
                <a:solidFill>
                  <a:srgbClr val="808000"/>
                </a:solidFill>
                <a:ln w="9525">
                  <a:solidFill>
                    <a:schemeClr val="tx1"/>
                  </a:solidFill>
                  <a:miter lim="800000"/>
                  <a:headEnd/>
                  <a:tailEnd/>
                </a:ln>
              </p:spPr>
              <p:txBody>
                <a:bodyPr wrap="none" anchor="ctr"/>
                <a:lstStyle/>
                <a:p>
                  <a:endParaRPr lang="zh-CN" altLang="en-US"/>
                </a:p>
              </p:txBody>
            </p:sp>
            <p:sp>
              <p:nvSpPr>
                <p:cNvPr id="118" name="Rectangle 13"/>
                <p:cNvSpPr>
                  <a:spLocks noChangeArrowheads="1"/>
                </p:cNvSpPr>
                <p:nvPr/>
              </p:nvSpPr>
              <p:spPr bwMode="auto">
                <a:xfrm>
                  <a:off x="1594654" y="5153808"/>
                  <a:ext cx="2134730" cy="826347"/>
                </a:xfrm>
                <a:prstGeom prst="rect">
                  <a:avLst/>
                </a:prstGeom>
                <a:solidFill>
                  <a:srgbClr val="E1F9FB"/>
                </a:solidFill>
                <a:ln w="9525">
                  <a:solidFill>
                    <a:schemeClr val="tx1"/>
                  </a:solidFill>
                  <a:miter lim="800000"/>
                  <a:headEnd/>
                  <a:tailEnd/>
                </a:ln>
              </p:spPr>
              <p:txBody>
                <a:bodyPr wrap="none" anchor="ctr"/>
                <a:lstStyle/>
                <a:p>
                  <a:endParaRPr lang="zh-CN" altLang="en-US"/>
                </a:p>
              </p:txBody>
            </p:sp>
            <p:sp>
              <p:nvSpPr>
                <p:cNvPr id="119" name="Rectangle 14" descr="5%"/>
                <p:cNvSpPr>
                  <a:spLocks noChangeArrowheads="1"/>
                </p:cNvSpPr>
                <p:nvPr/>
              </p:nvSpPr>
              <p:spPr bwMode="auto">
                <a:xfrm>
                  <a:off x="1594654" y="5153808"/>
                  <a:ext cx="2134730" cy="826347"/>
                </a:xfrm>
                <a:prstGeom prst="rect">
                  <a:avLst/>
                </a:prstGeom>
                <a:solidFill>
                  <a:srgbClr val="CCFFFF">
                    <a:alpha val="81961"/>
                  </a:srgbClr>
                </a:solidFill>
                <a:ln w="9525">
                  <a:solidFill>
                    <a:schemeClr val="tx1"/>
                  </a:solidFill>
                  <a:miter lim="800000"/>
                  <a:headEnd/>
                  <a:tailEnd/>
                </a:ln>
              </p:spPr>
              <p:txBody>
                <a:bodyPr wrap="none" anchor="ctr"/>
                <a:lstStyle/>
                <a:p>
                  <a:endParaRPr lang="zh-CN" altLang="en-US"/>
                </a:p>
              </p:txBody>
            </p:sp>
            <p:graphicFrame>
              <p:nvGraphicFramePr>
                <p:cNvPr id="120" name="Object 15"/>
                <p:cNvGraphicFramePr>
                  <a:graphicFrameLocks noChangeAspect="1"/>
                </p:cNvGraphicFramePr>
                <p:nvPr>
                  <p:extLst>
                    <p:ext uri="{D42A27DB-BD31-4B8C-83A1-F6EECF244321}">
                      <p14:modId xmlns:p14="http://schemas.microsoft.com/office/powerpoint/2010/main" val="1054011296"/>
                    </p:ext>
                  </p:extLst>
                </p:nvPr>
              </p:nvGraphicFramePr>
              <p:xfrm>
                <a:off x="2087563" y="5391150"/>
                <a:ext cx="1211262" cy="428625"/>
              </p:xfrm>
              <a:graphic>
                <a:graphicData uri="http://schemas.openxmlformats.org/presentationml/2006/ole">
                  <mc:AlternateContent xmlns:mc="http://schemas.openxmlformats.org/markup-compatibility/2006">
                    <mc:Choice xmlns:v="urn:schemas-microsoft-com:vml" Requires="v">
                      <p:oleObj spid="_x0000_s294498" name="Equation" r:id="rId4" imgW="571320" imgH="203040" progId="Equation.DSMT4">
                        <p:embed/>
                      </p:oleObj>
                    </mc:Choice>
                    <mc:Fallback>
                      <p:oleObj name="Equation" r:id="rId4" imgW="571320" imgH="203040" progId="Equation.DSMT4">
                        <p:embed/>
                        <p:pic>
                          <p:nvPicPr>
                            <p:cNvPr id="4104" name="Object 15"/>
                            <p:cNvPicPr>
                              <a:picLocks noChangeAspect="1" noChangeArrowheads="1"/>
                            </p:cNvPicPr>
                            <p:nvPr/>
                          </p:nvPicPr>
                          <p:blipFill>
                            <a:blip r:embed="rId5"/>
                            <a:srcRect/>
                            <a:stretch>
                              <a:fillRect/>
                            </a:stretch>
                          </p:blipFill>
                          <p:spPr bwMode="auto">
                            <a:xfrm>
                              <a:off x="2087563" y="5391150"/>
                              <a:ext cx="1211262" cy="428625"/>
                            </a:xfrm>
                            <a:prstGeom prst="rect">
                              <a:avLst/>
                            </a:prstGeom>
                            <a:noFill/>
                            <a:extLst/>
                          </p:spPr>
                        </p:pic>
                      </p:oleObj>
                    </mc:Fallback>
                  </mc:AlternateContent>
                </a:graphicData>
              </a:graphic>
            </p:graphicFrame>
          </p:grpSp>
          <p:sp>
            <p:nvSpPr>
              <p:cNvPr id="116" name="AutoShape 16"/>
              <p:cNvSpPr>
                <a:spLocks noChangeArrowheads="1"/>
              </p:cNvSpPr>
              <p:nvPr/>
            </p:nvSpPr>
            <p:spPr bwMode="auto">
              <a:xfrm>
                <a:off x="2636195" y="4422146"/>
                <a:ext cx="137725" cy="503555"/>
              </a:xfrm>
              <a:prstGeom prst="downArrow">
                <a:avLst>
                  <a:gd name="adj1" fmla="val 47185"/>
                  <a:gd name="adj2" fmla="val 104688"/>
                </a:avLst>
              </a:prstGeom>
              <a:gradFill rotWithShape="0">
                <a:gsLst>
                  <a:gs pos="0">
                    <a:srgbClr val="DDEBCF"/>
                  </a:gs>
                  <a:gs pos="25000">
                    <a:srgbClr val="9CB86E"/>
                  </a:gs>
                  <a:gs pos="50000">
                    <a:srgbClr val="156B13"/>
                  </a:gs>
                  <a:gs pos="75000">
                    <a:srgbClr val="9CB86E"/>
                  </a:gs>
                  <a:gs pos="100000">
                    <a:srgbClr val="DDEBCF"/>
                  </a:gs>
                </a:gsLst>
                <a:lin ang="0" scaled="1"/>
              </a:gradFill>
              <a:ln w="19050">
                <a:solidFill>
                  <a:srgbClr val="009900"/>
                </a:solidFill>
                <a:miter lim="800000"/>
                <a:headEnd/>
                <a:tailEnd/>
              </a:ln>
            </p:spPr>
            <p:txBody>
              <a:bodyPr vert="eaVert" wrap="none" anchor="ctr"/>
              <a:lstStyle/>
              <a:p>
                <a:endParaRPr lang="zh-CN" altLang="en-US"/>
              </a:p>
            </p:txBody>
          </p:sp>
        </p:grpSp>
        <p:grpSp>
          <p:nvGrpSpPr>
            <p:cNvPr id="121" name="组合 120"/>
            <p:cNvGrpSpPr/>
            <p:nvPr/>
          </p:nvGrpSpPr>
          <p:grpSpPr>
            <a:xfrm>
              <a:off x="4991826" y="1065262"/>
              <a:ext cx="3495676" cy="3305175"/>
              <a:chOff x="4879925" y="2993405"/>
              <a:chExt cx="3495676" cy="3305175"/>
            </a:xfrm>
          </p:grpSpPr>
          <p:sp>
            <p:nvSpPr>
              <p:cNvPr id="122" name="Line 19"/>
              <p:cNvSpPr>
                <a:spLocks noChangeShapeType="1"/>
              </p:cNvSpPr>
              <p:nvPr/>
            </p:nvSpPr>
            <p:spPr bwMode="auto">
              <a:xfrm>
                <a:off x="5214888" y="5917580"/>
                <a:ext cx="2819401" cy="0"/>
              </a:xfrm>
              <a:prstGeom prst="line">
                <a:avLst/>
              </a:prstGeom>
              <a:noFill/>
              <a:ln w="19050">
                <a:solidFill>
                  <a:srgbClr val="000000"/>
                </a:solidFill>
                <a:round/>
                <a:headEnd/>
                <a:tailEnd type="stealth" w="lg" len="lg"/>
              </a:ln>
            </p:spPr>
            <p:txBody>
              <a:bodyPr wrap="none" anchor="ctr"/>
              <a:lstStyle/>
              <a:p>
                <a:endParaRPr lang="zh-CN" altLang="en-US"/>
              </a:p>
            </p:txBody>
          </p:sp>
          <p:sp>
            <p:nvSpPr>
              <p:cNvPr id="123" name="Line 20"/>
              <p:cNvSpPr>
                <a:spLocks noChangeShapeType="1"/>
              </p:cNvSpPr>
              <p:nvPr/>
            </p:nvSpPr>
            <p:spPr bwMode="auto">
              <a:xfrm flipV="1">
                <a:off x="5214888" y="3326780"/>
                <a:ext cx="0" cy="2590800"/>
              </a:xfrm>
              <a:prstGeom prst="line">
                <a:avLst/>
              </a:prstGeom>
              <a:noFill/>
              <a:ln w="19050">
                <a:solidFill>
                  <a:srgbClr val="000000"/>
                </a:solidFill>
                <a:round/>
                <a:headEnd/>
                <a:tailEnd type="stealth" w="lg" len="lg"/>
              </a:ln>
            </p:spPr>
            <p:txBody>
              <a:bodyPr wrap="none" anchor="ctr"/>
              <a:lstStyle/>
              <a:p>
                <a:endParaRPr lang="zh-CN" altLang="en-US"/>
              </a:p>
            </p:txBody>
          </p:sp>
          <p:graphicFrame>
            <p:nvGraphicFramePr>
              <p:cNvPr id="124" name="Object 23"/>
              <p:cNvGraphicFramePr>
                <a:graphicFrameLocks noChangeAspect="1"/>
              </p:cNvGraphicFramePr>
              <p:nvPr>
                <p:extLst>
                  <p:ext uri="{D42A27DB-BD31-4B8C-83A1-F6EECF244321}">
                    <p14:modId xmlns:p14="http://schemas.microsoft.com/office/powerpoint/2010/main" val="2077368343"/>
                  </p:ext>
                </p:extLst>
              </p:nvPr>
            </p:nvGraphicFramePr>
            <p:xfrm>
              <a:off x="4879925" y="2993405"/>
              <a:ext cx="338138" cy="401638"/>
            </p:xfrm>
            <a:graphic>
              <a:graphicData uri="http://schemas.openxmlformats.org/presentationml/2006/ole">
                <mc:AlternateContent xmlns:mc="http://schemas.openxmlformats.org/markup-compatibility/2006">
                  <mc:Choice xmlns:v="urn:schemas-microsoft-com:vml" Requires="v">
                    <p:oleObj spid="_x0000_s294499" name="Equation" r:id="rId6" imgW="203040" imgH="241200" progId="Equation.3">
                      <p:embed/>
                    </p:oleObj>
                  </mc:Choice>
                  <mc:Fallback>
                    <p:oleObj name="Equation" r:id="rId6" imgW="203040" imgH="241200" progId="Equation.3">
                      <p:embed/>
                      <p:pic>
                        <p:nvPicPr>
                          <p:cNvPr id="31"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9925" y="2993405"/>
                            <a:ext cx="338138"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 name="Object 24"/>
              <p:cNvGraphicFramePr>
                <a:graphicFrameLocks noChangeAspect="1"/>
              </p:cNvGraphicFramePr>
              <p:nvPr>
                <p:extLst>
                  <p:ext uri="{D42A27DB-BD31-4B8C-83A1-F6EECF244321}">
                    <p14:modId xmlns:p14="http://schemas.microsoft.com/office/powerpoint/2010/main" val="2404502179"/>
                  </p:ext>
                </p:extLst>
              </p:nvPr>
            </p:nvGraphicFramePr>
            <p:xfrm>
              <a:off x="8034288" y="5917580"/>
              <a:ext cx="341313" cy="381000"/>
            </p:xfrm>
            <a:graphic>
              <a:graphicData uri="http://schemas.openxmlformats.org/presentationml/2006/ole">
                <mc:AlternateContent xmlns:mc="http://schemas.openxmlformats.org/markup-compatibility/2006">
                  <mc:Choice xmlns:v="urn:schemas-microsoft-com:vml" Requires="v">
                    <p:oleObj spid="_x0000_s294500" name="Equation" r:id="rId8" imgW="215640" imgH="241200" progId="Equation.3">
                      <p:embed/>
                    </p:oleObj>
                  </mc:Choice>
                  <mc:Fallback>
                    <p:oleObj name="Equation" r:id="rId8" imgW="215640" imgH="241200" progId="Equation.3">
                      <p:embed/>
                      <p:pic>
                        <p:nvPicPr>
                          <p:cNvPr id="32"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34288" y="5917580"/>
                            <a:ext cx="34131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 name="Object 25"/>
              <p:cNvGraphicFramePr>
                <a:graphicFrameLocks noChangeAspect="1"/>
              </p:cNvGraphicFramePr>
              <p:nvPr>
                <p:extLst>
                  <p:ext uri="{D42A27DB-BD31-4B8C-83A1-F6EECF244321}">
                    <p14:modId xmlns:p14="http://schemas.microsoft.com/office/powerpoint/2010/main" val="3498326250"/>
                  </p:ext>
                </p:extLst>
              </p:nvPr>
            </p:nvGraphicFramePr>
            <p:xfrm>
              <a:off x="4914900" y="5866780"/>
              <a:ext cx="311250" cy="360000"/>
            </p:xfrm>
            <a:graphic>
              <a:graphicData uri="http://schemas.openxmlformats.org/presentationml/2006/ole">
                <mc:AlternateContent xmlns:mc="http://schemas.openxmlformats.org/markup-compatibility/2006">
                  <mc:Choice xmlns:v="urn:schemas-microsoft-com:vml" Requires="v">
                    <p:oleObj spid="_x0000_s294501" name="Equation" r:id="rId10" imgW="164880" imgH="190440" progId="Equation.3">
                      <p:embed/>
                    </p:oleObj>
                  </mc:Choice>
                  <mc:Fallback>
                    <p:oleObj name="Equation" r:id="rId10" imgW="164880" imgH="190440" progId="Equation.3">
                      <p:embed/>
                      <p:pic>
                        <p:nvPicPr>
                          <p:cNvPr id="33"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14900" y="5866780"/>
                            <a:ext cx="311250" cy="360000"/>
                          </a:xfrm>
                          <a:prstGeom prst="rect">
                            <a:avLst/>
                          </a:prstGeom>
                          <a:noFill/>
                          <a:extLst/>
                        </p:spPr>
                      </p:pic>
                    </p:oleObj>
                  </mc:Fallback>
                </mc:AlternateContent>
              </a:graphicData>
            </a:graphic>
          </p:graphicFrame>
        </p:grpSp>
        <p:grpSp>
          <p:nvGrpSpPr>
            <p:cNvPr id="127" name="组合 126"/>
            <p:cNvGrpSpPr/>
            <p:nvPr/>
          </p:nvGrpSpPr>
          <p:grpSpPr>
            <a:xfrm>
              <a:off x="5936389" y="2182245"/>
              <a:ext cx="1642767" cy="483837"/>
              <a:chOff x="5824488" y="4110388"/>
              <a:chExt cx="1642767" cy="483837"/>
            </a:xfrm>
          </p:grpSpPr>
          <p:sp>
            <p:nvSpPr>
              <p:cNvPr id="128" name="Oval 21"/>
              <p:cNvSpPr>
                <a:spLocks noChangeArrowheads="1"/>
              </p:cNvSpPr>
              <p:nvPr/>
            </p:nvSpPr>
            <p:spPr bwMode="auto">
              <a:xfrm>
                <a:off x="5824488" y="4317380"/>
                <a:ext cx="76200" cy="76200"/>
              </a:xfrm>
              <a:prstGeom prst="ellipse">
                <a:avLst/>
              </a:prstGeom>
              <a:solidFill>
                <a:srgbClr val="FF0000"/>
              </a:solidFill>
              <a:ln w="9525">
                <a:solidFill>
                  <a:schemeClr val="tx1"/>
                </a:solidFill>
                <a:round/>
                <a:headEnd/>
                <a:tailEnd/>
              </a:ln>
            </p:spPr>
            <p:txBody>
              <a:bodyPr wrap="none" anchor="ctr"/>
              <a:lstStyle/>
              <a:p>
                <a:endParaRPr lang="zh-CN" altLang="en-US"/>
              </a:p>
            </p:txBody>
          </p:sp>
          <p:graphicFrame>
            <p:nvGraphicFramePr>
              <p:cNvPr id="129" name="Object 26"/>
              <p:cNvGraphicFramePr>
                <a:graphicFrameLocks noChangeAspect="1"/>
              </p:cNvGraphicFramePr>
              <p:nvPr>
                <p:extLst>
                  <p:ext uri="{D42A27DB-BD31-4B8C-83A1-F6EECF244321}">
                    <p14:modId xmlns:p14="http://schemas.microsoft.com/office/powerpoint/2010/main" val="2799063971"/>
                  </p:ext>
                </p:extLst>
              </p:nvPr>
            </p:nvGraphicFramePr>
            <p:xfrm>
              <a:off x="6018213" y="4110388"/>
              <a:ext cx="1449042" cy="483837"/>
            </p:xfrm>
            <a:graphic>
              <a:graphicData uri="http://schemas.openxmlformats.org/presentationml/2006/ole">
                <mc:AlternateContent xmlns:mc="http://schemas.openxmlformats.org/markup-compatibility/2006">
                  <mc:Choice xmlns:v="urn:schemas-microsoft-com:vml" Requires="v">
                    <p:oleObj spid="_x0000_s294502" name="Equation" r:id="rId12" imgW="571320" imgH="203040" progId="Equation.DSMT4">
                      <p:embed/>
                    </p:oleObj>
                  </mc:Choice>
                  <mc:Fallback>
                    <p:oleObj name="Equation" r:id="rId12" imgW="571320" imgH="203040" progId="Equation.DSMT4">
                      <p:embed/>
                      <p:pic>
                        <p:nvPicPr>
                          <p:cNvPr id="34" name="Object 26"/>
                          <p:cNvPicPr>
                            <a:picLocks noChangeAspect="1" noChangeArrowheads="1"/>
                          </p:cNvPicPr>
                          <p:nvPr/>
                        </p:nvPicPr>
                        <p:blipFill>
                          <a:blip r:embed="rId13"/>
                          <a:srcRect/>
                          <a:stretch>
                            <a:fillRect/>
                          </a:stretch>
                        </p:blipFill>
                        <p:spPr bwMode="auto">
                          <a:xfrm>
                            <a:off x="6018213" y="4110388"/>
                            <a:ext cx="1449042" cy="483837"/>
                          </a:xfrm>
                          <a:prstGeom prst="rect">
                            <a:avLst/>
                          </a:prstGeom>
                          <a:noFill/>
                          <a:extLst/>
                        </p:spPr>
                      </p:pic>
                    </p:oleObj>
                  </mc:Fallback>
                </mc:AlternateContent>
              </a:graphicData>
            </a:graphic>
          </p:graphicFrame>
        </p:grpSp>
        <p:grpSp>
          <p:nvGrpSpPr>
            <p:cNvPr id="130" name="组合 129"/>
            <p:cNvGrpSpPr/>
            <p:nvPr/>
          </p:nvGrpSpPr>
          <p:grpSpPr>
            <a:xfrm>
              <a:off x="6441214" y="3116932"/>
              <a:ext cx="1903462" cy="477838"/>
              <a:chOff x="6329313" y="5045075"/>
              <a:chExt cx="1903462" cy="477838"/>
            </a:xfrm>
          </p:grpSpPr>
          <p:sp>
            <p:nvSpPr>
              <p:cNvPr id="131" name="Oval 22"/>
              <p:cNvSpPr>
                <a:spLocks noChangeArrowheads="1"/>
              </p:cNvSpPr>
              <p:nvPr/>
            </p:nvSpPr>
            <p:spPr bwMode="auto">
              <a:xfrm>
                <a:off x="6329313" y="5231780"/>
                <a:ext cx="76200" cy="76200"/>
              </a:xfrm>
              <a:prstGeom prst="ellipse">
                <a:avLst/>
              </a:prstGeom>
              <a:solidFill>
                <a:srgbClr val="FF0000"/>
              </a:solidFill>
              <a:ln w="9525">
                <a:solidFill>
                  <a:schemeClr val="tx1"/>
                </a:solidFill>
                <a:round/>
                <a:headEnd/>
                <a:tailEnd/>
              </a:ln>
            </p:spPr>
            <p:txBody>
              <a:bodyPr wrap="none" anchor="ctr"/>
              <a:lstStyle/>
              <a:p>
                <a:endParaRPr lang="zh-CN" altLang="en-US"/>
              </a:p>
            </p:txBody>
          </p:sp>
          <p:graphicFrame>
            <p:nvGraphicFramePr>
              <p:cNvPr id="132" name="Object 27"/>
              <p:cNvGraphicFramePr>
                <a:graphicFrameLocks noChangeAspect="1"/>
              </p:cNvGraphicFramePr>
              <p:nvPr>
                <p:extLst>
                  <p:ext uri="{D42A27DB-BD31-4B8C-83A1-F6EECF244321}">
                    <p14:modId xmlns:p14="http://schemas.microsoft.com/office/powerpoint/2010/main" val="572511778"/>
                  </p:ext>
                </p:extLst>
              </p:nvPr>
            </p:nvGraphicFramePr>
            <p:xfrm>
              <a:off x="6491288" y="5045075"/>
              <a:ext cx="1741487" cy="477838"/>
            </p:xfrm>
            <a:graphic>
              <a:graphicData uri="http://schemas.openxmlformats.org/presentationml/2006/ole">
                <mc:AlternateContent xmlns:mc="http://schemas.openxmlformats.org/markup-compatibility/2006">
                  <mc:Choice xmlns:v="urn:schemas-microsoft-com:vml" Requires="v">
                    <p:oleObj spid="_x0000_s294503" name="Equation" r:id="rId14" imgW="698400" imgH="203040" progId="Equation.DSMT4">
                      <p:embed/>
                    </p:oleObj>
                  </mc:Choice>
                  <mc:Fallback>
                    <p:oleObj name="Equation" r:id="rId14" imgW="698400" imgH="203040" progId="Equation.DSMT4">
                      <p:embed/>
                      <p:pic>
                        <p:nvPicPr>
                          <p:cNvPr id="35" name="Object 27"/>
                          <p:cNvPicPr>
                            <a:picLocks noChangeAspect="1" noChangeArrowheads="1"/>
                          </p:cNvPicPr>
                          <p:nvPr/>
                        </p:nvPicPr>
                        <p:blipFill>
                          <a:blip r:embed="rId15"/>
                          <a:srcRect/>
                          <a:stretch>
                            <a:fillRect/>
                          </a:stretch>
                        </p:blipFill>
                        <p:spPr bwMode="auto">
                          <a:xfrm>
                            <a:off x="6491288" y="5045075"/>
                            <a:ext cx="1741487" cy="477838"/>
                          </a:xfrm>
                          <a:prstGeom prst="rect">
                            <a:avLst/>
                          </a:prstGeom>
                          <a:noFill/>
                          <a:extLst/>
                        </p:spPr>
                      </p:pic>
                    </p:oleObj>
                  </mc:Fallback>
                </mc:AlternateContent>
              </a:graphicData>
            </a:graphic>
          </p:graphicFrame>
        </p:grpSp>
        <p:grpSp>
          <p:nvGrpSpPr>
            <p:cNvPr id="133" name="组合 132"/>
            <p:cNvGrpSpPr/>
            <p:nvPr/>
          </p:nvGrpSpPr>
          <p:grpSpPr>
            <a:xfrm>
              <a:off x="1568830" y="1090935"/>
              <a:ext cx="2410179" cy="1308383"/>
              <a:chOff x="1456929" y="3019078"/>
              <a:chExt cx="2410179" cy="1308383"/>
            </a:xfrm>
          </p:grpSpPr>
          <p:sp>
            <p:nvSpPr>
              <p:cNvPr id="134" name="AutoShape 6"/>
              <p:cNvSpPr>
                <a:spLocks noChangeArrowheads="1"/>
              </p:cNvSpPr>
              <p:nvPr/>
            </p:nvSpPr>
            <p:spPr bwMode="auto">
              <a:xfrm>
                <a:off x="1456929" y="3225665"/>
                <a:ext cx="2410179" cy="1101796"/>
              </a:xfrm>
              <a:prstGeom prst="bevel">
                <a:avLst>
                  <a:gd name="adj" fmla="val 12500"/>
                </a:avLst>
              </a:prstGeom>
              <a:solidFill>
                <a:srgbClr val="808000"/>
              </a:solidFill>
              <a:ln w="9525">
                <a:solidFill>
                  <a:schemeClr val="tx1"/>
                </a:solidFill>
                <a:miter lim="800000"/>
                <a:headEnd/>
                <a:tailEnd/>
              </a:ln>
            </p:spPr>
            <p:txBody>
              <a:bodyPr wrap="none" anchor="ctr"/>
              <a:lstStyle/>
              <a:p>
                <a:endParaRPr lang="zh-CN" altLang="en-US"/>
              </a:p>
            </p:txBody>
          </p:sp>
          <p:sp>
            <p:nvSpPr>
              <p:cNvPr id="135" name="Rectangle 7"/>
              <p:cNvSpPr>
                <a:spLocks noChangeArrowheads="1"/>
              </p:cNvSpPr>
              <p:nvPr/>
            </p:nvSpPr>
            <p:spPr bwMode="auto">
              <a:xfrm>
                <a:off x="1594654" y="3363389"/>
                <a:ext cx="2134730" cy="826347"/>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136" name="Rectangle 8"/>
              <p:cNvSpPr>
                <a:spLocks noChangeArrowheads="1"/>
              </p:cNvSpPr>
              <p:nvPr/>
            </p:nvSpPr>
            <p:spPr bwMode="auto">
              <a:xfrm>
                <a:off x="1594654" y="3363389"/>
                <a:ext cx="1101796" cy="826347"/>
              </a:xfrm>
              <a:prstGeom prst="rect">
                <a:avLst/>
              </a:prstGeom>
              <a:solidFill>
                <a:srgbClr val="CCFFCC"/>
              </a:solidFill>
              <a:ln w="9525">
                <a:solidFill>
                  <a:schemeClr val="tx1"/>
                </a:solidFill>
                <a:miter lim="800000"/>
                <a:headEnd/>
                <a:tailEnd/>
              </a:ln>
            </p:spPr>
            <p:txBody>
              <a:bodyPr wrap="none" anchor="ctr"/>
              <a:lstStyle/>
              <a:p>
                <a:endParaRPr lang="zh-CN" altLang="en-US"/>
              </a:p>
            </p:txBody>
          </p:sp>
          <p:sp>
            <p:nvSpPr>
              <p:cNvPr id="137" name="Line 9"/>
              <p:cNvSpPr>
                <a:spLocks noChangeShapeType="1"/>
              </p:cNvSpPr>
              <p:nvPr/>
            </p:nvSpPr>
            <p:spPr bwMode="auto">
              <a:xfrm flipV="1">
                <a:off x="2696450" y="3019078"/>
                <a:ext cx="0" cy="1170658"/>
              </a:xfrm>
              <a:prstGeom prst="line">
                <a:avLst/>
              </a:prstGeom>
              <a:noFill/>
              <a:ln w="76200">
                <a:solidFill>
                  <a:srgbClr val="808000"/>
                </a:solidFill>
                <a:round/>
                <a:headEnd/>
                <a:tailEnd/>
              </a:ln>
            </p:spPr>
            <p:txBody>
              <a:bodyPr wrap="none" anchor="ctr"/>
              <a:lstStyle/>
              <a:p>
                <a:endParaRPr lang="zh-CN" altLang="en-US"/>
              </a:p>
            </p:txBody>
          </p:sp>
          <p:sp>
            <p:nvSpPr>
              <p:cNvPr id="138" name="Line 10"/>
              <p:cNvSpPr>
                <a:spLocks noChangeShapeType="1"/>
              </p:cNvSpPr>
              <p:nvPr/>
            </p:nvSpPr>
            <p:spPr bwMode="auto">
              <a:xfrm>
                <a:off x="2558725" y="3019078"/>
                <a:ext cx="275449" cy="0"/>
              </a:xfrm>
              <a:prstGeom prst="line">
                <a:avLst/>
              </a:prstGeom>
              <a:noFill/>
              <a:ln w="57150">
                <a:solidFill>
                  <a:srgbClr val="808000"/>
                </a:solidFill>
                <a:round/>
                <a:headEnd/>
                <a:tailEnd/>
              </a:ln>
            </p:spPr>
            <p:txBody>
              <a:bodyPr wrap="none" anchor="ctr"/>
              <a:lstStyle/>
              <a:p>
                <a:endParaRPr lang="zh-CN" altLang="en-US"/>
              </a:p>
            </p:txBody>
          </p:sp>
          <p:graphicFrame>
            <p:nvGraphicFramePr>
              <p:cNvPr id="139" name="Object 11"/>
              <p:cNvGraphicFramePr>
                <a:graphicFrameLocks noChangeAspect="1"/>
              </p:cNvGraphicFramePr>
              <p:nvPr>
                <p:extLst>
                  <p:ext uri="{D42A27DB-BD31-4B8C-83A1-F6EECF244321}">
                    <p14:modId xmlns:p14="http://schemas.microsoft.com/office/powerpoint/2010/main" val="3164754420"/>
                  </p:ext>
                </p:extLst>
              </p:nvPr>
            </p:nvGraphicFramePr>
            <p:xfrm>
              <a:off x="1594654" y="3572845"/>
              <a:ext cx="1032934" cy="423216"/>
            </p:xfrm>
            <a:graphic>
              <a:graphicData uri="http://schemas.openxmlformats.org/presentationml/2006/ole">
                <mc:AlternateContent xmlns:mc="http://schemas.openxmlformats.org/markup-compatibility/2006">
                  <mc:Choice xmlns:v="urn:schemas-microsoft-com:vml" Requires="v">
                    <p:oleObj spid="_x0000_s294504" name="公式" r:id="rId16" imgW="711000" imgH="291960" progId="Equation.3">
                      <p:embed/>
                    </p:oleObj>
                  </mc:Choice>
                  <mc:Fallback>
                    <p:oleObj name="公式" r:id="rId16" imgW="711000" imgH="291960" progId="Equation.3">
                      <p:embed/>
                      <p:pic>
                        <p:nvPicPr>
                          <p:cNvPr id="4103"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94654" y="3572845"/>
                            <a:ext cx="1032934" cy="423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 name="Object 11"/>
              <p:cNvGraphicFramePr>
                <a:graphicFrameLocks noChangeAspect="1"/>
              </p:cNvGraphicFramePr>
              <p:nvPr>
                <p:extLst>
                  <p:ext uri="{D42A27DB-BD31-4B8C-83A1-F6EECF244321}">
                    <p14:modId xmlns:p14="http://schemas.microsoft.com/office/powerpoint/2010/main" val="1893846463"/>
                  </p:ext>
                </p:extLst>
              </p:nvPr>
            </p:nvGraphicFramePr>
            <p:xfrm>
              <a:off x="2846874" y="3572845"/>
              <a:ext cx="757387" cy="448643"/>
            </p:xfrm>
            <a:graphic>
              <a:graphicData uri="http://schemas.openxmlformats.org/presentationml/2006/ole">
                <mc:AlternateContent xmlns:mc="http://schemas.openxmlformats.org/markup-compatibility/2006">
                  <mc:Choice xmlns:v="urn:schemas-microsoft-com:vml" Requires="v">
                    <p:oleObj spid="_x0000_s294505" name="Equation" r:id="rId18" imgW="342720" imgH="203040" progId="Equation.DSMT4">
                      <p:embed/>
                    </p:oleObj>
                  </mc:Choice>
                  <mc:Fallback>
                    <p:oleObj name="Equation" r:id="rId18" imgW="342720" imgH="203040" progId="Equation.DSMT4">
                      <p:embed/>
                      <p:pic>
                        <p:nvPicPr>
                          <p:cNvPr id="37" name="Object 11"/>
                          <p:cNvPicPr>
                            <a:picLocks noChangeAspect="1" noChangeArrowheads="1"/>
                          </p:cNvPicPr>
                          <p:nvPr/>
                        </p:nvPicPr>
                        <p:blipFill>
                          <a:blip r:embed="rId19"/>
                          <a:srcRect/>
                          <a:stretch>
                            <a:fillRect/>
                          </a:stretch>
                        </p:blipFill>
                        <p:spPr bwMode="auto">
                          <a:xfrm>
                            <a:off x="2846874" y="3572845"/>
                            <a:ext cx="757387" cy="448643"/>
                          </a:xfrm>
                          <a:prstGeom prst="rect">
                            <a:avLst/>
                          </a:prstGeom>
                          <a:noFill/>
                          <a:extLst/>
                        </p:spPr>
                      </p:pic>
                    </p:oleObj>
                  </mc:Fallback>
                </mc:AlternateContent>
              </a:graphicData>
            </a:graphic>
          </p:graphicFrame>
        </p:grpSp>
      </p:grpSp>
      <p:pic>
        <p:nvPicPr>
          <p:cNvPr id="33" name="图片 32"/>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159338" y="1623260"/>
            <a:ext cx="2304348" cy="2082243"/>
          </a:xfrm>
          <a:prstGeom prst="rect">
            <a:avLst/>
          </a:prstGeom>
        </p:spPr>
      </p:pic>
    </p:spTree>
    <p:extLst>
      <p:ext uri="{BB962C8B-B14F-4D97-AF65-F5344CB8AC3E}">
        <p14:creationId xmlns:p14="http://schemas.microsoft.com/office/powerpoint/2010/main" val="402467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Text Box 2"/>
          <p:cNvSpPr txBox="1">
            <a:spLocks noChangeArrowheads="1"/>
          </p:cNvSpPr>
          <p:nvPr/>
        </p:nvSpPr>
        <p:spPr bwMode="auto">
          <a:xfrm>
            <a:off x="1306303" y="686581"/>
            <a:ext cx="5620940" cy="415498"/>
          </a:xfrm>
          <a:prstGeom prst="rect">
            <a:avLst/>
          </a:prstGeom>
          <a:noFill/>
          <a:ln w="9525">
            <a:noFill/>
            <a:miter lim="800000"/>
            <a:headEnd/>
            <a:tailEnd/>
          </a:ln>
        </p:spPr>
        <p:txBody>
          <a:bodyPr>
            <a:spAutoFit/>
          </a:bodyPr>
          <a:lstStyle/>
          <a:p>
            <a:pPr>
              <a:spcBef>
                <a:spcPct val="50000"/>
              </a:spcBef>
            </a:pPr>
            <a:r>
              <a:rPr kumimoji="1" lang="zh-CN" altLang="en-US" sz="2100" b="1" dirty="0">
                <a:solidFill>
                  <a:srgbClr val="CC0000"/>
                </a:solidFill>
                <a:latin typeface="Times New Roman" pitchFamily="18" charset="0"/>
              </a:rPr>
              <a:t>一、准静态过程</a:t>
            </a:r>
            <a:r>
              <a:rPr kumimoji="1" lang="zh-CN" altLang="en-US" sz="2100" b="1" dirty="0">
                <a:solidFill>
                  <a:srgbClr val="080808"/>
                </a:solidFill>
                <a:latin typeface="Times New Roman" pitchFamily="18" charset="0"/>
              </a:rPr>
              <a:t>（理想化的过程）</a:t>
            </a:r>
          </a:p>
        </p:txBody>
      </p:sp>
      <p:sp>
        <p:nvSpPr>
          <p:cNvPr id="40963" name="Rectangle 3"/>
          <p:cNvSpPr>
            <a:spLocks noChangeArrowheads="1"/>
          </p:cNvSpPr>
          <p:nvPr/>
        </p:nvSpPr>
        <p:spPr bwMode="auto">
          <a:xfrm>
            <a:off x="1876425" y="1194346"/>
            <a:ext cx="6010275" cy="867930"/>
          </a:xfrm>
          <a:prstGeom prst="rect">
            <a:avLst/>
          </a:prstGeom>
          <a:noFill/>
          <a:ln w="9525">
            <a:noFill/>
            <a:miter lim="800000"/>
            <a:headEnd/>
            <a:tailEnd/>
          </a:ln>
        </p:spPr>
        <p:txBody>
          <a:bodyPr>
            <a:spAutoFit/>
          </a:bodyPr>
          <a:lstStyle/>
          <a:p>
            <a:pPr>
              <a:lnSpc>
                <a:spcPct val="120000"/>
              </a:lnSpc>
              <a:spcBef>
                <a:spcPct val="50000"/>
              </a:spcBef>
            </a:pPr>
            <a:r>
              <a:rPr kumimoji="1" lang="en-US" altLang="zh-CN" sz="2100" b="1" dirty="0">
                <a:solidFill>
                  <a:srgbClr val="080808"/>
                </a:solidFill>
                <a:latin typeface="Times New Roman" pitchFamily="18" charset="0"/>
              </a:rPr>
              <a:t>        </a:t>
            </a:r>
            <a:r>
              <a:rPr kumimoji="1" lang="zh-CN" altLang="en-US" sz="2100" b="1" dirty="0">
                <a:solidFill>
                  <a:srgbClr val="080808"/>
                </a:solidFill>
                <a:latin typeface="Times New Roman" pitchFamily="18" charset="0"/>
              </a:rPr>
              <a:t>从一个平衡态到另一平衡态所经过的每一中间状态均可近似当作平衡态的过程 </a:t>
            </a:r>
            <a:r>
              <a:rPr kumimoji="1" lang="en-US" altLang="zh-CN" sz="2100" b="1" dirty="0">
                <a:solidFill>
                  <a:srgbClr val="080808"/>
                </a:solidFill>
                <a:latin typeface="Times New Roman" pitchFamily="18" charset="0"/>
              </a:rPr>
              <a:t>.</a:t>
            </a:r>
          </a:p>
        </p:txBody>
      </p:sp>
      <p:grpSp>
        <p:nvGrpSpPr>
          <p:cNvPr id="1052" name="Group 6"/>
          <p:cNvGrpSpPr>
            <a:grpSpLocks/>
          </p:cNvGrpSpPr>
          <p:nvPr/>
        </p:nvGrpSpPr>
        <p:grpSpPr bwMode="auto">
          <a:xfrm>
            <a:off x="2043354" y="2617440"/>
            <a:ext cx="2286000" cy="1943100"/>
            <a:chOff x="528" y="2112"/>
            <a:chExt cx="1920" cy="1632"/>
          </a:xfrm>
        </p:grpSpPr>
        <p:grpSp>
          <p:nvGrpSpPr>
            <p:cNvPr id="1053" name="Group 7"/>
            <p:cNvGrpSpPr>
              <a:grpSpLocks/>
            </p:cNvGrpSpPr>
            <p:nvPr/>
          </p:nvGrpSpPr>
          <p:grpSpPr bwMode="auto">
            <a:xfrm>
              <a:off x="1344" y="2112"/>
              <a:ext cx="1104" cy="1632"/>
              <a:chOff x="1344" y="2256"/>
              <a:chExt cx="1104" cy="1632"/>
            </a:xfrm>
          </p:grpSpPr>
          <p:sp>
            <p:nvSpPr>
              <p:cNvPr id="1060" name="AutoShape 8"/>
              <p:cNvSpPr>
                <a:spLocks noChangeArrowheads="1"/>
              </p:cNvSpPr>
              <p:nvPr/>
            </p:nvSpPr>
            <p:spPr bwMode="auto">
              <a:xfrm>
                <a:off x="1344" y="2256"/>
                <a:ext cx="1104" cy="1632"/>
              </a:xfrm>
              <a:prstGeom prst="bevel">
                <a:avLst>
                  <a:gd name="adj" fmla="val 12500"/>
                </a:avLst>
              </a:prstGeom>
              <a:solidFill>
                <a:srgbClr val="D1A273"/>
              </a:solidFill>
              <a:ln w="9525">
                <a:solidFill>
                  <a:srgbClr val="996633"/>
                </a:solidFill>
                <a:miter lim="800000"/>
                <a:headEnd/>
                <a:tailEnd/>
              </a:ln>
            </p:spPr>
            <p:txBody>
              <a:bodyPr wrap="none" anchor="ctr"/>
              <a:lstStyle/>
              <a:p>
                <a:endParaRPr lang="zh-CN" altLang="en-US" sz="2100"/>
              </a:p>
            </p:txBody>
          </p:sp>
          <p:sp>
            <p:nvSpPr>
              <p:cNvPr id="1061" name="Rectangle 9"/>
              <p:cNvSpPr>
                <a:spLocks noChangeArrowheads="1"/>
              </p:cNvSpPr>
              <p:nvPr/>
            </p:nvSpPr>
            <p:spPr bwMode="auto">
              <a:xfrm>
                <a:off x="1488" y="2256"/>
                <a:ext cx="816" cy="1488"/>
              </a:xfrm>
              <a:prstGeom prst="rect">
                <a:avLst/>
              </a:prstGeom>
              <a:solidFill>
                <a:schemeClr val="bg1"/>
              </a:solidFill>
              <a:ln w="9525">
                <a:noFill/>
                <a:miter lim="800000"/>
                <a:headEnd/>
                <a:tailEnd/>
              </a:ln>
            </p:spPr>
            <p:txBody>
              <a:bodyPr wrap="none" anchor="ctr"/>
              <a:lstStyle/>
              <a:p>
                <a:endParaRPr lang="zh-CN" altLang="en-US" sz="2100"/>
              </a:p>
            </p:txBody>
          </p:sp>
          <p:sp>
            <p:nvSpPr>
              <p:cNvPr id="40970" name="Rectangle 10"/>
              <p:cNvSpPr>
                <a:spLocks noChangeArrowheads="1"/>
              </p:cNvSpPr>
              <p:nvPr/>
            </p:nvSpPr>
            <p:spPr bwMode="auto">
              <a:xfrm>
                <a:off x="1488" y="2880"/>
                <a:ext cx="816" cy="144"/>
              </a:xfrm>
              <a:prstGeom prst="rect">
                <a:avLst/>
              </a:prstGeom>
              <a:gradFill rotWithShape="0">
                <a:gsLst>
                  <a:gs pos="0">
                    <a:schemeClr val="accent1">
                      <a:gamma/>
                      <a:shade val="35686"/>
                      <a:invGamma/>
                    </a:schemeClr>
                  </a:gs>
                  <a:gs pos="50000">
                    <a:schemeClr val="accent1"/>
                  </a:gs>
                  <a:gs pos="100000">
                    <a:schemeClr val="accent1">
                      <a:gamma/>
                      <a:shade val="35686"/>
                      <a:invGamma/>
                    </a:schemeClr>
                  </a:gs>
                </a:gsLst>
                <a:lin ang="0" scaled="1"/>
              </a:gradFill>
              <a:ln w="9525">
                <a:solidFill>
                  <a:srgbClr val="996633"/>
                </a:solidFill>
                <a:miter lim="800000"/>
                <a:headEnd/>
                <a:tailEnd/>
              </a:ln>
              <a:effectLst/>
            </p:spPr>
            <p:txBody>
              <a:bodyPr wrap="none" anchor="ctr"/>
              <a:lstStyle/>
              <a:p>
                <a:pPr>
                  <a:defRPr/>
                </a:pPr>
                <a:endParaRPr lang="zh-CN" altLang="en-US" sz="2100">
                  <a:ea typeface="宋体" pitchFamily="2" charset="-122"/>
                </a:endParaRPr>
              </a:p>
            </p:txBody>
          </p:sp>
          <p:sp>
            <p:nvSpPr>
              <p:cNvPr id="1063" name="Rectangle 11" descr="大纸屑"/>
              <p:cNvSpPr>
                <a:spLocks noChangeArrowheads="1"/>
              </p:cNvSpPr>
              <p:nvPr/>
            </p:nvSpPr>
            <p:spPr bwMode="auto">
              <a:xfrm>
                <a:off x="1488" y="3024"/>
                <a:ext cx="816" cy="720"/>
              </a:xfrm>
              <a:prstGeom prst="rect">
                <a:avLst/>
              </a:prstGeom>
              <a:pattFill prst="pct5">
                <a:fgClr>
                  <a:schemeClr val="tx1"/>
                </a:fgClr>
                <a:bgClr>
                  <a:srgbClr val="FFFFFF"/>
                </a:bgClr>
              </a:pattFill>
              <a:ln w="9525">
                <a:solidFill>
                  <a:schemeClr val="tx1"/>
                </a:solidFill>
                <a:miter lim="800000"/>
                <a:headEnd/>
                <a:tailEnd/>
              </a:ln>
            </p:spPr>
            <p:txBody>
              <a:bodyPr wrap="none" anchor="ctr"/>
              <a:lstStyle/>
              <a:p>
                <a:endParaRPr lang="zh-CN" altLang="en-US" sz="2100"/>
              </a:p>
            </p:txBody>
          </p:sp>
          <p:sp>
            <p:nvSpPr>
              <p:cNvPr id="1064" name="Oval 12"/>
              <p:cNvSpPr>
                <a:spLocks noChangeArrowheads="1"/>
              </p:cNvSpPr>
              <p:nvPr/>
            </p:nvSpPr>
            <p:spPr bwMode="auto">
              <a:xfrm>
                <a:off x="1824"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65" name="Oval 13"/>
              <p:cNvSpPr>
                <a:spLocks noChangeArrowheads="1"/>
              </p:cNvSpPr>
              <p:nvPr/>
            </p:nvSpPr>
            <p:spPr bwMode="auto">
              <a:xfrm>
                <a:off x="1968"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66" name="Oval 14"/>
              <p:cNvSpPr>
                <a:spLocks noChangeArrowheads="1"/>
              </p:cNvSpPr>
              <p:nvPr/>
            </p:nvSpPr>
            <p:spPr bwMode="auto">
              <a:xfrm>
                <a:off x="2016"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67" name="Oval 15"/>
              <p:cNvSpPr>
                <a:spLocks noChangeArrowheads="1"/>
              </p:cNvSpPr>
              <p:nvPr/>
            </p:nvSpPr>
            <p:spPr bwMode="auto">
              <a:xfrm>
                <a:off x="1776"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68" name="Oval 16"/>
              <p:cNvSpPr>
                <a:spLocks noChangeArrowheads="1"/>
              </p:cNvSpPr>
              <p:nvPr/>
            </p:nvSpPr>
            <p:spPr bwMode="auto">
              <a:xfrm>
                <a:off x="2112"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69" name="Oval 17"/>
              <p:cNvSpPr>
                <a:spLocks noChangeArrowheads="1"/>
              </p:cNvSpPr>
              <p:nvPr/>
            </p:nvSpPr>
            <p:spPr bwMode="auto">
              <a:xfrm>
                <a:off x="1824"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0" name="Oval 18"/>
              <p:cNvSpPr>
                <a:spLocks noChangeArrowheads="1"/>
              </p:cNvSpPr>
              <p:nvPr/>
            </p:nvSpPr>
            <p:spPr bwMode="auto">
              <a:xfrm>
                <a:off x="1920"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1" name="Oval 19"/>
              <p:cNvSpPr>
                <a:spLocks noChangeArrowheads="1"/>
              </p:cNvSpPr>
              <p:nvPr/>
            </p:nvSpPr>
            <p:spPr bwMode="auto">
              <a:xfrm>
                <a:off x="1968"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2" name="Oval 20"/>
              <p:cNvSpPr>
                <a:spLocks noChangeArrowheads="1"/>
              </p:cNvSpPr>
              <p:nvPr/>
            </p:nvSpPr>
            <p:spPr bwMode="auto">
              <a:xfrm>
                <a:off x="2016"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3" name="Oval 21"/>
              <p:cNvSpPr>
                <a:spLocks noChangeArrowheads="1"/>
              </p:cNvSpPr>
              <p:nvPr/>
            </p:nvSpPr>
            <p:spPr bwMode="auto">
              <a:xfrm>
                <a:off x="1776"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4" name="Oval 22"/>
              <p:cNvSpPr>
                <a:spLocks noChangeArrowheads="1"/>
              </p:cNvSpPr>
              <p:nvPr/>
            </p:nvSpPr>
            <p:spPr bwMode="auto">
              <a:xfrm>
                <a:off x="1680"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5" name="Oval 23"/>
              <p:cNvSpPr>
                <a:spLocks noChangeArrowheads="1"/>
              </p:cNvSpPr>
              <p:nvPr/>
            </p:nvSpPr>
            <p:spPr bwMode="auto">
              <a:xfrm>
                <a:off x="1680"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6" name="Oval 24"/>
              <p:cNvSpPr>
                <a:spLocks noChangeArrowheads="1"/>
              </p:cNvSpPr>
              <p:nvPr/>
            </p:nvSpPr>
            <p:spPr bwMode="auto">
              <a:xfrm>
                <a:off x="1920"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7" name="Oval 25"/>
              <p:cNvSpPr>
                <a:spLocks noChangeArrowheads="1"/>
              </p:cNvSpPr>
              <p:nvPr/>
            </p:nvSpPr>
            <p:spPr bwMode="auto">
              <a:xfrm>
                <a:off x="1584"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8" name="Oval 26"/>
              <p:cNvSpPr>
                <a:spLocks noChangeArrowheads="1"/>
              </p:cNvSpPr>
              <p:nvPr/>
            </p:nvSpPr>
            <p:spPr bwMode="auto">
              <a:xfrm>
                <a:off x="1728"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79" name="Oval 27"/>
              <p:cNvSpPr>
                <a:spLocks noChangeArrowheads="1"/>
              </p:cNvSpPr>
              <p:nvPr/>
            </p:nvSpPr>
            <p:spPr bwMode="auto">
              <a:xfrm>
                <a:off x="1728"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0" name="Oval 28"/>
              <p:cNvSpPr>
                <a:spLocks noChangeArrowheads="1"/>
              </p:cNvSpPr>
              <p:nvPr/>
            </p:nvSpPr>
            <p:spPr bwMode="auto">
              <a:xfrm>
                <a:off x="1872"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1" name="Oval 29"/>
              <p:cNvSpPr>
                <a:spLocks noChangeArrowheads="1"/>
              </p:cNvSpPr>
              <p:nvPr/>
            </p:nvSpPr>
            <p:spPr bwMode="auto">
              <a:xfrm>
                <a:off x="1920"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2" name="Oval 30"/>
              <p:cNvSpPr>
                <a:spLocks noChangeArrowheads="1"/>
              </p:cNvSpPr>
              <p:nvPr/>
            </p:nvSpPr>
            <p:spPr bwMode="auto">
              <a:xfrm>
                <a:off x="1824"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3" name="Oval 31"/>
              <p:cNvSpPr>
                <a:spLocks noChangeArrowheads="1"/>
              </p:cNvSpPr>
              <p:nvPr/>
            </p:nvSpPr>
            <p:spPr bwMode="auto">
              <a:xfrm>
                <a:off x="1824"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4" name="Oval 32"/>
              <p:cNvSpPr>
                <a:spLocks noChangeArrowheads="1"/>
              </p:cNvSpPr>
              <p:nvPr/>
            </p:nvSpPr>
            <p:spPr bwMode="auto">
              <a:xfrm>
                <a:off x="1920"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5" name="Oval 33"/>
              <p:cNvSpPr>
                <a:spLocks noChangeArrowheads="1"/>
              </p:cNvSpPr>
              <p:nvPr/>
            </p:nvSpPr>
            <p:spPr bwMode="auto">
              <a:xfrm>
                <a:off x="1728"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6" name="Oval 34"/>
              <p:cNvSpPr>
                <a:spLocks noChangeArrowheads="1"/>
              </p:cNvSpPr>
              <p:nvPr/>
            </p:nvSpPr>
            <p:spPr bwMode="auto">
              <a:xfrm>
                <a:off x="1632"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7" name="Oval 35"/>
              <p:cNvSpPr>
                <a:spLocks noChangeArrowheads="1"/>
              </p:cNvSpPr>
              <p:nvPr/>
            </p:nvSpPr>
            <p:spPr bwMode="auto">
              <a:xfrm>
                <a:off x="2016"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8" name="Oval 36"/>
              <p:cNvSpPr>
                <a:spLocks noChangeArrowheads="1"/>
              </p:cNvSpPr>
              <p:nvPr/>
            </p:nvSpPr>
            <p:spPr bwMode="auto">
              <a:xfrm>
                <a:off x="2064"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89" name="Oval 37"/>
              <p:cNvSpPr>
                <a:spLocks noChangeArrowheads="1"/>
              </p:cNvSpPr>
              <p:nvPr/>
            </p:nvSpPr>
            <p:spPr bwMode="auto">
              <a:xfrm>
                <a:off x="2064"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0" name="Oval 38"/>
              <p:cNvSpPr>
                <a:spLocks noChangeArrowheads="1"/>
              </p:cNvSpPr>
              <p:nvPr/>
            </p:nvSpPr>
            <p:spPr bwMode="auto">
              <a:xfrm>
                <a:off x="1920"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1" name="Oval 39"/>
              <p:cNvSpPr>
                <a:spLocks noChangeArrowheads="1"/>
              </p:cNvSpPr>
              <p:nvPr/>
            </p:nvSpPr>
            <p:spPr bwMode="auto">
              <a:xfrm>
                <a:off x="2160"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2" name="Oval 40"/>
              <p:cNvSpPr>
                <a:spLocks noChangeArrowheads="1"/>
              </p:cNvSpPr>
              <p:nvPr/>
            </p:nvSpPr>
            <p:spPr bwMode="auto">
              <a:xfrm>
                <a:off x="1872"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3" name="Oval 41"/>
              <p:cNvSpPr>
                <a:spLocks noChangeArrowheads="1"/>
              </p:cNvSpPr>
              <p:nvPr/>
            </p:nvSpPr>
            <p:spPr bwMode="auto">
              <a:xfrm>
                <a:off x="2112"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4" name="Oval 42"/>
              <p:cNvSpPr>
                <a:spLocks noChangeArrowheads="1"/>
              </p:cNvSpPr>
              <p:nvPr/>
            </p:nvSpPr>
            <p:spPr bwMode="auto">
              <a:xfrm>
                <a:off x="1872"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5" name="Oval 43"/>
              <p:cNvSpPr>
                <a:spLocks noChangeArrowheads="1"/>
              </p:cNvSpPr>
              <p:nvPr/>
            </p:nvSpPr>
            <p:spPr bwMode="auto">
              <a:xfrm>
                <a:off x="1776"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6" name="Oval 44"/>
              <p:cNvSpPr>
                <a:spLocks noChangeArrowheads="1"/>
              </p:cNvSpPr>
              <p:nvPr/>
            </p:nvSpPr>
            <p:spPr bwMode="auto">
              <a:xfrm>
                <a:off x="1968"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7" name="Oval 45"/>
              <p:cNvSpPr>
                <a:spLocks noChangeArrowheads="1"/>
              </p:cNvSpPr>
              <p:nvPr/>
            </p:nvSpPr>
            <p:spPr bwMode="auto">
              <a:xfrm>
                <a:off x="2064"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8" name="Oval 46"/>
              <p:cNvSpPr>
                <a:spLocks noChangeArrowheads="1"/>
              </p:cNvSpPr>
              <p:nvPr/>
            </p:nvSpPr>
            <p:spPr bwMode="auto">
              <a:xfrm>
                <a:off x="2016"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099" name="Oval 47"/>
              <p:cNvSpPr>
                <a:spLocks noChangeArrowheads="1"/>
              </p:cNvSpPr>
              <p:nvPr/>
            </p:nvSpPr>
            <p:spPr bwMode="auto">
              <a:xfrm>
                <a:off x="1824"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0" name="Oval 48"/>
              <p:cNvSpPr>
                <a:spLocks noChangeArrowheads="1"/>
              </p:cNvSpPr>
              <p:nvPr/>
            </p:nvSpPr>
            <p:spPr bwMode="auto">
              <a:xfrm>
                <a:off x="1776"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1" name="Oval 49"/>
              <p:cNvSpPr>
                <a:spLocks noChangeArrowheads="1"/>
              </p:cNvSpPr>
              <p:nvPr/>
            </p:nvSpPr>
            <p:spPr bwMode="auto">
              <a:xfrm>
                <a:off x="1872"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2" name="Oval 50"/>
              <p:cNvSpPr>
                <a:spLocks noChangeArrowheads="1"/>
              </p:cNvSpPr>
              <p:nvPr/>
            </p:nvSpPr>
            <p:spPr bwMode="auto">
              <a:xfrm>
                <a:off x="1968"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3" name="Oval 51"/>
              <p:cNvSpPr>
                <a:spLocks noChangeArrowheads="1"/>
              </p:cNvSpPr>
              <p:nvPr/>
            </p:nvSpPr>
            <p:spPr bwMode="auto">
              <a:xfrm>
                <a:off x="1968"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4" name="Oval 52"/>
              <p:cNvSpPr>
                <a:spLocks noChangeArrowheads="1"/>
              </p:cNvSpPr>
              <p:nvPr/>
            </p:nvSpPr>
            <p:spPr bwMode="auto">
              <a:xfrm>
                <a:off x="1824"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5" name="Oval 53"/>
              <p:cNvSpPr>
                <a:spLocks noChangeArrowheads="1"/>
              </p:cNvSpPr>
              <p:nvPr/>
            </p:nvSpPr>
            <p:spPr bwMode="auto">
              <a:xfrm>
                <a:off x="1872"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6" name="Oval 54"/>
              <p:cNvSpPr>
                <a:spLocks noChangeArrowheads="1"/>
              </p:cNvSpPr>
              <p:nvPr/>
            </p:nvSpPr>
            <p:spPr bwMode="auto">
              <a:xfrm>
                <a:off x="1968"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7" name="Oval 55"/>
              <p:cNvSpPr>
                <a:spLocks noChangeArrowheads="1"/>
              </p:cNvSpPr>
              <p:nvPr/>
            </p:nvSpPr>
            <p:spPr bwMode="auto">
              <a:xfrm>
                <a:off x="1872" y="259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8" name="Oval 56"/>
              <p:cNvSpPr>
                <a:spLocks noChangeArrowheads="1"/>
              </p:cNvSpPr>
              <p:nvPr/>
            </p:nvSpPr>
            <p:spPr bwMode="auto">
              <a:xfrm>
                <a:off x="1920" y="259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09" name="Oval 57"/>
              <p:cNvSpPr>
                <a:spLocks noChangeArrowheads="1"/>
              </p:cNvSpPr>
              <p:nvPr/>
            </p:nvSpPr>
            <p:spPr bwMode="auto">
              <a:xfrm>
                <a:off x="1872" y="254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0" name="Oval 58"/>
              <p:cNvSpPr>
                <a:spLocks noChangeArrowheads="1"/>
              </p:cNvSpPr>
              <p:nvPr/>
            </p:nvSpPr>
            <p:spPr bwMode="auto">
              <a:xfrm>
                <a:off x="1776"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1" name="Oval 59"/>
              <p:cNvSpPr>
                <a:spLocks noChangeArrowheads="1"/>
              </p:cNvSpPr>
              <p:nvPr/>
            </p:nvSpPr>
            <p:spPr bwMode="auto">
              <a:xfrm>
                <a:off x="1824" y="259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2" name="Oval 60"/>
              <p:cNvSpPr>
                <a:spLocks noChangeArrowheads="1"/>
              </p:cNvSpPr>
              <p:nvPr/>
            </p:nvSpPr>
            <p:spPr bwMode="auto">
              <a:xfrm>
                <a:off x="1776" y="259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3" name="Oval 61"/>
              <p:cNvSpPr>
                <a:spLocks noChangeArrowheads="1"/>
              </p:cNvSpPr>
              <p:nvPr/>
            </p:nvSpPr>
            <p:spPr bwMode="auto">
              <a:xfrm>
                <a:off x="2208"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4" name="Oval 62"/>
              <p:cNvSpPr>
                <a:spLocks noChangeArrowheads="1"/>
              </p:cNvSpPr>
              <p:nvPr/>
            </p:nvSpPr>
            <p:spPr bwMode="auto">
              <a:xfrm>
                <a:off x="2160"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5" name="Oval 63"/>
              <p:cNvSpPr>
                <a:spLocks noChangeArrowheads="1"/>
              </p:cNvSpPr>
              <p:nvPr/>
            </p:nvSpPr>
            <p:spPr bwMode="auto">
              <a:xfrm>
                <a:off x="2112"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6" name="Oval 64"/>
              <p:cNvSpPr>
                <a:spLocks noChangeArrowheads="1"/>
              </p:cNvSpPr>
              <p:nvPr/>
            </p:nvSpPr>
            <p:spPr bwMode="auto">
              <a:xfrm>
                <a:off x="2112"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7" name="Oval 65"/>
              <p:cNvSpPr>
                <a:spLocks noChangeArrowheads="1"/>
              </p:cNvSpPr>
              <p:nvPr/>
            </p:nvSpPr>
            <p:spPr bwMode="auto">
              <a:xfrm>
                <a:off x="2064"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8" name="Oval 66"/>
              <p:cNvSpPr>
                <a:spLocks noChangeArrowheads="1"/>
              </p:cNvSpPr>
              <p:nvPr/>
            </p:nvSpPr>
            <p:spPr bwMode="auto">
              <a:xfrm>
                <a:off x="2064"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19" name="Oval 67"/>
              <p:cNvSpPr>
                <a:spLocks noChangeArrowheads="1"/>
              </p:cNvSpPr>
              <p:nvPr/>
            </p:nvSpPr>
            <p:spPr bwMode="auto">
              <a:xfrm>
                <a:off x="2016"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0" name="Oval 68"/>
              <p:cNvSpPr>
                <a:spLocks noChangeArrowheads="1"/>
              </p:cNvSpPr>
              <p:nvPr/>
            </p:nvSpPr>
            <p:spPr bwMode="auto">
              <a:xfrm>
                <a:off x="1968" y="259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1" name="Oval 69"/>
              <p:cNvSpPr>
                <a:spLocks noChangeArrowheads="1"/>
              </p:cNvSpPr>
              <p:nvPr/>
            </p:nvSpPr>
            <p:spPr bwMode="auto">
              <a:xfrm>
                <a:off x="2016" y="259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2" name="Oval 70"/>
              <p:cNvSpPr>
                <a:spLocks noChangeArrowheads="1"/>
              </p:cNvSpPr>
              <p:nvPr/>
            </p:nvSpPr>
            <p:spPr bwMode="auto">
              <a:xfrm>
                <a:off x="1968" y="254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3" name="Oval 71"/>
              <p:cNvSpPr>
                <a:spLocks noChangeArrowheads="1"/>
              </p:cNvSpPr>
              <p:nvPr/>
            </p:nvSpPr>
            <p:spPr bwMode="auto">
              <a:xfrm>
                <a:off x="1920" y="254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4" name="Oval 72"/>
              <p:cNvSpPr>
                <a:spLocks noChangeArrowheads="1"/>
              </p:cNvSpPr>
              <p:nvPr/>
            </p:nvSpPr>
            <p:spPr bwMode="auto">
              <a:xfrm>
                <a:off x="1632"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5" name="Oval 73"/>
              <p:cNvSpPr>
                <a:spLocks noChangeArrowheads="1"/>
              </p:cNvSpPr>
              <p:nvPr/>
            </p:nvSpPr>
            <p:spPr bwMode="auto">
              <a:xfrm flipV="1">
                <a:off x="1728" y="2640"/>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6" name="Oval 74"/>
              <p:cNvSpPr>
                <a:spLocks noChangeArrowheads="1"/>
              </p:cNvSpPr>
              <p:nvPr/>
            </p:nvSpPr>
            <p:spPr bwMode="auto">
              <a:xfrm>
                <a:off x="1824" y="254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7" name="Oval 75"/>
              <p:cNvSpPr>
                <a:spLocks noChangeArrowheads="1"/>
              </p:cNvSpPr>
              <p:nvPr/>
            </p:nvSpPr>
            <p:spPr bwMode="auto">
              <a:xfrm>
                <a:off x="1872" y="249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8" name="Oval 76"/>
              <p:cNvSpPr>
                <a:spLocks noChangeArrowheads="1"/>
              </p:cNvSpPr>
              <p:nvPr/>
            </p:nvSpPr>
            <p:spPr bwMode="auto">
              <a:xfrm>
                <a:off x="1920" y="249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29" name="Oval 77"/>
              <p:cNvSpPr>
                <a:spLocks noChangeArrowheads="1"/>
              </p:cNvSpPr>
              <p:nvPr/>
            </p:nvSpPr>
            <p:spPr bwMode="auto">
              <a:xfrm>
                <a:off x="1680" y="2688"/>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30" name="Oval 78"/>
              <p:cNvSpPr>
                <a:spLocks noChangeArrowheads="1"/>
              </p:cNvSpPr>
              <p:nvPr/>
            </p:nvSpPr>
            <p:spPr bwMode="auto">
              <a:xfrm>
                <a:off x="1728" y="2736"/>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31" name="Oval 79"/>
              <p:cNvSpPr>
                <a:spLocks noChangeArrowheads="1"/>
              </p:cNvSpPr>
              <p:nvPr/>
            </p:nvSpPr>
            <p:spPr bwMode="auto">
              <a:xfrm>
                <a:off x="1584"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32" name="Oval 80"/>
              <p:cNvSpPr>
                <a:spLocks noChangeArrowheads="1"/>
              </p:cNvSpPr>
              <p:nvPr/>
            </p:nvSpPr>
            <p:spPr bwMode="auto">
              <a:xfrm>
                <a:off x="1536"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33" name="Oval 81"/>
              <p:cNvSpPr>
                <a:spLocks noChangeArrowheads="1"/>
              </p:cNvSpPr>
              <p:nvPr/>
            </p:nvSpPr>
            <p:spPr bwMode="auto">
              <a:xfrm>
                <a:off x="1680" y="2784"/>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34" name="Oval 82"/>
              <p:cNvSpPr>
                <a:spLocks noChangeArrowheads="1"/>
              </p:cNvSpPr>
              <p:nvPr/>
            </p:nvSpPr>
            <p:spPr bwMode="auto">
              <a:xfrm>
                <a:off x="1632"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sp>
            <p:nvSpPr>
              <p:cNvPr id="1135" name="Oval 83"/>
              <p:cNvSpPr>
                <a:spLocks noChangeArrowheads="1"/>
              </p:cNvSpPr>
              <p:nvPr/>
            </p:nvSpPr>
            <p:spPr bwMode="auto">
              <a:xfrm>
                <a:off x="1728" y="2832"/>
                <a:ext cx="48" cy="48"/>
              </a:xfrm>
              <a:prstGeom prst="ellipse">
                <a:avLst/>
              </a:prstGeom>
              <a:solidFill>
                <a:srgbClr val="AF9F5B"/>
              </a:solidFill>
              <a:ln w="9525">
                <a:solidFill>
                  <a:schemeClr val="tx1"/>
                </a:solidFill>
                <a:round/>
                <a:headEnd/>
                <a:tailEnd/>
              </a:ln>
            </p:spPr>
            <p:txBody>
              <a:bodyPr wrap="none" anchor="ctr"/>
              <a:lstStyle/>
              <a:p>
                <a:endParaRPr lang="zh-CN" altLang="en-US" sz="2100"/>
              </a:p>
            </p:txBody>
          </p:sp>
        </p:grpSp>
        <p:sp>
          <p:nvSpPr>
            <p:cNvPr id="1054" name="Text Box 84"/>
            <p:cNvSpPr txBox="1">
              <a:spLocks noChangeArrowheads="1"/>
            </p:cNvSpPr>
            <p:nvPr/>
          </p:nvSpPr>
          <p:spPr bwMode="auto">
            <a:xfrm>
              <a:off x="528" y="3216"/>
              <a:ext cx="816" cy="349"/>
            </a:xfrm>
            <a:prstGeom prst="rect">
              <a:avLst/>
            </a:prstGeom>
            <a:noFill/>
            <a:ln w="9525">
              <a:noFill/>
              <a:miter lim="800000"/>
              <a:headEnd/>
              <a:tailEnd/>
            </a:ln>
          </p:spPr>
          <p:txBody>
            <a:bodyPr>
              <a:spAutoFit/>
            </a:bodyPr>
            <a:lstStyle/>
            <a:p>
              <a:pPr>
                <a:spcBef>
                  <a:spcPct val="50000"/>
                </a:spcBef>
              </a:pPr>
              <a:r>
                <a:rPr kumimoji="1" lang="zh-CN" altLang="en-US" sz="2100" b="1">
                  <a:solidFill>
                    <a:srgbClr val="080808"/>
                  </a:solidFill>
                  <a:latin typeface="Times New Roman" pitchFamily="18" charset="0"/>
                </a:rPr>
                <a:t>气体</a:t>
              </a:r>
            </a:p>
          </p:txBody>
        </p:sp>
        <p:sp>
          <p:nvSpPr>
            <p:cNvPr id="1055" name="Line 85"/>
            <p:cNvSpPr>
              <a:spLocks noChangeShapeType="1"/>
            </p:cNvSpPr>
            <p:nvPr/>
          </p:nvSpPr>
          <p:spPr bwMode="auto">
            <a:xfrm flipV="1">
              <a:off x="1056" y="3264"/>
              <a:ext cx="720" cy="96"/>
            </a:xfrm>
            <a:prstGeom prst="line">
              <a:avLst/>
            </a:prstGeom>
            <a:noFill/>
            <a:ln w="28575">
              <a:solidFill>
                <a:srgbClr val="FF0000"/>
              </a:solidFill>
              <a:prstDash val="dash"/>
              <a:round/>
              <a:headEnd/>
              <a:tailEnd type="triangle" w="sm" len="lg"/>
            </a:ln>
          </p:spPr>
          <p:txBody>
            <a:bodyPr wrap="none" anchor="ctr"/>
            <a:lstStyle/>
            <a:p>
              <a:endParaRPr lang="zh-CN" altLang="en-US" sz="2100"/>
            </a:p>
          </p:txBody>
        </p:sp>
        <p:sp>
          <p:nvSpPr>
            <p:cNvPr id="1056" name="Text Box 86"/>
            <p:cNvSpPr txBox="1">
              <a:spLocks noChangeArrowheads="1"/>
            </p:cNvSpPr>
            <p:nvPr/>
          </p:nvSpPr>
          <p:spPr bwMode="auto">
            <a:xfrm>
              <a:off x="528" y="2640"/>
              <a:ext cx="864" cy="349"/>
            </a:xfrm>
            <a:prstGeom prst="rect">
              <a:avLst/>
            </a:prstGeom>
            <a:noFill/>
            <a:ln w="9525">
              <a:noFill/>
              <a:miter lim="800000"/>
              <a:headEnd/>
              <a:tailEnd/>
            </a:ln>
          </p:spPr>
          <p:txBody>
            <a:bodyPr>
              <a:spAutoFit/>
            </a:bodyPr>
            <a:lstStyle/>
            <a:p>
              <a:pPr>
                <a:spcBef>
                  <a:spcPct val="50000"/>
                </a:spcBef>
              </a:pPr>
              <a:r>
                <a:rPr kumimoji="1" lang="zh-CN" altLang="en-US" sz="2100" b="1">
                  <a:solidFill>
                    <a:srgbClr val="080808"/>
                  </a:solidFill>
                  <a:latin typeface="Times New Roman" pitchFamily="18" charset="0"/>
                </a:rPr>
                <a:t>活塞</a:t>
              </a:r>
            </a:p>
          </p:txBody>
        </p:sp>
        <p:sp>
          <p:nvSpPr>
            <p:cNvPr id="1057" name="Line 87"/>
            <p:cNvSpPr>
              <a:spLocks noChangeShapeType="1"/>
            </p:cNvSpPr>
            <p:nvPr/>
          </p:nvSpPr>
          <p:spPr bwMode="auto">
            <a:xfrm>
              <a:off x="1056" y="2784"/>
              <a:ext cx="624" cy="0"/>
            </a:xfrm>
            <a:prstGeom prst="line">
              <a:avLst/>
            </a:prstGeom>
            <a:noFill/>
            <a:ln w="28575">
              <a:solidFill>
                <a:srgbClr val="FF0000"/>
              </a:solidFill>
              <a:prstDash val="dash"/>
              <a:round/>
              <a:headEnd/>
              <a:tailEnd type="triangle" w="sm" len="lg"/>
            </a:ln>
          </p:spPr>
          <p:txBody>
            <a:bodyPr wrap="none" anchor="ctr"/>
            <a:lstStyle/>
            <a:p>
              <a:endParaRPr lang="zh-CN" altLang="en-US" sz="2100"/>
            </a:p>
          </p:txBody>
        </p:sp>
        <p:sp>
          <p:nvSpPr>
            <p:cNvPr id="1058" name="Text Box 88"/>
            <p:cNvSpPr txBox="1">
              <a:spLocks noChangeArrowheads="1"/>
            </p:cNvSpPr>
            <p:nvPr/>
          </p:nvSpPr>
          <p:spPr bwMode="auto">
            <a:xfrm>
              <a:off x="528" y="2112"/>
              <a:ext cx="816" cy="349"/>
            </a:xfrm>
            <a:prstGeom prst="rect">
              <a:avLst/>
            </a:prstGeom>
            <a:noFill/>
            <a:ln w="9525">
              <a:noFill/>
              <a:miter lim="800000"/>
              <a:headEnd/>
              <a:tailEnd/>
            </a:ln>
          </p:spPr>
          <p:txBody>
            <a:bodyPr>
              <a:spAutoFit/>
            </a:bodyPr>
            <a:lstStyle/>
            <a:p>
              <a:pPr>
                <a:spcBef>
                  <a:spcPct val="50000"/>
                </a:spcBef>
              </a:pPr>
              <a:r>
                <a:rPr kumimoji="1" lang="zh-CN" altLang="en-US" sz="2100" b="1">
                  <a:solidFill>
                    <a:srgbClr val="080808"/>
                  </a:solidFill>
                  <a:latin typeface="Times New Roman" pitchFamily="18" charset="0"/>
                </a:rPr>
                <a:t>砂子</a:t>
              </a:r>
            </a:p>
          </p:txBody>
        </p:sp>
        <p:sp>
          <p:nvSpPr>
            <p:cNvPr id="1059" name="Line 89"/>
            <p:cNvSpPr>
              <a:spLocks noChangeShapeType="1"/>
            </p:cNvSpPr>
            <p:nvPr/>
          </p:nvSpPr>
          <p:spPr bwMode="auto">
            <a:xfrm>
              <a:off x="1008" y="2304"/>
              <a:ext cx="823" cy="240"/>
            </a:xfrm>
            <a:prstGeom prst="line">
              <a:avLst/>
            </a:prstGeom>
            <a:noFill/>
            <a:ln w="28575">
              <a:solidFill>
                <a:srgbClr val="FF0000"/>
              </a:solidFill>
              <a:prstDash val="dash"/>
              <a:round/>
              <a:headEnd/>
              <a:tailEnd type="triangle" w="sm" len="lg"/>
            </a:ln>
          </p:spPr>
          <p:txBody>
            <a:bodyPr wrap="none" anchor="ctr"/>
            <a:lstStyle/>
            <a:p>
              <a:endParaRPr lang="zh-CN" altLang="en-US" sz="2100"/>
            </a:p>
          </p:txBody>
        </p:sp>
      </p:grpSp>
      <p:grpSp>
        <p:nvGrpSpPr>
          <p:cNvPr id="5" name="Group 90"/>
          <p:cNvGrpSpPr>
            <a:grpSpLocks/>
          </p:cNvGrpSpPr>
          <p:nvPr/>
        </p:nvGrpSpPr>
        <p:grpSpPr bwMode="auto">
          <a:xfrm>
            <a:off x="4638920" y="2373362"/>
            <a:ext cx="2901555" cy="2293144"/>
            <a:chOff x="2744" y="1920"/>
            <a:chExt cx="2437" cy="1926"/>
          </a:xfrm>
        </p:grpSpPr>
        <p:sp>
          <p:nvSpPr>
            <p:cNvPr id="1039" name="Line 91"/>
            <p:cNvSpPr>
              <a:spLocks noChangeShapeType="1"/>
            </p:cNvSpPr>
            <p:nvPr/>
          </p:nvSpPr>
          <p:spPr bwMode="auto">
            <a:xfrm>
              <a:off x="3091" y="3552"/>
              <a:ext cx="1776" cy="0"/>
            </a:xfrm>
            <a:prstGeom prst="line">
              <a:avLst/>
            </a:prstGeom>
            <a:noFill/>
            <a:ln w="19050">
              <a:solidFill>
                <a:srgbClr val="080808"/>
              </a:solidFill>
              <a:round/>
              <a:headEnd/>
              <a:tailEnd type="triangle" w="sm" len="lg"/>
            </a:ln>
          </p:spPr>
          <p:txBody>
            <a:bodyPr wrap="none" anchor="ctr"/>
            <a:lstStyle/>
            <a:p>
              <a:endParaRPr lang="zh-CN" altLang="en-US" sz="2100"/>
            </a:p>
          </p:txBody>
        </p:sp>
        <p:sp>
          <p:nvSpPr>
            <p:cNvPr id="1040" name="Line 92"/>
            <p:cNvSpPr>
              <a:spLocks noChangeShapeType="1"/>
            </p:cNvSpPr>
            <p:nvPr/>
          </p:nvSpPr>
          <p:spPr bwMode="auto">
            <a:xfrm flipV="1">
              <a:off x="3091" y="1920"/>
              <a:ext cx="0" cy="1632"/>
            </a:xfrm>
            <a:prstGeom prst="line">
              <a:avLst/>
            </a:prstGeom>
            <a:noFill/>
            <a:ln w="19050">
              <a:solidFill>
                <a:srgbClr val="080808"/>
              </a:solidFill>
              <a:round/>
              <a:headEnd/>
              <a:tailEnd type="triangle" w="sm" len="lg"/>
            </a:ln>
          </p:spPr>
          <p:txBody>
            <a:bodyPr wrap="none" anchor="ctr"/>
            <a:lstStyle/>
            <a:p>
              <a:endParaRPr lang="zh-CN" altLang="en-US" sz="2100"/>
            </a:p>
          </p:txBody>
        </p:sp>
        <p:sp>
          <p:nvSpPr>
            <p:cNvPr id="1041" name="Oval 93"/>
            <p:cNvSpPr>
              <a:spLocks noChangeArrowheads="1"/>
            </p:cNvSpPr>
            <p:nvPr/>
          </p:nvSpPr>
          <p:spPr bwMode="auto">
            <a:xfrm>
              <a:off x="3523" y="2352"/>
              <a:ext cx="48" cy="48"/>
            </a:xfrm>
            <a:prstGeom prst="ellipse">
              <a:avLst/>
            </a:prstGeom>
            <a:solidFill>
              <a:srgbClr val="CC0000"/>
            </a:solidFill>
            <a:ln w="9525">
              <a:solidFill>
                <a:schemeClr val="tx1"/>
              </a:solidFill>
              <a:round/>
              <a:headEnd/>
              <a:tailEnd/>
            </a:ln>
          </p:spPr>
          <p:txBody>
            <a:bodyPr wrap="none" anchor="ctr"/>
            <a:lstStyle/>
            <a:p>
              <a:endParaRPr lang="zh-CN" altLang="en-US" sz="2100"/>
            </a:p>
          </p:txBody>
        </p:sp>
        <p:sp>
          <p:nvSpPr>
            <p:cNvPr id="1042" name="Oval 94"/>
            <p:cNvSpPr>
              <a:spLocks noChangeArrowheads="1"/>
            </p:cNvSpPr>
            <p:nvPr/>
          </p:nvSpPr>
          <p:spPr bwMode="auto">
            <a:xfrm>
              <a:off x="4147" y="3024"/>
              <a:ext cx="48" cy="48"/>
            </a:xfrm>
            <a:prstGeom prst="ellipse">
              <a:avLst/>
            </a:prstGeom>
            <a:solidFill>
              <a:srgbClr val="CC0000"/>
            </a:solidFill>
            <a:ln w="9525">
              <a:solidFill>
                <a:schemeClr val="tx1"/>
              </a:solidFill>
              <a:round/>
              <a:headEnd/>
              <a:tailEnd/>
            </a:ln>
          </p:spPr>
          <p:txBody>
            <a:bodyPr wrap="none" anchor="ctr"/>
            <a:lstStyle/>
            <a:p>
              <a:endParaRPr lang="zh-CN" altLang="en-US" sz="2100"/>
            </a:p>
          </p:txBody>
        </p:sp>
        <p:graphicFrame>
          <p:nvGraphicFramePr>
            <p:cNvPr id="1026" name="Object 95"/>
            <p:cNvGraphicFramePr>
              <a:graphicFrameLocks noChangeAspect="1"/>
            </p:cNvGraphicFramePr>
            <p:nvPr/>
          </p:nvGraphicFramePr>
          <p:xfrm>
            <a:off x="4221" y="2880"/>
            <a:ext cx="960" cy="291"/>
          </p:xfrm>
          <a:graphic>
            <a:graphicData uri="http://schemas.openxmlformats.org/presentationml/2006/ole">
              <mc:AlternateContent xmlns:mc="http://schemas.openxmlformats.org/markup-compatibility/2006">
                <mc:Choice xmlns:v="urn:schemas-microsoft-com:vml" Requires="v">
                  <p:oleObj spid="_x0000_s300180" name="Equation" r:id="rId3" imgW="1041120" imgH="317160" progId="Equation.3">
                    <p:embed/>
                  </p:oleObj>
                </mc:Choice>
                <mc:Fallback>
                  <p:oleObj name="Equation" r:id="rId3" imgW="1041120" imgH="317160" progId="Equation.3">
                    <p:embed/>
                    <p:pic>
                      <p:nvPicPr>
                        <p:cNvPr id="0" name="Object 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1" y="2880"/>
                          <a:ext cx="960"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96"/>
            <p:cNvGraphicFramePr>
              <a:graphicFrameLocks noChangeAspect="1"/>
            </p:cNvGraphicFramePr>
            <p:nvPr/>
          </p:nvGraphicFramePr>
          <p:xfrm>
            <a:off x="3667" y="2077"/>
            <a:ext cx="1055" cy="291"/>
          </p:xfrm>
          <a:graphic>
            <a:graphicData uri="http://schemas.openxmlformats.org/presentationml/2006/ole">
              <mc:AlternateContent xmlns:mc="http://schemas.openxmlformats.org/markup-compatibility/2006">
                <mc:Choice xmlns:v="urn:schemas-microsoft-com:vml" Requires="v">
                  <p:oleObj spid="_x0000_s300181" name="Equation" r:id="rId5" imgW="1143000" imgH="317160" progId="Equation.3">
                    <p:embed/>
                  </p:oleObj>
                </mc:Choice>
                <mc:Fallback>
                  <p:oleObj name="Equation" r:id="rId5" imgW="1143000" imgH="317160" progId="Equation.3">
                    <p:embed/>
                    <p:pic>
                      <p:nvPicPr>
                        <p:cNvPr id="0" name="Object 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7" y="2077"/>
                          <a:ext cx="1055"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3" name="Line 97"/>
            <p:cNvSpPr>
              <a:spLocks noChangeShapeType="1"/>
            </p:cNvSpPr>
            <p:nvPr/>
          </p:nvSpPr>
          <p:spPr bwMode="auto">
            <a:xfrm>
              <a:off x="3552" y="2352"/>
              <a:ext cx="0" cy="1200"/>
            </a:xfrm>
            <a:prstGeom prst="line">
              <a:avLst/>
            </a:prstGeom>
            <a:noFill/>
            <a:ln w="12700">
              <a:solidFill>
                <a:srgbClr val="080808"/>
              </a:solidFill>
              <a:prstDash val="dash"/>
              <a:round/>
              <a:headEnd/>
              <a:tailEnd/>
            </a:ln>
          </p:spPr>
          <p:txBody>
            <a:bodyPr wrap="none" anchor="ctr"/>
            <a:lstStyle/>
            <a:p>
              <a:endParaRPr lang="zh-CN" altLang="en-US" sz="2100"/>
            </a:p>
          </p:txBody>
        </p:sp>
        <p:sp>
          <p:nvSpPr>
            <p:cNvPr id="1044" name="Line 98"/>
            <p:cNvSpPr>
              <a:spLocks noChangeShapeType="1"/>
            </p:cNvSpPr>
            <p:nvPr/>
          </p:nvSpPr>
          <p:spPr bwMode="auto">
            <a:xfrm>
              <a:off x="4195" y="3072"/>
              <a:ext cx="0" cy="480"/>
            </a:xfrm>
            <a:prstGeom prst="line">
              <a:avLst/>
            </a:prstGeom>
            <a:noFill/>
            <a:ln w="12700">
              <a:solidFill>
                <a:srgbClr val="080808"/>
              </a:solidFill>
              <a:prstDash val="dash"/>
              <a:round/>
              <a:headEnd/>
              <a:tailEnd/>
            </a:ln>
          </p:spPr>
          <p:txBody>
            <a:bodyPr wrap="none" anchor="ctr"/>
            <a:lstStyle/>
            <a:p>
              <a:endParaRPr lang="zh-CN" altLang="en-US" sz="2100"/>
            </a:p>
          </p:txBody>
        </p:sp>
        <p:sp>
          <p:nvSpPr>
            <p:cNvPr id="1045" name="Line 99"/>
            <p:cNvSpPr>
              <a:spLocks noChangeShapeType="1"/>
            </p:cNvSpPr>
            <p:nvPr/>
          </p:nvSpPr>
          <p:spPr bwMode="auto">
            <a:xfrm flipH="1">
              <a:off x="3091" y="2352"/>
              <a:ext cx="480" cy="0"/>
            </a:xfrm>
            <a:prstGeom prst="line">
              <a:avLst/>
            </a:prstGeom>
            <a:noFill/>
            <a:ln w="12700">
              <a:solidFill>
                <a:srgbClr val="080808"/>
              </a:solidFill>
              <a:prstDash val="dash"/>
              <a:round/>
              <a:headEnd/>
              <a:tailEnd/>
            </a:ln>
          </p:spPr>
          <p:txBody>
            <a:bodyPr wrap="none" anchor="ctr"/>
            <a:lstStyle/>
            <a:p>
              <a:endParaRPr lang="zh-CN" altLang="en-US" sz="2100"/>
            </a:p>
          </p:txBody>
        </p:sp>
        <p:sp>
          <p:nvSpPr>
            <p:cNvPr id="1046" name="Line 100"/>
            <p:cNvSpPr>
              <a:spLocks noChangeShapeType="1"/>
            </p:cNvSpPr>
            <p:nvPr/>
          </p:nvSpPr>
          <p:spPr bwMode="auto">
            <a:xfrm flipH="1">
              <a:off x="3091" y="3072"/>
              <a:ext cx="1104" cy="0"/>
            </a:xfrm>
            <a:prstGeom prst="line">
              <a:avLst/>
            </a:prstGeom>
            <a:noFill/>
            <a:ln w="12700">
              <a:solidFill>
                <a:srgbClr val="080808"/>
              </a:solidFill>
              <a:prstDash val="dash"/>
              <a:round/>
              <a:headEnd/>
              <a:tailEnd/>
            </a:ln>
          </p:spPr>
          <p:txBody>
            <a:bodyPr wrap="none" anchor="ctr"/>
            <a:lstStyle/>
            <a:p>
              <a:endParaRPr lang="zh-CN" altLang="en-US" sz="2100"/>
            </a:p>
          </p:txBody>
        </p:sp>
        <p:graphicFrame>
          <p:nvGraphicFramePr>
            <p:cNvPr id="1028" name="Object 101"/>
            <p:cNvGraphicFramePr>
              <a:graphicFrameLocks noChangeAspect="1"/>
            </p:cNvGraphicFramePr>
            <p:nvPr/>
          </p:nvGraphicFramePr>
          <p:xfrm>
            <a:off x="4111" y="3552"/>
            <a:ext cx="207" cy="288"/>
          </p:xfrm>
          <a:graphic>
            <a:graphicData uri="http://schemas.openxmlformats.org/presentationml/2006/ole">
              <mc:AlternateContent xmlns:mc="http://schemas.openxmlformats.org/markup-compatibility/2006">
                <mc:Choice xmlns:v="urn:schemas-microsoft-com:vml" Requires="v">
                  <p:oleObj spid="_x0000_s300182" name="Equation" r:id="rId7" imgW="228600" imgH="317160" progId="Equation.3">
                    <p:embed/>
                  </p:oleObj>
                </mc:Choice>
                <mc:Fallback>
                  <p:oleObj name="Equation" r:id="rId7" imgW="228600" imgH="317160" progId="Equation.3">
                    <p:embed/>
                    <p:pic>
                      <p:nvPicPr>
                        <p:cNvPr id="0" name="Object 1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1" y="3552"/>
                          <a:ext cx="207"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102"/>
            <p:cNvGraphicFramePr>
              <a:graphicFrameLocks noChangeAspect="1"/>
            </p:cNvGraphicFramePr>
            <p:nvPr/>
          </p:nvGraphicFramePr>
          <p:xfrm>
            <a:off x="3463" y="3558"/>
            <a:ext cx="230" cy="288"/>
          </p:xfrm>
          <a:graphic>
            <a:graphicData uri="http://schemas.openxmlformats.org/presentationml/2006/ole">
              <mc:AlternateContent xmlns:mc="http://schemas.openxmlformats.org/markup-compatibility/2006">
                <mc:Choice xmlns:v="urn:schemas-microsoft-com:vml" Requires="v">
                  <p:oleObj spid="_x0000_s300183" name="Equation" r:id="rId9" imgW="253800" imgH="317160" progId="Equation.3">
                    <p:embed/>
                  </p:oleObj>
                </mc:Choice>
                <mc:Fallback>
                  <p:oleObj name="Equation" r:id="rId9" imgW="253800" imgH="317160" progId="Equation.3">
                    <p:embed/>
                    <p:pic>
                      <p:nvPicPr>
                        <p:cNvPr id="0" name="Object 10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63" y="3558"/>
                          <a:ext cx="23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103"/>
            <p:cNvGraphicFramePr>
              <a:graphicFrameLocks noChangeAspect="1"/>
            </p:cNvGraphicFramePr>
            <p:nvPr/>
          </p:nvGraphicFramePr>
          <p:xfrm>
            <a:off x="2744" y="2880"/>
            <a:ext cx="347" cy="336"/>
          </p:xfrm>
          <a:graphic>
            <a:graphicData uri="http://schemas.openxmlformats.org/presentationml/2006/ole">
              <mc:AlternateContent xmlns:mc="http://schemas.openxmlformats.org/markup-compatibility/2006">
                <mc:Choice xmlns:v="urn:schemas-microsoft-com:vml" Requires="v">
                  <p:oleObj spid="_x0000_s300184" name="Equation" r:id="rId11" imgW="266400" imgH="317160" progId="Equation.3">
                    <p:embed/>
                  </p:oleObj>
                </mc:Choice>
                <mc:Fallback>
                  <p:oleObj name="Equation" r:id="rId11" imgW="266400" imgH="317160" progId="Equation.3">
                    <p:embed/>
                    <p:pic>
                      <p:nvPicPr>
                        <p:cNvPr id="0" name="Object 10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4" y="2880"/>
                          <a:ext cx="34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104"/>
            <p:cNvGraphicFramePr>
              <a:graphicFrameLocks noChangeAspect="1"/>
            </p:cNvGraphicFramePr>
            <p:nvPr/>
          </p:nvGraphicFramePr>
          <p:xfrm>
            <a:off x="2744" y="2149"/>
            <a:ext cx="308" cy="336"/>
          </p:xfrm>
          <a:graphic>
            <a:graphicData uri="http://schemas.openxmlformats.org/presentationml/2006/ole">
              <mc:AlternateContent xmlns:mc="http://schemas.openxmlformats.org/markup-compatibility/2006">
                <mc:Choice xmlns:v="urn:schemas-microsoft-com:vml" Requires="v">
                  <p:oleObj spid="_x0000_s300185" name="Equation" r:id="rId13" imgW="291960" imgH="317160" progId="Equation.3">
                    <p:embed/>
                  </p:oleObj>
                </mc:Choice>
                <mc:Fallback>
                  <p:oleObj name="Equation" r:id="rId13" imgW="291960" imgH="317160" progId="Equation.3">
                    <p:embed/>
                    <p:pic>
                      <p:nvPicPr>
                        <p:cNvPr id="0" name="Object 10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44" y="2149"/>
                          <a:ext cx="308"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7" name="Freeform 105"/>
            <p:cNvSpPr>
              <a:spLocks/>
            </p:cNvSpPr>
            <p:nvPr/>
          </p:nvSpPr>
          <p:spPr bwMode="auto">
            <a:xfrm>
              <a:off x="3552" y="2352"/>
              <a:ext cx="624" cy="720"/>
            </a:xfrm>
            <a:custGeom>
              <a:avLst/>
              <a:gdLst>
                <a:gd name="T0" fmla="*/ 0 w 624"/>
                <a:gd name="T1" fmla="*/ 0 h 720"/>
                <a:gd name="T2" fmla="*/ 144 w 624"/>
                <a:gd name="T3" fmla="*/ 336 h 720"/>
                <a:gd name="T4" fmla="*/ 336 w 624"/>
                <a:gd name="T5" fmla="*/ 576 h 720"/>
                <a:gd name="T6" fmla="*/ 624 w 624"/>
                <a:gd name="T7" fmla="*/ 720 h 720"/>
                <a:gd name="T8" fmla="*/ 0 60000 65536"/>
                <a:gd name="T9" fmla="*/ 0 60000 65536"/>
                <a:gd name="T10" fmla="*/ 0 60000 65536"/>
                <a:gd name="T11" fmla="*/ 0 60000 65536"/>
                <a:gd name="T12" fmla="*/ 0 w 624"/>
                <a:gd name="T13" fmla="*/ 0 h 720"/>
                <a:gd name="T14" fmla="*/ 624 w 624"/>
                <a:gd name="T15" fmla="*/ 720 h 720"/>
              </a:gdLst>
              <a:ahLst/>
              <a:cxnLst>
                <a:cxn ang="T8">
                  <a:pos x="T0" y="T1"/>
                </a:cxn>
                <a:cxn ang="T9">
                  <a:pos x="T2" y="T3"/>
                </a:cxn>
                <a:cxn ang="T10">
                  <a:pos x="T4" y="T5"/>
                </a:cxn>
                <a:cxn ang="T11">
                  <a:pos x="T6" y="T7"/>
                </a:cxn>
              </a:cxnLst>
              <a:rect l="T12" t="T13" r="T14" b="T15"/>
              <a:pathLst>
                <a:path w="624" h="720">
                  <a:moveTo>
                    <a:pt x="0" y="0"/>
                  </a:moveTo>
                  <a:cubicBezTo>
                    <a:pt x="44" y="120"/>
                    <a:pt x="88" y="240"/>
                    <a:pt x="144" y="336"/>
                  </a:cubicBezTo>
                  <a:cubicBezTo>
                    <a:pt x="200" y="432"/>
                    <a:pt x="256" y="512"/>
                    <a:pt x="336" y="576"/>
                  </a:cubicBezTo>
                  <a:cubicBezTo>
                    <a:pt x="416" y="640"/>
                    <a:pt x="576" y="696"/>
                    <a:pt x="624" y="720"/>
                  </a:cubicBezTo>
                </a:path>
              </a:pathLst>
            </a:custGeom>
            <a:noFill/>
            <a:ln w="28575" cmpd="sng">
              <a:solidFill>
                <a:srgbClr val="FF0000"/>
              </a:solidFill>
              <a:round/>
              <a:headEnd/>
              <a:tailEnd/>
            </a:ln>
          </p:spPr>
          <p:txBody>
            <a:bodyPr wrap="none" anchor="ctr"/>
            <a:lstStyle/>
            <a:p>
              <a:endParaRPr lang="zh-CN" altLang="en-US" sz="2100"/>
            </a:p>
          </p:txBody>
        </p:sp>
        <p:sp>
          <p:nvSpPr>
            <p:cNvPr id="1048" name="Line 106"/>
            <p:cNvSpPr>
              <a:spLocks noChangeShapeType="1"/>
            </p:cNvSpPr>
            <p:nvPr/>
          </p:nvSpPr>
          <p:spPr bwMode="auto">
            <a:xfrm rot="10800000">
              <a:off x="3696" y="2688"/>
              <a:ext cx="96" cy="144"/>
            </a:xfrm>
            <a:prstGeom prst="line">
              <a:avLst/>
            </a:prstGeom>
            <a:noFill/>
            <a:ln w="38100">
              <a:solidFill>
                <a:srgbClr val="FF0000"/>
              </a:solidFill>
              <a:round/>
              <a:headEnd/>
              <a:tailEnd type="triangle" w="sm" len="lg"/>
            </a:ln>
          </p:spPr>
          <p:txBody>
            <a:bodyPr wrap="none" anchor="ctr"/>
            <a:lstStyle/>
            <a:p>
              <a:endParaRPr lang="zh-CN" altLang="en-US" sz="2100"/>
            </a:p>
          </p:txBody>
        </p:sp>
        <p:graphicFrame>
          <p:nvGraphicFramePr>
            <p:cNvPr id="1032" name="Object 107"/>
            <p:cNvGraphicFramePr>
              <a:graphicFrameLocks noChangeAspect="1"/>
            </p:cNvGraphicFramePr>
            <p:nvPr/>
          </p:nvGraphicFramePr>
          <p:xfrm>
            <a:off x="3187" y="1920"/>
            <a:ext cx="209" cy="248"/>
          </p:xfrm>
          <a:graphic>
            <a:graphicData uri="http://schemas.openxmlformats.org/presentationml/2006/ole">
              <mc:AlternateContent xmlns:mc="http://schemas.openxmlformats.org/markup-compatibility/2006">
                <mc:Choice xmlns:v="urn:schemas-microsoft-com:vml" Requires="v">
                  <p:oleObj spid="_x0000_s300186" name="Equation" r:id="rId15" imgW="203040" imgH="241200" progId="Equation.3">
                    <p:embed/>
                  </p:oleObj>
                </mc:Choice>
                <mc:Fallback>
                  <p:oleObj name="Equation" r:id="rId15" imgW="203040" imgH="241200" progId="Equation.3">
                    <p:embed/>
                    <p:pic>
                      <p:nvPicPr>
                        <p:cNvPr id="0" name="Object 10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87" y="1920"/>
                          <a:ext cx="209"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108"/>
            <p:cNvGraphicFramePr>
              <a:graphicFrameLocks noChangeAspect="1"/>
            </p:cNvGraphicFramePr>
            <p:nvPr/>
          </p:nvGraphicFramePr>
          <p:xfrm>
            <a:off x="4579" y="3600"/>
            <a:ext cx="215" cy="240"/>
          </p:xfrm>
          <a:graphic>
            <a:graphicData uri="http://schemas.openxmlformats.org/presentationml/2006/ole">
              <mc:AlternateContent xmlns:mc="http://schemas.openxmlformats.org/markup-compatibility/2006">
                <mc:Choice xmlns:v="urn:schemas-microsoft-com:vml" Requires="v">
                  <p:oleObj spid="_x0000_s300187" name="Equation" r:id="rId17" imgW="215640" imgH="241200" progId="Equation.3">
                    <p:embed/>
                  </p:oleObj>
                </mc:Choice>
                <mc:Fallback>
                  <p:oleObj name="Equation" r:id="rId17" imgW="215640" imgH="241200" progId="Equation.3">
                    <p:embed/>
                    <p:pic>
                      <p:nvPicPr>
                        <p:cNvPr id="0" name="Object 10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79" y="3600"/>
                          <a:ext cx="215"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 name="Object 109"/>
            <p:cNvGraphicFramePr>
              <a:graphicFrameLocks noChangeAspect="1"/>
            </p:cNvGraphicFramePr>
            <p:nvPr/>
          </p:nvGraphicFramePr>
          <p:xfrm>
            <a:off x="2947" y="3552"/>
            <a:ext cx="208" cy="240"/>
          </p:xfrm>
          <a:graphic>
            <a:graphicData uri="http://schemas.openxmlformats.org/presentationml/2006/ole">
              <mc:AlternateContent xmlns:mc="http://schemas.openxmlformats.org/markup-compatibility/2006">
                <mc:Choice xmlns:v="urn:schemas-microsoft-com:vml" Requires="v">
                  <p:oleObj spid="_x0000_s300188" name="Equation" r:id="rId19" imgW="164880" imgH="190440" progId="Equation.3">
                    <p:embed/>
                  </p:oleObj>
                </mc:Choice>
                <mc:Fallback>
                  <p:oleObj name="Equation" r:id="rId19" imgW="164880" imgH="190440" progId="Equation.3">
                    <p:embed/>
                    <p:pic>
                      <p:nvPicPr>
                        <p:cNvPr id="0" name="Object 10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47" y="3552"/>
                          <a:ext cx="20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9" name="Text Box 110"/>
            <p:cNvSpPr txBox="1">
              <a:spLocks noChangeArrowheads="1"/>
            </p:cNvSpPr>
            <p:nvPr/>
          </p:nvSpPr>
          <p:spPr bwMode="auto">
            <a:xfrm>
              <a:off x="3456" y="2064"/>
              <a:ext cx="288" cy="349"/>
            </a:xfrm>
            <a:prstGeom prst="rect">
              <a:avLst/>
            </a:prstGeom>
            <a:noFill/>
            <a:ln w="9525">
              <a:noFill/>
              <a:miter lim="800000"/>
              <a:headEnd/>
              <a:tailEnd/>
            </a:ln>
          </p:spPr>
          <p:txBody>
            <a:bodyPr>
              <a:spAutoFit/>
            </a:bodyPr>
            <a:lstStyle/>
            <a:p>
              <a:pPr>
                <a:spcBef>
                  <a:spcPct val="50000"/>
                </a:spcBef>
              </a:pPr>
              <a:r>
                <a:rPr lang="en-US" altLang="zh-CN" sz="2100" b="1" dirty="0">
                  <a:solidFill>
                    <a:srgbClr val="1C1C1C"/>
                  </a:solidFill>
                  <a:latin typeface="Times New Roman" pitchFamily="18" charset="0"/>
                </a:rPr>
                <a:t>2</a:t>
              </a:r>
            </a:p>
          </p:txBody>
        </p:sp>
        <p:sp>
          <p:nvSpPr>
            <p:cNvPr id="1050" name="Text Box 111"/>
            <p:cNvSpPr txBox="1">
              <a:spLocks noChangeArrowheads="1"/>
            </p:cNvSpPr>
            <p:nvPr/>
          </p:nvSpPr>
          <p:spPr bwMode="auto">
            <a:xfrm>
              <a:off x="3984" y="2736"/>
              <a:ext cx="336" cy="349"/>
            </a:xfrm>
            <a:prstGeom prst="rect">
              <a:avLst/>
            </a:prstGeom>
            <a:noFill/>
            <a:ln w="9525">
              <a:noFill/>
              <a:miter lim="800000"/>
              <a:headEnd/>
              <a:tailEnd/>
            </a:ln>
          </p:spPr>
          <p:txBody>
            <a:bodyPr>
              <a:spAutoFit/>
            </a:bodyPr>
            <a:lstStyle/>
            <a:p>
              <a:pPr>
                <a:spcBef>
                  <a:spcPct val="50000"/>
                </a:spcBef>
              </a:pPr>
              <a:r>
                <a:rPr lang="en-US" altLang="zh-CN" sz="2100" b="1" dirty="0">
                  <a:solidFill>
                    <a:srgbClr val="1C1C1C"/>
                  </a:solidFill>
                  <a:latin typeface="Times New Roman" pitchFamily="18" charset="0"/>
                </a:rPr>
                <a:t>1</a:t>
              </a:r>
            </a:p>
          </p:txBody>
        </p:sp>
      </p:grpSp>
      <p:sp>
        <p:nvSpPr>
          <p:cNvPr id="112" name="矩形 111"/>
          <p:cNvSpPr/>
          <p:nvPr/>
        </p:nvSpPr>
        <p:spPr>
          <a:xfrm>
            <a:off x="2215888" y="135099"/>
            <a:ext cx="4954781" cy="415498"/>
          </a:xfrm>
          <a:prstGeom prst="rect">
            <a:avLst/>
          </a:prstGeom>
        </p:spPr>
        <p:txBody>
          <a:bodyPr wrap="square">
            <a:spAutoFit/>
          </a:bodyPr>
          <a:lstStyle/>
          <a:p>
            <a:pPr algn="ct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13.1   </a:t>
            </a:r>
            <a:r>
              <a:rPr kumimoji="1" lang="zh-CN" altLang="en-US" sz="2100" b="1" dirty="0">
                <a:solidFill>
                  <a:srgbClr val="000000"/>
                </a:solidFill>
                <a:latin typeface="Times New Roman" pitchFamily="18" charset="0"/>
              </a:rPr>
              <a:t>准静态过程、功和热量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1" name="Object 3"/>
          <p:cNvGraphicFramePr>
            <a:graphicFrameLocks noChangeAspect="1"/>
          </p:cNvGraphicFramePr>
          <p:nvPr>
            <p:extLst>
              <p:ext uri="{D42A27DB-BD31-4B8C-83A1-F6EECF244321}">
                <p14:modId xmlns:p14="http://schemas.microsoft.com/office/powerpoint/2010/main" val="2293350471"/>
              </p:ext>
            </p:extLst>
          </p:nvPr>
        </p:nvGraphicFramePr>
        <p:xfrm>
          <a:off x="1603251" y="1199340"/>
          <a:ext cx="2121024" cy="366938"/>
        </p:xfrm>
        <a:graphic>
          <a:graphicData uri="http://schemas.openxmlformats.org/presentationml/2006/ole">
            <mc:AlternateContent xmlns:mc="http://schemas.openxmlformats.org/markup-compatibility/2006">
              <mc:Choice xmlns:v="urn:schemas-microsoft-com:vml" Requires="v">
                <p:oleObj spid="_x0000_s2490" name="Equation" r:id="rId5" imgW="1803240" imgH="304560" progId="Equation.3">
                  <p:embed/>
                </p:oleObj>
              </mc:Choice>
              <mc:Fallback>
                <p:oleObj name="Equation" r:id="rId5" imgW="1803240" imgH="30456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3251" y="1199340"/>
                        <a:ext cx="2121024" cy="366938"/>
                      </a:xfrm>
                      <a:prstGeom prst="rect">
                        <a:avLst/>
                      </a:prstGeom>
                      <a:noFill/>
                      <a:extLst/>
                    </p:spPr>
                  </p:pic>
                </p:oleObj>
              </mc:Fallback>
            </mc:AlternateContent>
          </a:graphicData>
        </a:graphic>
      </p:graphicFrame>
      <p:graphicFrame>
        <p:nvGraphicFramePr>
          <p:cNvPr id="43012" name="Object 4"/>
          <p:cNvGraphicFramePr>
            <a:graphicFrameLocks noChangeAspect="1"/>
          </p:cNvGraphicFramePr>
          <p:nvPr>
            <p:extLst>
              <p:ext uri="{D42A27DB-BD31-4B8C-83A1-F6EECF244321}">
                <p14:modId xmlns:p14="http://schemas.microsoft.com/office/powerpoint/2010/main" val="1179153607"/>
              </p:ext>
            </p:extLst>
          </p:nvPr>
        </p:nvGraphicFramePr>
        <p:xfrm>
          <a:off x="1603252" y="2056854"/>
          <a:ext cx="1238225" cy="365849"/>
        </p:xfrm>
        <a:graphic>
          <a:graphicData uri="http://schemas.openxmlformats.org/presentationml/2006/ole">
            <mc:AlternateContent xmlns:mc="http://schemas.openxmlformats.org/markup-compatibility/2006">
              <mc:Choice xmlns:v="urn:schemas-microsoft-com:vml" Requires="v">
                <p:oleObj spid="_x0000_s2491" name="Equation" r:id="rId7" imgW="1143000" imgH="304560" progId="Equation.DSMT4">
                  <p:embed/>
                </p:oleObj>
              </mc:Choice>
              <mc:Fallback>
                <p:oleObj name="Equation" r:id="rId7" imgW="1143000" imgH="30456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3252" y="2056854"/>
                        <a:ext cx="1238225" cy="365849"/>
                      </a:xfrm>
                      <a:prstGeom prst="rect">
                        <a:avLst/>
                      </a:prstGeom>
                      <a:noFill/>
                      <a:extLst/>
                    </p:spPr>
                  </p:pic>
                </p:oleObj>
              </mc:Fallback>
            </mc:AlternateContent>
          </a:graphicData>
        </a:graphic>
      </p:graphicFrame>
      <p:graphicFrame>
        <p:nvGraphicFramePr>
          <p:cNvPr id="43013" name="Object 5"/>
          <p:cNvGraphicFramePr>
            <a:graphicFrameLocks noChangeAspect="1"/>
          </p:cNvGraphicFramePr>
          <p:nvPr>
            <p:extLst>
              <p:ext uri="{D42A27DB-BD31-4B8C-83A1-F6EECF244321}">
                <p14:modId xmlns:p14="http://schemas.microsoft.com/office/powerpoint/2010/main" val="1694422853"/>
              </p:ext>
            </p:extLst>
          </p:nvPr>
        </p:nvGraphicFramePr>
        <p:xfrm>
          <a:off x="1603251" y="2945258"/>
          <a:ext cx="1871829" cy="712375"/>
        </p:xfrm>
        <a:graphic>
          <a:graphicData uri="http://schemas.openxmlformats.org/presentationml/2006/ole">
            <mc:AlternateContent xmlns:mc="http://schemas.openxmlformats.org/markup-compatibility/2006">
              <mc:Choice xmlns:v="urn:schemas-microsoft-com:vml" Requires="v">
                <p:oleObj spid="_x0000_s2492" name="Equation" r:id="rId9" imgW="812520" imgH="355320" progId="Equation.DSMT4">
                  <p:embed/>
                </p:oleObj>
              </mc:Choice>
              <mc:Fallback>
                <p:oleObj name="Equation" r:id="rId9" imgW="812520" imgH="35532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3251" y="2945258"/>
                        <a:ext cx="1871829" cy="712375"/>
                      </a:xfrm>
                      <a:prstGeom prst="rect">
                        <a:avLst/>
                      </a:prstGeom>
                      <a:noFill/>
                      <a:ln>
                        <a:noFill/>
                      </a:ln>
                      <a:extLst/>
                    </p:spPr>
                  </p:pic>
                </p:oleObj>
              </mc:Fallback>
            </mc:AlternateContent>
          </a:graphicData>
        </a:graphic>
      </p:graphicFrame>
      <p:sp>
        <p:nvSpPr>
          <p:cNvPr id="43014" name="Text Box 6"/>
          <p:cNvSpPr txBox="1">
            <a:spLocks noChangeArrowheads="1"/>
          </p:cNvSpPr>
          <p:nvPr/>
        </p:nvSpPr>
        <p:spPr bwMode="auto">
          <a:xfrm>
            <a:off x="1033221" y="4210794"/>
            <a:ext cx="3996444" cy="350865"/>
          </a:xfrm>
          <a:prstGeom prst="rect">
            <a:avLst/>
          </a:prstGeom>
          <a:noFill/>
          <a:ln w="9525">
            <a:noFill/>
            <a:miter lim="800000"/>
            <a:headEnd/>
            <a:tailEnd/>
          </a:ln>
        </p:spPr>
        <p:txBody>
          <a:bodyPr wrap="square">
            <a:spAutoFit/>
          </a:bodyPr>
          <a:lstStyle/>
          <a:p>
            <a:pPr>
              <a:lnSpc>
                <a:spcPct val="80000"/>
              </a:lnSpc>
              <a:spcBef>
                <a:spcPct val="50000"/>
              </a:spcBef>
            </a:pPr>
            <a:r>
              <a:rPr kumimoji="1" lang="zh-CN" altLang="en-US" sz="2100" b="1" dirty="0">
                <a:solidFill>
                  <a:srgbClr val="CC0000"/>
                </a:solidFill>
                <a:latin typeface="Times New Roman" pitchFamily="18" charset="0"/>
              </a:rPr>
              <a:t>注意：</a:t>
            </a:r>
            <a:r>
              <a:rPr kumimoji="1" lang="zh-CN" altLang="en-US" sz="2100" b="1" dirty="0">
                <a:solidFill>
                  <a:srgbClr val="080808"/>
                </a:solidFill>
                <a:latin typeface="Times New Roman" pitchFamily="18" charset="0"/>
              </a:rPr>
              <a:t>作功与过程有关 </a:t>
            </a:r>
            <a:r>
              <a:rPr kumimoji="1" lang="en-US" altLang="zh-CN" sz="2100" b="1" dirty="0">
                <a:solidFill>
                  <a:srgbClr val="080808"/>
                </a:solidFill>
                <a:latin typeface="Times New Roman" pitchFamily="18" charset="0"/>
              </a:rPr>
              <a:t>.</a:t>
            </a:r>
          </a:p>
        </p:txBody>
      </p:sp>
      <p:sp>
        <p:nvSpPr>
          <p:cNvPr id="6" name="Text Box 2"/>
          <p:cNvSpPr txBox="1">
            <a:spLocks noChangeArrowheads="1"/>
          </p:cNvSpPr>
          <p:nvPr/>
        </p:nvSpPr>
        <p:spPr bwMode="auto">
          <a:xfrm>
            <a:off x="464958" y="362723"/>
            <a:ext cx="6102678" cy="415498"/>
          </a:xfrm>
          <a:prstGeom prst="rect">
            <a:avLst/>
          </a:prstGeom>
          <a:noFill/>
          <a:ln w="9525">
            <a:noFill/>
            <a:miter lim="800000"/>
            <a:headEnd/>
            <a:tailEnd/>
          </a:ln>
        </p:spPr>
        <p:txBody>
          <a:bodyPr wrap="square">
            <a:spAutoFit/>
          </a:bodyPr>
          <a:lstStyle/>
          <a:p>
            <a:pPr>
              <a:spcBef>
                <a:spcPct val="50000"/>
              </a:spcBef>
            </a:pPr>
            <a:r>
              <a:rPr kumimoji="1" lang="zh-CN" altLang="en-US" sz="2100" b="1" dirty="0">
                <a:solidFill>
                  <a:srgbClr val="CC0000"/>
                </a:solidFill>
                <a:latin typeface="宋体" charset="-122"/>
              </a:rPr>
              <a:t>二、功</a:t>
            </a:r>
            <a:r>
              <a:rPr kumimoji="1" lang="zh-CN" altLang="en-US" sz="2100" b="1" dirty="0">
                <a:solidFill>
                  <a:srgbClr val="080808"/>
                </a:solidFill>
                <a:latin typeface="宋体" charset="-122"/>
              </a:rPr>
              <a:t>（过程量，准静态过程的功）</a:t>
            </a:r>
          </a:p>
        </p:txBody>
      </p:sp>
      <p:pic>
        <p:nvPicPr>
          <p:cNvPr id="3" name="功">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11"/>
          <a:stretch>
            <a:fillRect/>
          </a:stretch>
        </p:blipFill>
        <p:spPr>
          <a:xfrm>
            <a:off x="5486400" y="778221"/>
            <a:ext cx="3136752" cy="36400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blinds(vertical)">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blinds(vertical)">
                                      <p:cBhvr>
                                        <p:cTn id="12" dur="500"/>
                                        <p:tgtEl>
                                          <p:spTgt spid="430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43013"/>
                                        </p:tgtEl>
                                        <p:attrNameLst>
                                          <p:attrName>style.visibility</p:attrName>
                                        </p:attrNameLst>
                                      </p:cBhvr>
                                      <p:to>
                                        <p:strVal val="visible"/>
                                      </p:to>
                                    </p:set>
                                    <p:animEffect transition="in" filter="blinds(vertical)">
                                      <p:cBhvr>
                                        <p:cTn id="17" dur="500"/>
                                        <p:tgtEl>
                                          <p:spTgt spid="430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43014"/>
                                        </p:tgtEl>
                                        <p:attrNameLst>
                                          <p:attrName>style.visibility</p:attrName>
                                        </p:attrNameLst>
                                      </p:cBhvr>
                                      <p:to>
                                        <p:strVal val="visible"/>
                                      </p:to>
                                    </p:set>
                                    <p:animEffect transition="in" filter="blinds(vertical)">
                                      <p:cBhvr>
                                        <p:cTn id="22" dur="500"/>
                                        <p:tgtEl>
                                          <p:spTgt spid="4301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3"/>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3"/>
                                        </p:tgtEl>
                                      </p:cBhvr>
                                    </p:cmd>
                                  </p:childTnLst>
                                </p:cTn>
                              </p:par>
                            </p:childTnLst>
                          </p:cTn>
                        </p:par>
                      </p:childTnLst>
                    </p:cTn>
                  </p:par>
                </p:childTnLst>
              </p:cTn>
              <p:nextCondLst>
                <p:cond evt="onClick" delay="0">
                  <p:tgtEl>
                    <p:spTgt spid="3"/>
                  </p:tgtEl>
                </p:cond>
              </p:nextCondLst>
            </p:seq>
            <p:video>
              <p:cMediaNode vol="80000">
                <p:cTn id="28" fill="remove" display="0">
                  <p:stCondLst>
                    <p:cond delay="indefinite"/>
                  </p:stCondLst>
                </p:cTn>
                <p:tgtEl>
                  <p:spTgt spid="3"/>
                </p:tgtEl>
              </p:cMediaNode>
            </p:video>
          </p:childTnLst>
        </p:cTn>
      </p:par>
    </p:tnLst>
    <p:bldLst>
      <p:bldP spid="43014"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1357648" y="3127902"/>
            <a:ext cx="4806553" cy="350865"/>
          </a:xfrm>
          <a:prstGeom prst="rect">
            <a:avLst/>
          </a:prstGeom>
          <a:noFill/>
          <a:ln w="9525">
            <a:noFill/>
            <a:miter lim="800000"/>
            <a:headEnd/>
            <a:tailEnd/>
          </a:ln>
        </p:spPr>
        <p:txBody>
          <a:bodyPr>
            <a:spAutoFit/>
          </a:bodyPr>
          <a:lstStyle/>
          <a:p>
            <a:pPr>
              <a:lnSpc>
                <a:spcPct val="80000"/>
              </a:lnSpc>
              <a:spcBef>
                <a:spcPct val="50000"/>
              </a:spcBef>
            </a:pPr>
            <a:r>
              <a:rPr kumimoji="1" lang="zh-CN" altLang="en-US" sz="2100" b="1" dirty="0">
                <a:solidFill>
                  <a:srgbClr val="CC0000"/>
                </a:solidFill>
                <a:latin typeface="Times New Roman" pitchFamily="18" charset="0"/>
              </a:rPr>
              <a:t>（</a:t>
            </a:r>
            <a:r>
              <a:rPr kumimoji="1" lang="en-US" altLang="zh-CN" sz="2100" b="1" dirty="0">
                <a:solidFill>
                  <a:srgbClr val="CC0000"/>
                </a:solidFill>
                <a:latin typeface="Times New Roman" pitchFamily="18" charset="0"/>
              </a:rPr>
              <a:t>1</a:t>
            </a:r>
            <a:r>
              <a:rPr kumimoji="1" lang="zh-CN" altLang="en-US" sz="2100" b="1" dirty="0">
                <a:solidFill>
                  <a:srgbClr val="CC0000"/>
                </a:solidFill>
                <a:latin typeface="Times New Roman" pitchFamily="18" charset="0"/>
              </a:rPr>
              <a:t>）</a:t>
            </a:r>
            <a:r>
              <a:rPr kumimoji="1" lang="zh-CN" altLang="en-US" sz="2100" b="1" dirty="0">
                <a:latin typeface="Times New Roman" pitchFamily="18" charset="0"/>
              </a:rPr>
              <a:t>都是</a:t>
            </a:r>
            <a:r>
              <a:rPr kumimoji="1" lang="zh-CN" altLang="en-US" sz="2100" b="1" dirty="0">
                <a:solidFill>
                  <a:srgbClr val="080808"/>
                </a:solidFill>
                <a:latin typeface="Times New Roman" pitchFamily="18" charset="0"/>
              </a:rPr>
              <a:t>过程量：与过程有关；</a:t>
            </a:r>
            <a:r>
              <a:rPr kumimoji="1" lang="zh-CN" altLang="en-US" sz="2100" b="1" dirty="0">
                <a:latin typeface="Times New Roman" pitchFamily="18" charset="0"/>
              </a:rPr>
              <a:t>             </a:t>
            </a:r>
            <a:endParaRPr kumimoji="1" lang="zh-CN" altLang="en-US" sz="2100" b="1" dirty="0">
              <a:solidFill>
                <a:srgbClr val="080808"/>
              </a:solidFill>
              <a:latin typeface="Times New Roman" pitchFamily="18" charset="0"/>
            </a:endParaRPr>
          </a:p>
        </p:txBody>
      </p:sp>
      <p:sp>
        <p:nvSpPr>
          <p:cNvPr id="45069" name="Rectangle 13"/>
          <p:cNvSpPr>
            <a:spLocks noChangeArrowheads="1"/>
          </p:cNvSpPr>
          <p:nvPr/>
        </p:nvSpPr>
        <p:spPr bwMode="auto">
          <a:xfrm>
            <a:off x="1357648" y="4347623"/>
            <a:ext cx="6279497" cy="415498"/>
          </a:xfrm>
          <a:prstGeom prst="rect">
            <a:avLst/>
          </a:prstGeom>
          <a:noFill/>
          <a:ln w="9525">
            <a:noFill/>
            <a:miter lim="800000"/>
            <a:headEnd/>
            <a:tailEnd/>
          </a:ln>
        </p:spPr>
        <p:txBody>
          <a:bodyPr wrap="square">
            <a:spAutoFit/>
          </a:bodyPr>
          <a:lstStyle/>
          <a:p>
            <a:pPr>
              <a:spcBef>
                <a:spcPct val="50000"/>
              </a:spcBef>
            </a:pPr>
            <a:r>
              <a:rPr kumimoji="1" lang="zh-CN" altLang="en-US" sz="2100" b="1" dirty="0">
                <a:solidFill>
                  <a:srgbClr val="CC0000"/>
                </a:solidFill>
                <a:latin typeface="Times New Roman" pitchFamily="18" charset="0"/>
              </a:rPr>
              <a:t>（</a:t>
            </a:r>
            <a:r>
              <a:rPr kumimoji="1" lang="en-US" altLang="zh-CN" sz="2100" b="1" dirty="0">
                <a:solidFill>
                  <a:srgbClr val="CC0000"/>
                </a:solidFill>
                <a:latin typeface="Times New Roman" pitchFamily="18" charset="0"/>
              </a:rPr>
              <a:t>3</a:t>
            </a:r>
            <a:r>
              <a:rPr kumimoji="1" lang="zh-CN" altLang="en-US" sz="2100" b="1" dirty="0">
                <a:solidFill>
                  <a:srgbClr val="CC0000"/>
                </a:solidFill>
                <a:latin typeface="Times New Roman" pitchFamily="18" charset="0"/>
              </a:rPr>
              <a:t>）</a:t>
            </a:r>
            <a:r>
              <a:rPr kumimoji="1" lang="zh-CN" altLang="en-US" sz="2100" b="1" dirty="0">
                <a:solidFill>
                  <a:srgbClr val="080808"/>
                </a:solidFill>
                <a:latin typeface="Times New Roman" pitchFamily="18" charset="0"/>
              </a:rPr>
              <a:t>功与热量的物理本质不同 </a:t>
            </a:r>
            <a:r>
              <a:rPr kumimoji="1" lang="en-US" altLang="zh-CN" sz="2100" b="1" dirty="0">
                <a:solidFill>
                  <a:srgbClr val="080808"/>
                </a:solidFill>
                <a:latin typeface="Times New Roman" pitchFamily="18" charset="0"/>
              </a:rPr>
              <a:t>.</a:t>
            </a:r>
            <a:r>
              <a:rPr kumimoji="1" lang="zh-CN" altLang="en-US" sz="2100" b="1" dirty="0">
                <a:solidFill>
                  <a:srgbClr val="080808"/>
                </a:solidFill>
                <a:latin typeface="Times New Roman" pitchFamily="18" charset="0"/>
              </a:rPr>
              <a:t>（转化与转移）</a:t>
            </a:r>
            <a:endParaRPr kumimoji="1" lang="en-US" altLang="zh-CN" sz="2100" b="1" dirty="0">
              <a:solidFill>
                <a:srgbClr val="080808"/>
              </a:solidFill>
              <a:latin typeface="Times New Roman" pitchFamily="18" charset="0"/>
            </a:endParaRPr>
          </a:p>
        </p:txBody>
      </p:sp>
      <p:sp>
        <p:nvSpPr>
          <p:cNvPr id="45070" name="Rectangle 14"/>
          <p:cNvSpPr>
            <a:spLocks noChangeArrowheads="1"/>
          </p:cNvSpPr>
          <p:nvPr/>
        </p:nvSpPr>
        <p:spPr bwMode="auto">
          <a:xfrm>
            <a:off x="2167273" y="3957562"/>
            <a:ext cx="3685624" cy="415498"/>
          </a:xfrm>
          <a:prstGeom prst="rect">
            <a:avLst/>
          </a:prstGeom>
          <a:noFill/>
          <a:ln w="9525">
            <a:noFill/>
            <a:miter lim="800000"/>
            <a:headEnd/>
            <a:tailEnd/>
          </a:ln>
        </p:spPr>
        <p:txBody>
          <a:bodyPr wrap="none">
            <a:spAutoFit/>
          </a:bodyPr>
          <a:lstStyle/>
          <a:p>
            <a:pPr>
              <a:spcBef>
                <a:spcPct val="50000"/>
              </a:spcBef>
            </a:pPr>
            <a:r>
              <a:rPr kumimoji="1" lang="en-US" altLang="zh-CN" sz="2100" dirty="0">
                <a:solidFill>
                  <a:srgbClr val="080808"/>
                </a:solidFill>
                <a:latin typeface="Times New Roman" pitchFamily="18" charset="0"/>
              </a:rPr>
              <a:t>1 cal =  4.18 J  </a:t>
            </a:r>
            <a:r>
              <a:rPr kumimoji="1" lang="zh-CN" altLang="en-US" sz="2100" dirty="0">
                <a:solidFill>
                  <a:srgbClr val="080808"/>
                </a:solidFill>
                <a:latin typeface="Times New Roman" pitchFamily="18" charset="0"/>
              </a:rPr>
              <a:t>，  </a:t>
            </a:r>
            <a:r>
              <a:rPr kumimoji="1" lang="en-US" altLang="zh-CN" sz="2100" dirty="0">
                <a:solidFill>
                  <a:srgbClr val="080808"/>
                </a:solidFill>
                <a:latin typeface="Times New Roman" pitchFamily="18" charset="0"/>
              </a:rPr>
              <a:t>1 J = 0.24</a:t>
            </a:r>
            <a:r>
              <a:rPr kumimoji="1" lang="en-US" altLang="zh-CN" sz="2100" b="1" dirty="0">
                <a:solidFill>
                  <a:srgbClr val="080808"/>
                </a:solidFill>
                <a:latin typeface="Times New Roman" pitchFamily="18" charset="0"/>
              </a:rPr>
              <a:t> </a:t>
            </a:r>
            <a:r>
              <a:rPr kumimoji="1" lang="en-US" altLang="zh-CN" sz="2100" dirty="0">
                <a:solidFill>
                  <a:srgbClr val="080808"/>
                </a:solidFill>
                <a:latin typeface="Times New Roman" pitchFamily="18" charset="0"/>
              </a:rPr>
              <a:t>cal</a:t>
            </a:r>
          </a:p>
        </p:txBody>
      </p:sp>
      <p:grpSp>
        <p:nvGrpSpPr>
          <p:cNvPr id="87045" name="Group 15"/>
          <p:cNvGrpSpPr>
            <a:grpSpLocks/>
          </p:cNvGrpSpPr>
          <p:nvPr/>
        </p:nvGrpSpPr>
        <p:grpSpPr bwMode="auto">
          <a:xfrm>
            <a:off x="1249060" y="2349439"/>
            <a:ext cx="2878865" cy="594122"/>
            <a:chOff x="336" y="1536"/>
            <a:chExt cx="2258" cy="384"/>
          </a:xfrm>
        </p:grpSpPr>
        <p:sp>
          <p:nvSpPr>
            <p:cNvPr id="87047" name="Oval 16"/>
            <p:cNvSpPr>
              <a:spLocks noChangeArrowheads="1"/>
            </p:cNvSpPr>
            <p:nvPr/>
          </p:nvSpPr>
          <p:spPr bwMode="auto">
            <a:xfrm>
              <a:off x="336" y="1536"/>
              <a:ext cx="2112" cy="384"/>
            </a:xfrm>
            <a:prstGeom prst="ellipse">
              <a:avLst/>
            </a:prstGeom>
            <a:solidFill>
              <a:srgbClr val="FFFFDD"/>
            </a:solidFill>
            <a:ln w="19050">
              <a:solidFill>
                <a:srgbClr val="CC6600"/>
              </a:solidFill>
              <a:round/>
              <a:headEnd/>
              <a:tailEnd/>
            </a:ln>
          </p:spPr>
          <p:txBody>
            <a:bodyPr wrap="none" anchor="ctr"/>
            <a:lstStyle/>
            <a:p>
              <a:endParaRPr lang="zh-CN" altLang="en-US" sz="2100"/>
            </a:p>
          </p:txBody>
        </p:sp>
        <p:sp>
          <p:nvSpPr>
            <p:cNvPr id="87048" name="Rectangle 17"/>
            <p:cNvSpPr>
              <a:spLocks noChangeArrowheads="1"/>
            </p:cNvSpPr>
            <p:nvPr/>
          </p:nvSpPr>
          <p:spPr bwMode="auto">
            <a:xfrm>
              <a:off x="578" y="1638"/>
              <a:ext cx="2016" cy="227"/>
            </a:xfrm>
            <a:prstGeom prst="rect">
              <a:avLst/>
            </a:prstGeom>
            <a:noFill/>
            <a:ln w="9525">
              <a:noFill/>
              <a:miter lim="800000"/>
              <a:headEnd/>
              <a:tailEnd/>
            </a:ln>
          </p:spPr>
          <p:txBody>
            <a:bodyPr>
              <a:spAutoFit/>
            </a:bodyPr>
            <a:lstStyle/>
            <a:p>
              <a:pPr>
                <a:lnSpc>
                  <a:spcPct val="80000"/>
                </a:lnSpc>
                <a:spcBef>
                  <a:spcPct val="50000"/>
                </a:spcBef>
              </a:pPr>
              <a:r>
                <a:rPr kumimoji="1" lang="zh-CN" altLang="en-US" sz="2100" b="1" dirty="0">
                  <a:solidFill>
                    <a:srgbClr val="080808"/>
                  </a:solidFill>
                  <a:latin typeface="Times New Roman" pitchFamily="18" charset="0"/>
                </a:rPr>
                <a:t>功与热量的异同</a:t>
              </a:r>
            </a:p>
          </p:txBody>
        </p:sp>
      </p:grpSp>
      <p:sp>
        <p:nvSpPr>
          <p:cNvPr id="45077" name="Text Box 21"/>
          <p:cNvSpPr txBox="1">
            <a:spLocks noChangeArrowheads="1"/>
          </p:cNvSpPr>
          <p:nvPr/>
        </p:nvSpPr>
        <p:spPr bwMode="auto">
          <a:xfrm>
            <a:off x="1357648" y="3607668"/>
            <a:ext cx="6506765" cy="350865"/>
          </a:xfrm>
          <a:prstGeom prst="rect">
            <a:avLst/>
          </a:prstGeom>
          <a:noFill/>
          <a:ln w="9525">
            <a:noFill/>
            <a:miter lim="800000"/>
            <a:headEnd/>
            <a:tailEnd/>
          </a:ln>
        </p:spPr>
        <p:txBody>
          <a:bodyPr>
            <a:spAutoFit/>
          </a:bodyPr>
          <a:lstStyle/>
          <a:p>
            <a:pPr>
              <a:lnSpc>
                <a:spcPct val="80000"/>
              </a:lnSpc>
              <a:spcBef>
                <a:spcPct val="50000"/>
              </a:spcBef>
            </a:pPr>
            <a:r>
              <a:rPr kumimoji="1" lang="zh-CN" altLang="en-US" sz="2100" b="1" dirty="0">
                <a:solidFill>
                  <a:srgbClr val="CC0000"/>
                </a:solidFill>
                <a:latin typeface="Times New Roman" pitchFamily="18" charset="0"/>
              </a:rPr>
              <a:t>（</a:t>
            </a:r>
            <a:r>
              <a:rPr kumimoji="1" lang="en-US" altLang="zh-CN" sz="2100" b="1" dirty="0">
                <a:solidFill>
                  <a:srgbClr val="CC0000"/>
                </a:solidFill>
                <a:latin typeface="Times New Roman" pitchFamily="18" charset="0"/>
              </a:rPr>
              <a:t>2</a:t>
            </a:r>
            <a:r>
              <a:rPr kumimoji="1" lang="zh-CN" altLang="en-US" sz="2100" b="1" dirty="0">
                <a:solidFill>
                  <a:srgbClr val="CC0000"/>
                </a:solidFill>
                <a:latin typeface="Times New Roman" pitchFamily="18" charset="0"/>
              </a:rPr>
              <a:t>）</a:t>
            </a:r>
            <a:r>
              <a:rPr kumimoji="1" lang="zh-CN" altLang="en-US" sz="2100" b="1" dirty="0">
                <a:solidFill>
                  <a:srgbClr val="080808"/>
                </a:solidFill>
                <a:latin typeface="Times New Roman" pitchFamily="18" charset="0"/>
              </a:rPr>
              <a:t>等效性：改变系统</a:t>
            </a:r>
            <a:r>
              <a:rPr kumimoji="1" lang="zh-CN" altLang="en-US" sz="2100" b="1" dirty="0">
                <a:solidFill>
                  <a:srgbClr val="C00000"/>
                </a:solidFill>
                <a:latin typeface="Times New Roman" pitchFamily="18" charset="0"/>
              </a:rPr>
              <a:t>热运动状态</a:t>
            </a:r>
            <a:r>
              <a:rPr kumimoji="1" lang="zh-CN" altLang="en-US" sz="2100" b="1" dirty="0">
                <a:solidFill>
                  <a:srgbClr val="080808"/>
                </a:solidFill>
                <a:latin typeface="Times New Roman" pitchFamily="18" charset="0"/>
              </a:rPr>
              <a:t>作用相同；</a:t>
            </a:r>
            <a:r>
              <a:rPr kumimoji="1" lang="zh-CN" altLang="en-US" sz="2100" b="1" dirty="0">
                <a:latin typeface="Times New Roman" pitchFamily="18" charset="0"/>
              </a:rPr>
              <a:t>              </a:t>
            </a:r>
            <a:endParaRPr kumimoji="1" lang="zh-CN" altLang="en-US" sz="2100" b="1" dirty="0">
              <a:solidFill>
                <a:srgbClr val="080808"/>
              </a:solidFill>
              <a:latin typeface="Times New Roman" pitchFamily="18" charset="0"/>
            </a:endParaRPr>
          </a:p>
        </p:txBody>
      </p:sp>
      <p:sp>
        <p:nvSpPr>
          <p:cNvPr id="9" name="Rectangle 10"/>
          <p:cNvSpPr>
            <a:spLocks noChangeArrowheads="1"/>
          </p:cNvSpPr>
          <p:nvPr/>
        </p:nvSpPr>
        <p:spPr bwMode="auto">
          <a:xfrm>
            <a:off x="541158" y="473039"/>
            <a:ext cx="2808782" cy="430887"/>
          </a:xfrm>
          <a:prstGeom prst="rect">
            <a:avLst/>
          </a:prstGeom>
          <a:noFill/>
          <a:ln w="9525">
            <a:noFill/>
            <a:miter lim="800000"/>
            <a:headEnd/>
            <a:tailEnd/>
          </a:ln>
        </p:spPr>
        <p:txBody>
          <a:bodyPr wrap="none">
            <a:spAutoFit/>
          </a:bodyPr>
          <a:lstStyle/>
          <a:p>
            <a:pPr>
              <a:spcBef>
                <a:spcPct val="50000"/>
              </a:spcBef>
            </a:pPr>
            <a:r>
              <a:rPr kumimoji="1" lang="zh-CN" altLang="en-US" sz="2200" b="1" dirty="0">
                <a:solidFill>
                  <a:srgbClr val="CC0000"/>
                </a:solidFill>
                <a:latin typeface="Times New Roman" pitchFamily="18" charset="0"/>
              </a:rPr>
              <a:t>三、热 量</a:t>
            </a:r>
            <a:r>
              <a:rPr kumimoji="1" lang="zh-CN" altLang="en-US" sz="2200" b="1" dirty="0">
                <a:solidFill>
                  <a:srgbClr val="080808"/>
                </a:solidFill>
                <a:latin typeface="Times New Roman" pitchFamily="18" charset="0"/>
              </a:rPr>
              <a:t>（</a:t>
            </a:r>
            <a:r>
              <a:rPr kumimoji="1" lang="zh-CN" altLang="en-US" sz="2200" b="1" dirty="0">
                <a:latin typeface="Times New Roman" pitchFamily="18" charset="0"/>
              </a:rPr>
              <a:t>过程量</a:t>
            </a:r>
            <a:r>
              <a:rPr kumimoji="1" lang="zh-CN" altLang="en-US" sz="2200" b="1" dirty="0">
                <a:solidFill>
                  <a:srgbClr val="080808"/>
                </a:solidFill>
                <a:latin typeface="Times New Roman" pitchFamily="18" charset="0"/>
              </a:rPr>
              <a:t>）</a:t>
            </a:r>
          </a:p>
        </p:txBody>
      </p:sp>
      <p:sp>
        <p:nvSpPr>
          <p:cNvPr id="10" name="Text Box 11"/>
          <p:cNvSpPr txBox="1">
            <a:spLocks noChangeArrowheads="1"/>
          </p:cNvSpPr>
          <p:nvPr/>
        </p:nvSpPr>
        <p:spPr bwMode="auto">
          <a:xfrm>
            <a:off x="954604" y="1098471"/>
            <a:ext cx="5247363" cy="867930"/>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100" b="1" dirty="0">
                <a:latin typeface="Times New Roman" pitchFamily="18" charset="0"/>
              </a:rPr>
              <a:t>         </a:t>
            </a:r>
            <a:r>
              <a:rPr kumimoji="1" lang="zh-CN" altLang="en-US" sz="2100" b="1" dirty="0">
                <a:solidFill>
                  <a:srgbClr val="080808"/>
                </a:solidFill>
                <a:latin typeface="Times New Roman" pitchFamily="18" charset="0"/>
              </a:rPr>
              <a:t>通过传热方式传递能量的量度，系统和外界之间存在</a:t>
            </a:r>
            <a:r>
              <a:rPr kumimoji="1" lang="zh-CN" altLang="en-US" sz="2100" b="1" dirty="0">
                <a:solidFill>
                  <a:srgbClr val="0000FF"/>
                </a:solidFill>
                <a:latin typeface="Times New Roman" pitchFamily="18" charset="0"/>
              </a:rPr>
              <a:t>温差</a:t>
            </a:r>
            <a:r>
              <a:rPr kumimoji="1" lang="zh-CN" altLang="en-US" sz="2100" b="1" dirty="0">
                <a:solidFill>
                  <a:srgbClr val="080808"/>
                </a:solidFill>
                <a:latin typeface="Times New Roman" pitchFamily="18" charset="0"/>
              </a:rPr>
              <a:t>而发生的能量传递 </a:t>
            </a:r>
            <a:r>
              <a:rPr kumimoji="1" lang="en-US" altLang="zh-CN" sz="2100" b="1" dirty="0">
                <a:solidFill>
                  <a:srgbClr val="080808"/>
                </a:solidFill>
                <a:latin typeface="Times New Roman" pitchFamily="18" charset="0"/>
              </a:rPr>
              <a:t>.</a:t>
            </a:r>
          </a:p>
        </p:txBody>
      </p:sp>
      <p:grpSp>
        <p:nvGrpSpPr>
          <p:cNvPr id="2" name="组合 1"/>
          <p:cNvGrpSpPr/>
          <p:nvPr/>
        </p:nvGrpSpPr>
        <p:grpSpPr>
          <a:xfrm>
            <a:off x="7424142" y="1036713"/>
            <a:ext cx="1085850" cy="1525126"/>
            <a:chOff x="7424142" y="1056326"/>
            <a:chExt cx="1085850" cy="1525126"/>
          </a:xfrm>
        </p:grpSpPr>
        <p:sp>
          <p:nvSpPr>
            <p:cNvPr id="12" name="Rectangle 4"/>
            <p:cNvSpPr>
              <a:spLocks noChangeArrowheads="1"/>
            </p:cNvSpPr>
            <p:nvPr/>
          </p:nvSpPr>
          <p:spPr bwMode="auto">
            <a:xfrm>
              <a:off x="7424142" y="1056326"/>
              <a:ext cx="1085850" cy="457200"/>
            </a:xfrm>
            <a:prstGeom prst="rect">
              <a:avLst/>
            </a:prstGeom>
            <a:solidFill>
              <a:srgbClr val="97F4FB"/>
            </a:solidFill>
            <a:ln w="19050">
              <a:noFill/>
              <a:miter lim="800000"/>
              <a:headEnd/>
              <a:tailEnd/>
            </a:ln>
          </p:spPr>
          <p:txBody>
            <a:bodyPr wrap="none" anchor="ctr"/>
            <a:lstStyle/>
            <a:p>
              <a:endParaRPr lang="zh-CN" altLang="en-US" sz="2100"/>
            </a:p>
          </p:txBody>
        </p:sp>
        <p:sp>
          <p:nvSpPr>
            <p:cNvPr id="13" name="Rectangle 5"/>
            <p:cNvSpPr>
              <a:spLocks noChangeArrowheads="1"/>
            </p:cNvSpPr>
            <p:nvPr/>
          </p:nvSpPr>
          <p:spPr bwMode="auto">
            <a:xfrm>
              <a:off x="7424142" y="1513526"/>
              <a:ext cx="1085850" cy="457200"/>
            </a:xfrm>
            <a:prstGeom prst="rect">
              <a:avLst/>
            </a:prstGeom>
            <a:solidFill>
              <a:srgbClr val="FFCCFF"/>
            </a:solidFill>
            <a:ln w="19050">
              <a:noFill/>
              <a:miter lim="800000"/>
              <a:headEnd/>
              <a:tailEnd/>
            </a:ln>
          </p:spPr>
          <p:txBody>
            <a:bodyPr wrap="none" anchor="ctr"/>
            <a:lstStyle/>
            <a:p>
              <a:endParaRPr lang="zh-CN" altLang="en-US" sz="2100"/>
            </a:p>
          </p:txBody>
        </p:sp>
        <p:graphicFrame>
          <p:nvGraphicFramePr>
            <p:cNvPr id="14" name="Object 6"/>
            <p:cNvGraphicFramePr>
              <a:graphicFrameLocks noChangeAspect="1"/>
            </p:cNvGraphicFramePr>
            <p:nvPr>
              <p:extLst>
                <p:ext uri="{D42A27DB-BD31-4B8C-83A1-F6EECF244321}">
                  <p14:modId xmlns:p14="http://schemas.microsoft.com/office/powerpoint/2010/main" val="1899884434"/>
                </p:ext>
              </p:extLst>
            </p:nvPr>
          </p:nvGraphicFramePr>
          <p:xfrm>
            <a:off x="7652742" y="1056326"/>
            <a:ext cx="285750" cy="408384"/>
          </p:xfrm>
          <a:graphic>
            <a:graphicData uri="http://schemas.openxmlformats.org/presentationml/2006/ole">
              <mc:AlternateContent xmlns:mc="http://schemas.openxmlformats.org/markup-compatibility/2006">
                <mc:Choice xmlns:v="urn:schemas-microsoft-com:vml" Requires="v">
                  <p:oleObj spid="_x0000_s95753" name="公式" r:id="rId4" imgW="203040" imgH="317160" progId="Equation.3">
                    <p:embed/>
                  </p:oleObj>
                </mc:Choice>
                <mc:Fallback>
                  <p:oleObj name="公式" r:id="rId4" imgW="203040" imgH="31716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2742" y="1056326"/>
                          <a:ext cx="285750" cy="408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7"/>
            <p:cNvGraphicFramePr>
              <a:graphicFrameLocks noChangeAspect="1"/>
            </p:cNvGraphicFramePr>
            <p:nvPr>
              <p:extLst>
                <p:ext uri="{D42A27DB-BD31-4B8C-83A1-F6EECF244321}">
                  <p14:modId xmlns:p14="http://schemas.microsoft.com/office/powerpoint/2010/main" val="2990273947"/>
                </p:ext>
              </p:extLst>
            </p:nvPr>
          </p:nvGraphicFramePr>
          <p:xfrm>
            <a:off x="7652742" y="1513526"/>
            <a:ext cx="323850" cy="408384"/>
          </p:xfrm>
          <a:graphic>
            <a:graphicData uri="http://schemas.openxmlformats.org/presentationml/2006/ole">
              <mc:AlternateContent xmlns:mc="http://schemas.openxmlformats.org/markup-compatibility/2006">
                <mc:Choice xmlns:v="urn:schemas-microsoft-com:vml" Requires="v">
                  <p:oleObj spid="_x0000_s95754" name="公式" r:id="rId6" imgW="228600" imgH="317160" progId="Equation.3">
                    <p:embed/>
                  </p:oleObj>
                </mc:Choice>
                <mc:Fallback>
                  <p:oleObj name="公式" r:id="rId6" imgW="228600" imgH="31716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52742" y="1513526"/>
                          <a:ext cx="323850" cy="408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8"/>
            <p:cNvGraphicFramePr>
              <a:graphicFrameLocks noChangeAspect="1"/>
            </p:cNvGraphicFramePr>
            <p:nvPr>
              <p:extLst>
                <p:ext uri="{D42A27DB-BD31-4B8C-83A1-F6EECF244321}">
                  <p14:modId xmlns:p14="http://schemas.microsoft.com/office/powerpoint/2010/main" val="2436300446"/>
                </p:ext>
              </p:extLst>
            </p:nvPr>
          </p:nvGraphicFramePr>
          <p:xfrm>
            <a:off x="7597874" y="2178275"/>
            <a:ext cx="727571" cy="403177"/>
          </p:xfrm>
          <a:graphic>
            <a:graphicData uri="http://schemas.openxmlformats.org/presentationml/2006/ole">
              <mc:AlternateContent xmlns:mc="http://schemas.openxmlformats.org/markup-compatibility/2006">
                <mc:Choice xmlns:v="urn:schemas-microsoft-com:vml" Requires="v">
                  <p:oleObj spid="_x0000_s95755" name="Equation" r:id="rId8" imgW="431640" imgH="228600" progId="Equation.DSMT4">
                    <p:embed/>
                  </p:oleObj>
                </mc:Choice>
                <mc:Fallback>
                  <p:oleObj name="Equation" r:id="rId8" imgW="431640" imgH="228600" progId="Equation.DSMT4">
                    <p:embed/>
                    <p:pic>
                      <p:nvPicPr>
                        <p:cNvPr id="0" name="Object 8"/>
                        <p:cNvPicPr>
                          <a:picLocks noChangeAspect="1" noChangeArrowheads="1"/>
                        </p:cNvPicPr>
                        <p:nvPr/>
                      </p:nvPicPr>
                      <p:blipFill>
                        <a:blip r:embed="rId9"/>
                        <a:srcRect/>
                        <a:stretch>
                          <a:fillRect/>
                        </a:stretch>
                      </p:blipFill>
                      <p:spPr bwMode="auto">
                        <a:xfrm>
                          <a:off x="7597874" y="2178275"/>
                          <a:ext cx="727571" cy="403177"/>
                        </a:xfrm>
                        <a:prstGeom prst="rect">
                          <a:avLst/>
                        </a:prstGeom>
                        <a:noFill/>
                        <a:extLst/>
                      </p:spPr>
                    </p:pic>
                  </p:oleObj>
                </mc:Fallback>
              </mc:AlternateContent>
            </a:graphicData>
          </a:graphic>
        </p:graphicFrame>
        <p:sp>
          <p:nvSpPr>
            <p:cNvPr id="17" name="Rectangle 9"/>
            <p:cNvSpPr>
              <a:spLocks noChangeArrowheads="1"/>
            </p:cNvSpPr>
            <p:nvPr/>
          </p:nvSpPr>
          <p:spPr bwMode="auto">
            <a:xfrm>
              <a:off x="7424142" y="1056326"/>
              <a:ext cx="1085850" cy="914400"/>
            </a:xfrm>
            <a:prstGeom prst="rect">
              <a:avLst/>
            </a:prstGeom>
            <a:noFill/>
            <a:ln w="28575">
              <a:solidFill>
                <a:srgbClr val="996633"/>
              </a:solidFill>
              <a:miter lim="800000"/>
              <a:headEnd/>
              <a:tailEnd/>
            </a:ln>
          </p:spPr>
          <p:txBody>
            <a:bodyPr wrap="none" anchor="ctr"/>
            <a:lstStyle/>
            <a:p>
              <a:endParaRPr lang="zh-CN" altLang="en-US" sz="2100"/>
            </a:p>
          </p:txBody>
        </p:sp>
        <p:grpSp>
          <p:nvGrpSpPr>
            <p:cNvPr id="18" name="Group 12"/>
            <p:cNvGrpSpPr>
              <a:grpSpLocks/>
            </p:cNvGrpSpPr>
            <p:nvPr/>
          </p:nvGrpSpPr>
          <p:grpSpPr bwMode="auto">
            <a:xfrm>
              <a:off x="8052792" y="1170626"/>
              <a:ext cx="403622" cy="628650"/>
              <a:chOff x="4704" y="1152"/>
              <a:chExt cx="339" cy="528"/>
            </a:xfrm>
          </p:grpSpPr>
          <p:sp>
            <p:nvSpPr>
              <p:cNvPr id="19" name="AutoShape 13"/>
              <p:cNvSpPr>
                <a:spLocks noChangeArrowheads="1"/>
              </p:cNvSpPr>
              <p:nvPr/>
            </p:nvSpPr>
            <p:spPr bwMode="auto">
              <a:xfrm>
                <a:off x="4704" y="1248"/>
                <a:ext cx="96" cy="432"/>
              </a:xfrm>
              <a:prstGeom prst="upArrow">
                <a:avLst>
                  <a:gd name="adj1" fmla="val 50000"/>
                  <a:gd name="adj2" fmla="val 112500"/>
                </a:avLst>
              </a:prstGeom>
              <a:solidFill>
                <a:srgbClr val="FF3300"/>
              </a:solidFill>
              <a:ln w="9525">
                <a:solidFill>
                  <a:schemeClr val="tx1"/>
                </a:solidFill>
                <a:miter lim="800000"/>
                <a:headEnd/>
                <a:tailEnd/>
              </a:ln>
            </p:spPr>
            <p:txBody>
              <a:bodyPr vert="eaVert" wrap="none" anchor="ctr"/>
              <a:lstStyle/>
              <a:p>
                <a:endParaRPr lang="zh-CN" altLang="en-US" sz="2100"/>
              </a:p>
            </p:txBody>
          </p:sp>
          <p:graphicFrame>
            <p:nvGraphicFramePr>
              <p:cNvPr id="20" name="Object 14"/>
              <p:cNvGraphicFramePr>
                <a:graphicFrameLocks noChangeAspect="1"/>
              </p:cNvGraphicFramePr>
              <p:nvPr/>
            </p:nvGraphicFramePr>
            <p:xfrm>
              <a:off x="4800" y="1152"/>
              <a:ext cx="243" cy="281"/>
            </p:xfrm>
            <a:graphic>
              <a:graphicData uri="http://schemas.openxmlformats.org/presentationml/2006/ole">
                <mc:AlternateContent xmlns:mc="http://schemas.openxmlformats.org/markup-compatibility/2006">
                  <mc:Choice xmlns:v="urn:schemas-microsoft-com:vml" Requires="v">
                    <p:oleObj spid="_x0000_s95756" name="公式" r:id="rId10" imgW="228600" imgH="291960" progId="Equation.3">
                      <p:embed/>
                    </p:oleObj>
                  </mc:Choice>
                  <mc:Fallback>
                    <p:oleObj name="公式" r:id="rId10" imgW="228600" imgH="29196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0" y="1152"/>
                            <a:ext cx="243"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7045"/>
                                        </p:tgtEl>
                                        <p:attrNameLst>
                                          <p:attrName>style.visibility</p:attrName>
                                        </p:attrNameLst>
                                      </p:cBhvr>
                                      <p:to>
                                        <p:strVal val="visible"/>
                                      </p:to>
                                    </p:set>
                                    <p:animEffect transition="in" filter="wipe(left)">
                                      <p:cBhvr>
                                        <p:cTn id="7" dur="500"/>
                                        <p:tgtEl>
                                          <p:spTgt spid="8704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058">
                                            <p:txEl>
                                              <p:pRg st="0" end="0"/>
                                            </p:txEl>
                                          </p:spTgt>
                                        </p:tgtEl>
                                        <p:attrNameLst>
                                          <p:attrName>style.visibility</p:attrName>
                                        </p:attrNameLst>
                                      </p:cBhvr>
                                      <p:to>
                                        <p:strVal val="visible"/>
                                      </p:to>
                                    </p:set>
                                    <p:animEffect transition="in" filter="blinds(horizontal)">
                                      <p:cBhvr>
                                        <p:cTn id="12" dur="500"/>
                                        <p:tgtEl>
                                          <p:spTgt spid="4505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077">
                                            <p:txEl>
                                              <p:pRg st="0" end="0"/>
                                            </p:txEl>
                                          </p:spTgt>
                                        </p:tgtEl>
                                        <p:attrNameLst>
                                          <p:attrName>style.visibility</p:attrName>
                                        </p:attrNameLst>
                                      </p:cBhvr>
                                      <p:to>
                                        <p:strVal val="visible"/>
                                      </p:to>
                                    </p:set>
                                    <p:animEffect transition="in" filter="blinds(horizontal)">
                                      <p:cBhvr>
                                        <p:cTn id="17" dur="500"/>
                                        <p:tgtEl>
                                          <p:spTgt spid="4507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5070"/>
                                        </p:tgtEl>
                                        <p:attrNameLst>
                                          <p:attrName>style.visibility</p:attrName>
                                        </p:attrNameLst>
                                      </p:cBhvr>
                                      <p:to>
                                        <p:strVal val="visible"/>
                                      </p:to>
                                    </p:set>
                                    <p:animEffect transition="in" filter="blinds(horizontal)">
                                      <p:cBhvr>
                                        <p:cTn id="22" dur="500"/>
                                        <p:tgtEl>
                                          <p:spTgt spid="4507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069"/>
                                        </p:tgtEl>
                                        <p:attrNameLst>
                                          <p:attrName>style.visibility</p:attrName>
                                        </p:attrNameLst>
                                      </p:cBhvr>
                                      <p:to>
                                        <p:strVal val="visible"/>
                                      </p:to>
                                    </p:set>
                                    <p:animEffect transition="in" filter="blinds(horizontal)">
                                      <p:cBhvr>
                                        <p:cTn id="27" dur="500"/>
                                        <p:tgtEl>
                                          <p:spTgt spid="45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autoUpdateAnimBg="0"/>
      <p:bldP spid="45069" grpId="0" autoUpdateAnimBg="0"/>
      <p:bldP spid="45070" grpId="0" autoUpdateAnimBg="0"/>
      <p:bldP spid="4507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2"/>
          <p:cNvGraphicFramePr>
            <a:graphicFrameLocks noChangeAspect="1"/>
          </p:cNvGraphicFramePr>
          <p:nvPr>
            <p:extLst>
              <p:ext uri="{D42A27DB-BD31-4B8C-83A1-F6EECF244321}">
                <p14:modId xmlns:p14="http://schemas.microsoft.com/office/powerpoint/2010/main" val="2232710679"/>
              </p:ext>
            </p:extLst>
          </p:nvPr>
        </p:nvGraphicFramePr>
        <p:xfrm>
          <a:off x="3260197" y="3914933"/>
          <a:ext cx="1727597" cy="773742"/>
        </p:xfrm>
        <a:graphic>
          <a:graphicData uri="http://schemas.openxmlformats.org/presentationml/2006/ole">
            <mc:AlternateContent xmlns:mc="http://schemas.openxmlformats.org/markup-compatibility/2006">
              <mc:Choice xmlns:v="urn:schemas-microsoft-com:vml" Requires="v">
                <p:oleObj spid="_x0000_s5254" name="Equation" r:id="rId3" imgW="736560" imgH="393480" progId="Equation.DSMT4">
                  <p:embed/>
                </p:oleObj>
              </mc:Choice>
              <mc:Fallback>
                <p:oleObj name="Equation" r:id="rId3" imgW="736560" imgH="393480" progId="Equation.DSMT4">
                  <p:embed/>
                  <p:pic>
                    <p:nvPicPr>
                      <p:cNvPr id="0" name="Object 2"/>
                      <p:cNvPicPr>
                        <a:picLocks noChangeAspect="1" noChangeArrowheads="1"/>
                      </p:cNvPicPr>
                      <p:nvPr/>
                    </p:nvPicPr>
                    <p:blipFill>
                      <a:blip r:embed="rId4"/>
                      <a:srcRect/>
                      <a:stretch>
                        <a:fillRect/>
                      </a:stretch>
                    </p:blipFill>
                    <p:spPr bwMode="auto">
                      <a:xfrm>
                        <a:off x="3260197" y="3914933"/>
                        <a:ext cx="1727597" cy="773742"/>
                      </a:xfrm>
                      <a:prstGeom prst="rect">
                        <a:avLst/>
                      </a:prstGeom>
                      <a:noFill/>
                      <a:ln>
                        <a:noFill/>
                      </a:ln>
                      <a:extLst/>
                    </p:spPr>
                  </p:pic>
                </p:oleObj>
              </mc:Fallback>
            </mc:AlternateContent>
          </a:graphicData>
        </a:graphic>
      </p:graphicFrame>
      <p:sp>
        <p:nvSpPr>
          <p:cNvPr id="2052" name="Rectangle 3"/>
          <p:cNvSpPr>
            <a:spLocks noChangeArrowheads="1"/>
          </p:cNvSpPr>
          <p:nvPr/>
        </p:nvSpPr>
        <p:spPr bwMode="auto">
          <a:xfrm>
            <a:off x="960110" y="2733087"/>
            <a:ext cx="7849791" cy="964880"/>
          </a:xfrm>
          <a:prstGeom prst="rect">
            <a:avLst/>
          </a:prstGeom>
          <a:noFill/>
          <a:ln w="9525">
            <a:noFill/>
            <a:miter lim="800000"/>
            <a:headEnd/>
            <a:tailEnd/>
          </a:ln>
        </p:spPr>
        <p:txBody>
          <a:bodyPr wrap="square">
            <a:spAutoFit/>
          </a:bodyPr>
          <a:lstStyle/>
          <a:p>
            <a:pPr>
              <a:spcBef>
                <a:spcPct val="50000"/>
              </a:spcBef>
              <a:buFontTx/>
              <a:buBlip>
                <a:blip r:embed="rId5"/>
              </a:buBlip>
            </a:pPr>
            <a:r>
              <a:rPr kumimoji="1" lang="zh-CN" altLang="en-US" sz="2100" b="1" dirty="0">
                <a:solidFill>
                  <a:srgbClr val="CC0000"/>
                </a:solidFill>
                <a:latin typeface="Times New Roman" pitchFamily="18" charset="0"/>
              </a:rPr>
              <a:t>理想气体内能</a:t>
            </a:r>
            <a:r>
              <a:rPr kumimoji="1" lang="zh-CN" altLang="en-US" sz="2100" b="1" dirty="0">
                <a:solidFill>
                  <a:srgbClr val="000000"/>
                </a:solidFill>
                <a:latin typeface="Times New Roman" pitchFamily="18" charset="0"/>
              </a:rPr>
              <a:t> </a:t>
            </a:r>
            <a:r>
              <a:rPr kumimoji="1" lang="en-US" altLang="zh-CN" sz="2100" b="1" dirty="0">
                <a:solidFill>
                  <a:srgbClr val="CC0000"/>
                </a:solidFill>
                <a:latin typeface="Times New Roman" pitchFamily="18" charset="0"/>
              </a:rPr>
              <a:t>: </a:t>
            </a:r>
            <a:r>
              <a:rPr kumimoji="1" lang="en-US" altLang="zh-CN" sz="2100" b="1" dirty="0">
                <a:solidFill>
                  <a:srgbClr val="000000"/>
                </a:solidFill>
                <a:latin typeface="Times New Roman" pitchFamily="18" charset="0"/>
              </a:rPr>
              <a:t>  </a:t>
            </a:r>
          </a:p>
          <a:p>
            <a:pPr>
              <a:lnSpc>
                <a:spcPct val="120000"/>
              </a:lnSpc>
              <a:spcBef>
                <a:spcPct val="50000"/>
              </a:spcBef>
            </a:pPr>
            <a:r>
              <a:rPr kumimoji="1" lang="en-US" altLang="zh-CN" sz="2100" b="1" dirty="0">
                <a:solidFill>
                  <a:srgbClr val="000000"/>
                </a:solidFill>
                <a:latin typeface="Times New Roman" pitchFamily="18" charset="0"/>
              </a:rPr>
              <a:t>        </a:t>
            </a:r>
            <a:r>
              <a:rPr kumimoji="1" lang="zh-CN" altLang="en-US" sz="2100" b="1" dirty="0">
                <a:solidFill>
                  <a:srgbClr val="000000"/>
                </a:solidFill>
                <a:latin typeface="Times New Roman" pitchFamily="18" charset="0"/>
              </a:rPr>
              <a:t>表征系统状态的单值函数 ，理想气体的内能仅是</a:t>
            </a:r>
            <a:r>
              <a:rPr kumimoji="1" lang="zh-CN" altLang="en-US" sz="2100" b="1" dirty="0">
                <a:solidFill>
                  <a:srgbClr val="0000FF"/>
                </a:solidFill>
                <a:latin typeface="Times New Roman" pitchFamily="18" charset="0"/>
              </a:rPr>
              <a:t>温度</a:t>
            </a:r>
            <a:r>
              <a:rPr kumimoji="1" lang="zh-CN" altLang="en-US" sz="2100" b="1" dirty="0">
                <a:solidFill>
                  <a:srgbClr val="000000"/>
                </a:solidFill>
                <a:latin typeface="Times New Roman" pitchFamily="18" charset="0"/>
              </a:rPr>
              <a:t>的函数 </a:t>
            </a:r>
            <a:r>
              <a:rPr kumimoji="1" lang="en-US" altLang="zh-CN" sz="2100" b="1" dirty="0">
                <a:solidFill>
                  <a:srgbClr val="000000"/>
                </a:solidFill>
                <a:latin typeface="Times New Roman" pitchFamily="18" charset="0"/>
              </a:rPr>
              <a:t>.</a:t>
            </a:r>
          </a:p>
        </p:txBody>
      </p:sp>
      <p:sp>
        <p:nvSpPr>
          <p:cNvPr id="5124" name="Text Box 6"/>
          <p:cNvSpPr txBox="1">
            <a:spLocks noChangeArrowheads="1"/>
          </p:cNvSpPr>
          <p:nvPr/>
        </p:nvSpPr>
        <p:spPr bwMode="auto">
          <a:xfrm>
            <a:off x="1824505" y="1881549"/>
            <a:ext cx="6985396" cy="415498"/>
          </a:xfrm>
          <a:prstGeom prst="rect">
            <a:avLst/>
          </a:prstGeom>
          <a:noFill/>
          <a:ln w="9525">
            <a:noFill/>
            <a:miter lim="800000"/>
            <a:headEnd/>
            <a:tailEnd/>
          </a:ln>
        </p:spPr>
        <p:txBody>
          <a:bodyPr wrap="square">
            <a:spAutoFit/>
          </a:bodyPr>
          <a:lstStyle/>
          <a:p>
            <a:pPr>
              <a:spcBef>
                <a:spcPct val="50000"/>
              </a:spcBef>
            </a:pPr>
            <a:r>
              <a:rPr lang="zh-CN" altLang="en-US" sz="2100" b="1" dirty="0" smtClean="0">
                <a:solidFill>
                  <a:srgbClr val="000000"/>
                </a:solidFill>
              </a:rPr>
              <a:t>把</a:t>
            </a:r>
            <a:r>
              <a:rPr lang="zh-CN" altLang="en-US" sz="2100" b="1" dirty="0">
                <a:solidFill>
                  <a:srgbClr val="000000"/>
                </a:solidFill>
              </a:rPr>
              <a:t>系统处于某状态而具有的能量</a:t>
            </a:r>
            <a:r>
              <a:rPr lang="zh-CN" altLang="en-US" sz="2100" b="1" dirty="0" smtClean="0">
                <a:solidFill>
                  <a:srgbClr val="000000"/>
                </a:solidFill>
              </a:rPr>
              <a:t>称为系统</a:t>
            </a:r>
            <a:r>
              <a:rPr lang="zh-CN" altLang="en-US" sz="2100" b="1" dirty="0">
                <a:solidFill>
                  <a:srgbClr val="000000"/>
                </a:solidFill>
              </a:rPr>
              <a:t>的</a:t>
            </a:r>
            <a:r>
              <a:rPr lang="zh-CN" altLang="en-US" sz="2100" b="1" dirty="0" smtClean="0">
                <a:solidFill>
                  <a:srgbClr val="FF0000"/>
                </a:solidFill>
              </a:rPr>
              <a:t>内能</a:t>
            </a:r>
            <a:r>
              <a:rPr lang="en-US" altLang="zh-CN" sz="2100" b="1" dirty="0" smtClean="0">
                <a:solidFill>
                  <a:srgbClr val="FF0000"/>
                </a:solidFill>
              </a:rPr>
              <a:t>.</a:t>
            </a:r>
            <a:endParaRPr lang="zh-CN" altLang="en-US" sz="2100" b="1" dirty="0">
              <a:solidFill>
                <a:srgbClr val="FF0000"/>
              </a:solidFill>
            </a:endParaRPr>
          </a:p>
        </p:txBody>
      </p:sp>
      <p:sp>
        <p:nvSpPr>
          <p:cNvPr id="5" name="Text Box 3"/>
          <p:cNvSpPr txBox="1">
            <a:spLocks noChangeArrowheads="1"/>
          </p:cNvSpPr>
          <p:nvPr/>
        </p:nvSpPr>
        <p:spPr bwMode="auto">
          <a:xfrm>
            <a:off x="518295" y="1353161"/>
            <a:ext cx="2757486" cy="415498"/>
          </a:xfrm>
          <a:prstGeom prst="rect">
            <a:avLst/>
          </a:prstGeom>
          <a:noFill/>
          <a:ln w="9525">
            <a:noFill/>
            <a:miter lim="800000"/>
            <a:headEnd/>
            <a:tailEnd/>
          </a:ln>
        </p:spPr>
        <p:txBody>
          <a:bodyPr wrap="none">
            <a:spAutoFit/>
          </a:bodyPr>
          <a:lstStyle/>
          <a:p>
            <a:pPr>
              <a:spcBef>
                <a:spcPct val="50000"/>
              </a:spcBef>
            </a:pPr>
            <a:r>
              <a:rPr kumimoji="1" lang="zh-CN" altLang="en-US" sz="2100" b="1" dirty="0">
                <a:solidFill>
                  <a:srgbClr val="CC0000"/>
                </a:solidFill>
                <a:latin typeface="Times New Roman" pitchFamily="18" charset="0"/>
              </a:rPr>
              <a:t>一 、内能 </a:t>
            </a:r>
            <a:r>
              <a:rPr kumimoji="1" lang="zh-CN" altLang="en-US" sz="2100" b="1" dirty="0">
                <a:solidFill>
                  <a:srgbClr val="000000"/>
                </a:solidFill>
                <a:latin typeface="Times New Roman" pitchFamily="18" charset="0"/>
              </a:rPr>
              <a:t>（状态量）</a:t>
            </a:r>
          </a:p>
        </p:txBody>
      </p:sp>
      <p:sp>
        <p:nvSpPr>
          <p:cNvPr id="6" name="矩形 5"/>
          <p:cNvSpPr/>
          <p:nvPr/>
        </p:nvSpPr>
        <p:spPr>
          <a:xfrm>
            <a:off x="1754163" y="422949"/>
            <a:ext cx="5724636" cy="461665"/>
          </a:xfrm>
          <a:prstGeom prst="rect">
            <a:avLst/>
          </a:prstGeom>
        </p:spPr>
        <p:txBody>
          <a:bodyPr wrap="square">
            <a:spAutoFit/>
          </a:bodyPr>
          <a:lstStyle/>
          <a:p>
            <a:pPr algn="ctr">
              <a:spcBef>
                <a:spcPct val="50000"/>
              </a:spcBef>
            </a:pPr>
            <a:r>
              <a:rPr kumimoji="1" lang="en-US" altLang="en-US" sz="2400" b="1" dirty="0">
                <a:solidFill>
                  <a:srgbClr val="000000"/>
                </a:solidFill>
                <a:latin typeface="Times New Roman" pitchFamily="18" charset="0"/>
              </a:rPr>
              <a:t>§</a:t>
            </a:r>
            <a:r>
              <a:rPr kumimoji="1" lang="en-US" altLang="zh-CN" sz="2400" b="1" dirty="0">
                <a:solidFill>
                  <a:srgbClr val="000000"/>
                </a:solidFill>
                <a:latin typeface="Times New Roman" pitchFamily="18" charset="0"/>
              </a:rPr>
              <a:t>13.2   </a:t>
            </a:r>
            <a:r>
              <a:rPr kumimoji="1" lang="zh-CN" altLang="en-US" sz="2400" b="1" dirty="0">
                <a:solidFill>
                  <a:srgbClr val="000000"/>
                </a:solidFill>
                <a:latin typeface="Times New Roman" pitchFamily="18" charset="0"/>
              </a:rPr>
              <a:t>内能、热力学第一定律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blinds(horizontal)">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154"/>
                                        </p:tgtEl>
                                        <p:attrNameLst>
                                          <p:attrName>style.visibility</p:attrName>
                                        </p:attrNameLst>
                                      </p:cBhvr>
                                      <p:to>
                                        <p:strVal val="visible"/>
                                      </p:to>
                                    </p:set>
                                    <p:animEffect transition="in" filter="blinds(horizontal)">
                                      <p:cBhvr>
                                        <p:cTn id="12" dur="500"/>
                                        <p:tgtEl>
                                          <p:spTgt spid="49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Text Box 2"/>
          <p:cNvSpPr txBox="1">
            <a:spLocks noChangeArrowheads="1"/>
          </p:cNvSpPr>
          <p:nvPr/>
        </p:nvSpPr>
        <p:spPr bwMode="auto">
          <a:xfrm>
            <a:off x="1331826" y="597731"/>
            <a:ext cx="6945399" cy="867930"/>
          </a:xfrm>
          <a:prstGeom prst="rect">
            <a:avLst/>
          </a:prstGeom>
          <a:noFill/>
          <a:ln w="12700">
            <a:noFill/>
            <a:miter lim="800000"/>
            <a:headEnd/>
            <a:tailEnd/>
          </a:ln>
        </p:spPr>
        <p:txBody>
          <a:bodyPr wrap="square">
            <a:spAutoFit/>
          </a:bodyPr>
          <a:lstStyle/>
          <a:p>
            <a:pPr>
              <a:lnSpc>
                <a:spcPct val="120000"/>
              </a:lnSpc>
              <a:spcBef>
                <a:spcPct val="50000"/>
              </a:spcBef>
              <a:buFontTx/>
              <a:buBlip>
                <a:blip r:embed="rId3"/>
              </a:buBlip>
            </a:pPr>
            <a:r>
              <a:rPr kumimoji="1" lang="zh-CN" altLang="en-US" sz="2100" b="1" dirty="0">
                <a:solidFill>
                  <a:srgbClr val="000000"/>
                </a:solidFill>
                <a:latin typeface="Times New Roman" pitchFamily="18" charset="0"/>
              </a:rPr>
              <a:t>系统内能的增量只与系统的</a:t>
            </a:r>
            <a:r>
              <a:rPr kumimoji="1" lang="zh-CN" altLang="en-US" sz="2100" b="1" dirty="0">
                <a:solidFill>
                  <a:srgbClr val="0000FF"/>
                </a:solidFill>
                <a:latin typeface="Times New Roman" pitchFamily="18" charset="0"/>
              </a:rPr>
              <a:t>初态</a:t>
            </a:r>
            <a:r>
              <a:rPr kumimoji="1" lang="zh-CN" altLang="en-US" sz="2100" b="1" dirty="0">
                <a:solidFill>
                  <a:srgbClr val="000000"/>
                </a:solidFill>
                <a:latin typeface="Times New Roman" pitchFamily="18" charset="0"/>
              </a:rPr>
              <a:t>和</a:t>
            </a:r>
            <a:r>
              <a:rPr kumimoji="1" lang="zh-CN" altLang="en-US" sz="2100" b="1" dirty="0">
                <a:solidFill>
                  <a:srgbClr val="0000FF"/>
                </a:solidFill>
                <a:latin typeface="Times New Roman" pitchFamily="18" charset="0"/>
              </a:rPr>
              <a:t>末态</a:t>
            </a:r>
            <a:r>
              <a:rPr kumimoji="1" lang="zh-CN" altLang="en-US" sz="2100" b="1" dirty="0">
                <a:solidFill>
                  <a:srgbClr val="000000"/>
                </a:solidFill>
                <a:latin typeface="Times New Roman" pitchFamily="18" charset="0"/>
              </a:rPr>
              <a:t>有关</a:t>
            </a:r>
            <a:r>
              <a:rPr kumimoji="1" lang="zh-CN" altLang="en-US" sz="2100" b="1" dirty="0" smtClean="0">
                <a:solidFill>
                  <a:srgbClr val="000000"/>
                </a:solidFill>
                <a:latin typeface="Times New Roman" pitchFamily="18" charset="0"/>
              </a:rPr>
              <a:t>，</a:t>
            </a:r>
            <a:r>
              <a:rPr kumimoji="1" lang="zh-CN" altLang="en-US" sz="2100" b="1" dirty="0" smtClean="0">
                <a:solidFill>
                  <a:srgbClr val="0000FF"/>
                </a:solidFill>
                <a:latin typeface="Times New Roman" pitchFamily="18" charset="0"/>
              </a:rPr>
              <a:t>与</a:t>
            </a:r>
            <a:r>
              <a:rPr kumimoji="1" lang="zh-CN" altLang="en-US" sz="2100" b="1" dirty="0">
                <a:solidFill>
                  <a:srgbClr val="000000"/>
                </a:solidFill>
                <a:latin typeface="Times New Roman" pitchFamily="18" charset="0"/>
              </a:rPr>
              <a:t>系统所经历的</a:t>
            </a:r>
            <a:r>
              <a:rPr kumimoji="1" lang="zh-CN" altLang="en-US" sz="2100" b="1" dirty="0">
                <a:solidFill>
                  <a:srgbClr val="0000FF"/>
                </a:solidFill>
                <a:latin typeface="Times New Roman" pitchFamily="18" charset="0"/>
              </a:rPr>
              <a:t>过程无关</a:t>
            </a:r>
            <a:r>
              <a:rPr kumimoji="1" lang="zh-CN" altLang="en-US" sz="2100" b="1" dirty="0">
                <a:solidFill>
                  <a:srgbClr val="000000"/>
                </a:solidFill>
                <a:latin typeface="Times New Roman" pitchFamily="18" charset="0"/>
              </a:rPr>
              <a:t> </a:t>
            </a:r>
            <a:r>
              <a:rPr kumimoji="1" lang="en-US" altLang="zh-CN" sz="2100" b="1" dirty="0">
                <a:solidFill>
                  <a:srgbClr val="000000"/>
                </a:solidFill>
                <a:latin typeface="Times New Roman" pitchFamily="18" charset="0"/>
              </a:rPr>
              <a:t>.</a:t>
            </a:r>
          </a:p>
        </p:txBody>
      </p:sp>
      <p:graphicFrame>
        <p:nvGraphicFramePr>
          <p:cNvPr id="50179" name="Object 3"/>
          <p:cNvGraphicFramePr>
            <a:graphicFrameLocks noChangeAspect="1"/>
          </p:cNvGraphicFramePr>
          <p:nvPr>
            <p:extLst>
              <p:ext uri="{D42A27DB-BD31-4B8C-83A1-F6EECF244321}">
                <p14:modId xmlns:p14="http://schemas.microsoft.com/office/powerpoint/2010/main" val="3211476189"/>
              </p:ext>
            </p:extLst>
          </p:nvPr>
        </p:nvGraphicFramePr>
        <p:xfrm>
          <a:off x="4972050" y="3921919"/>
          <a:ext cx="1885950" cy="473869"/>
        </p:xfrm>
        <a:graphic>
          <a:graphicData uri="http://schemas.openxmlformats.org/presentationml/2006/ole">
            <mc:AlternateContent xmlns:mc="http://schemas.openxmlformats.org/markup-compatibility/2006">
              <mc:Choice xmlns:v="urn:schemas-microsoft-com:vml" Requires="v">
                <p:oleObj spid="_x0000_s305162" name="公式" r:id="rId4" imgW="749160" imgH="215640" progId="Equation.3">
                  <p:embed/>
                </p:oleObj>
              </mc:Choice>
              <mc:Fallback>
                <p:oleObj name="公式" r:id="rId4" imgW="749160" imgH="2156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2050" y="3921919"/>
                        <a:ext cx="1885950" cy="473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0" name="Object 4"/>
          <p:cNvGraphicFramePr>
            <a:graphicFrameLocks noChangeAspect="1"/>
          </p:cNvGraphicFramePr>
          <p:nvPr>
            <p:extLst>
              <p:ext uri="{D42A27DB-BD31-4B8C-83A1-F6EECF244321}">
                <p14:modId xmlns:p14="http://schemas.microsoft.com/office/powerpoint/2010/main" val="572403969"/>
              </p:ext>
            </p:extLst>
          </p:nvPr>
        </p:nvGraphicFramePr>
        <p:xfrm>
          <a:off x="2228850" y="3921919"/>
          <a:ext cx="1714500" cy="461963"/>
        </p:xfrm>
        <a:graphic>
          <a:graphicData uri="http://schemas.openxmlformats.org/presentationml/2006/ole">
            <mc:AlternateContent xmlns:mc="http://schemas.openxmlformats.org/markup-compatibility/2006">
              <mc:Choice xmlns:v="urn:schemas-microsoft-com:vml" Requires="v">
                <p:oleObj spid="_x0000_s305163" name="公式" r:id="rId6" imgW="634680" imgH="215640" progId="Equation.3">
                  <p:embed/>
                </p:oleObj>
              </mc:Choice>
              <mc:Fallback>
                <p:oleObj name="公式" r:id="rId6" imgW="634680" imgH="21564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8850" y="3921919"/>
                        <a:ext cx="1714500"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a:grpSpLocks/>
          </p:cNvGrpSpPr>
          <p:nvPr/>
        </p:nvGrpSpPr>
        <p:grpSpPr bwMode="auto">
          <a:xfrm>
            <a:off x="2007394" y="1878807"/>
            <a:ext cx="2221706" cy="1616869"/>
            <a:chOff x="726" y="2106"/>
            <a:chExt cx="1866" cy="1358"/>
          </a:xfrm>
        </p:grpSpPr>
        <p:sp>
          <p:nvSpPr>
            <p:cNvPr id="6171" name="Freeform 7"/>
            <p:cNvSpPr>
              <a:spLocks/>
            </p:cNvSpPr>
            <p:nvPr/>
          </p:nvSpPr>
          <p:spPr bwMode="auto">
            <a:xfrm>
              <a:off x="1289" y="2475"/>
              <a:ext cx="919" cy="431"/>
            </a:xfrm>
            <a:custGeom>
              <a:avLst/>
              <a:gdLst>
                <a:gd name="T0" fmla="*/ 0 w 919"/>
                <a:gd name="T1" fmla="*/ 0 h 431"/>
                <a:gd name="T2" fmla="*/ 261 w 919"/>
                <a:gd name="T3" fmla="*/ 364 h 431"/>
                <a:gd name="T4" fmla="*/ 919 w 919"/>
                <a:gd name="T5" fmla="*/ 405 h 431"/>
                <a:gd name="T6" fmla="*/ 0 60000 65536"/>
                <a:gd name="T7" fmla="*/ 0 60000 65536"/>
                <a:gd name="T8" fmla="*/ 0 60000 65536"/>
                <a:gd name="T9" fmla="*/ 0 w 919"/>
                <a:gd name="T10" fmla="*/ 0 h 431"/>
                <a:gd name="T11" fmla="*/ 919 w 919"/>
                <a:gd name="T12" fmla="*/ 431 h 431"/>
              </a:gdLst>
              <a:ahLst/>
              <a:cxnLst>
                <a:cxn ang="T6">
                  <a:pos x="T0" y="T1"/>
                </a:cxn>
                <a:cxn ang="T7">
                  <a:pos x="T2" y="T3"/>
                </a:cxn>
                <a:cxn ang="T8">
                  <a:pos x="T4" y="T5"/>
                </a:cxn>
              </a:cxnLst>
              <a:rect l="T9" t="T10" r="T11" b="T12"/>
              <a:pathLst>
                <a:path w="919" h="431">
                  <a:moveTo>
                    <a:pt x="0" y="0"/>
                  </a:moveTo>
                  <a:cubicBezTo>
                    <a:pt x="43" y="61"/>
                    <a:pt x="108" y="297"/>
                    <a:pt x="261" y="364"/>
                  </a:cubicBezTo>
                  <a:cubicBezTo>
                    <a:pt x="414" y="431"/>
                    <a:pt x="782" y="397"/>
                    <a:pt x="919" y="405"/>
                  </a:cubicBezTo>
                </a:path>
              </a:pathLst>
            </a:custGeom>
            <a:noFill/>
            <a:ln w="28575" cmpd="sng">
              <a:solidFill>
                <a:srgbClr val="0000FF"/>
              </a:solidFill>
              <a:round/>
              <a:headEnd/>
              <a:tailEnd/>
            </a:ln>
          </p:spPr>
          <p:txBody>
            <a:bodyPr wrap="none" anchor="ctr"/>
            <a:lstStyle/>
            <a:p>
              <a:endParaRPr lang="zh-CN" altLang="en-US" sz="2100"/>
            </a:p>
          </p:txBody>
        </p:sp>
        <p:sp>
          <p:nvSpPr>
            <p:cNvPr id="6172" name="Line 8"/>
            <p:cNvSpPr>
              <a:spLocks noChangeShapeType="1"/>
            </p:cNvSpPr>
            <p:nvPr/>
          </p:nvSpPr>
          <p:spPr bwMode="auto">
            <a:xfrm>
              <a:off x="1824" y="2882"/>
              <a:ext cx="96" cy="0"/>
            </a:xfrm>
            <a:prstGeom prst="line">
              <a:avLst/>
            </a:prstGeom>
            <a:noFill/>
            <a:ln w="38100">
              <a:solidFill>
                <a:srgbClr val="0000FF"/>
              </a:solidFill>
              <a:round/>
              <a:headEnd type="none" w="med" len="med"/>
              <a:tailEnd type="arrow" w="med" len="med"/>
            </a:ln>
          </p:spPr>
          <p:txBody>
            <a:bodyPr wrap="none" anchor="ctr"/>
            <a:lstStyle/>
            <a:p>
              <a:endParaRPr lang="zh-CN" altLang="en-US" sz="2100"/>
            </a:p>
          </p:txBody>
        </p:sp>
        <p:sp>
          <p:nvSpPr>
            <p:cNvPr id="6173" name="Text Box 9"/>
            <p:cNvSpPr txBox="1">
              <a:spLocks noChangeArrowheads="1"/>
            </p:cNvSpPr>
            <p:nvPr/>
          </p:nvSpPr>
          <p:spPr bwMode="auto">
            <a:xfrm>
              <a:off x="1536" y="2832"/>
              <a:ext cx="268" cy="349"/>
            </a:xfrm>
            <a:prstGeom prst="rect">
              <a:avLst/>
            </a:prstGeom>
            <a:noFill/>
            <a:ln w="9525">
              <a:noFill/>
              <a:miter lim="800000"/>
              <a:headEnd/>
              <a:tailEnd/>
            </a:ln>
          </p:spPr>
          <p:txBody>
            <a:bodyPr wrap="none">
              <a:spAutoFit/>
            </a:bodyPr>
            <a:lstStyle/>
            <a:p>
              <a:pPr>
                <a:spcBef>
                  <a:spcPct val="50000"/>
                </a:spcBef>
              </a:pPr>
              <a:r>
                <a:rPr kumimoji="1" lang="en-US" altLang="zh-CN" sz="2100" b="1">
                  <a:solidFill>
                    <a:srgbClr val="000000"/>
                  </a:solidFill>
                  <a:latin typeface="Times New Roman" pitchFamily="18" charset="0"/>
                </a:rPr>
                <a:t>2</a:t>
              </a:r>
            </a:p>
          </p:txBody>
        </p:sp>
        <p:sp>
          <p:nvSpPr>
            <p:cNvPr id="6174" name="Line 10"/>
            <p:cNvSpPr>
              <a:spLocks noChangeShapeType="1"/>
            </p:cNvSpPr>
            <p:nvPr/>
          </p:nvSpPr>
          <p:spPr bwMode="auto">
            <a:xfrm>
              <a:off x="960" y="3216"/>
              <a:ext cx="1632" cy="0"/>
            </a:xfrm>
            <a:prstGeom prst="line">
              <a:avLst/>
            </a:prstGeom>
            <a:noFill/>
            <a:ln w="19050">
              <a:solidFill>
                <a:schemeClr val="tx1"/>
              </a:solidFill>
              <a:round/>
              <a:headEnd/>
              <a:tailEnd type="triangle" w="sm" len="lg"/>
            </a:ln>
          </p:spPr>
          <p:txBody>
            <a:bodyPr wrap="none" anchor="ctr"/>
            <a:lstStyle/>
            <a:p>
              <a:endParaRPr lang="zh-CN" altLang="en-US" sz="2100"/>
            </a:p>
          </p:txBody>
        </p:sp>
        <p:sp>
          <p:nvSpPr>
            <p:cNvPr id="6175" name="Line 11"/>
            <p:cNvSpPr>
              <a:spLocks noChangeShapeType="1"/>
            </p:cNvSpPr>
            <p:nvPr/>
          </p:nvSpPr>
          <p:spPr bwMode="auto">
            <a:xfrm flipV="1">
              <a:off x="960" y="2112"/>
              <a:ext cx="0" cy="1104"/>
            </a:xfrm>
            <a:prstGeom prst="line">
              <a:avLst/>
            </a:prstGeom>
            <a:noFill/>
            <a:ln w="19050">
              <a:solidFill>
                <a:schemeClr val="tx1"/>
              </a:solidFill>
              <a:round/>
              <a:headEnd/>
              <a:tailEnd type="triangle" w="sm" len="lg"/>
            </a:ln>
          </p:spPr>
          <p:txBody>
            <a:bodyPr wrap="none" anchor="ctr"/>
            <a:lstStyle/>
            <a:p>
              <a:endParaRPr lang="zh-CN" altLang="en-US" sz="2100"/>
            </a:p>
          </p:txBody>
        </p:sp>
        <p:sp>
          <p:nvSpPr>
            <p:cNvPr id="6176" name="Freeform 12"/>
            <p:cNvSpPr>
              <a:spLocks/>
            </p:cNvSpPr>
            <p:nvPr/>
          </p:nvSpPr>
          <p:spPr bwMode="auto">
            <a:xfrm>
              <a:off x="1296" y="2352"/>
              <a:ext cx="912" cy="530"/>
            </a:xfrm>
            <a:custGeom>
              <a:avLst/>
              <a:gdLst>
                <a:gd name="T0" fmla="*/ 0 w 1296"/>
                <a:gd name="T1" fmla="*/ 104 h 624"/>
                <a:gd name="T2" fmla="*/ 238 w 1296"/>
                <a:gd name="T3" fmla="*/ 0 h 624"/>
                <a:gd name="T4" fmla="*/ 428 w 1296"/>
                <a:gd name="T5" fmla="*/ 104 h 624"/>
                <a:gd name="T6" fmla="*/ 642 w 1296"/>
                <a:gd name="T7" fmla="*/ 450 h 624"/>
                <a:gd name="T8" fmla="*/ 0 60000 65536"/>
                <a:gd name="T9" fmla="*/ 0 60000 65536"/>
                <a:gd name="T10" fmla="*/ 0 60000 65536"/>
                <a:gd name="T11" fmla="*/ 0 60000 65536"/>
                <a:gd name="T12" fmla="*/ 0 w 1296"/>
                <a:gd name="T13" fmla="*/ 0 h 624"/>
                <a:gd name="T14" fmla="*/ 1296 w 1296"/>
                <a:gd name="T15" fmla="*/ 624 h 624"/>
              </a:gdLst>
              <a:ahLst/>
              <a:cxnLst>
                <a:cxn ang="T8">
                  <a:pos x="T0" y="T1"/>
                </a:cxn>
                <a:cxn ang="T9">
                  <a:pos x="T2" y="T3"/>
                </a:cxn>
                <a:cxn ang="T10">
                  <a:pos x="T4" y="T5"/>
                </a:cxn>
                <a:cxn ang="T11">
                  <a:pos x="T6" y="T7"/>
                </a:cxn>
              </a:cxnLst>
              <a:rect l="T12" t="T13" r="T14" b="T15"/>
              <a:pathLst>
                <a:path w="1296" h="624">
                  <a:moveTo>
                    <a:pt x="0" y="144"/>
                  </a:moveTo>
                  <a:cubicBezTo>
                    <a:pt x="168" y="72"/>
                    <a:pt x="336" y="0"/>
                    <a:pt x="480" y="0"/>
                  </a:cubicBezTo>
                  <a:cubicBezTo>
                    <a:pt x="624" y="0"/>
                    <a:pt x="728" y="40"/>
                    <a:pt x="864" y="144"/>
                  </a:cubicBezTo>
                  <a:cubicBezTo>
                    <a:pt x="1000" y="248"/>
                    <a:pt x="1224" y="544"/>
                    <a:pt x="1296" y="624"/>
                  </a:cubicBezTo>
                </a:path>
              </a:pathLst>
            </a:custGeom>
            <a:noFill/>
            <a:ln w="28575" cmpd="sng">
              <a:solidFill>
                <a:srgbClr val="D60093"/>
              </a:solidFill>
              <a:round/>
              <a:headEnd/>
              <a:tailEnd/>
            </a:ln>
          </p:spPr>
          <p:txBody>
            <a:bodyPr wrap="none" anchor="ctr"/>
            <a:lstStyle/>
            <a:p>
              <a:endParaRPr lang="zh-CN" altLang="en-US" sz="2100"/>
            </a:p>
          </p:txBody>
        </p:sp>
        <p:sp>
          <p:nvSpPr>
            <p:cNvPr id="6177" name="Line 13"/>
            <p:cNvSpPr>
              <a:spLocks noChangeShapeType="1"/>
            </p:cNvSpPr>
            <p:nvPr/>
          </p:nvSpPr>
          <p:spPr bwMode="auto">
            <a:xfrm>
              <a:off x="1900" y="2472"/>
              <a:ext cx="72" cy="72"/>
            </a:xfrm>
            <a:prstGeom prst="line">
              <a:avLst/>
            </a:prstGeom>
            <a:noFill/>
            <a:ln w="38100">
              <a:solidFill>
                <a:srgbClr val="D60093"/>
              </a:solidFill>
              <a:round/>
              <a:headEnd type="none" w="med" len="med"/>
              <a:tailEnd type="arrow" w="med" len="med"/>
            </a:ln>
          </p:spPr>
          <p:txBody>
            <a:bodyPr wrap="none" anchor="ctr"/>
            <a:lstStyle/>
            <a:p>
              <a:endParaRPr lang="zh-CN" altLang="en-US" sz="2100"/>
            </a:p>
          </p:txBody>
        </p:sp>
        <p:sp>
          <p:nvSpPr>
            <p:cNvPr id="6178" name="Text Box 14"/>
            <p:cNvSpPr txBox="1">
              <a:spLocks noChangeArrowheads="1"/>
            </p:cNvSpPr>
            <p:nvPr/>
          </p:nvSpPr>
          <p:spPr bwMode="auto">
            <a:xfrm>
              <a:off x="1056" y="2304"/>
              <a:ext cx="306" cy="349"/>
            </a:xfrm>
            <a:prstGeom prst="rect">
              <a:avLst/>
            </a:prstGeom>
            <a:noFill/>
            <a:ln w="9525">
              <a:noFill/>
              <a:miter lim="800000"/>
              <a:headEnd/>
              <a:tailEnd/>
            </a:ln>
          </p:spPr>
          <p:txBody>
            <a:bodyPr wrap="none">
              <a:spAutoFit/>
            </a:bodyPr>
            <a:lstStyle/>
            <a:p>
              <a:pPr>
                <a:spcBef>
                  <a:spcPct val="50000"/>
                </a:spcBef>
              </a:pPr>
              <a:r>
                <a:rPr kumimoji="1" lang="en-US" altLang="zh-CN" sz="2100" b="1" i="1">
                  <a:solidFill>
                    <a:srgbClr val="000000"/>
                  </a:solidFill>
                  <a:latin typeface="Times New Roman" pitchFamily="18" charset="0"/>
                </a:rPr>
                <a:t>A</a:t>
              </a:r>
            </a:p>
          </p:txBody>
        </p:sp>
        <p:sp>
          <p:nvSpPr>
            <p:cNvPr id="6179" name="Text Box 15"/>
            <p:cNvSpPr txBox="1">
              <a:spLocks noChangeArrowheads="1"/>
            </p:cNvSpPr>
            <p:nvPr/>
          </p:nvSpPr>
          <p:spPr bwMode="auto">
            <a:xfrm>
              <a:off x="2231" y="2745"/>
              <a:ext cx="306" cy="349"/>
            </a:xfrm>
            <a:prstGeom prst="rect">
              <a:avLst/>
            </a:prstGeom>
            <a:noFill/>
            <a:ln w="9525">
              <a:noFill/>
              <a:miter lim="800000"/>
              <a:headEnd/>
              <a:tailEnd/>
            </a:ln>
          </p:spPr>
          <p:txBody>
            <a:bodyPr wrap="none">
              <a:spAutoFit/>
            </a:bodyPr>
            <a:lstStyle/>
            <a:p>
              <a:pPr>
                <a:spcBef>
                  <a:spcPct val="50000"/>
                </a:spcBef>
              </a:pPr>
              <a:r>
                <a:rPr kumimoji="1" lang="en-US" altLang="zh-CN" sz="2100" b="1" i="1">
                  <a:solidFill>
                    <a:srgbClr val="000000"/>
                  </a:solidFill>
                  <a:latin typeface="Times New Roman" pitchFamily="18" charset="0"/>
                </a:rPr>
                <a:t>B</a:t>
              </a:r>
            </a:p>
          </p:txBody>
        </p:sp>
        <p:sp>
          <p:nvSpPr>
            <p:cNvPr id="6180" name="Text Box 16"/>
            <p:cNvSpPr txBox="1">
              <a:spLocks noChangeArrowheads="1"/>
            </p:cNvSpPr>
            <p:nvPr/>
          </p:nvSpPr>
          <p:spPr bwMode="auto">
            <a:xfrm>
              <a:off x="1968" y="2304"/>
              <a:ext cx="268" cy="349"/>
            </a:xfrm>
            <a:prstGeom prst="rect">
              <a:avLst/>
            </a:prstGeom>
            <a:noFill/>
            <a:ln w="9525">
              <a:noFill/>
              <a:miter lim="800000"/>
              <a:headEnd/>
              <a:tailEnd/>
            </a:ln>
          </p:spPr>
          <p:txBody>
            <a:bodyPr wrap="none">
              <a:spAutoFit/>
            </a:bodyPr>
            <a:lstStyle/>
            <a:p>
              <a:pPr>
                <a:spcBef>
                  <a:spcPct val="50000"/>
                </a:spcBef>
              </a:pPr>
              <a:r>
                <a:rPr kumimoji="1" lang="en-US" altLang="zh-CN" sz="2100" b="1">
                  <a:solidFill>
                    <a:srgbClr val="000000"/>
                  </a:solidFill>
                  <a:latin typeface="Times New Roman" pitchFamily="18" charset="0"/>
                </a:rPr>
                <a:t>1</a:t>
              </a:r>
            </a:p>
          </p:txBody>
        </p:sp>
        <p:sp>
          <p:nvSpPr>
            <p:cNvPr id="6181" name="Text Box 17"/>
            <p:cNvSpPr txBox="1">
              <a:spLocks noChangeArrowheads="1"/>
            </p:cNvSpPr>
            <p:nvPr/>
          </p:nvSpPr>
          <p:spPr bwMode="auto">
            <a:xfrm>
              <a:off x="1146" y="2175"/>
              <a:ext cx="299" cy="595"/>
            </a:xfrm>
            <a:prstGeom prst="rect">
              <a:avLst/>
            </a:prstGeom>
            <a:noFill/>
            <a:ln w="9525">
              <a:noFill/>
              <a:miter lim="800000"/>
              <a:headEnd/>
              <a:tailEnd/>
            </a:ln>
          </p:spPr>
          <p:txBody>
            <a:bodyPr wrap="none">
              <a:spAutoFit/>
            </a:bodyPr>
            <a:lstStyle/>
            <a:p>
              <a:pPr>
                <a:spcBef>
                  <a:spcPct val="50000"/>
                </a:spcBef>
              </a:pPr>
              <a:r>
                <a:rPr kumimoji="1" lang="en-US" altLang="zh-CN" sz="4000" b="1" dirty="0" smtClean="0">
                  <a:solidFill>
                    <a:srgbClr val="FF0000"/>
                  </a:solidFill>
                  <a:latin typeface="Times New Roman" pitchFamily="18" charset="0"/>
                </a:rPr>
                <a:t>·</a:t>
              </a:r>
              <a:endParaRPr kumimoji="1" lang="en-US" altLang="zh-CN" sz="4000" b="1" dirty="0">
                <a:solidFill>
                  <a:srgbClr val="000000"/>
                </a:solidFill>
                <a:latin typeface="Times New Roman" pitchFamily="18" charset="0"/>
              </a:endParaRPr>
            </a:p>
          </p:txBody>
        </p:sp>
        <p:sp>
          <p:nvSpPr>
            <p:cNvPr id="6182" name="Rectangle 18"/>
            <p:cNvSpPr>
              <a:spLocks noChangeArrowheads="1"/>
            </p:cNvSpPr>
            <p:nvPr/>
          </p:nvSpPr>
          <p:spPr bwMode="auto">
            <a:xfrm>
              <a:off x="2053" y="2573"/>
              <a:ext cx="299" cy="595"/>
            </a:xfrm>
            <a:prstGeom prst="rect">
              <a:avLst/>
            </a:prstGeom>
            <a:noFill/>
            <a:ln w="9525">
              <a:noFill/>
              <a:miter lim="800000"/>
              <a:headEnd/>
              <a:tailEnd/>
            </a:ln>
          </p:spPr>
          <p:txBody>
            <a:bodyPr wrap="none">
              <a:spAutoFit/>
            </a:bodyPr>
            <a:lstStyle/>
            <a:p>
              <a:pPr lvl="0">
                <a:spcBef>
                  <a:spcPct val="50000"/>
                </a:spcBef>
              </a:pPr>
              <a:r>
                <a:rPr kumimoji="1" lang="en-US" altLang="zh-CN" sz="4000" b="1" dirty="0">
                  <a:solidFill>
                    <a:srgbClr val="FF0000"/>
                  </a:solidFill>
                  <a:latin typeface="Times New Roman" pitchFamily="18" charset="0"/>
                </a:rPr>
                <a:t>·</a:t>
              </a:r>
              <a:endParaRPr kumimoji="1" lang="en-US" altLang="zh-CN" sz="4000" b="1" dirty="0">
                <a:solidFill>
                  <a:srgbClr val="000000"/>
                </a:solidFill>
                <a:latin typeface="Times New Roman" pitchFamily="18" charset="0"/>
              </a:endParaRPr>
            </a:p>
          </p:txBody>
        </p:sp>
        <p:graphicFrame>
          <p:nvGraphicFramePr>
            <p:cNvPr id="6151" name="Object 19"/>
            <p:cNvGraphicFramePr>
              <a:graphicFrameLocks noChangeAspect="1"/>
            </p:cNvGraphicFramePr>
            <p:nvPr/>
          </p:nvGraphicFramePr>
          <p:xfrm>
            <a:off x="726" y="2106"/>
            <a:ext cx="209" cy="234"/>
          </p:xfrm>
          <a:graphic>
            <a:graphicData uri="http://schemas.openxmlformats.org/presentationml/2006/ole">
              <mc:AlternateContent xmlns:mc="http://schemas.openxmlformats.org/markup-compatibility/2006">
                <mc:Choice xmlns:v="urn:schemas-microsoft-com:vml" Requires="v">
                  <p:oleObj spid="_x0000_s305164" name="Equation" r:id="rId8" imgW="203040" imgH="241200" progId="Equation.3">
                    <p:embed/>
                  </p:oleObj>
                </mc:Choice>
                <mc:Fallback>
                  <p:oleObj name="Equation" r:id="rId8" imgW="203040" imgH="2412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6" y="2106"/>
                          <a:ext cx="209" cy="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2" name="Object 20"/>
            <p:cNvGraphicFramePr>
              <a:graphicFrameLocks noChangeAspect="1"/>
            </p:cNvGraphicFramePr>
            <p:nvPr/>
          </p:nvGraphicFramePr>
          <p:xfrm>
            <a:off x="2352" y="3264"/>
            <a:ext cx="179" cy="200"/>
          </p:xfrm>
          <a:graphic>
            <a:graphicData uri="http://schemas.openxmlformats.org/presentationml/2006/ole">
              <mc:AlternateContent xmlns:mc="http://schemas.openxmlformats.org/markup-compatibility/2006">
                <mc:Choice xmlns:v="urn:schemas-microsoft-com:vml" Requires="v">
                  <p:oleObj spid="_x0000_s305165" name="Equation" r:id="rId10" imgW="215640" imgH="241200" progId="Equation.3">
                    <p:embed/>
                  </p:oleObj>
                </mc:Choice>
                <mc:Fallback>
                  <p:oleObj name="Equation" r:id="rId10" imgW="215640" imgH="24120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2" y="3264"/>
                          <a:ext cx="179"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3" name="Object 21"/>
            <p:cNvGraphicFramePr>
              <a:graphicFrameLocks noChangeAspect="1"/>
            </p:cNvGraphicFramePr>
            <p:nvPr/>
          </p:nvGraphicFramePr>
          <p:xfrm>
            <a:off x="864" y="3216"/>
            <a:ext cx="177" cy="204"/>
          </p:xfrm>
          <a:graphic>
            <a:graphicData uri="http://schemas.openxmlformats.org/presentationml/2006/ole">
              <mc:AlternateContent xmlns:mc="http://schemas.openxmlformats.org/markup-compatibility/2006">
                <mc:Choice xmlns:v="urn:schemas-microsoft-com:vml" Requires="v">
                  <p:oleObj spid="_x0000_s305166" name="Equation" r:id="rId12" imgW="164880" imgH="190440" progId="Equation.3">
                    <p:embed/>
                  </p:oleObj>
                </mc:Choice>
                <mc:Fallback>
                  <p:oleObj name="Equation" r:id="rId12" imgW="164880" imgH="190440" progId="Equation.3">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4" y="3216"/>
                          <a:ext cx="177" cy="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22"/>
          <p:cNvGrpSpPr>
            <a:grpSpLocks/>
          </p:cNvGrpSpPr>
          <p:nvPr/>
        </p:nvGrpSpPr>
        <p:grpSpPr bwMode="auto">
          <a:xfrm>
            <a:off x="4750593" y="1878807"/>
            <a:ext cx="2221706" cy="1616869"/>
            <a:chOff x="2886" y="2058"/>
            <a:chExt cx="1866" cy="1358"/>
          </a:xfrm>
        </p:grpSpPr>
        <p:sp>
          <p:nvSpPr>
            <p:cNvPr id="6158" name="Freeform 24"/>
            <p:cNvSpPr>
              <a:spLocks/>
            </p:cNvSpPr>
            <p:nvPr/>
          </p:nvSpPr>
          <p:spPr bwMode="auto">
            <a:xfrm>
              <a:off x="3449" y="2427"/>
              <a:ext cx="919" cy="431"/>
            </a:xfrm>
            <a:custGeom>
              <a:avLst/>
              <a:gdLst>
                <a:gd name="T0" fmla="*/ 0 w 919"/>
                <a:gd name="T1" fmla="*/ 0 h 431"/>
                <a:gd name="T2" fmla="*/ 261 w 919"/>
                <a:gd name="T3" fmla="*/ 364 h 431"/>
                <a:gd name="T4" fmla="*/ 919 w 919"/>
                <a:gd name="T5" fmla="*/ 405 h 431"/>
                <a:gd name="T6" fmla="*/ 0 60000 65536"/>
                <a:gd name="T7" fmla="*/ 0 60000 65536"/>
                <a:gd name="T8" fmla="*/ 0 60000 65536"/>
                <a:gd name="T9" fmla="*/ 0 w 919"/>
                <a:gd name="T10" fmla="*/ 0 h 431"/>
                <a:gd name="T11" fmla="*/ 919 w 919"/>
                <a:gd name="T12" fmla="*/ 431 h 431"/>
              </a:gdLst>
              <a:ahLst/>
              <a:cxnLst>
                <a:cxn ang="T6">
                  <a:pos x="T0" y="T1"/>
                </a:cxn>
                <a:cxn ang="T7">
                  <a:pos x="T2" y="T3"/>
                </a:cxn>
                <a:cxn ang="T8">
                  <a:pos x="T4" y="T5"/>
                </a:cxn>
              </a:cxnLst>
              <a:rect l="T9" t="T10" r="T11" b="T12"/>
              <a:pathLst>
                <a:path w="919" h="431">
                  <a:moveTo>
                    <a:pt x="0" y="0"/>
                  </a:moveTo>
                  <a:cubicBezTo>
                    <a:pt x="43" y="61"/>
                    <a:pt x="108" y="297"/>
                    <a:pt x="261" y="364"/>
                  </a:cubicBezTo>
                  <a:cubicBezTo>
                    <a:pt x="414" y="431"/>
                    <a:pt x="782" y="397"/>
                    <a:pt x="919" y="405"/>
                  </a:cubicBezTo>
                </a:path>
              </a:pathLst>
            </a:custGeom>
            <a:noFill/>
            <a:ln w="28575" cmpd="sng">
              <a:solidFill>
                <a:srgbClr val="0000FF"/>
              </a:solidFill>
              <a:round/>
              <a:headEnd/>
              <a:tailEnd/>
            </a:ln>
          </p:spPr>
          <p:txBody>
            <a:bodyPr wrap="none" anchor="ctr"/>
            <a:lstStyle/>
            <a:p>
              <a:endParaRPr lang="zh-CN" altLang="en-US" sz="2100"/>
            </a:p>
          </p:txBody>
        </p:sp>
        <p:sp>
          <p:nvSpPr>
            <p:cNvPr id="6159" name="Line 25"/>
            <p:cNvSpPr>
              <a:spLocks noChangeShapeType="1"/>
            </p:cNvSpPr>
            <p:nvPr/>
          </p:nvSpPr>
          <p:spPr bwMode="auto">
            <a:xfrm>
              <a:off x="3888" y="2832"/>
              <a:ext cx="77" cy="0"/>
            </a:xfrm>
            <a:prstGeom prst="line">
              <a:avLst/>
            </a:prstGeom>
            <a:noFill/>
            <a:ln w="38100">
              <a:solidFill>
                <a:srgbClr val="0000FF"/>
              </a:solidFill>
              <a:round/>
              <a:headEnd type="arrow" w="med" len="med"/>
              <a:tailEnd type="none" w="med" len="med"/>
            </a:ln>
          </p:spPr>
          <p:txBody>
            <a:bodyPr wrap="none" anchor="ctr"/>
            <a:lstStyle/>
            <a:p>
              <a:endParaRPr lang="zh-CN" altLang="en-US" sz="2100"/>
            </a:p>
          </p:txBody>
        </p:sp>
        <p:sp>
          <p:nvSpPr>
            <p:cNvPr id="6160" name="Text Box 26"/>
            <p:cNvSpPr txBox="1">
              <a:spLocks noChangeArrowheads="1"/>
            </p:cNvSpPr>
            <p:nvPr/>
          </p:nvSpPr>
          <p:spPr bwMode="auto">
            <a:xfrm>
              <a:off x="3772" y="2832"/>
              <a:ext cx="268" cy="349"/>
            </a:xfrm>
            <a:prstGeom prst="rect">
              <a:avLst/>
            </a:prstGeom>
            <a:noFill/>
            <a:ln w="9525">
              <a:noFill/>
              <a:miter lim="800000"/>
              <a:headEnd/>
              <a:tailEnd/>
            </a:ln>
          </p:spPr>
          <p:txBody>
            <a:bodyPr wrap="none">
              <a:spAutoFit/>
            </a:bodyPr>
            <a:lstStyle/>
            <a:p>
              <a:pPr>
                <a:spcBef>
                  <a:spcPct val="50000"/>
                </a:spcBef>
              </a:pPr>
              <a:r>
                <a:rPr kumimoji="1" lang="en-US" altLang="zh-CN" sz="2100" b="1">
                  <a:solidFill>
                    <a:srgbClr val="000000"/>
                  </a:solidFill>
                  <a:latin typeface="Times New Roman" pitchFamily="18" charset="0"/>
                </a:rPr>
                <a:t>2</a:t>
              </a:r>
            </a:p>
          </p:txBody>
        </p:sp>
        <p:sp>
          <p:nvSpPr>
            <p:cNvPr id="6161" name="Line 27"/>
            <p:cNvSpPr>
              <a:spLocks noChangeShapeType="1"/>
            </p:cNvSpPr>
            <p:nvPr/>
          </p:nvSpPr>
          <p:spPr bwMode="auto">
            <a:xfrm>
              <a:off x="3120" y="3168"/>
              <a:ext cx="1632" cy="0"/>
            </a:xfrm>
            <a:prstGeom prst="line">
              <a:avLst/>
            </a:prstGeom>
            <a:noFill/>
            <a:ln w="19050">
              <a:solidFill>
                <a:schemeClr val="tx1"/>
              </a:solidFill>
              <a:round/>
              <a:headEnd/>
              <a:tailEnd type="triangle" w="sm" len="lg"/>
            </a:ln>
          </p:spPr>
          <p:txBody>
            <a:bodyPr wrap="none" anchor="ctr"/>
            <a:lstStyle/>
            <a:p>
              <a:endParaRPr lang="zh-CN" altLang="en-US" sz="2100"/>
            </a:p>
          </p:txBody>
        </p:sp>
        <p:sp>
          <p:nvSpPr>
            <p:cNvPr id="6162" name="Line 28"/>
            <p:cNvSpPr>
              <a:spLocks noChangeShapeType="1"/>
            </p:cNvSpPr>
            <p:nvPr/>
          </p:nvSpPr>
          <p:spPr bwMode="auto">
            <a:xfrm flipV="1">
              <a:off x="3120" y="2064"/>
              <a:ext cx="0" cy="1104"/>
            </a:xfrm>
            <a:prstGeom prst="line">
              <a:avLst/>
            </a:prstGeom>
            <a:noFill/>
            <a:ln w="19050">
              <a:solidFill>
                <a:schemeClr val="tx1"/>
              </a:solidFill>
              <a:round/>
              <a:headEnd/>
              <a:tailEnd type="triangle" w="sm" len="lg"/>
            </a:ln>
          </p:spPr>
          <p:txBody>
            <a:bodyPr wrap="none" anchor="ctr"/>
            <a:lstStyle/>
            <a:p>
              <a:endParaRPr lang="zh-CN" altLang="en-US" sz="2100"/>
            </a:p>
          </p:txBody>
        </p:sp>
        <p:sp>
          <p:nvSpPr>
            <p:cNvPr id="6163" name="Freeform 29"/>
            <p:cNvSpPr>
              <a:spLocks/>
            </p:cNvSpPr>
            <p:nvPr/>
          </p:nvSpPr>
          <p:spPr bwMode="auto">
            <a:xfrm>
              <a:off x="3456" y="2304"/>
              <a:ext cx="912" cy="530"/>
            </a:xfrm>
            <a:custGeom>
              <a:avLst/>
              <a:gdLst>
                <a:gd name="T0" fmla="*/ 0 w 1296"/>
                <a:gd name="T1" fmla="*/ 104 h 624"/>
                <a:gd name="T2" fmla="*/ 238 w 1296"/>
                <a:gd name="T3" fmla="*/ 0 h 624"/>
                <a:gd name="T4" fmla="*/ 428 w 1296"/>
                <a:gd name="T5" fmla="*/ 104 h 624"/>
                <a:gd name="T6" fmla="*/ 642 w 1296"/>
                <a:gd name="T7" fmla="*/ 450 h 624"/>
                <a:gd name="T8" fmla="*/ 0 60000 65536"/>
                <a:gd name="T9" fmla="*/ 0 60000 65536"/>
                <a:gd name="T10" fmla="*/ 0 60000 65536"/>
                <a:gd name="T11" fmla="*/ 0 60000 65536"/>
                <a:gd name="T12" fmla="*/ 0 w 1296"/>
                <a:gd name="T13" fmla="*/ 0 h 624"/>
                <a:gd name="T14" fmla="*/ 1296 w 1296"/>
                <a:gd name="T15" fmla="*/ 624 h 624"/>
              </a:gdLst>
              <a:ahLst/>
              <a:cxnLst>
                <a:cxn ang="T8">
                  <a:pos x="T0" y="T1"/>
                </a:cxn>
                <a:cxn ang="T9">
                  <a:pos x="T2" y="T3"/>
                </a:cxn>
                <a:cxn ang="T10">
                  <a:pos x="T4" y="T5"/>
                </a:cxn>
                <a:cxn ang="T11">
                  <a:pos x="T6" y="T7"/>
                </a:cxn>
              </a:cxnLst>
              <a:rect l="T12" t="T13" r="T14" b="T15"/>
              <a:pathLst>
                <a:path w="1296" h="624">
                  <a:moveTo>
                    <a:pt x="0" y="144"/>
                  </a:moveTo>
                  <a:cubicBezTo>
                    <a:pt x="168" y="72"/>
                    <a:pt x="336" y="0"/>
                    <a:pt x="480" y="0"/>
                  </a:cubicBezTo>
                  <a:cubicBezTo>
                    <a:pt x="624" y="0"/>
                    <a:pt x="728" y="40"/>
                    <a:pt x="864" y="144"/>
                  </a:cubicBezTo>
                  <a:cubicBezTo>
                    <a:pt x="1000" y="248"/>
                    <a:pt x="1224" y="544"/>
                    <a:pt x="1296" y="624"/>
                  </a:cubicBezTo>
                </a:path>
              </a:pathLst>
            </a:custGeom>
            <a:noFill/>
            <a:ln w="28575" cmpd="sng">
              <a:solidFill>
                <a:srgbClr val="D60093"/>
              </a:solidFill>
              <a:round/>
              <a:headEnd/>
              <a:tailEnd/>
            </a:ln>
          </p:spPr>
          <p:txBody>
            <a:bodyPr wrap="none" anchor="ctr"/>
            <a:lstStyle/>
            <a:p>
              <a:endParaRPr lang="zh-CN" altLang="en-US" sz="2100"/>
            </a:p>
          </p:txBody>
        </p:sp>
        <p:sp>
          <p:nvSpPr>
            <p:cNvPr id="6164" name="Line 30"/>
            <p:cNvSpPr>
              <a:spLocks noChangeShapeType="1"/>
            </p:cNvSpPr>
            <p:nvPr/>
          </p:nvSpPr>
          <p:spPr bwMode="auto">
            <a:xfrm>
              <a:off x="4080" y="2448"/>
              <a:ext cx="48" cy="48"/>
            </a:xfrm>
            <a:prstGeom prst="line">
              <a:avLst/>
            </a:prstGeom>
            <a:noFill/>
            <a:ln w="38100">
              <a:solidFill>
                <a:srgbClr val="D60093"/>
              </a:solidFill>
              <a:round/>
              <a:headEnd type="none" w="med" len="med"/>
              <a:tailEnd type="arrow" w="med" len="med"/>
            </a:ln>
          </p:spPr>
          <p:txBody>
            <a:bodyPr wrap="none" anchor="ctr"/>
            <a:lstStyle/>
            <a:p>
              <a:endParaRPr lang="zh-CN" altLang="en-US" sz="2100"/>
            </a:p>
          </p:txBody>
        </p:sp>
        <p:sp>
          <p:nvSpPr>
            <p:cNvPr id="6165" name="Text Box 31"/>
            <p:cNvSpPr txBox="1">
              <a:spLocks noChangeArrowheads="1"/>
            </p:cNvSpPr>
            <p:nvPr/>
          </p:nvSpPr>
          <p:spPr bwMode="auto">
            <a:xfrm>
              <a:off x="3196" y="2252"/>
              <a:ext cx="306" cy="349"/>
            </a:xfrm>
            <a:prstGeom prst="rect">
              <a:avLst/>
            </a:prstGeom>
            <a:noFill/>
            <a:ln w="9525">
              <a:noFill/>
              <a:miter lim="800000"/>
              <a:headEnd/>
              <a:tailEnd/>
            </a:ln>
          </p:spPr>
          <p:txBody>
            <a:bodyPr wrap="none">
              <a:spAutoFit/>
            </a:bodyPr>
            <a:lstStyle/>
            <a:p>
              <a:pPr>
                <a:spcBef>
                  <a:spcPct val="50000"/>
                </a:spcBef>
              </a:pPr>
              <a:r>
                <a:rPr kumimoji="1" lang="en-US" altLang="zh-CN" sz="2100" b="1" i="1" dirty="0">
                  <a:solidFill>
                    <a:srgbClr val="000000"/>
                  </a:solidFill>
                  <a:latin typeface="Times New Roman" pitchFamily="18" charset="0"/>
                </a:rPr>
                <a:t>A</a:t>
              </a:r>
            </a:p>
          </p:txBody>
        </p:sp>
        <p:sp>
          <p:nvSpPr>
            <p:cNvPr id="6166" name="Text Box 32"/>
            <p:cNvSpPr txBox="1">
              <a:spLocks noChangeArrowheads="1"/>
            </p:cNvSpPr>
            <p:nvPr/>
          </p:nvSpPr>
          <p:spPr bwMode="auto">
            <a:xfrm>
              <a:off x="4391" y="2697"/>
              <a:ext cx="306" cy="349"/>
            </a:xfrm>
            <a:prstGeom prst="rect">
              <a:avLst/>
            </a:prstGeom>
            <a:noFill/>
            <a:ln w="9525">
              <a:noFill/>
              <a:miter lim="800000"/>
              <a:headEnd/>
              <a:tailEnd/>
            </a:ln>
          </p:spPr>
          <p:txBody>
            <a:bodyPr wrap="none">
              <a:spAutoFit/>
            </a:bodyPr>
            <a:lstStyle/>
            <a:p>
              <a:pPr>
                <a:spcBef>
                  <a:spcPct val="50000"/>
                </a:spcBef>
              </a:pPr>
              <a:r>
                <a:rPr kumimoji="1" lang="en-US" altLang="zh-CN" sz="2100" b="1" i="1">
                  <a:solidFill>
                    <a:srgbClr val="000000"/>
                  </a:solidFill>
                  <a:latin typeface="Times New Roman" pitchFamily="18" charset="0"/>
                </a:rPr>
                <a:t>B</a:t>
              </a:r>
            </a:p>
          </p:txBody>
        </p:sp>
        <p:sp>
          <p:nvSpPr>
            <p:cNvPr id="6167" name="Text Box 33"/>
            <p:cNvSpPr txBox="1">
              <a:spLocks noChangeArrowheads="1"/>
            </p:cNvSpPr>
            <p:nvPr/>
          </p:nvSpPr>
          <p:spPr bwMode="auto">
            <a:xfrm>
              <a:off x="4128" y="2256"/>
              <a:ext cx="268" cy="349"/>
            </a:xfrm>
            <a:prstGeom prst="rect">
              <a:avLst/>
            </a:prstGeom>
            <a:noFill/>
            <a:ln w="9525">
              <a:noFill/>
              <a:miter lim="800000"/>
              <a:headEnd/>
              <a:tailEnd/>
            </a:ln>
          </p:spPr>
          <p:txBody>
            <a:bodyPr wrap="none">
              <a:spAutoFit/>
            </a:bodyPr>
            <a:lstStyle/>
            <a:p>
              <a:pPr>
                <a:spcBef>
                  <a:spcPct val="50000"/>
                </a:spcBef>
              </a:pPr>
              <a:r>
                <a:rPr kumimoji="1" lang="en-US" altLang="zh-CN" sz="2100" b="1">
                  <a:solidFill>
                    <a:srgbClr val="000000"/>
                  </a:solidFill>
                  <a:latin typeface="Times New Roman" pitchFamily="18" charset="0"/>
                </a:rPr>
                <a:t>1</a:t>
              </a:r>
            </a:p>
          </p:txBody>
        </p:sp>
        <p:sp>
          <p:nvSpPr>
            <p:cNvPr id="6168" name="Text Box 34"/>
            <p:cNvSpPr txBox="1">
              <a:spLocks noChangeArrowheads="1"/>
            </p:cNvSpPr>
            <p:nvPr/>
          </p:nvSpPr>
          <p:spPr bwMode="auto">
            <a:xfrm>
              <a:off x="3313" y="2135"/>
              <a:ext cx="299" cy="595"/>
            </a:xfrm>
            <a:prstGeom prst="rect">
              <a:avLst/>
            </a:prstGeom>
            <a:noFill/>
            <a:ln w="9525">
              <a:noFill/>
              <a:miter lim="800000"/>
              <a:headEnd/>
              <a:tailEnd/>
            </a:ln>
          </p:spPr>
          <p:txBody>
            <a:bodyPr wrap="none">
              <a:spAutoFit/>
            </a:bodyPr>
            <a:lstStyle/>
            <a:p>
              <a:pPr lvl="0">
                <a:spcBef>
                  <a:spcPct val="50000"/>
                </a:spcBef>
              </a:pPr>
              <a:r>
                <a:rPr kumimoji="1" lang="en-US" altLang="zh-CN" sz="4000" b="1" dirty="0">
                  <a:solidFill>
                    <a:srgbClr val="FF0000"/>
                  </a:solidFill>
                  <a:latin typeface="Times New Roman" pitchFamily="18" charset="0"/>
                </a:rPr>
                <a:t>·</a:t>
              </a:r>
              <a:endParaRPr kumimoji="1" lang="en-US" altLang="zh-CN" sz="4000" b="1" dirty="0">
                <a:solidFill>
                  <a:srgbClr val="000000"/>
                </a:solidFill>
                <a:latin typeface="Times New Roman" pitchFamily="18" charset="0"/>
              </a:endParaRPr>
            </a:p>
          </p:txBody>
        </p:sp>
        <p:sp>
          <p:nvSpPr>
            <p:cNvPr id="6169" name="Rectangle 35"/>
            <p:cNvSpPr>
              <a:spLocks noChangeArrowheads="1"/>
            </p:cNvSpPr>
            <p:nvPr/>
          </p:nvSpPr>
          <p:spPr bwMode="auto">
            <a:xfrm>
              <a:off x="4209" y="2532"/>
              <a:ext cx="299" cy="595"/>
            </a:xfrm>
            <a:prstGeom prst="rect">
              <a:avLst/>
            </a:prstGeom>
            <a:noFill/>
            <a:ln w="9525">
              <a:noFill/>
              <a:miter lim="800000"/>
              <a:headEnd/>
              <a:tailEnd/>
            </a:ln>
          </p:spPr>
          <p:txBody>
            <a:bodyPr wrap="none">
              <a:spAutoFit/>
            </a:bodyPr>
            <a:lstStyle/>
            <a:p>
              <a:pPr lvl="0">
                <a:spcBef>
                  <a:spcPct val="50000"/>
                </a:spcBef>
              </a:pPr>
              <a:r>
                <a:rPr kumimoji="1" lang="en-US" altLang="zh-CN" sz="4000" b="1" dirty="0">
                  <a:solidFill>
                    <a:srgbClr val="FF0000"/>
                  </a:solidFill>
                  <a:latin typeface="Times New Roman" pitchFamily="18" charset="0"/>
                </a:rPr>
                <a:t>·</a:t>
              </a:r>
              <a:endParaRPr kumimoji="1" lang="en-US" altLang="zh-CN" sz="4000" b="1" dirty="0">
                <a:solidFill>
                  <a:srgbClr val="000000"/>
                </a:solidFill>
                <a:latin typeface="Times New Roman" pitchFamily="18" charset="0"/>
              </a:endParaRPr>
            </a:p>
          </p:txBody>
        </p:sp>
        <p:graphicFrame>
          <p:nvGraphicFramePr>
            <p:cNvPr id="6148" name="Object 36"/>
            <p:cNvGraphicFramePr>
              <a:graphicFrameLocks noChangeAspect="1"/>
            </p:cNvGraphicFramePr>
            <p:nvPr/>
          </p:nvGraphicFramePr>
          <p:xfrm>
            <a:off x="2886" y="2058"/>
            <a:ext cx="209" cy="234"/>
          </p:xfrm>
          <a:graphic>
            <a:graphicData uri="http://schemas.openxmlformats.org/presentationml/2006/ole">
              <mc:AlternateContent xmlns:mc="http://schemas.openxmlformats.org/markup-compatibility/2006">
                <mc:Choice xmlns:v="urn:schemas-microsoft-com:vml" Requires="v">
                  <p:oleObj spid="_x0000_s305167" name="Equation" r:id="rId14" imgW="203040" imgH="241200" progId="Equation.3">
                    <p:embed/>
                  </p:oleObj>
                </mc:Choice>
                <mc:Fallback>
                  <p:oleObj name="Equation" r:id="rId14" imgW="203040" imgH="241200" progId="Equation.3">
                    <p:embed/>
                    <p:pic>
                      <p:nvPicPr>
                        <p:cNvPr id="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86" y="2058"/>
                          <a:ext cx="209" cy="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37"/>
            <p:cNvGraphicFramePr>
              <a:graphicFrameLocks noChangeAspect="1"/>
            </p:cNvGraphicFramePr>
            <p:nvPr/>
          </p:nvGraphicFramePr>
          <p:xfrm>
            <a:off x="4512" y="3216"/>
            <a:ext cx="179" cy="200"/>
          </p:xfrm>
          <a:graphic>
            <a:graphicData uri="http://schemas.openxmlformats.org/presentationml/2006/ole">
              <mc:AlternateContent xmlns:mc="http://schemas.openxmlformats.org/markup-compatibility/2006">
                <mc:Choice xmlns:v="urn:schemas-microsoft-com:vml" Requires="v">
                  <p:oleObj spid="_x0000_s305168" name="Equation" r:id="rId15" imgW="215640" imgH="241200" progId="Equation.3">
                    <p:embed/>
                  </p:oleObj>
                </mc:Choice>
                <mc:Fallback>
                  <p:oleObj name="Equation" r:id="rId15" imgW="215640" imgH="241200" progId="Equation.3">
                    <p:embed/>
                    <p:pic>
                      <p:nvPicPr>
                        <p:cNvPr id="0"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12" y="3216"/>
                          <a:ext cx="179"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0" name="Object 38"/>
            <p:cNvGraphicFramePr>
              <a:graphicFrameLocks noChangeAspect="1"/>
            </p:cNvGraphicFramePr>
            <p:nvPr/>
          </p:nvGraphicFramePr>
          <p:xfrm>
            <a:off x="3024" y="3168"/>
            <a:ext cx="177" cy="204"/>
          </p:xfrm>
          <a:graphic>
            <a:graphicData uri="http://schemas.openxmlformats.org/presentationml/2006/ole">
              <mc:AlternateContent xmlns:mc="http://schemas.openxmlformats.org/markup-compatibility/2006">
                <mc:Choice xmlns:v="urn:schemas-microsoft-com:vml" Requires="v">
                  <p:oleObj spid="_x0000_s305169" name="Equation" r:id="rId16" imgW="164880" imgH="190440" progId="Equation.3">
                    <p:embed/>
                  </p:oleObj>
                </mc:Choice>
                <mc:Fallback>
                  <p:oleObj name="Equation" r:id="rId16" imgW="164880" imgH="190440" progId="Equation.3">
                    <p:embed/>
                    <p:pic>
                      <p:nvPicPr>
                        <p:cNvPr id="0"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24" y="3168"/>
                          <a:ext cx="177" cy="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0180"/>
                                        </p:tgtEl>
                                        <p:attrNameLst>
                                          <p:attrName>style.visibility</p:attrName>
                                        </p:attrNameLst>
                                      </p:cBhvr>
                                      <p:to>
                                        <p:strVal val="visible"/>
                                      </p:to>
                                    </p:set>
                                    <p:animEffect transition="in" filter="blinds(horizontal)">
                                      <p:cBhvr>
                                        <p:cTn id="12" dur="500"/>
                                        <p:tgtEl>
                                          <p:spTgt spid="5018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50179"/>
                                        </p:tgtEl>
                                        <p:attrNameLst>
                                          <p:attrName>style.visibility</p:attrName>
                                        </p:attrNameLst>
                                      </p:cBhvr>
                                      <p:to>
                                        <p:strVal val="visible"/>
                                      </p:to>
                                    </p:set>
                                    <p:animEffect transition="in" filter="blinds(vertical)">
                                      <p:cBhvr>
                                        <p:cTn id="22" dur="500"/>
                                        <p:tgtEl>
                                          <p:spTgt spid="5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7" name="Text Box 2"/>
          <p:cNvSpPr txBox="1">
            <a:spLocks noChangeArrowheads="1"/>
          </p:cNvSpPr>
          <p:nvPr/>
        </p:nvSpPr>
        <p:spPr bwMode="auto">
          <a:xfrm>
            <a:off x="796428" y="487036"/>
            <a:ext cx="3429000" cy="415498"/>
          </a:xfrm>
          <a:prstGeom prst="rect">
            <a:avLst/>
          </a:prstGeom>
          <a:noFill/>
          <a:ln w="9525">
            <a:noFill/>
            <a:miter lim="800000"/>
            <a:headEnd/>
            <a:tailEnd/>
          </a:ln>
        </p:spPr>
        <p:txBody>
          <a:bodyPr>
            <a:spAutoFit/>
          </a:bodyPr>
          <a:lstStyle/>
          <a:p>
            <a:pPr>
              <a:spcBef>
                <a:spcPct val="50000"/>
              </a:spcBef>
            </a:pPr>
            <a:r>
              <a:rPr kumimoji="1" lang="zh-CN" altLang="en-US" sz="2100" b="1" dirty="0">
                <a:solidFill>
                  <a:srgbClr val="CC0000"/>
                </a:solidFill>
                <a:latin typeface="Times New Roman" pitchFamily="18" charset="0"/>
              </a:rPr>
              <a:t>二、热力学第一定律</a:t>
            </a:r>
          </a:p>
        </p:txBody>
      </p:sp>
      <p:sp>
        <p:nvSpPr>
          <p:cNvPr id="51204" name="Text Box 4"/>
          <p:cNvSpPr txBox="1">
            <a:spLocks noChangeArrowheads="1"/>
          </p:cNvSpPr>
          <p:nvPr/>
        </p:nvSpPr>
        <p:spPr bwMode="auto">
          <a:xfrm>
            <a:off x="1234578" y="902534"/>
            <a:ext cx="7080747" cy="1061829"/>
          </a:xfrm>
          <a:prstGeom prst="rect">
            <a:avLst/>
          </a:prstGeom>
          <a:noFill/>
          <a:ln w="9525">
            <a:noFill/>
            <a:miter lim="800000"/>
            <a:headEnd/>
            <a:tailEnd/>
          </a:ln>
        </p:spPr>
        <p:txBody>
          <a:bodyPr wrap="square">
            <a:spAutoFit/>
          </a:bodyPr>
          <a:lstStyle/>
          <a:p>
            <a:pPr>
              <a:lnSpc>
                <a:spcPct val="150000"/>
              </a:lnSpc>
              <a:spcBef>
                <a:spcPct val="50000"/>
              </a:spcBef>
            </a:pPr>
            <a:r>
              <a:rPr kumimoji="1" lang="en-US" altLang="zh-CN" sz="2100" b="1" dirty="0">
                <a:solidFill>
                  <a:srgbClr val="080808"/>
                </a:solidFill>
                <a:latin typeface="Times New Roman" pitchFamily="18" charset="0"/>
              </a:rPr>
              <a:t>         </a:t>
            </a:r>
            <a:r>
              <a:rPr kumimoji="1" lang="zh-CN" altLang="en-US" sz="2100" b="1" dirty="0">
                <a:solidFill>
                  <a:srgbClr val="080808"/>
                </a:solidFill>
                <a:latin typeface="Times New Roman" pitchFamily="18" charset="0"/>
              </a:rPr>
              <a:t>系统</a:t>
            </a:r>
            <a:r>
              <a:rPr kumimoji="1" lang="zh-CN" altLang="en-US" sz="2100" b="1" dirty="0">
                <a:solidFill>
                  <a:srgbClr val="000000"/>
                </a:solidFill>
                <a:latin typeface="Times New Roman" pitchFamily="18" charset="0"/>
              </a:rPr>
              <a:t>从外界</a:t>
            </a:r>
            <a:r>
              <a:rPr kumimoji="1" lang="zh-CN" altLang="en-US" sz="2100" b="1" dirty="0">
                <a:solidFill>
                  <a:srgbClr val="0000FF"/>
                </a:solidFill>
                <a:latin typeface="Times New Roman" pitchFamily="18" charset="0"/>
              </a:rPr>
              <a:t>吸收的热量</a:t>
            </a:r>
            <a:r>
              <a:rPr kumimoji="1" lang="zh-CN" altLang="en-US" sz="2100" b="1" dirty="0">
                <a:solidFill>
                  <a:srgbClr val="000000"/>
                </a:solidFill>
                <a:latin typeface="Times New Roman" pitchFamily="18" charset="0"/>
              </a:rPr>
              <a:t>，一部分使系统的</a:t>
            </a:r>
            <a:r>
              <a:rPr kumimoji="1" lang="zh-CN" altLang="en-US" sz="2100" b="1" dirty="0">
                <a:solidFill>
                  <a:srgbClr val="0000FF"/>
                </a:solidFill>
                <a:latin typeface="Times New Roman" pitchFamily="18" charset="0"/>
              </a:rPr>
              <a:t>内能增加</a:t>
            </a:r>
            <a:r>
              <a:rPr kumimoji="1" lang="zh-CN" altLang="en-US" sz="2100" b="1" dirty="0">
                <a:solidFill>
                  <a:srgbClr val="000000"/>
                </a:solidFill>
                <a:latin typeface="Times New Roman" pitchFamily="18" charset="0"/>
              </a:rPr>
              <a:t>，另一部分使系统</a:t>
            </a:r>
            <a:r>
              <a:rPr kumimoji="1" lang="zh-CN" altLang="en-US" sz="2100" b="1" dirty="0">
                <a:solidFill>
                  <a:srgbClr val="0000FF"/>
                </a:solidFill>
                <a:latin typeface="Times New Roman" pitchFamily="18" charset="0"/>
              </a:rPr>
              <a:t>对外界做功</a:t>
            </a:r>
            <a:r>
              <a:rPr kumimoji="1" lang="zh-CN" altLang="en-US" sz="2100" b="1" dirty="0">
                <a:solidFill>
                  <a:srgbClr val="000000"/>
                </a:solidFill>
                <a:latin typeface="Times New Roman" pitchFamily="18" charset="0"/>
              </a:rPr>
              <a:t> </a:t>
            </a:r>
            <a:r>
              <a:rPr kumimoji="1" lang="en-US" altLang="zh-CN" sz="2100" b="1" dirty="0">
                <a:solidFill>
                  <a:srgbClr val="000000"/>
                </a:solidFill>
                <a:latin typeface="Times New Roman" pitchFamily="18" charset="0"/>
              </a:rPr>
              <a:t>.</a:t>
            </a:r>
            <a:endParaRPr kumimoji="1" lang="en-US" altLang="zh-CN" sz="2100" b="1" dirty="0">
              <a:solidFill>
                <a:srgbClr val="CC0000"/>
              </a:solidFill>
              <a:latin typeface="Times New Roman" pitchFamily="18" charset="0"/>
            </a:endParaRPr>
          </a:p>
        </p:txBody>
      </p:sp>
      <p:graphicFrame>
        <p:nvGraphicFramePr>
          <p:cNvPr id="51224" name="Object 24"/>
          <p:cNvGraphicFramePr>
            <a:graphicFrameLocks noChangeAspect="1"/>
          </p:cNvGraphicFramePr>
          <p:nvPr>
            <p:extLst>
              <p:ext uri="{D42A27DB-BD31-4B8C-83A1-F6EECF244321}">
                <p14:modId xmlns:p14="http://schemas.microsoft.com/office/powerpoint/2010/main" val="1545941443"/>
              </p:ext>
            </p:extLst>
          </p:nvPr>
        </p:nvGraphicFramePr>
        <p:xfrm>
          <a:off x="1993345" y="2522935"/>
          <a:ext cx="1681163" cy="431006"/>
        </p:xfrm>
        <a:graphic>
          <a:graphicData uri="http://schemas.openxmlformats.org/presentationml/2006/ole">
            <mc:AlternateContent xmlns:mc="http://schemas.openxmlformats.org/markup-compatibility/2006">
              <mc:Choice xmlns:v="urn:schemas-microsoft-com:vml" Requires="v">
                <p:oleObj spid="_x0000_s7753" name="Equation" r:id="rId3" imgW="787320" imgH="203040" progId="Equation.DSMT4">
                  <p:embed/>
                </p:oleObj>
              </mc:Choice>
              <mc:Fallback>
                <p:oleObj name="Equation" r:id="rId3" imgW="787320" imgH="203040" progId="Equation.DSMT4">
                  <p:embed/>
                  <p:pic>
                    <p:nvPicPr>
                      <p:cNvPr id="0" name="Object 24"/>
                      <p:cNvPicPr>
                        <a:picLocks noChangeAspect="1" noChangeArrowheads="1"/>
                      </p:cNvPicPr>
                      <p:nvPr/>
                    </p:nvPicPr>
                    <p:blipFill>
                      <a:blip r:embed="rId4"/>
                      <a:srcRect/>
                      <a:stretch>
                        <a:fillRect/>
                      </a:stretch>
                    </p:blipFill>
                    <p:spPr bwMode="auto">
                      <a:xfrm>
                        <a:off x="1993345" y="2522935"/>
                        <a:ext cx="1681163" cy="431006"/>
                      </a:xfrm>
                      <a:prstGeom prst="rect">
                        <a:avLst/>
                      </a:prstGeom>
                      <a:noFill/>
                      <a:ln>
                        <a:noFill/>
                      </a:ln>
                      <a:extLst/>
                    </p:spPr>
                  </p:pic>
                </p:oleObj>
              </mc:Fallback>
            </mc:AlternateContent>
          </a:graphicData>
        </a:graphic>
      </p:graphicFrame>
      <p:graphicFrame>
        <p:nvGraphicFramePr>
          <p:cNvPr id="25" name="Object 4"/>
          <p:cNvGraphicFramePr>
            <a:graphicFrameLocks noChangeAspect="1"/>
          </p:cNvGraphicFramePr>
          <p:nvPr>
            <p:extLst>
              <p:ext uri="{D42A27DB-BD31-4B8C-83A1-F6EECF244321}">
                <p14:modId xmlns:p14="http://schemas.microsoft.com/office/powerpoint/2010/main" val="2167905164"/>
              </p:ext>
            </p:extLst>
          </p:nvPr>
        </p:nvGraphicFramePr>
        <p:xfrm>
          <a:off x="1905715" y="3921919"/>
          <a:ext cx="2118122" cy="454819"/>
        </p:xfrm>
        <a:graphic>
          <a:graphicData uri="http://schemas.openxmlformats.org/presentationml/2006/ole">
            <mc:AlternateContent xmlns:mc="http://schemas.openxmlformats.org/markup-compatibility/2006">
              <mc:Choice xmlns:v="urn:schemas-microsoft-com:vml" Requires="v">
                <p:oleObj spid="_x0000_s7754" name="Equation" r:id="rId5" imgW="939600" imgH="203040" progId="Equation.DSMT4">
                  <p:embed/>
                </p:oleObj>
              </mc:Choice>
              <mc:Fallback>
                <p:oleObj name="Equation" r:id="rId5" imgW="939600" imgH="203040" progId="Equation.DSMT4">
                  <p:embed/>
                  <p:pic>
                    <p:nvPicPr>
                      <p:cNvPr id="0" name="Object 4"/>
                      <p:cNvPicPr>
                        <a:picLocks noChangeAspect="1" noChangeArrowheads="1"/>
                      </p:cNvPicPr>
                      <p:nvPr/>
                    </p:nvPicPr>
                    <p:blipFill>
                      <a:blip r:embed="rId6"/>
                      <a:srcRect/>
                      <a:stretch>
                        <a:fillRect/>
                      </a:stretch>
                    </p:blipFill>
                    <p:spPr bwMode="auto">
                      <a:xfrm>
                        <a:off x="1905715" y="3921919"/>
                        <a:ext cx="2118122"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 Box 5"/>
          <p:cNvSpPr txBox="1">
            <a:spLocks noChangeArrowheads="1"/>
          </p:cNvSpPr>
          <p:nvPr/>
        </p:nvSpPr>
        <p:spPr bwMode="auto">
          <a:xfrm>
            <a:off x="1362213" y="3315061"/>
            <a:ext cx="1836204" cy="415498"/>
          </a:xfrm>
          <a:prstGeom prst="rect">
            <a:avLst/>
          </a:prstGeom>
          <a:noFill/>
          <a:ln w="9525">
            <a:noFill/>
            <a:miter lim="800000"/>
            <a:headEnd/>
            <a:tailEnd/>
          </a:ln>
          <a:effectLst/>
        </p:spPr>
        <p:txBody>
          <a:bodyPr wrap="square">
            <a:spAutoFit/>
          </a:bodyPr>
          <a:lstStyle/>
          <a:p>
            <a:pPr algn="ctr">
              <a:spcBef>
                <a:spcPct val="50000"/>
              </a:spcBef>
              <a:defRPr/>
            </a:pPr>
            <a:r>
              <a:rPr kumimoji="1" lang="zh-CN" altLang="en-US" sz="2100" b="1" dirty="0">
                <a:solidFill>
                  <a:srgbClr val="CC0000"/>
                </a:solidFill>
                <a:latin typeface="Times New Roman" pitchFamily="18" charset="0"/>
                <a:ea typeface="宋体" pitchFamily="2" charset="-122"/>
              </a:rPr>
              <a:t>微变过程：</a:t>
            </a:r>
          </a:p>
        </p:txBody>
      </p:sp>
      <p:graphicFrame>
        <p:nvGraphicFramePr>
          <p:cNvPr id="7178" name="Object 10"/>
          <p:cNvGraphicFramePr>
            <a:graphicFrameLocks noChangeAspect="1"/>
          </p:cNvGraphicFramePr>
          <p:nvPr>
            <p:extLst>
              <p:ext uri="{D42A27DB-BD31-4B8C-83A1-F6EECF244321}">
                <p14:modId xmlns:p14="http://schemas.microsoft.com/office/powerpoint/2010/main" val="2707052525"/>
              </p:ext>
            </p:extLst>
          </p:nvPr>
        </p:nvGraphicFramePr>
        <p:xfrm>
          <a:off x="5930416" y="2354950"/>
          <a:ext cx="1851634" cy="810090"/>
        </p:xfrm>
        <a:graphic>
          <a:graphicData uri="http://schemas.openxmlformats.org/presentationml/2006/ole">
            <mc:AlternateContent xmlns:mc="http://schemas.openxmlformats.org/markup-compatibility/2006">
              <mc:Choice xmlns:v="urn:schemas-microsoft-com:vml" Requires="v">
                <p:oleObj spid="_x0000_s7755" name="Equation" r:id="rId7" imgW="812520" imgH="355320" progId="Equation.DSMT4">
                  <p:embed/>
                </p:oleObj>
              </mc:Choice>
              <mc:Fallback>
                <p:oleObj name="Equation" r:id="rId7" imgW="812520" imgH="355320" progId="Equation.DSMT4">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30416" y="2354950"/>
                        <a:ext cx="1851634" cy="81009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2042359640"/>
              </p:ext>
            </p:extLst>
          </p:nvPr>
        </p:nvGraphicFramePr>
        <p:xfrm>
          <a:off x="4023836" y="3921919"/>
          <a:ext cx="1746647" cy="454819"/>
        </p:xfrm>
        <a:graphic>
          <a:graphicData uri="http://schemas.openxmlformats.org/presentationml/2006/ole">
            <mc:AlternateContent xmlns:mc="http://schemas.openxmlformats.org/markup-compatibility/2006">
              <mc:Choice xmlns:v="urn:schemas-microsoft-com:vml" Requires="v">
                <p:oleObj spid="_x0000_s7756" name="Equation" r:id="rId9" imgW="774360" imgH="203040" progId="Equation.DSMT4">
                  <p:embed/>
                </p:oleObj>
              </mc:Choice>
              <mc:Fallback>
                <p:oleObj name="Equation" r:id="rId9" imgW="774360" imgH="203040" progId="Equation.DSMT4">
                  <p:embed/>
                  <p:pic>
                    <p:nvPicPr>
                      <p:cNvPr id="0" name=""/>
                      <p:cNvPicPr>
                        <a:picLocks noChangeAspect="1" noChangeArrowheads="1"/>
                      </p:cNvPicPr>
                      <p:nvPr/>
                    </p:nvPicPr>
                    <p:blipFill>
                      <a:blip r:embed="rId10"/>
                      <a:srcRect/>
                      <a:stretch>
                        <a:fillRect/>
                      </a:stretch>
                    </p:blipFill>
                    <p:spPr bwMode="auto">
                      <a:xfrm>
                        <a:off x="4023836" y="3921919"/>
                        <a:ext cx="1746647"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24"/>
          <p:cNvGraphicFramePr>
            <a:graphicFrameLocks noChangeAspect="1"/>
          </p:cNvGraphicFramePr>
          <p:nvPr>
            <p:extLst>
              <p:ext uri="{D42A27DB-BD31-4B8C-83A1-F6EECF244321}">
                <p14:modId xmlns:p14="http://schemas.microsoft.com/office/powerpoint/2010/main" val="1443938146"/>
              </p:ext>
            </p:extLst>
          </p:nvPr>
        </p:nvGraphicFramePr>
        <p:xfrm>
          <a:off x="3644028" y="2476977"/>
          <a:ext cx="1897856" cy="484585"/>
        </p:xfrm>
        <a:graphic>
          <a:graphicData uri="http://schemas.openxmlformats.org/presentationml/2006/ole">
            <mc:AlternateContent xmlns:mc="http://schemas.openxmlformats.org/markup-compatibility/2006">
              <mc:Choice xmlns:v="urn:schemas-microsoft-com:vml" Requires="v">
                <p:oleObj spid="_x0000_s7757" name="Equation" r:id="rId11" imgW="888840" imgH="228600" progId="Equation.DSMT4">
                  <p:embed/>
                </p:oleObj>
              </mc:Choice>
              <mc:Fallback>
                <p:oleObj name="Equation" r:id="rId11" imgW="888840" imgH="228600" progId="Equation.DSMT4">
                  <p:embed/>
                  <p:pic>
                    <p:nvPicPr>
                      <p:cNvPr id="0" name=""/>
                      <p:cNvPicPr>
                        <a:picLocks noChangeAspect="1" noChangeArrowheads="1"/>
                      </p:cNvPicPr>
                      <p:nvPr/>
                    </p:nvPicPr>
                    <p:blipFill>
                      <a:blip r:embed="rId12"/>
                      <a:srcRect/>
                      <a:stretch>
                        <a:fillRect/>
                      </a:stretch>
                    </p:blipFill>
                    <p:spPr bwMode="auto">
                      <a:xfrm>
                        <a:off x="3644028" y="2476977"/>
                        <a:ext cx="1897856" cy="484585"/>
                      </a:xfrm>
                      <a:prstGeom prst="rect">
                        <a:avLst/>
                      </a:prstGeom>
                      <a:noFill/>
                      <a:ln>
                        <a:noFill/>
                      </a:ln>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51224"/>
                                        </p:tgtEl>
                                        <p:attrNameLst>
                                          <p:attrName>style.visibility</p:attrName>
                                        </p:attrNameLst>
                                      </p:cBhvr>
                                      <p:to>
                                        <p:strVal val="visible"/>
                                      </p:to>
                                    </p:set>
                                    <p:animEffect transition="in" filter="blinds(vertical)">
                                      <p:cBhvr>
                                        <p:cTn id="7" dur="500"/>
                                        <p:tgtEl>
                                          <p:spTgt spid="512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8"/>
                                        </p:tgtEl>
                                        <p:attrNameLst>
                                          <p:attrName>style.visibility</p:attrName>
                                        </p:attrNameLst>
                                      </p:cBhvr>
                                      <p:to>
                                        <p:strVal val="visible"/>
                                      </p:to>
                                    </p:set>
                                    <p:animEffect transition="in" filter="wipe(left)">
                                      <p:cBhvr>
                                        <p:cTn id="17" dur="500"/>
                                        <p:tgtEl>
                                          <p:spTgt spid="717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linds(horizontal)">
                                      <p:cBhvr>
                                        <p:cTn id="22" dur="500"/>
                                        <p:tgtEl>
                                          <p:spTgt spid="26"/>
                                        </p:tgtEl>
                                      </p:cBhvr>
                                    </p:animEffect>
                                  </p:childTnLst>
                                </p:cTn>
                              </p:par>
                              <p:par>
                                <p:cTn id="23" presetID="3" presetClass="entr" presetSubtype="1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blinds(horizontal)">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linds(horizontal)">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28"/>
          <p:cNvGrpSpPr>
            <a:grpSpLocks/>
          </p:cNvGrpSpPr>
          <p:nvPr/>
        </p:nvGrpSpPr>
        <p:grpSpPr bwMode="auto">
          <a:xfrm>
            <a:off x="1808280" y="1488692"/>
            <a:ext cx="6000750" cy="1387078"/>
            <a:chOff x="336" y="2272"/>
            <a:chExt cx="5040" cy="1165"/>
          </a:xfrm>
        </p:grpSpPr>
        <p:sp>
          <p:nvSpPr>
            <p:cNvPr id="41" name="Rectangle 9"/>
            <p:cNvSpPr>
              <a:spLocks noChangeArrowheads="1"/>
            </p:cNvSpPr>
            <p:nvPr/>
          </p:nvSpPr>
          <p:spPr bwMode="auto">
            <a:xfrm>
              <a:off x="336" y="2272"/>
              <a:ext cx="4848" cy="1152"/>
            </a:xfrm>
            <a:prstGeom prst="rect">
              <a:avLst/>
            </a:prstGeom>
            <a:noFill/>
            <a:ln w="19050">
              <a:solidFill>
                <a:srgbClr val="0000FF"/>
              </a:solidFill>
              <a:miter lim="800000"/>
              <a:headEnd/>
              <a:tailEnd/>
            </a:ln>
            <a:effectLst/>
          </p:spPr>
          <p:txBody>
            <a:bodyPr wrap="none" anchor="ctr"/>
            <a:lstStyle/>
            <a:p>
              <a:pPr defTabSz="685800" fontAlgn="auto">
                <a:spcBef>
                  <a:spcPts val="0"/>
                </a:spcBef>
                <a:spcAft>
                  <a:spcPts val="0"/>
                </a:spcAft>
                <a:defRPr/>
              </a:pPr>
              <a:endParaRPr lang="zh-CN" altLang="en-US" sz="2100" b="1" kern="0">
                <a:solidFill>
                  <a:sysClr val="windowText" lastClr="000000"/>
                </a:solidFill>
              </a:endParaRPr>
            </a:p>
          </p:txBody>
        </p:sp>
        <p:sp>
          <p:nvSpPr>
            <p:cNvPr id="42" name="Line 10"/>
            <p:cNvSpPr>
              <a:spLocks noChangeShapeType="1"/>
            </p:cNvSpPr>
            <p:nvPr/>
          </p:nvSpPr>
          <p:spPr bwMode="auto">
            <a:xfrm>
              <a:off x="336" y="2656"/>
              <a:ext cx="4848" cy="0"/>
            </a:xfrm>
            <a:prstGeom prst="line">
              <a:avLst/>
            </a:prstGeom>
            <a:noFill/>
            <a:ln w="9525">
              <a:solidFill>
                <a:srgbClr val="545472"/>
              </a:solidFill>
              <a:round/>
              <a:headEnd/>
              <a:tailEnd/>
            </a:ln>
            <a:effectLst/>
          </p:spPr>
          <p:txBody>
            <a:bodyPr wrap="none" anchor="ctr"/>
            <a:lstStyle/>
            <a:p>
              <a:pPr defTabSz="685800" fontAlgn="auto">
                <a:spcBef>
                  <a:spcPts val="0"/>
                </a:spcBef>
                <a:spcAft>
                  <a:spcPts val="0"/>
                </a:spcAft>
                <a:defRPr/>
              </a:pPr>
              <a:endParaRPr lang="zh-CN" altLang="en-US" sz="2100" b="1" kern="0">
                <a:solidFill>
                  <a:sysClr val="windowText" lastClr="000000"/>
                </a:solidFill>
              </a:endParaRPr>
            </a:p>
          </p:txBody>
        </p:sp>
        <p:sp>
          <p:nvSpPr>
            <p:cNvPr id="43" name="Line 11"/>
            <p:cNvSpPr>
              <a:spLocks noChangeShapeType="1"/>
            </p:cNvSpPr>
            <p:nvPr/>
          </p:nvSpPr>
          <p:spPr bwMode="auto">
            <a:xfrm>
              <a:off x="336" y="3088"/>
              <a:ext cx="4848" cy="0"/>
            </a:xfrm>
            <a:prstGeom prst="line">
              <a:avLst/>
            </a:prstGeom>
            <a:noFill/>
            <a:ln w="9525">
              <a:solidFill>
                <a:srgbClr val="545472"/>
              </a:solidFill>
              <a:round/>
              <a:headEnd/>
              <a:tailEnd/>
            </a:ln>
            <a:effectLst/>
          </p:spPr>
          <p:txBody>
            <a:bodyPr wrap="none" anchor="ctr"/>
            <a:lstStyle/>
            <a:p>
              <a:pPr defTabSz="685800" fontAlgn="auto">
                <a:spcBef>
                  <a:spcPts val="0"/>
                </a:spcBef>
                <a:spcAft>
                  <a:spcPts val="0"/>
                </a:spcAft>
                <a:defRPr/>
              </a:pPr>
              <a:endParaRPr lang="zh-CN" altLang="en-US" sz="2100" b="1" kern="0">
                <a:solidFill>
                  <a:sysClr val="windowText" lastClr="000000"/>
                </a:solidFill>
              </a:endParaRPr>
            </a:p>
          </p:txBody>
        </p:sp>
        <p:sp>
          <p:nvSpPr>
            <p:cNvPr id="44" name="Line 12"/>
            <p:cNvSpPr>
              <a:spLocks noChangeShapeType="1"/>
            </p:cNvSpPr>
            <p:nvPr/>
          </p:nvSpPr>
          <p:spPr bwMode="auto">
            <a:xfrm>
              <a:off x="3360" y="2272"/>
              <a:ext cx="0" cy="1152"/>
            </a:xfrm>
            <a:prstGeom prst="line">
              <a:avLst/>
            </a:prstGeom>
            <a:noFill/>
            <a:ln w="19050">
              <a:solidFill>
                <a:srgbClr val="6600CC"/>
              </a:solidFill>
              <a:round/>
              <a:headEnd/>
              <a:tailEnd/>
            </a:ln>
            <a:effectLst/>
          </p:spPr>
          <p:txBody>
            <a:bodyPr wrap="none" anchor="ctr"/>
            <a:lstStyle/>
            <a:p>
              <a:pPr defTabSz="685800" fontAlgn="auto">
                <a:spcBef>
                  <a:spcPts val="0"/>
                </a:spcBef>
                <a:spcAft>
                  <a:spcPts val="0"/>
                </a:spcAft>
                <a:defRPr/>
              </a:pPr>
              <a:endParaRPr lang="zh-CN" altLang="en-US" sz="2100" b="1" kern="0">
                <a:solidFill>
                  <a:sysClr val="windowText" lastClr="000000"/>
                </a:solidFill>
              </a:endParaRPr>
            </a:p>
          </p:txBody>
        </p:sp>
        <p:sp>
          <p:nvSpPr>
            <p:cNvPr id="45" name="Text Box 13"/>
            <p:cNvSpPr txBox="1">
              <a:spLocks noChangeArrowheads="1"/>
            </p:cNvSpPr>
            <p:nvPr/>
          </p:nvSpPr>
          <p:spPr bwMode="auto">
            <a:xfrm>
              <a:off x="474" y="2620"/>
              <a:ext cx="357" cy="504"/>
            </a:xfrm>
            <a:prstGeom prst="rect">
              <a:avLst/>
            </a:prstGeom>
            <a:noFill/>
            <a:ln w="9525">
              <a:noFill/>
              <a:miter lim="800000"/>
              <a:headEnd/>
              <a:tailEnd/>
            </a:ln>
            <a:effectLst/>
          </p:spPr>
          <p:txBody>
            <a:bodyPr wrap="none">
              <a:spAutoFit/>
            </a:bodyPr>
            <a:lstStyle/>
            <a:p>
              <a:pPr defTabSz="685800" fontAlgn="auto">
                <a:spcBef>
                  <a:spcPct val="50000"/>
                </a:spcBef>
                <a:spcAft>
                  <a:spcPts val="0"/>
                </a:spcAft>
                <a:defRPr/>
              </a:pPr>
              <a:r>
                <a:rPr lang="en-US" altLang="zh-CN" sz="3300" b="1" kern="0" dirty="0">
                  <a:solidFill>
                    <a:srgbClr val="FF0000"/>
                  </a:solidFill>
                  <a:latin typeface="Times New Roman" pitchFamily="18" charset="0"/>
                </a:rPr>
                <a:t>+</a:t>
              </a:r>
            </a:p>
          </p:txBody>
        </p:sp>
        <p:graphicFrame>
          <p:nvGraphicFramePr>
            <p:cNvPr id="46" name="Object 15"/>
            <p:cNvGraphicFramePr>
              <a:graphicFrameLocks noChangeAspect="1"/>
            </p:cNvGraphicFramePr>
            <p:nvPr/>
          </p:nvGraphicFramePr>
          <p:xfrm>
            <a:off x="2493" y="2317"/>
            <a:ext cx="482" cy="301"/>
          </p:xfrm>
          <a:graphic>
            <a:graphicData uri="http://schemas.openxmlformats.org/presentationml/2006/ole">
              <mc:AlternateContent xmlns:mc="http://schemas.openxmlformats.org/markup-compatibility/2006">
                <mc:Choice xmlns:v="urn:schemas-microsoft-com:vml" Requires="v">
                  <p:oleObj spid="_x0000_s9876" name="Equation" r:id="rId3" imgW="241200" imgH="164880" progId="Equation.DSMT4">
                    <p:embed/>
                  </p:oleObj>
                </mc:Choice>
                <mc:Fallback>
                  <p:oleObj name="Equation" r:id="rId3" imgW="241200" imgH="16488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3" y="2317"/>
                          <a:ext cx="482"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Text Box 16"/>
            <p:cNvSpPr txBox="1">
              <a:spLocks noChangeArrowheads="1"/>
            </p:cNvSpPr>
            <p:nvPr/>
          </p:nvSpPr>
          <p:spPr bwMode="auto">
            <a:xfrm>
              <a:off x="1008" y="2752"/>
              <a:ext cx="1430" cy="349"/>
            </a:xfrm>
            <a:prstGeom prst="rect">
              <a:avLst/>
            </a:prstGeom>
            <a:noFill/>
            <a:ln w="9525">
              <a:noFill/>
              <a:miter lim="800000"/>
              <a:headEnd/>
              <a:tailEnd/>
            </a:ln>
            <a:effectLst/>
          </p:spPr>
          <p:txBody>
            <a:bodyPr>
              <a:spAutoFit/>
            </a:bodyPr>
            <a:lstStyle/>
            <a:p>
              <a:pPr defTabSz="685800" fontAlgn="auto">
                <a:spcBef>
                  <a:spcPct val="50000"/>
                </a:spcBef>
                <a:spcAft>
                  <a:spcPts val="0"/>
                </a:spcAft>
                <a:defRPr/>
              </a:pPr>
              <a:r>
                <a:rPr lang="zh-CN" altLang="en-US" sz="2100" b="1" kern="0">
                  <a:solidFill>
                    <a:srgbClr val="040000"/>
                  </a:solidFill>
                  <a:latin typeface="Times New Roman" pitchFamily="18" charset="0"/>
                </a:rPr>
                <a:t>系统吸热</a:t>
              </a:r>
            </a:p>
          </p:txBody>
        </p:sp>
        <p:sp>
          <p:nvSpPr>
            <p:cNvPr id="48" name="Text Box 17"/>
            <p:cNvSpPr txBox="1">
              <a:spLocks noChangeArrowheads="1"/>
            </p:cNvSpPr>
            <p:nvPr/>
          </p:nvSpPr>
          <p:spPr bwMode="auto">
            <a:xfrm>
              <a:off x="1008" y="3088"/>
              <a:ext cx="1526" cy="349"/>
            </a:xfrm>
            <a:prstGeom prst="rect">
              <a:avLst/>
            </a:prstGeom>
            <a:noFill/>
            <a:ln w="9525">
              <a:noFill/>
              <a:miter lim="800000"/>
              <a:headEnd/>
              <a:tailEnd/>
            </a:ln>
            <a:effectLst/>
          </p:spPr>
          <p:txBody>
            <a:bodyPr>
              <a:spAutoFit/>
            </a:bodyPr>
            <a:lstStyle/>
            <a:p>
              <a:pPr defTabSz="685800" fontAlgn="auto">
                <a:spcBef>
                  <a:spcPct val="50000"/>
                </a:spcBef>
                <a:spcAft>
                  <a:spcPts val="0"/>
                </a:spcAft>
                <a:defRPr/>
              </a:pPr>
              <a:r>
                <a:rPr lang="zh-CN" altLang="en-US" sz="2100" b="1" kern="0">
                  <a:solidFill>
                    <a:srgbClr val="040000"/>
                  </a:solidFill>
                  <a:latin typeface="Times New Roman" pitchFamily="18" charset="0"/>
                </a:rPr>
                <a:t>系统放热</a:t>
              </a:r>
            </a:p>
          </p:txBody>
        </p:sp>
        <p:sp>
          <p:nvSpPr>
            <p:cNvPr id="49" name="Text Box 18"/>
            <p:cNvSpPr txBox="1">
              <a:spLocks noChangeArrowheads="1"/>
            </p:cNvSpPr>
            <p:nvPr/>
          </p:nvSpPr>
          <p:spPr bwMode="auto">
            <a:xfrm>
              <a:off x="2208" y="2752"/>
              <a:ext cx="1283" cy="349"/>
            </a:xfrm>
            <a:prstGeom prst="rect">
              <a:avLst/>
            </a:prstGeom>
            <a:noFill/>
            <a:ln w="9525">
              <a:noFill/>
              <a:miter lim="800000"/>
              <a:headEnd/>
              <a:tailEnd/>
            </a:ln>
            <a:effectLst/>
          </p:spPr>
          <p:txBody>
            <a:bodyPr>
              <a:spAutoFit/>
            </a:bodyPr>
            <a:lstStyle/>
            <a:p>
              <a:pPr defTabSz="685800" fontAlgn="auto">
                <a:spcBef>
                  <a:spcPct val="50000"/>
                </a:spcBef>
                <a:spcAft>
                  <a:spcPts val="0"/>
                </a:spcAft>
                <a:defRPr/>
              </a:pPr>
              <a:r>
                <a:rPr lang="zh-CN" altLang="en-US" sz="2100" b="1" kern="0">
                  <a:solidFill>
                    <a:srgbClr val="040000"/>
                  </a:solidFill>
                  <a:latin typeface="Times New Roman" pitchFamily="18" charset="0"/>
                </a:rPr>
                <a:t>内能增加</a:t>
              </a:r>
            </a:p>
          </p:txBody>
        </p:sp>
        <p:sp>
          <p:nvSpPr>
            <p:cNvPr id="50" name="Text Box 19"/>
            <p:cNvSpPr txBox="1">
              <a:spLocks noChangeArrowheads="1"/>
            </p:cNvSpPr>
            <p:nvPr/>
          </p:nvSpPr>
          <p:spPr bwMode="auto">
            <a:xfrm>
              <a:off x="2221" y="3088"/>
              <a:ext cx="1331" cy="349"/>
            </a:xfrm>
            <a:prstGeom prst="rect">
              <a:avLst/>
            </a:prstGeom>
            <a:noFill/>
            <a:ln w="9525">
              <a:noFill/>
              <a:miter lim="800000"/>
              <a:headEnd/>
              <a:tailEnd/>
            </a:ln>
            <a:effectLst/>
          </p:spPr>
          <p:txBody>
            <a:bodyPr>
              <a:spAutoFit/>
            </a:bodyPr>
            <a:lstStyle/>
            <a:p>
              <a:pPr defTabSz="685800" fontAlgn="auto">
                <a:spcBef>
                  <a:spcPct val="50000"/>
                </a:spcBef>
                <a:spcAft>
                  <a:spcPts val="0"/>
                </a:spcAft>
                <a:defRPr/>
              </a:pPr>
              <a:r>
                <a:rPr lang="zh-CN" altLang="en-US" sz="2100" b="1" kern="0">
                  <a:solidFill>
                    <a:srgbClr val="040000"/>
                  </a:solidFill>
                  <a:latin typeface="Times New Roman" pitchFamily="18" charset="0"/>
                </a:rPr>
                <a:t>内能减少</a:t>
              </a:r>
            </a:p>
          </p:txBody>
        </p:sp>
        <p:sp>
          <p:nvSpPr>
            <p:cNvPr id="51" name="Text Box 20"/>
            <p:cNvSpPr txBox="1">
              <a:spLocks noChangeArrowheads="1"/>
            </p:cNvSpPr>
            <p:nvPr/>
          </p:nvSpPr>
          <p:spPr bwMode="auto">
            <a:xfrm>
              <a:off x="3408" y="2752"/>
              <a:ext cx="1968" cy="349"/>
            </a:xfrm>
            <a:prstGeom prst="rect">
              <a:avLst/>
            </a:prstGeom>
            <a:noFill/>
            <a:ln w="9525">
              <a:noFill/>
              <a:miter lim="800000"/>
              <a:headEnd/>
              <a:tailEnd/>
            </a:ln>
            <a:effectLst/>
          </p:spPr>
          <p:txBody>
            <a:bodyPr>
              <a:spAutoFit/>
            </a:bodyPr>
            <a:lstStyle/>
            <a:p>
              <a:pPr defTabSz="685800" fontAlgn="auto">
                <a:spcBef>
                  <a:spcPct val="50000"/>
                </a:spcBef>
                <a:spcAft>
                  <a:spcPts val="0"/>
                </a:spcAft>
                <a:defRPr/>
              </a:pPr>
              <a:r>
                <a:rPr lang="zh-CN" altLang="en-US" sz="2100" b="1" kern="0" dirty="0">
                  <a:solidFill>
                    <a:srgbClr val="FF0000"/>
                  </a:solidFill>
                  <a:latin typeface="Times New Roman" pitchFamily="18" charset="0"/>
                </a:rPr>
                <a:t>系统</a:t>
              </a:r>
              <a:r>
                <a:rPr lang="zh-CN" altLang="en-US" sz="2100" b="1" kern="0" dirty="0">
                  <a:solidFill>
                    <a:srgbClr val="040000"/>
                  </a:solidFill>
                  <a:latin typeface="Times New Roman" pitchFamily="18" charset="0"/>
                </a:rPr>
                <a:t>对</a:t>
              </a:r>
              <a:r>
                <a:rPr lang="zh-CN" altLang="en-US" sz="2100" b="1" kern="0" dirty="0">
                  <a:solidFill>
                    <a:srgbClr val="FF0000"/>
                  </a:solidFill>
                  <a:latin typeface="Times New Roman" pitchFamily="18" charset="0"/>
                </a:rPr>
                <a:t>外界</a:t>
              </a:r>
              <a:r>
                <a:rPr lang="zh-CN" altLang="en-US" sz="2100" b="1" kern="0" dirty="0">
                  <a:solidFill>
                    <a:srgbClr val="040000"/>
                  </a:solidFill>
                  <a:latin typeface="Times New Roman" pitchFamily="18" charset="0"/>
                </a:rPr>
                <a:t>作功</a:t>
              </a:r>
            </a:p>
          </p:txBody>
        </p:sp>
        <p:sp>
          <p:nvSpPr>
            <p:cNvPr id="52" name="Rectangle 21"/>
            <p:cNvSpPr>
              <a:spLocks noChangeArrowheads="1"/>
            </p:cNvSpPr>
            <p:nvPr/>
          </p:nvSpPr>
          <p:spPr bwMode="auto">
            <a:xfrm>
              <a:off x="3408" y="3088"/>
              <a:ext cx="1920" cy="349"/>
            </a:xfrm>
            <a:prstGeom prst="rect">
              <a:avLst/>
            </a:prstGeom>
            <a:noFill/>
            <a:ln w="9525">
              <a:noFill/>
              <a:miter lim="800000"/>
              <a:headEnd/>
              <a:tailEnd/>
            </a:ln>
            <a:effectLst/>
          </p:spPr>
          <p:txBody>
            <a:bodyPr>
              <a:spAutoFit/>
            </a:bodyPr>
            <a:lstStyle/>
            <a:p>
              <a:pPr defTabSz="685800" fontAlgn="auto">
                <a:spcBef>
                  <a:spcPct val="50000"/>
                </a:spcBef>
                <a:spcAft>
                  <a:spcPts val="0"/>
                </a:spcAft>
                <a:defRPr/>
              </a:pPr>
              <a:r>
                <a:rPr lang="zh-CN" altLang="en-US" sz="2100" b="1" kern="0" dirty="0">
                  <a:solidFill>
                    <a:srgbClr val="3333FF"/>
                  </a:solidFill>
                  <a:latin typeface="Times New Roman" pitchFamily="18" charset="0"/>
                </a:rPr>
                <a:t>外界</a:t>
              </a:r>
              <a:r>
                <a:rPr lang="zh-CN" altLang="en-US" sz="2100" b="1" kern="0" dirty="0">
                  <a:solidFill>
                    <a:srgbClr val="040000"/>
                  </a:solidFill>
                  <a:latin typeface="Times New Roman" pitchFamily="18" charset="0"/>
                </a:rPr>
                <a:t>对</a:t>
              </a:r>
              <a:r>
                <a:rPr lang="zh-CN" altLang="en-US" sz="2100" b="1" kern="0" dirty="0">
                  <a:solidFill>
                    <a:srgbClr val="3333FF"/>
                  </a:solidFill>
                  <a:latin typeface="Times New Roman" pitchFamily="18" charset="0"/>
                </a:rPr>
                <a:t>系统</a:t>
              </a:r>
              <a:r>
                <a:rPr lang="zh-CN" altLang="en-US" sz="2100" b="1" kern="0" dirty="0">
                  <a:solidFill>
                    <a:srgbClr val="040000"/>
                  </a:solidFill>
                  <a:latin typeface="Times New Roman" pitchFamily="18" charset="0"/>
                </a:rPr>
                <a:t>作功</a:t>
              </a:r>
            </a:p>
          </p:txBody>
        </p:sp>
        <p:sp>
          <p:nvSpPr>
            <p:cNvPr id="53" name="Line 22"/>
            <p:cNvSpPr>
              <a:spLocks noChangeShapeType="1"/>
            </p:cNvSpPr>
            <p:nvPr/>
          </p:nvSpPr>
          <p:spPr bwMode="auto">
            <a:xfrm>
              <a:off x="2108" y="2272"/>
              <a:ext cx="0" cy="1152"/>
            </a:xfrm>
            <a:prstGeom prst="line">
              <a:avLst/>
            </a:prstGeom>
            <a:noFill/>
            <a:ln w="19050">
              <a:solidFill>
                <a:srgbClr val="6600CC"/>
              </a:solidFill>
              <a:round/>
              <a:headEnd/>
              <a:tailEnd/>
            </a:ln>
            <a:effectLst/>
          </p:spPr>
          <p:txBody>
            <a:bodyPr wrap="none" anchor="ctr"/>
            <a:lstStyle/>
            <a:p>
              <a:pPr defTabSz="685800" fontAlgn="auto">
                <a:spcBef>
                  <a:spcPts val="0"/>
                </a:spcBef>
                <a:spcAft>
                  <a:spcPts val="0"/>
                </a:spcAft>
                <a:defRPr/>
              </a:pPr>
              <a:endParaRPr lang="zh-CN" altLang="en-US" sz="2100" b="1" kern="0">
                <a:solidFill>
                  <a:sysClr val="windowText" lastClr="000000"/>
                </a:solidFill>
              </a:endParaRPr>
            </a:p>
          </p:txBody>
        </p:sp>
        <p:sp>
          <p:nvSpPr>
            <p:cNvPr id="54" name="Line 23"/>
            <p:cNvSpPr>
              <a:spLocks noChangeShapeType="1"/>
            </p:cNvSpPr>
            <p:nvPr/>
          </p:nvSpPr>
          <p:spPr bwMode="auto">
            <a:xfrm>
              <a:off x="962" y="2272"/>
              <a:ext cx="0" cy="1152"/>
            </a:xfrm>
            <a:prstGeom prst="line">
              <a:avLst/>
            </a:prstGeom>
            <a:noFill/>
            <a:ln w="19050">
              <a:solidFill>
                <a:srgbClr val="6600CC"/>
              </a:solidFill>
              <a:round/>
              <a:headEnd/>
              <a:tailEnd/>
            </a:ln>
            <a:effectLst/>
          </p:spPr>
          <p:txBody>
            <a:bodyPr wrap="none" anchor="ctr"/>
            <a:lstStyle/>
            <a:p>
              <a:pPr defTabSz="685800" fontAlgn="auto">
                <a:spcBef>
                  <a:spcPts val="0"/>
                </a:spcBef>
                <a:spcAft>
                  <a:spcPts val="0"/>
                </a:spcAft>
                <a:defRPr/>
              </a:pPr>
              <a:endParaRPr lang="zh-CN" altLang="en-US" sz="2100" b="1" kern="0">
                <a:solidFill>
                  <a:sysClr val="windowText" lastClr="000000"/>
                </a:solidFill>
              </a:endParaRPr>
            </a:p>
          </p:txBody>
        </p:sp>
        <p:graphicFrame>
          <p:nvGraphicFramePr>
            <p:cNvPr id="55" name="Object 24"/>
            <p:cNvGraphicFramePr>
              <a:graphicFrameLocks noChangeAspect="1"/>
            </p:cNvGraphicFramePr>
            <p:nvPr/>
          </p:nvGraphicFramePr>
          <p:xfrm>
            <a:off x="1402" y="2297"/>
            <a:ext cx="257" cy="344"/>
          </p:xfrm>
          <a:graphic>
            <a:graphicData uri="http://schemas.openxmlformats.org/presentationml/2006/ole">
              <mc:AlternateContent xmlns:mc="http://schemas.openxmlformats.org/markup-compatibility/2006">
                <mc:Choice xmlns:v="urn:schemas-microsoft-com:vml" Requires="v">
                  <p:oleObj spid="_x0000_s9877" name="Equation" r:id="rId5" imgW="152280" imgH="203040" progId="Equation.3">
                    <p:embed/>
                  </p:oleObj>
                </mc:Choice>
                <mc:Fallback>
                  <p:oleObj name="Equation" r:id="rId5" imgW="152280" imgH="20304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2" y="2297"/>
                          <a:ext cx="257"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 name="Object 25"/>
            <p:cNvGraphicFramePr>
              <a:graphicFrameLocks noChangeAspect="1"/>
            </p:cNvGraphicFramePr>
            <p:nvPr/>
          </p:nvGraphicFramePr>
          <p:xfrm>
            <a:off x="4040" y="2324"/>
            <a:ext cx="292" cy="292"/>
          </p:xfrm>
          <a:graphic>
            <a:graphicData uri="http://schemas.openxmlformats.org/presentationml/2006/ole">
              <mc:AlternateContent xmlns:mc="http://schemas.openxmlformats.org/markup-compatibility/2006">
                <mc:Choice xmlns:v="urn:schemas-microsoft-com:vml" Requires="v">
                  <p:oleObj spid="_x0000_s9878" name="Equation" r:id="rId7" imgW="177480" imgH="177480" progId="Equation.3">
                    <p:embed/>
                  </p:oleObj>
                </mc:Choice>
                <mc:Fallback>
                  <p:oleObj name="Equation" r:id="rId7" imgW="177480" imgH="177480" progId="Equation.3">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40" y="2324"/>
                          <a:ext cx="292"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Object 27"/>
            <p:cNvGraphicFramePr>
              <a:graphicFrameLocks noChangeAspect="1"/>
            </p:cNvGraphicFramePr>
            <p:nvPr/>
          </p:nvGraphicFramePr>
          <p:xfrm>
            <a:off x="501" y="3083"/>
            <a:ext cx="240" cy="323"/>
          </p:xfrm>
          <a:graphic>
            <a:graphicData uri="http://schemas.openxmlformats.org/presentationml/2006/ole">
              <mc:AlternateContent xmlns:mc="http://schemas.openxmlformats.org/markup-compatibility/2006">
                <mc:Choice xmlns:v="urn:schemas-microsoft-com:vml" Requires="v">
                  <p:oleObj spid="_x0000_s9879" name="Equation" r:id="rId9" imgW="139680" imgH="101520" progId="Equation.DSMT4">
                    <p:embed/>
                  </p:oleObj>
                </mc:Choice>
                <mc:Fallback>
                  <p:oleObj name="Equation" r:id="rId9" imgW="139680" imgH="101520" progId="Equation.DSMT4">
                    <p:embed/>
                    <p:pic>
                      <p:nvPicPr>
                        <p:cNvPr id="0"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 y="3083"/>
                          <a:ext cx="240" cy="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8" name="Rectangle 5"/>
          <p:cNvSpPr>
            <a:spLocks noChangeArrowheads="1"/>
          </p:cNvSpPr>
          <p:nvPr/>
        </p:nvSpPr>
        <p:spPr bwMode="auto">
          <a:xfrm>
            <a:off x="2726844" y="192547"/>
            <a:ext cx="3456384" cy="415498"/>
          </a:xfrm>
          <a:prstGeom prst="rect">
            <a:avLst/>
          </a:prstGeom>
          <a:gradFill>
            <a:gsLst>
              <a:gs pos="0">
                <a:schemeClr val="tx2">
                  <a:lumMod val="12000"/>
                  <a:lumOff val="88000"/>
                </a:schemeClr>
              </a:gs>
              <a:gs pos="58000">
                <a:schemeClr val="bg1"/>
              </a:gs>
              <a:gs pos="100000">
                <a:schemeClr val="tx2">
                  <a:lumMod val="14000"/>
                  <a:lumOff val="86000"/>
                </a:schemeClr>
              </a:gs>
            </a:gsLst>
            <a:lin ang="5400000" scaled="0"/>
          </a:gradFill>
          <a:ln w="9525">
            <a:noFill/>
            <a:miter lim="800000"/>
            <a:headEnd/>
            <a:tailEnd/>
          </a:ln>
          <a:effectLst/>
        </p:spPr>
        <p:txBody>
          <a:bodyPr wrap="square">
            <a:spAutoFit/>
          </a:bodyPr>
          <a:lstStyle/>
          <a:p>
            <a:pPr algn="ctr"/>
            <a:r>
              <a:rPr lang="zh-CN" altLang="en-US" sz="2100" b="1" dirty="0"/>
              <a:t>第一定律的符号规定</a:t>
            </a:r>
          </a:p>
        </p:txBody>
      </p:sp>
      <p:sp>
        <p:nvSpPr>
          <p:cNvPr id="23" name="Text Box 9"/>
          <p:cNvSpPr txBox="1">
            <a:spLocks noChangeArrowheads="1"/>
          </p:cNvSpPr>
          <p:nvPr/>
        </p:nvSpPr>
        <p:spPr bwMode="auto">
          <a:xfrm>
            <a:off x="2520438" y="3246663"/>
            <a:ext cx="5238582" cy="415498"/>
          </a:xfrm>
          <a:prstGeom prst="rect">
            <a:avLst/>
          </a:prstGeom>
          <a:noFill/>
          <a:ln w="9525">
            <a:noFill/>
            <a:miter lim="800000"/>
            <a:headEnd/>
            <a:tailEnd/>
          </a:ln>
          <a:effectLst/>
        </p:spPr>
        <p:txBody>
          <a:bodyPr wrap="square">
            <a:spAutoFit/>
          </a:bodyPr>
          <a:lstStyle/>
          <a:p>
            <a:pPr fontAlgn="auto">
              <a:spcBef>
                <a:spcPct val="50000"/>
              </a:spcBef>
              <a:spcAft>
                <a:spcPts val="0"/>
              </a:spcAft>
              <a:defRPr/>
            </a:pPr>
            <a:r>
              <a:rPr kumimoji="1" lang="en-US" altLang="zh-CN" sz="2100" b="1" kern="0" dirty="0">
                <a:solidFill>
                  <a:srgbClr val="000000"/>
                </a:solidFill>
                <a:latin typeface="Tahoma" pitchFamily="34" charset="0"/>
                <a:ea typeface="宋体" pitchFamily="2" charset="-122"/>
              </a:rPr>
              <a:t>1. </a:t>
            </a:r>
            <a:r>
              <a:rPr kumimoji="1" lang="zh-CN" altLang="en-US" sz="2100" b="1" kern="0" dirty="0">
                <a:solidFill>
                  <a:srgbClr val="000000"/>
                </a:solidFill>
                <a:latin typeface="Tahoma" pitchFamily="34" charset="0"/>
                <a:ea typeface="宋体" pitchFamily="2" charset="-122"/>
              </a:rPr>
              <a:t>能量转换和守恒定律</a:t>
            </a:r>
            <a:endParaRPr kumimoji="1" lang="en-US" altLang="zh-CN" sz="2100" b="1" kern="0" dirty="0">
              <a:solidFill>
                <a:srgbClr val="000000"/>
              </a:solidFill>
              <a:latin typeface="Tahoma" pitchFamily="34" charset="0"/>
              <a:ea typeface="宋体" pitchFamily="2" charset="-122"/>
            </a:endParaRPr>
          </a:p>
        </p:txBody>
      </p:sp>
      <p:sp>
        <p:nvSpPr>
          <p:cNvPr id="25" name="竖卷形 24"/>
          <p:cNvSpPr/>
          <p:nvPr/>
        </p:nvSpPr>
        <p:spPr>
          <a:xfrm>
            <a:off x="1709682" y="3111810"/>
            <a:ext cx="648072" cy="1728192"/>
          </a:xfrm>
          <a:prstGeom prst="verticalScroll">
            <a:avLst/>
          </a:prstGeom>
          <a:solidFill>
            <a:srgbClr val="F9E7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tx1"/>
                </a:solidFill>
              </a:rPr>
              <a:t>物理意义</a:t>
            </a:r>
          </a:p>
        </p:txBody>
      </p:sp>
      <p:graphicFrame>
        <p:nvGraphicFramePr>
          <p:cNvPr id="51224" name="Object 24"/>
          <p:cNvGraphicFramePr>
            <a:graphicFrameLocks noChangeAspect="1"/>
          </p:cNvGraphicFramePr>
          <p:nvPr>
            <p:extLst>
              <p:ext uri="{D42A27DB-BD31-4B8C-83A1-F6EECF244321}">
                <p14:modId xmlns:p14="http://schemas.microsoft.com/office/powerpoint/2010/main" val="173764114"/>
              </p:ext>
            </p:extLst>
          </p:nvPr>
        </p:nvGraphicFramePr>
        <p:xfrm>
          <a:off x="3723997" y="775097"/>
          <a:ext cx="1913334" cy="489347"/>
        </p:xfrm>
        <a:graphic>
          <a:graphicData uri="http://schemas.openxmlformats.org/presentationml/2006/ole">
            <mc:AlternateContent xmlns:mc="http://schemas.openxmlformats.org/markup-compatibility/2006">
              <mc:Choice xmlns:v="urn:schemas-microsoft-com:vml" Requires="v">
                <p:oleObj spid="_x0000_s9880" name="Equation" r:id="rId11" imgW="787320" imgH="203040" progId="Equation.DSMT4">
                  <p:embed/>
                </p:oleObj>
              </mc:Choice>
              <mc:Fallback>
                <p:oleObj name="Equation" r:id="rId11" imgW="787320" imgH="203040" progId="Equation.DSMT4">
                  <p:embed/>
                  <p:pic>
                    <p:nvPicPr>
                      <p:cNvPr id="0" name="Object 24"/>
                      <p:cNvPicPr>
                        <a:picLocks noChangeAspect="1" noChangeArrowheads="1"/>
                      </p:cNvPicPr>
                      <p:nvPr/>
                    </p:nvPicPr>
                    <p:blipFill>
                      <a:blip r:embed="rId12"/>
                      <a:srcRect/>
                      <a:stretch>
                        <a:fillRect/>
                      </a:stretch>
                    </p:blipFill>
                    <p:spPr bwMode="auto">
                      <a:xfrm>
                        <a:off x="3723997" y="775097"/>
                        <a:ext cx="1913334" cy="489347"/>
                      </a:xfrm>
                      <a:prstGeom prst="rect">
                        <a:avLst/>
                      </a:prstGeom>
                      <a:noFill/>
                      <a:ln>
                        <a:noFill/>
                      </a:ln>
                      <a:extLst>
                        <a:ext uri="{909E8E84-426E-40DD-AFC4-6F175D3DCCD1}">
                          <a14:hiddenFill xmlns:a14="http://schemas.microsoft.com/office/drawing/2010/main">
                            <a:gradFill rotWithShape="0">
                              <a:gsLst>
                                <a:gs pos="0">
                                  <a:srgbClr val="FFFFCC">
                                    <a:gamma/>
                                    <a:shade val="66275"/>
                                    <a:invGamma/>
                                  </a:srgbClr>
                                </a:gs>
                                <a:gs pos="50000">
                                  <a:srgbClr val="FFFFCC"/>
                                </a:gs>
                                <a:gs pos="100000">
                                  <a:srgbClr val="FFFFCC">
                                    <a:gamma/>
                                    <a:shade val="66275"/>
                                    <a:invGamma/>
                                  </a:srgbClr>
                                </a:gs>
                              </a:gsLst>
                              <a:lin ang="5400000" scaled="1"/>
                            </a:gradFill>
                          </a14:hiddenFill>
                        </a:ext>
                        <a:ext uri="{91240B29-F687-4F45-9708-019B960494DF}">
                          <a14:hiddenLine xmlns:a14="http://schemas.microsoft.com/office/drawing/2010/main" w="12700">
                            <a:solidFill>
                              <a:srgbClr val="996600"/>
                            </a:solidFill>
                            <a:miter lim="800000"/>
                            <a:headEnd/>
                            <a:tailEnd/>
                          </a14:hiddenLine>
                        </a:ext>
                      </a:extLst>
                    </p:spPr>
                  </p:pic>
                </p:oleObj>
              </mc:Fallback>
            </mc:AlternateContent>
          </a:graphicData>
        </a:graphic>
      </p:graphicFrame>
      <p:sp>
        <p:nvSpPr>
          <p:cNvPr id="26" name="Text Box 9"/>
          <p:cNvSpPr txBox="1">
            <a:spLocks noChangeArrowheads="1"/>
          </p:cNvSpPr>
          <p:nvPr/>
        </p:nvSpPr>
        <p:spPr bwMode="auto">
          <a:xfrm>
            <a:off x="2520438" y="3738874"/>
            <a:ext cx="5238582" cy="415498"/>
          </a:xfrm>
          <a:prstGeom prst="rect">
            <a:avLst/>
          </a:prstGeom>
          <a:noFill/>
          <a:ln w="9525">
            <a:noFill/>
            <a:miter lim="800000"/>
            <a:headEnd/>
            <a:tailEnd/>
          </a:ln>
          <a:effectLst/>
        </p:spPr>
        <p:txBody>
          <a:bodyPr wrap="square">
            <a:spAutoFit/>
          </a:bodyPr>
          <a:lstStyle/>
          <a:p>
            <a:pPr fontAlgn="auto">
              <a:spcBef>
                <a:spcPct val="50000"/>
              </a:spcBef>
              <a:spcAft>
                <a:spcPts val="0"/>
              </a:spcAft>
              <a:defRPr/>
            </a:pPr>
            <a:r>
              <a:rPr kumimoji="1" lang="en-US" altLang="zh-CN" sz="2100" b="1" kern="0" dirty="0">
                <a:solidFill>
                  <a:srgbClr val="0000FF"/>
                </a:solidFill>
                <a:latin typeface="Tahoma" pitchFamily="34" charset="0"/>
                <a:ea typeface="宋体" pitchFamily="2" charset="-122"/>
              </a:rPr>
              <a:t>2. </a:t>
            </a:r>
            <a:r>
              <a:rPr kumimoji="1" lang="zh-CN" altLang="en-US" sz="2100" b="1" kern="0" dirty="0">
                <a:solidFill>
                  <a:srgbClr val="0000FF"/>
                </a:solidFill>
                <a:latin typeface="Tahoma" pitchFamily="34" charset="0"/>
                <a:ea typeface="宋体" pitchFamily="2" charset="-122"/>
              </a:rPr>
              <a:t>第一类永动机</a:t>
            </a:r>
            <a:r>
              <a:rPr kumimoji="1" lang="zh-CN" altLang="en-US" sz="2100" b="1" kern="0" dirty="0">
                <a:solidFill>
                  <a:srgbClr val="000000"/>
                </a:solidFill>
                <a:latin typeface="Tahoma" pitchFamily="34" charset="0"/>
                <a:ea typeface="宋体" pitchFamily="2" charset="-122"/>
              </a:rPr>
              <a:t>是不可能制成的</a:t>
            </a:r>
            <a:r>
              <a:rPr kumimoji="1" lang="en-US" altLang="zh-CN" sz="2100" b="1" kern="0" dirty="0">
                <a:solidFill>
                  <a:srgbClr val="000000"/>
                </a:solidFill>
                <a:latin typeface="Tahoma" pitchFamily="34" charset="0"/>
                <a:ea typeface="宋体" pitchFamily="2" charset="-122"/>
              </a:rPr>
              <a:t>.</a:t>
            </a:r>
          </a:p>
        </p:txBody>
      </p:sp>
      <p:sp>
        <p:nvSpPr>
          <p:cNvPr id="27" name="Text Box 9"/>
          <p:cNvSpPr txBox="1">
            <a:spLocks noChangeArrowheads="1"/>
          </p:cNvSpPr>
          <p:nvPr/>
        </p:nvSpPr>
        <p:spPr bwMode="auto">
          <a:xfrm>
            <a:off x="2520438" y="4231084"/>
            <a:ext cx="5238582" cy="415498"/>
          </a:xfrm>
          <a:prstGeom prst="rect">
            <a:avLst/>
          </a:prstGeom>
          <a:noFill/>
          <a:ln w="9525">
            <a:noFill/>
            <a:miter lim="800000"/>
            <a:headEnd/>
            <a:tailEnd/>
          </a:ln>
          <a:effectLst/>
        </p:spPr>
        <p:txBody>
          <a:bodyPr wrap="square">
            <a:spAutoFit/>
          </a:bodyPr>
          <a:lstStyle/>
          <a:p>
            <a:pPr fontAlgn="auto">
              <a:spcBef>
                <a:spcPct val="50000"/>
              </a:spcBef>
              <a:spcAft>
                <a:spcPts val="0"/>
              </a:spcAft>
              <a:defRPr/>
            </a:pPr>
            <a:r>
              <a:rPr kumimoji="1" lang="en-US" altLang="zh-CN" sz="2100" b="1" kern="0" dirty="0">
                <a:solidFill>
                  <a:srgbClr val="000000"/>
                </a:solidFill>
                <a:latin typeface="Tahoma" pitchFamily="34" charset="0"/>
                <a:ea typeface="宋体" pitchFamily="2" charset="-122"/>
              </a:rPr>
              <a:t>3. </a:t>
            </a:r>
            <a:r>
              <a:rPr kumimoji="1" lang="zh-CN" altLang="en-US" sz="2100" b="1" kern="0" dirty="0">
                <a:solidFill>
                  <a:srgbClr val="000000"/>
                </a:solidFill>
                <a:latin typeface="Tahoma" pitchFamily="34" charset="0"/>
                <a:ea typeface="宋体" pitchFamily="2" charset="-122"/>
              </a:rPr>
              <a:t>实验经验总结，自然界的普遍规律</a:t>
            </a:r>
            <a:r>
              <a:rPr kumimoji="1" lang="en-US" altLang="zh-CN" sz="2100" b="1" kern="0" dirty="0">
                <a:solidFill>
                  <a:srgbClr val="000000"/>
                </a:solidFill>
                <a:latin typeface="Tahoma" pitchFamily="34" charset="0"/>
                <a:ea typeface="宋体"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animBg="1"/>
      <p:bldP spid="26"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20240517_21474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581275" y="0"/>
            <a:ext cx="3824288" cy="51435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4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C956EC0-8506-4482-8E3C-76F37D92AB6E}" type="slidenum">
              <a:rPr lang="en-US" altLang="zh-CN" smtClean="0">
                <a:solidFill>
                  <a:srgbClr val="545472"/>
                </a:solidFill>
              </a:rPr>
              <a:pPr/>
              <a:t>11</a:t>
            </a:fld>
            <a:endParaRPr lang="en-US" altLang="zh-CN" dirty="0">
              <a:solidFill>
                <a:srgbClr val="545472"/>
              </a:solidFill>
            </a:endParaRPr>
          </a:p>
        </p:txBody>
      </p:sp>
      <p:pic>
        <p:nvPicPr>
          <p:cNvPr id="3" name="ydj">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8575" y="0"/>
            <a:ext cx="9144000" cy="5143500"/>
          </a:xfrm>
          <a:prstGeom prst="rect">
            <a:avLst/>
          </a:prstGeom>
        </p:spPr>
      </p:pic>
    </p:spTree>
    <p:extLst>
      <p:ext uri="{BB962C8B-B14F-4D97-AF65-F5344CB8AC3E}">
        <p14:creationId xmlns:p14="http://schemas.microsoft.com/office/powerpoint/2010/main" val="35790796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1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9434" y="600685"/>
            <a:ext cx="3692942" cy="3161767"/>
          </a:xfrm>
          <a:prstGeom prst="rect">
            <a:avLst/>
          </a:prstGeom>
        </p:spPr>
      </p:pic>
      <p:sp>
        <p:nvSpPr>
          <p:cNvPr id="5" name="Text Box 9"/>
          <p:cNvSpPr txBox="1">
            <a:spLocks noChangeArrowheads="1"/>
          </p:cNvSpPr>
          <p:nvPr/>
        </p:nvSpPr>
        <p:spPr bwMode="auto">
          <a:xfrm>
            <a:off x="320617" y="4126615"/>
            <a:ext cx="8510964" cy="415498"/>
          </a:xfrm>
          <a:prstGeom prst="rect">
            <a:avLst/>
          </a:prstGeom>
          <a:noFill/>
          <a:ln w="9525">
            <a:noFill/>
            <a:miter lim="800000"/>
            <a:headEnd/>
            <a:tailEnd/>
          </a:ln>
          <a:effectLst/>
        </p:spPr>
        <p:txBody>
          <a:bodyPr wrap="square">
            <a:spAutoFit/>
          </a:bodyPr>
          <a:lstStyle/>
          <a:p>
            <a:pPr algn="ctr" fontAlgn="auto">
              <a:spcBef>
                <a:spcPct val="50000"/>
              </a:spcBef>
              <a:spcAft>
                <a:spcPts val="0"/>
              </a:spcAft>
              <a:defRPr/>
            </a:pPr>
            <a:r>
              <a:rPr kumimoji="1" lang="zh-CN" altLang="en-US" sz="2100" b="1" kern="0">
                <a:solidFill>
                  <a:srgbClr val="0000FF"/>
                </a:solidFill>
                <a:latin typeface="Tahoma" pitchFamily="34" charset="0"/>
                <a:ea typeface="宋体" pitchFamily="2" charset="-122"/>
              </a:rPr>
              <a:t>       第</a:t>
            </a:r>
            <a:r>
              <a:rPr kumimoji="1" lang="zh-CN" altLang="en-US" sz="2100" b="1" kern="0" dirty="0">
                <a:solidFill>
                  <a:srgbClr val="0000FF"/>
                </a:solidFill>
                <a:latin typeface="Tahoma" pitchFamily="34" charset="0"/>
                <a:ea typeface="宋体" pitchFamily="2" charset="-122"/>
              </a:rPr>
              <a:t>一类永</a:t>
            </a:r>
            <a:r>
              <a:rPr kumimoji="1" lang="zh-CN" altLang="en-US" sz="2100" b="1" kern="0">
                <a:solidFill>
                  <a:srgbClr val="0000FF"/>
                </a:solidFill>
                <a:latin typeface="Tahoma" pitchFamily="34" charset="0"/>
                <a:ea typeface="宋体" pitchFamily="2" charset="-122"/>
              </a:rPr>
              <a:t>动机违反了热力学第一定</a:t>
            </a:r>
            <a:r>
              <a:rPr kumimoji="1" lang="zh-CN" altLang="en-US" sz="2100" b="1" kern="0" smtClean="0">
                <a:solidFill>
                  <a:srgbClr val="0000FF"/>
                </a:solidFill>
                <a:latin typeface="Tahoma" pitchFamily="34" charset="0"/>
                <a:ea typeface="宋体" pitchFamily="2" charset="-122"/>
              </a:rPr>
              <a:t>律</a:t>
            </a:r>
            <a:r>
              <a:rPr kumimoji="1" lang="zh-CN" altLang="en-US" sz="2100" b="1" kern="0" smtClean="0">
                <a:solidFill>
                  <a:srgbClr val="000000"/>
                </a:solidFill>
                <a:latin typeface="Tahoma" pitchFamily="34" charset="0"/>
                <a:ea typeface="宋体" pitchFamily="2" charset="-122"/>
              </a:rPr>
              <a:t>是</a:t>
            </a:r>
            <a:r>
              <a:rPr kumimoji="1" lang="zh-CN" altLang="en-US" sz="2100" b="1" kern="0" dirty="0">
                <a:solidFill>
                  <a:srgbClr val="000000"/>
                </a:solidFill>
                <a:latin typeface="Tahoma" pitchFamily="34" charset="0"/>
                <a:ea typeface="宋体" pitchFamily="2" charset="-122"/>
              </a:rPr>
              <a:t>不可能制成的</a:t>
            </a:r>
            <a:r>
              <a:rPr kumimoji="1" lang="en-US" altLang="zh-CN" sz="2100" b="1" kern="0" dirty="0">
                <a:solidFill>
                  <a:srgbClr val="000000"/>
                </a:solidFill>
                <a:latin typeface="Tahoma" pitchFamily="34" charset="0"/>
                <a:ea typeface="宋体" pitchFamily="2" charset="-122"/>
              </a:rPr>
              <a:t>.</a:t>
            </a:r>
          </a:p>
        </p:txBody>
      </p:sp>
      <p:sp>
        <p:nvSpPr>
          <p:cNvPr id="2" name="矩形 1"/>
          <p:cNvSpPr/>
          <p:nvPr/>
        </p:nvSpPr>
        <p:spPr>
          <a:xfrm>
            <a:off x="6056985" y="387707"/>
            <a:ext cx="2457908" cy="36137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16966" y="387707"/>
            <a:ext cx="2457908" cy="36137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594270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2" name="Text Box 2"/>
          <p:cNvSpPr txBox="1">
            <a:spLocks noChangeArrowheads="1"/>
          </p:cNvSpPr>
          <p:nvPr/>
        </p:nvSpPr>
        <p:spPr bwMode="auto">
          <a:xfrm>
            <a:off x="508800" y="924751"/>
            <a:ext cx="4456509" cy="415498"/>
          </a:xfrm>
          <a:prstGeom prst="rect">
            <a:avLst/>
          </a:prstGeom>
          <a:noFill/>
          <a:ln w="9525">
            <a:noFill/>
            <a:miter lim="800000"/>
            <a:headEnd/>
            <a:tailEnd/>
          </a:ln>
        </p:spPr>
        <p:txBody>
          <a:bodyPr>
            <a:spAutoFit/>
          </a:bodyPr>
          <a:lstStyle/>
          <a:p>
            <a:pPr>
              <a:spcBef>
                <a:spcPct val="50000"/>
              </a:spcBef>
            </a:pPr>
            <a:r>
              <a:rPr kumimoji="1" lang="zh-CN" altLang="en-US" sz="2100" b="1" dirty="0">
                <a:solidFill>
                  <a:srgbClr val="CC0000"/>
                </a:solidFill>
                <a:latin typeface="Times New Roman" pitchFamily="18" charset="0"/>
              </a:rPr>
              <a:t>一、等体过程  </a:t>
            </a:r>
            <a:r>
              <a:rPr kumimoji="1" lang="zh-CN" altLang="en-US" sz="2100" b="1" dirty="0">
                <a:solidFill>
                  <a:srgbClr val="CC0000"/>
                </a:solidFill>
              </a:rPr>
              <a:t>摩尔</a:t>
            </a:r>
            <a:r>
              <a:rPr kumimoji="1" lang="zh-CN" altLang="en-US" sz="2100" b="1" dirty="0">
                <a:solidFill>
                  <a:srgbClr val="CC0000"/>
                </a:solidFill>
                <a:latin typeface="Times New Roman" pitchFamily="18" charset="0"/>
              </a:rPr>
              <a:t>定体热容</a:t>
            </a:r>
          </a:p>
        </p:txBody>
      </p:sp>
      <p:sp>
        <p:nvSpPr>
          <p:cNvPr id="29" name="矩形 28"/>
          <p:cNvSpPr/>
          <p:nvPr/>
        </p:nvSpPr>
        <p:spPr>
          <a:xfrm>
            <a:off x="1439652" y="303498"/>
            <a:ext cx="6156684" cy="415498"/>
          </a:xfrm>
          <a:prstGeom prst="rect">
            <a:avLst/>
          </a:prstGeom>
        </p:spPr>
        <p:txBody>
          <a:bodyPr wrap="square">
            <a:spAutoFit/>
          </a:bodyPr>
          <a:lstStyle/>
          <a:p>
            <a:pPr algn="ct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13.3   </a:t>
            </a:r>
            <a:r>
              <a:rPr kumimoji="1" lang="zh-CN" altLang="en-US" sz="2100" b="1" dirty="0">
                <a:solidFill>
                  <a:srgbClr val="000000"/>
                </a:solidFill>
                <a:latin typeface="Times New Roman" pitchFamily="18" charset="0"/>
              </a:rPr>
              <a:t>等体过程和等压过程、摩尔热容</a:t>
            </a:r>
          </a:p>
        </p:txBody>
      </p:sp>
      <p:pic>
        <p:nvPicPr>
          <p:cNvPr id="5" name="图片 4"/>
          <p:cNvPicPr>
            <a:picLocks noChangeAspect="1"/>
          </p:cNvPicPr>
          <p:nvPr/>
        </p:nvPicPr>
        <p:blipFill>
          <a:blip r:embed="rId2"/>
          <a:stretch>
            <a:fillRect/>
          </a:stretch>
        </p:blipFill>
        <p:spPr>
          <a:xfrm>
            <a:off x="1143000" y="1725405"/>
            <a:ext cx="3188111" cy="2937413"/>
          </a:xfrm>
          <a:prstGeom prst="rect">
            <a:avLst/>
          </a:prstGeom>
        </p:spPr>
      </p:pic>
      <p:pic>
        <p:nvPicPr>
          <p:cNvPr id="6" name="图片 5"/>
          <p:cNvPicPr>
            <a:picLocks noChangeAspect="1"/>
          </p:cNvPicPr>
          <p:nvPr/>
        </p:nvPicPr>
        <p:blipFill>
          <a:blip r:embed="rId3"/>
          <a:stretch>
            <a:fillRect/>
          </a:stretch>
        </p:blipFill>
        <p:spPr>
          <a:xfrm>
            <a:off x="4331111" y="1725405"/>
            <a:ext cx="3514725" cy="2937413"/>
          </a:xfrm>
          <a:prstGeom prst="rect">
            <a:avLst/>
          </a:prstGeom>
        </p:spPr>
      </p:pic>
    </p:spTree>
    <p:extLst>
      <p:ext uri="{BB962C8B-B14F-4D97-AF65-F5344CB8AC3E}">
        <p14:creationId xmlns:p14="http://schemas.microsoft.com/office/powerpoint/2010/main" val="216830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7" name="Object 3"/>
          <p:cNvGraphicFramePr>
            <a:graphicFrameLocks noChangeAspect="1"/>
          </p:cNvGraphicFramePr>
          <p:nvPr>
            <p:extLst>
              <p:ext uri="{D42A27DB-BD31-4B8C-83A1-F6EECF244321}">
                <p14:modId xmlns:p14="http://schemas.microsoft.com/office/powerpoint/2010/main" val="4034603808"/>
              </p:ext>
            </p:extLst>
          </p:nvPr>
        </p:nvGraphicFramePr>
        <p:xfrm>
          <a:off x="2131441" y="2215229"/>
          <a:ext cx="2261907" cy="436959"/>
        </p:xfrm>
        <a:graphic>
          <a:graphicData uri="http://schemas.openxmlformats.org/presentationml/2006/ole">
            <mc:AlternateContent xmlns:mc="http://schemas.openxmlformats.org/markup-compatibility/2006">
              <mc:Choice xmlns:v="urn:schemas-microsoft-com:vml" Requires="v">
                <p:oleObj spid="_x0000_s297498" name="公式" r:id="rId3" imgW="1231560" imgH="215640" progId="Equation.3">
                  <p:embed/>
                </p:oleObj>
              </mc:Choice>
              <mc:Fallback>
                <p:oleObj name="公式" r:id="rId3" imgW="1231560" imgH="2156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1441" y="2215229"/>
                        <a:ext cx="2261907" cy="436959"/>
                      </a:xfrm>
                      <a:prstGeom prst="rect">
                        <a:avLst/>
                      </a:prstGeom>
                      <a:noFill/>
                      <a:ln w="9525">
                        <a:solidFill>
                          <a:srgbClr val="FF0000"/>
                        </a:solidFill>
                        <a:miter lim="800000"/>
                        <a:headEnd/>
                        <a:tailEnd/>
                      </a:ln>
                      <a:extLst/>
                    </p:spPr>
                  </p:pic>
                </p:oleObj>
              </mc:Fallback>
            </mc:AlternateContent>
          </a:graphicData>
        </a:graphic>
      </p:graphicFrame>
      <p:grpSp>
        <p:nvGrpSpPr>
          <p:cNvPr id="2" name="Group 4"/>
          <p:cNvGrpSpPr>
            <a:grpSpLocks/>
          </p:cNvGrpSpPr>
          <p:nvPr/>
        </p:nvGrpSpPr>
        <p:grpSpPr bwMode="auto">
          <a:xfrm>
            <a:off x="1050951" y="3709940"/>
            <a:ext cx="3557587" cy="908449"/>
            <a:chOff x="550" y="2416"/>
            <a:chExt cx="2988" cy="763"/>
          </a:xfrm>
        </p:grpSpPr>
        <p:sp>
          <p:nvSpPr>
            <p:cNvPr id="12316" name="Text Box 5"/>
            <p:cNvSpPr txBox="1">
              <a:spLocks noChangeArrowheads="1"/>
            </p:cNvSpPr>
            <p:nvPr/>
          </p:nvSpPr>
          <p:spPr bwMode="auto">
            <a:xfrm>
              <a:off x="550" y="2449"/>
              <a:ext cx="2784" cy="349"/>
            </a:xfrm>
            <a:prstGeom prst="rect">
              <a:avLst/>
            </a:prstGeom>
            <a:noFill/>
            <a:ln w="9525">
              <a:noFill/>
              <a:miter lim="800000"/>
              <a:headEnd/>
              <a:tailEnd/>
            </a:ln>
          </p:spPr>
          <p:txBody>
            <a:bodyPr>
              <a:spAutoFit/>
            </a:bodyPr>
            <a:lstStyle/>
            <a:p>
              <a:pPr>
                <a:spcBef>
                  <a:spcPct val="50000"/>
                </a:spcBef>
              </a:pPr>
              <a:r>
                <a:rPr kumimoji="1" lang="zh-CN" altLang="en-US" sz="2100" b="1" dirty="0">
                  <a:solidFill>
                    <a:srgbClr val="000000"/>
                  </a:solidFill>
                  <a:latin typeface="Times New Roman" pitchFamily="18" charset="0"/>
                </a:rPr>
                <a:t>热力学第一定律：</a:t>
              </a:r>
            </a:p>
          </p:txBody>
        </p:sp>
        <p:graphicFrame>
          <p:nvGraphicFramePr>
            <p:cNvPr id="12301" name="Object 6"/>
            <p:cNvGraphicFramePr>
              <a:graphicFrameLocks noChangeAspect="1"/>
            </p:cNvGraphicFramePr>
            <p:nvPr>
              <p:extLst>
                <p:ext uri="{D42A27DB-BD31-4B8C-83A1-F6EECF244321}">
                  <p14:modId xmlns:p14="http://schemas.microsoft.com/office/powerpoint/2010/main" val="515957140"/>
                </p:ext>
              </p:extLst>
            </p:nvPr>
          </p:nvGraphicFramePr>
          <p:xfrm>
            <a:off x="2437" y="2416"/>
            <a:ext cx="1101" cy="763"/>
          </p:xfrm>
          <a:graphic>
            <a:graphicData uri="http://schemas.openxmlformats.org/presentationml/2006/ole">
              <mc:AlternateContent xmlns:mc="http://schemas.openxmlformats.org/markup-compatibility/2006">
                <mc:Choice xmlns:v="urn:schemas-microsoft-com:vml" Requires="v">
                  <p:oleObj spid="_x0000_s297499" name="Equation" r:id="rId5" imgW="660240" imgH="457200" progId="Equation.DSMT4">
                    <p:embed/>
                  </p:oleObj>
                </mc:Choice>
                <mc:Fallback>
                  <p:oleObj name="Equation" r:id="rId5" imgW="660240" imgH="457200" progId="Equation.DSMT4">
                    <p:embed/>
                    <p:pic>
                      <p:nvPicPr>
                        <p:cNvPr id="0" name="Object 6"/>
                        <p:cNvPicPr>
                          <a:picLocks noChangeAspect="1" noChangeArrowheads="1"/>
                        </p:cNvPicPr>
                        <p:nvPr/>
                      </p:nvPicPr>
                      <p:blipFill>
                        <a:blip r:embed="rId6"/>
                        <a:srcRect/>
                        <a:stretch>
                          <a:fillRect/>
                        </a:stretch>
                      </p:blipFill>
                      <p:spPr bwMode="auto">
                        <a:xfrm>
                          <a:off x="2437" y="2416"/>
                          <a:ext cx="1101" cy="763"/>
                        </a:xfrm>
                        <a:prstGeom prst="rect">
                          <a:avLst/>
                        </a:prstGeom>
                        <a:noFill/>
                        <a:extLst/>
                      </p:spPr>
                    </p:pic>
                  </p:oleObj>
                </mc:Fallback>
              </mc:AlternateContent>
            </a:graphicData>
          </a:graphic>
        </p:graphicFrame>
      </p:grpSp>
      <p:grpSp>
        <p:nvGrpSpPr>
          <p:cNvPr id="3" name="Group 7"/>
          <p:cNvGrpSpPr>
            <a:grpSpLocks/>
          </p:cNvGrpSpPr>
          <p:nvPr/>
        </p:nvGrpSpPr>
        <p:grpSpPr bwMode="auto">
          <a:xfrm>
            <a:off x="1085907" y="1612536"/>
            <a:ext cx="3014663" cy="415528"/>
            <a:chOff x="720" y="720"/>
            <a:chExt cx="2160" cy="349"/>
          </a:xfrm>
        </p:grpSpPr>
        <p:sp>
          <p:nvSpPr>
            <p:cNvPr id="12315" name="Text Box 8"/>
            <p:cNvSpPr txBox="1">
              <a:spLocks noChangeArrowheads="1"/>
            </p:cNvSpPr>
            <p:nvPr/>
          </p:nvSpPr>
          <p:spPr bwMode="auto">
            <a:xfrm>
              <a:off x="720" y="720"/>
              <a:ext cx="2160" cy="349"/>
            </a:xfrm>
            <a:prstGeom prst="rect">
              <a:avLst/>
            </a:prstGeom>
            <a:noFill/>
            <a:ln w="9525">
              <a:noFill/>
              <a:miter lim="800000"/>
              <a:headEnd/>
              <a:tailEnd/>
            </a:ln>
          </p:spPr>
          <p:txBody>
            <a:bodyPr>
              <a:spAutoFit/>
            </a:bodyPr>
            <a:lstStyle/>
            <a:p>
              <a:pPr>
                <a:spcBef>
                  <a:spcPct val="50000"/>
                </a:spcBef>
              </a:pPr>
              <a:r>
                <a:rPr kumimoji="1" lang="zh-CN" altLang="en-US" sz="2100" b="1" dirty="0" smtClean="0">
                  <a:latin typeface="Times New Roman" pitchFamily="18" charset="0"/>
                </a:rPr>
                <a:t>特征：            </a:t>
              </a:r>
              <a:r>
                <a:rPr kumimoji="1" lang="zh-CN" altLang="en-US" sz="2100" b="1" dirty="0" smtClean="0">
                  <a:solidFill>
                    <a:srgbClr val="0000FF"/>
                  </a:solidFill>
                  <a:latin typeface="Times New Roman" pitchFamily="18" charset="0"/>
                </a:rPr>
                <a:t>常量</a:t>
              </a:r>
              <a:endParaRPr kumimoji="1" lang="zh-CN" altLang="en-US" sz="2100" b="1" dirty="0">
                <a:solidFill>
                  <a:srgbClr val="0000FF"/>
                </a:solidFill>
                <a:latin typeface="Times New Roman" pitchFamily="18" charset="0"/>
              </a:endParaRPr>
            </a:p>
          </p:txBody>
        </p:sp>
        <p:graphicFrame>
          <p:nvGraphicFramePr>
            <p:cNvPr id="12300" name="Object 9"/>
            <p:cNvGraphicFramePr>
              <a:graphicFrameLocks noChangeAspect="1"/>
            </p:cNvGraphicFramePr>
            <p:nvPr>
              <p:extLst>
                <p:ext uri="{D42A27DB-BD31-4B8C-83A1-F6EECF244321}">
                  <p14:modId xmlns:p14="http://schemas.microsoft.com/office/powerpoint/2010/main" val="1418377075"/>
                </p:ext>
              </p:extLst>
            </p:nvPr>
          </p:nvGraphicFramePr>
          <p:xfrm>
            <a:off x="1435" y="762"/>
            <a:ext cx="456" cy="284"/>
          </p:xfrm>
          <a:graphic>
            <a:graphicData uri="http://schemas.openxmlformats.org/presentationml/2006/ole">
              <mc:AlternateContent xmlns:mc="http://schemas.openxmlformats.org/markup-compatibility/2006">
                <mc:Choice xmlns:v="urn:schemas-microsoft-com:vml" Requires="v">
                  <p:oleObj spid="_x0000_s297500" name="Equation" r:id="rId7" imgW="266400" imgH="164880" progId="Equation.DSMT4">
                    <p:embed/>
                  </p:oleObj>
                </mc:Choice>
                <mc:Fallback>
                  <p:oleObj name="Equation" r:id="rId7" imgW="266400" imgH="16488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5" y="762"/>
                          <a:ext cx="456" cy="2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306" name="Line 12"/>
          <p:cNvSpPr>
            <a:spLocks noChangeShapeType="1"/>
          </p:cNvSpPr>
          <p:nvPr/>
        </p:nvSpPr>
        <p:spPr bwMode="auto">
          <a:xfrm>
            <a:off x="6094288" y="3768898"/>
            <a:ext cx="2000250" cy="0"/>
          </a:xfrm>
          <a:prstGeom prst="line">
            <a:avLst/>
          </a:prstGeom>
          <a:noFill/>
          <a:ln w="19050">
            <a:solidFill>
              <a:schemeClr val="tx1"/>
            </a:solidFill>
            <a:round/>
            <a:headEnd/>
            <a:tailEnd type="triangle" w="sm" len="lg"/>
          </a:ln>
        </p:spPr>
        <p:txBody>
          <a:bodyPr wrap="none" anchor="ctr"/>
          <a:lstStyle/>
          <a:p>
            <a:endParaRPr lang="zh-CN" altLang="en-US" sz="2100"/>
          </a:p>
        </p:txBody>
      </p:sp>
      <p:sp>
        <p:nvSpPr>
          <p:cNvPr id="12307" name="Line 13"/>
          <p:cNvSpPr>
            <a:spLocks noChangeShapeType="1"/>
          </p:cNvSpPr>
          <p:nvPr/>
        </p:nvSpPr>
        <p:spPr bwMode="auto">
          <a:xfrm flipV="1">
            <a:off x="6094288" y="2111548"/>
            <a:ext cx="0" cy="1657350"/>
          </a:xfrm>
          <a:prstGeom prst="line">
            <a:avLst/>
          </a:prstGeom>
          <a:noFill/>
          <a:ln w="19050">
            <a:solidFill>
              <a:schemeClr val="tx1"/>
            </a:solidFill>
            <a:round/>
            <a:headEnd/>
            <a:tailEnd type="triangle" w="sm" len="lg"/>
          </a:ln>
        </p:spPr>
        <p:txBody>
          <a:bodyPr wrap="none" anchor="ctr"/>
          <a:lstStyle/>
          <a:p>
            <a:endParaRPr lang="zh-CN" altLang="en-US" sz="2100"/>
          </a:p>
        </p:txBody>
      </p:sp>
      <p:graphicFrame>
        <p:nvGraphicFramePr>
          <p:cNvPr id="12291" name="Object 14"/>
          <p:cNvGraphicFramePr>
            <a:graphicFrameLocks noChangeAspect="1"/>
          </p:cNvGraphicFramePr>
          <p:nvPr>
            <p:extLst>
              <p:ext uri="{D42A27DB-BD31-4B8C-83A1-F6EECF244321}">
                <p14:modId xmlns:p14="http://schemas.microsoft.com/office/powerpoint/2010/main" val="3462065466"/>
              </p:ext>
            </p:extLst>
          </p:nvPr>
        </p:nvGraphicFramePr>
        <p:xfrm>
          <a:off x="7095604" y="3247404"/>
          <a:ext cx="860822" cy="298847"/>
        </p:xfrm>
        <a:graphic>
          <a:graphicData uri="http://schemas.openxmlformats.org/presentationml/2006/ole">
            <mc:AlternateContent xmlns:mc="http://schemas.openxmlformats.org/markup-compatibility/2006">
              <mc:Choice xmlns:v="urn:schemas-microsoft-com:vml" Requires="v">
                <p:oleObj spid="_x0000_s297501" name="公式" r:id="rId9" imgW="609480" imgH="215640" progId="Equation.3">
                  <p:embed/>
                </p:oleObj>
              </mc:Choice>
              <mc:Fallback>
                <p:oleObj name="公式" r:id="rId9" imgW="609480" imgH="21564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95604" y="3247404"/>
                        <a:ext cx="860822" cy="2988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15"/>
          <p:cNvGraphicFramePr>
            <a:graphicFrameLocks noChangeAspect="1"/>
          </p:cNvGraphicFramePr>
          <p:nvPr>
            <p:extLst>
              <p:ext uri="{D42A27DB-BD31-4B8C-83A1-F6EECF244321}">
                <p14:modId xmlns:p14="http://schemas.microsoft.com/office/powerpoint/2010/main" val="1426022326"/>
              </p:ext>
            </p:extLst>
          </p:nvPr>
        </p:nvGraphicFramePr>
        <p:xfrm>
          <a:off x="7095604" y="2329432"/>
          <a:ext cx="806053" cy="300038"/>
        </p:xfrm>
        <a:graphic>
          <a:graphicData uri="http://schemas.openxmlformats.org/presentationml/2006/ole">
            <mc:AlternateContent xmlns:mc="http://schemas.openxmlformats.org/markup-compatibility/2006">
              <mc:Choice xmlns:v="urn:schemas-microsoft-com:vml" Requires="v">
                <p:oleObj spid="_x0000_s297502" name="公式" r:id="rId11" imgW="647640" imgH="215640" progId="Equation.3">
                  <p:embed/>
                </p:oleObj>
              </mc:Choice>
              <mc:Fallback>
                <p:oleObj name="公式" r:id="rId11" imgW="647640" imgH="21564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95604" y="2329432"/>
                        <a:ext cx="806053" cy="300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8" name="Line 16"/>
          <p:cNvSpPr>
            <a:spLocks noChangeShapeType="1"/>
          </p:cNvSpPr>
          <p:nvPr/>
        </p:nvSpPr>
        <p:spPr bwMode="auto">
          <a:xfrm>
            <a:off x="6894388" y="2568748"/>
            <a:ext cx="0" cy="1200150"/>
          </a:xfrm>
          <a:prstGeom prst="line">
            <a:avLst/>
          </a:prstGeom>
          <a:noFill/>
          <a:ln w="9525">
            <a:solidFill>
              <a:schemeClr val="tx1"/>
            </a:solidFill>
            <a:prstDash val="dash"/>
            <a:round/>
            <a:headEnd/>
            <a:tailEnd/>
          </a:ln>
        </p:spPr>
        <p:txBody>
          <a:bodyPr wrap="none" anchor="ctr"/>
          <a:lstStyle/>
          <a:p>
            <a:endParaRPr lang="zh-CN" altLang="en-US" sz="2100"/>
          </a:p>
        </p:txBody>
      </p:sp>
      <p:sp>
        <p:nvSpPr>
          <p:cNvPr id="12309" name="Line 17"/>
          <p:cNvSpPr>
            <a:spLocks noChangeShapeType="1"/>
          </p:cNvSpPr>
          <p:nvPr/>
        </p:nvSpPr>
        <p:spPr bwMode="auto">
          <a:xfrm flipH="1">
            <a:off x="6094288" y="2511598"/>
            <a:ext cx="800100" cy="0"/>
          </a:xfrm>
          <a:prstGeom prst="line">
            <a:avLst/>
          </a:prstGeom>
          <a:noFill/>
          <a:ln w="9525">
            <a:solidFill>
              <a:schemeClr val="tx1"/>
            </a:solidFill>
            <a:prstDash val="dash"/>
            <a:round/>
            <a:headEnd/>
            <a:tailEnd/>
          </a:ln>
        </p:spPr>
        <p:txBody>
          <a:bodyPr wrap="none" anchor="ctr"/>
          <a:lstStyle/>
          <a:p>
            <a:endParaRPr lang="zh-CN" altLang="en-US" sz="2100"/>
          </a:p>
        </p:txBody>
      </p:sp>
      <p:graphicFrame>
        <p:nvGraphicFramePr>
          <p:cNvPr id="12293" name="Object 18"/>
          <p:cNvGraphicFramePr>
            <a:graphicFrameLocks noChangeAspect="1"/>
          </p:cNvGraphicFramePr>
          <p:nvPr>
            <p:extLst>
              <p:ext uri="{D42A27DB-BD31-4B8C-83A1-F6EECF244321}">
                <p14:modId xmlns:p14="http://schemas.microsoft.com/office/powerpoint/2010/main" val="1246668747"/>
              </p:ext>
            </p:extLst>
          </p:nvPr>
        </p:nvGraphicFramePr>
        <p:xfrm>
          <a:off x="5782345" y="2340148"/>
          <a:ext cx="289322" cy="313134"/>
        </p:xfrm>
        <a:graphic>
          <a:graphicData uri="http://schemas.openxmlformats.org/presentationml/2006/ole">
            <mc:AlternateContent xmlns:mc="http://schemas.openxmlformats.org/markup-compatibility/2006">
              <mc:Choice xmlns:v="urn:schemas-microsoft-com:vml" Requires="v">
                <p:oleObj spid="_x0000_s297503" name="Equation" r:id="rId13" imgW="291960" imgH="317160" progId="Equation.3">
                  <p:embed/>
                </p:oleObj>
              </mc:Choice>
              <mc:Fallback>
                <p:oleObj name="Equation" r:id="rId13" imgW="291960" imgH="31716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82345" y="2340148"/>
                        <a:ext cx="289322" cy="3131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4" name="Object 19"/>
          <p:cNvGraphicFramePr>
            <a:graphicFrameLocks noChangeAspect="1"/>
          </p:cNvGraphicFramePr>
          <p:nvPr>
            <p:extLst>
              <p:ext uri="{D42A27DB-BD31-4B8C-83A1-F6EECF244321}">
                <p14:modId xmlns:p14="http://schemas.microsoft.com/office/powerpoint/2010/main" val="4190733714"/>
              </p:ext>
            </p:extLst>
          </p:nvPr>
        </p:nvGraphicFramePr>
        <p:xfrm>
          <a:off x="5758532" y="3197398"/>
          <a:ext cx="315516" cy="320278"/>
        </p:xfrm>
        <a:graphic>
          <a:graphicData uri="http://schemas.openxmlformats.org/presentationml/2006/ole">
            <mc:AlternateContent xmlns:mc="http://schemas.openxmlformats.org/markup-compatibility/2006">
              <mc:Choice xmlns:v="urn:schemas-microsoft-com:vml" Requires="v">
                <p:oleObj spid="_x0000_s297504" name="Equation" r:id="rId15" imgW="266400" imgH="317160" progId="Equation.3">
                  <p:embed/>
                </p:oleObj>
              </mc:Choice>
              <mc:Fallback>
                <p:oleObj name="Equation" r:id="rId15" imgW="266400" imgH="317160" progId="Equation.3">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58532" y="3197398"/>
                        <a:ext cx="315516" cy="320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5" name="Object 20"/>
          <p:cNvGraphicFramePr>
            <a:graphicFrameLocks noChangeAspect="1"/>
          </p:cNvGraphicFramePr>
          <p:nvPr>
            <p:extLst>
              <p:ext uri="{D42A27DB-BD31-4B8C-83A1-F6EECF244321}">
                <p14:modId xmlns:p14="http://schemas.microsoft.com/office/powerpoint/2010/main" val="1558312206"/>
              </p:ext>
            </p:extLst>
          </p:nvPr>
        </p:nvGraphicFramePr>
        <p:xfrm>
          <a:off x="6780088" y="3768899"/>
          <a:ext cx="247650" cy="288131"/>
        </p:xfrm>
        <a:graphic>
          <a:graphicData uri="http://schemas.openxmlformats.org/presentationml/2006/ole">
            <mc:AlternateContent xmlns:mc="http://schemas.openxmlformats.org/markup-compatibility/2006">
              <mc:Choice xmlns:v="urn:schemas-microsoft-com:vml" Requires="v">
                <p:oleObj spid="_x0000_s297505" name="公式" r:id="rId17" imgW="152280" imgH="177480" progId="Equation.3">
                  <p:embed/>
                </p:oleObj>
              </mc:Choice>
              <mc:Fallback>
                <p:oleObj name="公式" r:id="rId17" imgW="152280" imgH="177480" progId="Equation.3">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80088" y="3768899"/>
                        <a:ext cx="247650" cy="2881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0" name="Line 21"/>
          <p:cNvSpPr>
            <a:spLocks noChangeShapeType="1"/>
          </p:cNvSpPr>
          <p:nvPr/>
        </p:nvSpPr>
        <p:spPr bwMode="auto">
          <a:xfrm>
            <a:off x="6094288" y="3425998"/>
            <a:ext cx="800100" cy="0"/>
          </a:xfrm>
          <a:prstGeom prst="line">
            <a:avLst/>
          </a:prstGeom>
          <a:noFill/>
          <a:ln w="9525">
            <a:solidFill>
              <a:schemeClr val="tx1"/>
            </a:solidFill>
            <a:prstDash val="dash"/>
            <a:round/>
            <a:headEnd/>
            <a:tailEnd/>
          </a:ln>
        </p:spPr>
        <p:txBody>
          <a:bodyPr wrap="none" anchor="ctr"/>
          <a:lstStyle/>
          <a:p>
            <a:endParaRPr lang="zh-CN" altLang="en-US" sz="2100"/>
          </a:p>
        </p:txBody>
      </p:sp>
      <p:sp>
        <p:nvSpPr>
          <p:cNvPr id="12311" name="Line 22"/>
          <p:cNvSpPr>
            <a:spLocks noChangeShapeType="1"/>
          </p:cNvSpPr>
          <p:nvPr/>
        </p:nvSpPr>
        <p:spPr bwMode="auto">
          <a:xfrm>
            <a:off x="6896769" y="2511598"/>
            <a:ext cx="0" cy="914400"/>
          </a:xfrm>
          <a:prstGeom prst="line">
            <a:avLst/>
          </a:prstGeom>
          <a:noFill/>
          <a:ln w="25400">
            <a:solidFill>
              <a:srgbClr val="0000FF"/>
            </a:solidFill>
            <a:round/>
            <a:headEnd/>
            <a:tailEnd/>
          </a:ln>
        </p:spPr>
        <p:txBody>
          <a:bodyPr wrap="none" anchor="ctr"/>
          <a:lstStyle/>
          <a:p>
            <a:endParaRPr lang="zh-CN" altLang="en-US" sz="2100"/>
          </a:p>
        </p:txBody>
      </p:sp>
      <p:sp>
        <p:nvSpPr>
          <p:cNvPr id="12312" name="Line 23"/>
          <p:cNvSpPr>
            <a:spLocks noChangeShapeType="1"/>
          </p:cNvSpPr>
          <p:nvPr/>
        </p:nvSpPr>
        <p:spPr bwMode="auto">
          <a:xfrm flipV="1">
            <a:off x="6896769" y="2754486"/>
            <a:ext cx="0" cy="114300"/>
          </a:xfrm>
          <a:prstGeom prst="line">
            <a:avLst/>
          </a:prstGeom>
          <a:noFill/>
          <a:ln w="38100">
            <a:solidFill>
              <a:srgbClr val="0000FF"/>
            </a:solidFill>
            <a:round/>
            <a:headEnd/>
            <a:tailEnd type="triangle" w="med" len="lg"/>
          </a:ln>
        </p:spPr>
        <p:txBody>
          <a:bodyPr wrap="none" anchor="ctr"/>
          <a:lstStyle/>
          <a:p>
            <a:endParaRPr lang="zh-CN" altLang="en-US" sz="2100"/>
          </a:p>
        </p:txBody>
      </p:sp>
      <p:graphicFrame>
        <p:nvGraphicFramePr>
          <p:cNvPr id="12296" name="Object 24"/>
          <p:cNvGraphicFramePr>
            <a:graphicFrameLocks noChangeAspect="1"/>
          </p:cNvGraphicFramePr>
          <p:nvPr>
            <p:extLst>
              <p:ext uri="{D42A27DB-BD31-4B8C-83A1-F6EECF244321}">
                <p14:modId xmlns:p14="http://schemas.microsoft.com/office/powerpoint/2010/main" val="1095141546"/>
              </p:ext>
            </p:extLst>
          </p:nvPr>
        </p:nvGraphicFramePr>
        <p:xfrm>
          <a:off x="5826398" y="2005583"/>
          <a:ext cx="226219" cy="269081"/>
        </p:xfrm>
        <a:graphic>
          <a:graphicData uri="http://schemas.openxmlformats.org/presentationml/2006/ole">
            <mc:AlternateContent xmlns:mc="http://schemas.openxmlformats.org/markup-compatibility/2006">
              <mc:Choice xmlns:v="urn:schemas-microsoft-com:vml" Requires="v">
                <p:oleObj spid="_x0000_s297506" name="Equation" r:id="rId19" imgW="203040" imgH="241200" progId="Equation.3">
                  <p:embed/>
                </p:oleObj>
              </mc:Choice>
              <mc:Fallback>
                <p:oleObj name="Equation" r:id="rId19" imgW="203040" imgH="241200"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26398" y="2005583"/>
                        <a:ext cx="226219" cy="2690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7" name="Object 25"/>
          <p:cNvGraphicFramePr>
            <a:graphicFrameLocks noChangeAspect="1"/>
          </p:cNvGraphicFramePr>
          <p:nvPr>
            <p:extLst>
              <p:ext uri="{D42A27DB-BD31-4B8C-83A1-F6EECF244321}">
                <p14:modId xmlns:p14="http://schemas.microsoft.com/office/powerpoint/2010/main" val="3757517427"/>
              </p:ext>
            </p:extLst>
          </p:nvPr>
        </p:nvGraphicFramePr>
        <p:xfrm>
          <a:off x="7905229" y="3822476"/>
          <a:ext cx="205978" cy="230981"/>
        </p:xfrm>
        <a:graphic>
          <a:graphicData uri="http://schemas.openxmlformats.org/presentationml/2006/ole">
            <mc:AlternateContent xmlns:mc="http://schemas.openxmlformats.org/markup-compatibility/2006">
              <mc:Choice xmlns:v="urn:schemas-microsoft-com:vml" Requires="v">
                <p:oleObj spid="_x0000_s297507" name="Equation" r:id="rId21" imgW="215640" imgH="241200" progId="Equation.3">
                  <p:embed/>
                </p:oleObj>
              </mc:Choice>
              <mc:Fallback>
                <p:oleObj name="Equation" r:id="rId21" imgW="215640" imgH="241200" progId="Equation.3">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05229" y="3822476"/>
                        <a:ext cx="205978" cy="2309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8" name="Object 26"/>
          <p:cNvGraphicFramePr>
            <a:graphicFrameLocks noChangeAspect="1"/>
          </p:cNvGraphicFramePr>
          <p:nvPr>
            <p:extLst>
              <p:ext uri="{D42A27DB-BD31-4B8C-83A1-F6EECF244321}">
                <p14:modId xmlns:p14="http://schemas.microsoft.com/office/powerpoint/2010/main" val="347895517"/>
              </p:ext>
            </p:extLst>
          </p:nvPr>
        </p:nvGraphicFramePr>
        <p:xfrm>
          <a:off x="6014516" y="3787948"/>
          <a:ext cx="203597" cy="234553"/>
        </p:xfrm>
        <a:graphic>
          <a:graphicData uri="http://schemas.openxmlformats.org/presentationml/2006/ole">
            <mc:AlternateContent xmlns:mc="http://schemas.openxmlformats.org/markup-compatibility/2006">
              <mc:Choice xmlns:v="urn:schemas-microsoft-com:vml" Requires="v">
                <p:oleObj spid="_x0000_s297508" name="Equation" r:id="rId23" imgW="164880" imgH="190440" progId="Equation.3">
                  <p:embed/>
                </p:oleObj>
              </mc:Choice>
              <mc:Fallback>
                <p:oleObj name="Equation" r:id="rId23" imgW="164880" imgH="190440" progId="Equation.3">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14516" y="3787948"/>
                        <a:ext cx="203597" cy="2345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1"/>
          <p:cNvGrpSpPr>
            <a:grpSpLocks/>
          </p:cNvGrpSpPr>
          <p:nvPr/>
        </p:nvGrpSpPr>
        <p:grpSpPr bwMode="auto">
          <a:xfrm>
            <a:off x="1073685" y="2839353"/>
            <a:ext cx="3427809" cy="722711"/>
            <a:chOff x="249" y="1296"/>
            <a:chExt cx="2879" cy="607"/>
          </a:xfrm>
        </p:grpSpPr>
        <p:sp>
          <p:nvSpPr>
            <p:cNvPr id="12314" name="Text Box 28"/>
            <p:cNvSpPr txBox="1">
              <a:spLocks noChangeArrowheads="1"/>
            </p:cNvSpPr>
            <p:nvPr/>
          </p:nvSpPr>
          <p:spPr bwMode="auto">
            <a:xfrm>
              <a:off x="249" y="1452"/>
              <a:ext cx="2879" cy="349"/>
            </a:xfrm>
            <a:prstGeom prst="rect">
              <a:avLst/>
            </a:prstGeom>
            <a:noFill/>
            <a:ln w="9525">
              <a:noFill/>
              <a:miter lim="800000"/>
              <a:headEnd/>
              <a:tailEnd/>
            </a:ln>
          </p:spPr>
          <p:txBody>
            <a:bodyPr>
              <a:spAutoFit/>
            </a:bodyPr>
            <a:lstStyle/>
            <a:p>
              <a:pPr>
                <a:spcBef>
                  <a:spcPct val="50000"/>
                </a:spcBef>
              </a:pPr>
              <a:r>
                <a:rPr kumimoji="1" lang="zh-CN" altLang="en-US" sz="2100" b="1" dirty="0">
                  <a:solidFill>
                    <a:srgbClr val="000000"/>
                  </a:solidFill>
                  <a:latin typeface="Times New Roman" pitchFamily="18" charset="0"/>
                </a:rPr>
                <a:t>过程</a:t>
              </a:r>
              <a:r>
                <a:rPr kumimoji="1" lang="zh-CN" altLang="en-US" sz="2100" b="1" dirty="0" smtClean="0">
                  <a:solidFill>
                    <a:srgbClr val="000000"/>
                  </a:solidFill>
                  <a:latin typeface="Times New Roman" pitchFamily="18" charset="0"/>
                </a:rPr>
                <a:t>方程：          常量</a:t>
              </a:r>
              <a:endParaRPr kumimoji="1" lang="zh-CN" altLang="en-US" sz="2100" b="1" dirty="0">
                <a:solidFill>
                  <a:srgbClr val="000000"/>
                </a:solidFill>
                <a:latin typeface="Times New Roman" pitchFamily="18" charset="0"/>
              </a:endParaRPr>
            </a:p>
          </p:txBody>
        </p:sp>
        <p:graphicFrame>
          <p:nvGraphicFramePr>
            <p:cNvPr id="12299" name="Object 29"/>
            <p:cNvGraphicFramePr>
              <a:graphicFrameLocks noChangeAspect="1"/>
            </p:cNvGraphicFramePr>
            <p:nvPr>
              <p:extLst>
                <p:ext uri="{D42A27DB-BD31-4B8C-83A1-F6EECF244321}">
                  <p14:modId xmlns:p14="http://schemas.microsoft.com/office/powerpoint/2010/main" val="3902111110"/>
                </p:ext>
              </p:extLst>
            </p:nvPr>
          </p:nvGraphicFramePr>
          <p:xfrm>
            <a:off x="1474" y="1296"/>
            <a:ext cx="489" cy="607"/>
          </p:xfrm>
          <a:graphic>
            <a:graphicData uri="http://schemas.openxmlformats.org/presentationml/2006/ole">
              <mc:AlternateContent xmlns:mc="http://schemas.openxmlformats.org/markup-compatibility/2006">
                <mc:Choice xmlns:v="urn:schemas-microsoft-com:vml" Requires="v">
                  <p:oleObj spid="_x0000_s297509" name="Equation" r:id="rId25" imgW="291960" imgH="393480" progId="Equation.DSMT4">
                    <p:embed/>
                  </p:oleObj>
                </mc:Choice>
                <mc:Fallback>
                  <p:oleObj name="Equation" r:id="rId25" imgW="291960" imgH="393480" progId="Equation.DSMT4">
                    <p:embed/>
                    <p:pic>
                      <p:nvPicPr>
                        <p:cNvPr id="0" name="Object 29"/>
                        <p:cNvPicPr>
                          <a:picLocks noChangeAspect="1" noChangeArrowheads="1"/>
                        </p:cNvPicPr>
                        <p:nvPr/>
                      </p:nvPicPr>
                      <p:blipFill>
                        <a:blip r:embed="rId26"/>
                        <a:srcRect/>
                        <a:stretch>
                          <a:fillRect/>
                        </a:stretch>
                      </p:blipFill>
                      <p:spPr bwMode="auto">
                        <a:xfrm>
                          <a:off x="1474" y="1296"/>
                          <a:ext cx="489" cy="607"/>
                        </a:xfrm>
                        <a:prstGeom prst="rect">
                          <a:avLst/>
                        </a:prstGeom>
                        <a:noFill/>
                        <a:extLst/>
                      </p:spPr>
                    </p:pic>
                  </p:oleObj>
                </mc:Fallback>
              </mc:AlternateContent>
            </a:graphicData>
          </a:graphic>
        </p:graphicFrame>
      </p:grpSp>
      <p:sp>
        <p:nvSpPr>
          <p:cNvPr id="29" name="矩形 28"/>
          <p:cNvSpPr/>
          <p:nvPr/>
        </p:nvSpPr>
        <p:spPr>
          <a:xfrm>
            <a:off x="1439652" y="332073"/>
            <a:ext cx="6156684" cy="415498"/>
          </a:xfrm>
          <a:prstGeom prst="rect">
            <a:avLst/>
          </a:prstGeom>
        </p:spPr>
        <p:txBody>
          <a:bodyPr wrap="square">
            <a:spAutoFit/>
          </a:bodyPr>
          <a:lstStyle/>
          <a:p>
            <a:pPr algn="ctr">
              <a:spcBef>
                <a:spcPct val="50000"/>
              </a:spcBef>
            </a:pPr>
            <a:r>
              <a:rPr kumimoji="1" lang="en-US" altLang="en-US" sz="2100" b="1" dirty="0">
                <a:solidFill>
                  <a:srgbClr val="000000"/>
                </a:solidFill>
                <a:latin typeface="Times New Roman" pitchFamily="18" charset="0"/>
              </a:rPr>
              <a:t>§</a:t>
            </a:r>
            <a:r>
              <a:rPr kumimoji="1" lang="en-US" altLang="zh-CN" sz="2100" b="1" dirty="0">
                <a:solidFill>
                  <a:srgbClr val="000000"/>
                </a:solidFill>
                <a:latin typeface="Times New Roman" pitchFamily="18" charset="0"/>
              </a:rPr>
              <a:t>13.3   </a:t>
            </a:r>
            <a:r>
              <a:rPr kumimoji="1" lang="zh-CN" altLang="en-US" sz="2100" b="1" dirty="0">
                <a:solidFill>
                  <a:srgbClr val="000000"/>
                </a:solidFill>
                <a:latin typeface="Times New Roman" pitchFamily="18" charset="0"/>
              </a:rPr>
              <a:t>等体过程和等压过程、摩尔热容</a:t>
            </a:r>
          </a:p>
        </p:txBody>
      </p:sp>
      <p:sp>
        <p:nvSpPr>
          <p:cNvPr id="30" name="Text Box 2"/>
          <p:cNvSpPr txBox="1">
            <a:spLocks noChangeArrowheads="1"/>
          </p:cNvSpPr>
          <p:nvPr/>
        </p:nvSpPr>
        <p:spPr bwMode="auto">
          <a:xfrm>
            <a:off x="508800" y="962851"/>
            <a:ext cx="4456509" cy="415498"/>
          </a:xfrm>
          <a:prstGeom prst="rect">
            <a:avLst/>
          </a:prstGeom>
          <a:noFill/>
          <a:ln w="9525">
            <a:noFill/>
            <a:miter lim="800000"/>
            <a:headEnd/>
            <a:tailEnd/>
          </a:ln>
        </p:spPr>
        <p:txBody>
          <a:bodyPr>
            <a:spAutoFit/>
          </a:bodyPr>
          <a:lstStyle/>
          <a:p>
            <a:pPr>
              <a:spcBef>
                <a:spcPct val="50000"/>
              </a:spcBef>
            </a:pPr>
            <a:r>
              <a:rPr kumimoji="1" lang="zh-CN" altLang="en-US" sz="2100" b="1" dirty="0">
                <a:solidFill>
                  <a:srgbClr val="CC0000"/>
                </a:solidFill>
                <a:latin typeface="Times New Roman" pitchFamily="18" charset="0"/>
              </a:rPr>
              <a:t>一、等体过程  </a:t>
            </a:r>
            <a:r>
              <a:rPr kumimoji="1" lang="zh-CN" altLang="en-US" sz="2100" b="1" dirty="0">
                <a:solidFill>
                  <a:srgbClr val="CC0000"/>
                </a:solidFill>
              </a:rPr>
              <a:t>摩尔</a:t>
            </a:r>
            <a:r>
              <a:rPr kumimoji="1" lang="zh-CN" altLang="en-US" sz="2100" b="1" dirty="0">
                <a:solidFill>
                  <a:srgbClr val="CC0000"/>
                </a:solidFill>
                <a:latin typeface="Times New Roman" pitchFamily="18" charset="0"/>
              </a:rPr>
              <a:t>定体热容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7347"/>
                                        </p:tgtEl>
                                        <p:attrNameLst>
                                          <p:attrName>style.visibility</p:attrName>
                                        </p:attrNameLst>
                                      </p:cBhvr>
                                      <p:to>
                                        <p:strVal val="visible"/>
                                      </p:to>
                                    </p:set>
                                    <p:animEffect transition="in" filter="blinds(horizontal)">
                                      <p:cBhvr>
                                        <p:cTn id="11" dur="500"/>
                                        <p:tgtEl>
                                          <p:spTgt spid="5734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352004" y="208489"/>
            <a:ext cx="5970492" cy="782054"/>
            <a:chOff x="278672" y="277984"/>
            <a:chExt cx="7960656" cy="1042739"/>
          </a:xfrm>
        </p:grpSpPr>
        <p:sp>
          <p:nvSpPr>
            <p:cNvPr id="21508" name="Text Box 2"/>
            <p:cNvSpPr txBox="1">
              <a:spLocks noChangeArrowheads="1"/>
            </p:cNvSpPr>
            <p:nvPr/>
          </p:nvSpPr>
          <p:spPr bwMode="auto">
            <a:xfrm>
              <a:off x="278672" y="555244"/>
              <a:ext cx="2592388" cy="553998"/>
            </a:xfrm>
            <a:prstGeom prst="rect">
              <a:avLst/>
            </a:prstGeom>
            <a:noFill/>
            <a:ln w="9525">
              <a:noFill/>
              <a:miter lim="800000"/>
              <a:headEnd/>
              <a:tailEnd/>
            </a:ln>
          </p:spPr>
          <p:txBody>
            <a:bodyPr>
              <a:spAutoFit/>
            </a:bodyPr>
            <a:lstStyle/>
            <a:p>
              <a:pPr marL="428625" indent="-428625">
                <a:spcBef>
                  <a:spcPct val="50000"/>
                </a:spcBef>
                <a:buFont typeface="Wingdings" panose="05000000000000000000" pitchFamily="2" charset="2"/>
                <a:buChar char="u"/>
              </a:pPr>
              <a:r>
                <a:rPr kumimoji="1" lang="zh-CN" altLang="en-US" sz="2100" b="1" dirty="0">
                  <a:solidFill>
                    <a:srgbClr val="CC0000"/>
                  </a:solidFill>
                  <a:latin typeface="Times New Roman" pitchFamily="18" charset="0"/>
                </a:rPr>
                <a:t>热容</a:t>
              </a:r>
            </a:p>
          </p:txBody>
        </p:sp>
        <p:sp>
          <p:nvSpPr>
            <p:cNvPr id="2" name="矩形 1"/>
            <p:cNvSpPr/>
            <p:nvPr/>
          </p:nvSpPr>
          <p:spPr>
            <a:xfrm>
              <a:off x="1707756" y="555244"/>
              <a:ext cx="5677343" cy="553998"/>
            </a:xfrm>
            <a:prstGeom prst="rect">
              <a:avLst/>
            </a:prstGeom>
          </p:spPr>
          <p:txBody>
            <a:bodyPr wrap="square">
              <a:spAutoFit/>
            </a:bodyPr>
            <a:lstStyle/>
            <a:p>
              <a:r>
                <a:rPr lang="zh-CN" altLang="en-US" sz="2100" b="1">
                  <a:solidFill>
                    <a:srgbClr val="000000"/>
                  </a:solidFill>
                  <a:latin typeface="+mn-ea"/>
                  <a:ea typeface="+mn-ea"/>
                </a:rPr>
                <a:t>物质温度升高一</a:t>
              </a:r>
              <a:r>
                <a:rPr lang="en-US" altLang="zh-CN" sz="2100" b="1">
                  <a:solidFill>
                    <a:srgbClr val="000000"/>
                  </a:solidFill>
                  <a:latin typeface="Times New Roman" panose="02020603050405020304" pitchFamily="18" charset="0"/>
                  <a:ea typeface="+mn-ea"/>
                  <a:cs typeface="Times New Roman" panose="02020603050405020304" pitchFamily="18" charset="0"/>
                </a:rPr>
                <a:t>K</a:t>
              </a:r>
              <a:r>
                <a:rPr lang="zh-CN" altLang="en-US" sz="2100" b="1">
                  <a:solidFill>
                    <a:srgbClr val="000000"/>
                  </a:solidFill>
                  <a:latin typeface="+mn-ea"/>
                  <a:ea typeface="+mn-ea"/>
                </a:rPr>
                <a:t>所吸收的热量</a:t>
              </a:r>
              <a:endParaRPr lang="zh-CN" altLang="en-US" sz="2100" b="1">
                <a:latin typeface="+mn-ea"/>
                <a:ea typeface="+mn-ea"/>
              </a:endParaRPr>
            </a:p>
          </p:txBody>
        </p:sp>
        <p:graphicFrame>
          <p:nvGraphicFramePr>
            <p:cNvPr id="7" name="Object 7"/>
            <p:cNvGraphicFramePr>
              <a:graphicFrameLocks noChangeAspect="1"/>
            </p:cNvGraphicFramePr>
            <p:nvPr>
              <p:extLst>
                <p:ext uri="{D42A27DB-BD31-4B8C-83A1-F6EECF244321}">
                  <p14:modId xmlns:p14="http://schemas.microsoft.com/office/powerpoint/2010/main" val="3249091625"/>
                </p:ext>
              </p:extLst>
            </p:nvPr>
          </p:nvGraphicFramePr>
          <p:xfrm>
            <a:off x="6904067" y="277984"/>
            <a:ext cx="1335261" cy="1042739"/>
          </p:xfrm>
          <a:graphic>
            <a:graphicData uri="http://schemas.openxmlformats.org/presentationml/2006/ole">
              <mc:AlternateContent xmlns:mc="http://schemas.openxmlformats.org/markup-compatibility/2006">
                <mc:Choice xmlns:v="urn:schemas-microsoft-com:vml" Requires="v">
                  <p:oleObj spid="_x0000_s295292" name="Equation" r:id="rId3" imgW="520560" imgH="393480" progId="Equation.DSMT4">
                    <p:embed/>
                  </p:oleObj>
                </mc:Choice>
                <mc:Fallback>
                  <p:oleObj name="Equation" r:id="rId3" imgW="520560" imgH="393480" progId="Equation.DSMT4">
                    <p:embed/>
                    <p:pic>
                      <p:nvPicPr>
                        <p:cNvPr id="66567" name="Object 7"/>
                        <p:cNvPicPr>
                          <a:picLocks noChangeAspect="1" noChangeArrowheads="1"/>
                        </p:cNvPicPr>
                        <p:nvPr/>
                      </p:nvPicPr>
                      <p:blipFill>
                        <a:blip r:embed="rId4"/>
                        <a:srcRect/>
                        <a:stretch>
                          <a:fillRect/>
                        </a:stretch>
                      </p:blipFill>
                      <p:spPr bwMode="auto">
                        <a:xfrm>
                          <a:off x="6904067" y="277984"/>
                          <a:ext cx="1335261" cy="1042739"/>
                        </a:xfrm>
                        <a:prstGeom prst="rect">
                          <a:avLst/>
                        </a:prstGeom>
                        <a:noFill/>
                        <a:extLst/>
                      </p:spPr>
                    </p:pic>
                  </p:oleObj>
                </mc:Fallback>
              </mc:AlternateContent>
            </a:graphicData>
          </a:graphic>
        </p:graphicFrame>
      </p:grpSp>
      <p:grpSp>
        <p:nvGrpSpPr>
          <p:cNvPr id="4" name="组合 3"/>
          <p:cNvGrpSpPr/>
          <p:nvPr/>
        </p:nvGrpSpPr>
        <p:grpSpPr>
          <a:xfrm>
            <a:off x="1352005" y="1204913"/>
            <a:ext cx="6187033" cy="896937"/>
            <a:chOff x="278672" y="1717659"/>
            <a:chExt cx="8249378" cy="1195916"/>
          </a:xfrm>
        </p:grpSpPr>
        <p:graphicFrame>
          <p:nvGraphicFramePr>
            <p:cNvPr id="66567" name="Object 7"/>
            <p:cNvGraphicFramePr>
              <a:graphicFrameLocks noChangeAspect="1"/>
            </p:cNvGraphicFramePr>
            <p:nvPr>
              <p:extLst>
                <p:ext uri="{D42A27DB-BD31-4B8C-83A1-F6EECF244321}">
                  <p14:modId xmlns:p14="http://schemas.microsoft.com/office/powerpoint/2010/main" val="1394507899"/>
                </p:ext>
              </p:extLst>
            </p:nvPr>
          </p:nvGraphicFramePr>
          <p:xfrm>
            <a:off x="6792383" y="1717659"/>
            <a:ext cx="1735667" cy="1195916"/>
          </p:xfrm>
          <a:graphic>
            <a:graphicData uri="http://schemas.openxmlformats.org/presentationml/2006/ole">
              <mc:AlternateContent xmlns:mc="http://schemas.openxmlformats.org/markup-compatibility/2006">
                <mc:Choice xmlns:v="urn:schemas-microsoft-com:vml" Requires="v">
                  <p:oleObj spid="_x0000_s295293" name="Equation" r:id="rId5" imgW="647640" imgH="431640" progId="Equation.DSMT4">
                    <p:embed/>
                  </p:oleObj>
                </mc:Choice>
                <mc:Fallback>
                  <p:oleObj name="Equation" r:id="rId5" imgW="647640" imgH="431640" progId="Equation.DSMT4">
                    <p:embed/>
                    <p:pic>
                      <p:nvPicPr>
                        <p:cNvPr id="66567" name="Object 7"/>
                        <p:cNvPicPr>
                          <a:picLocks noChangeAspect="1" noChangeArrowheads="1"/>
                        </p:cNvPicPr>
                        <p:nvPr/>
                      </p:nvPicPr>
                      <p:blipFill>
                        <a:blip r:embed="rId6"/>
                        <a:srcRect/>
                        <a:stretch>
                          <a:fillRect/>
                        </a:stretch>
                      </p:blipFill>
                      <p:spPr bwMode="auto">
                        <a:xfrm>
                          <a:off x="6792383" y="1717659"/>
                          <a:ext cx="1735667" cy="1195916"/>
                        </a:xfrm>
                        <a:prstGeom prst="rect">
                          <a:avLst/>
                        </a:prstGeom>
                        <a:noFill/>
                        <a:extLst/>
                      </p:spPr>
                    </p:pic>
                  </p:oleObj>
                </mc:Fallback>
              </mc:AlternateContent>
            </a:graphicData>
          </a:graphic>
        </p:graphicFrame>
        <p:sp>
          <p:nvSpPr>
            <p:cNvPr id="10" name="Text Box 2"/>
            <p:cNvSpPr txBox="1">
              <a:spLocks noChangeArrowheads="1"/>
            </p:cNvSpPr>
            <p:nvPr/>
          </p:nvSpPr>
          <p:spPr bwMode="auto">
            <a:xfrm>
              <a:off x="278672" y="2033849"/>
              <a:ext cx="2592388" cy="553997"/>
            </a:xfrm>
            <a:prstGeom prst="rect">
              <a:avLst/>
            </a:prstGeom>
            <a:noFill/>
            <a:ln w="9525">
              <a:noFill/>
              <a:miter lim="800000"/>
              <a:headEnd/>
              <a:tailEnd/>
            </a:ln>
          </p:spPr>
          <p:txBody>
            <a:bodyPr>
              <a:spAutoFit/>
            </a:bodyPr>
            <a:lstStyle/>
            <a:p>
              <a:pPr marL="428625" indent="-428625">
                <a:spcBef>
                  <a:spcPct val="50000"/>
                </a:spcBef>
                <a:buFont typeface="Wingdings" panose="05000000000000000000" pitchFamily="2" charset="2"/>
                <a:buChar char="u"/>
              </a:pPr>
              <a:r>
                <a:rPr kumimoji="1" lang="zh-CN" altLang="en-US" sz="2100" b="1" dirty="0">
                  <a:solidFill>
                    <a:srgbClr val="CC0000"/>
                  </a:solidFill>
                  <a:latin typeface="Times New Roman" pitchFamily="18" charset="0"/>
                </a:rPr>
                <a:t>比热容</a:t>
              </a:r>
            </a:p>
          </p:txBody>
        </p:sp>
        <p:sp>
          <p:nvSpPr>
            <p:cNvPr id="11" name="矩形 10"/>
            <p:cNvSpPr/>
            <p:nvPr/>
          </p:nvSpPr>
          <p:spPr>
            <a:xfrm>
              <a:off x="2068485" y="2033849"/>
              <a:ext cx="4835582" cy="640174"/>
            </a:xfrm>
            <a:prstGeom prst="rect">
              <a:avLst/>
            </a:prstGeom>
          </p:spPr>
          <p:txBody>
            <a:bodyPr wrap="square">
              <a:spAutoFit/>
            </a:bodyPr>
            <a:lstStyle/>
            <a:p>
              <a:pPr>
                <a:lnSpc>
                  <a:spcPct val="120000"/>
                </a:lnSpc>
              </a:pPr>
              <a:r>
                <a:rPr lang="zh-CN" altLang="en-US" sz="2100" b="1">
                  <a:solidFill>
                    <a:srgbClr val="000000"/>
                  </a:solidFill>
                  <a:latin typeface="+mn-ea"/>
                  <a:ea typeface="+mn-ea"/>
                </a:rPr>
                <a:t>单位质量物质的热容</a:t>
              </a:r>
              <a:endParaRPr lang="zh-CN" altLang="en-US" sz="2100" b="1">
                <a:latin typeface="+mn-ea"/>
                <a:ea typeface="+mn-ea"/>
              </a:endParaRPr>
            </a:p>
          </p:txBody>
        </p:sp>
      </p:grpSp>
      <p:grpSp>
        <p:nvGrpSpPr>
          <p:cNvPr id="5" name="组合 4"/>
          <p:cNvGrpSpPr/>
          <p:nvPr/>
        </p:nvGrpSpPr>
        <p:grpSpPr>
          <a:xfrm>
            <a:off x="1352005" y="2336799"/>
            <a:ext cx="6190208" cy="839788"/>
            <a:chOff x="278672" y="3434856"/>
            <a:chExt cx="8253611" cy="1119717"/>
          </a:xfrm>
        </p:grpSpPr>
        <p:grpSp>
          <p:nvGrpSpPr>
            <p:cNvPr id="12" name="组合 11"/>
            <p:cNvGrpSpPr/>
            <p:nvPr/>
          </p:nvGrpSpPr>
          <p:grpSpPr>
            <a:xfrm>
              <a:off x="278672" y="3726461"/>
              <a:ext cx="6965866" cy="640174"/>
              <a:chOff x="278672" y="2033849"/>
              <a:chExt cx="6965866" cy="640174"/>
            </a:xfrm>
          </p:grpSpPr>
          <p:sp>
            <p:nvSpPr>
              <p:cNvPr id="14" name="Text Box 2"/>
              <p:cNvSpPr txBox="1">
                <a:spLocks noChangeArrowheads="1"/>
              </p:cNvSpPr>
              <p:nvPr/>
            </p:nvSpPr>
            <p:spPr bwMode="auto">
              <a:xfrm>
                <a:off x="278672" y="2033849"/>
                <a:ext cx="2592388" cy="553998"/>
              </a:xfrm>
              <a:prstGeom prst="rect">
                <a:avLst/>
              </a:prstGeom>
              <a:noFill/>
              <a:ln w="9525">
                <a:noFill/>
                <a:miter lim="800000"/>
                <a:headEnd/>
                <a:tailEnd/>
              </a:ln>
            </p:spPr>
            <p:txBody>
              <a:bodyPr>
                <a:spAutoFit/>
              </a:bodyPr>
              <a:lstStyle/>
              <a:p>
                <a:pPr marL="428625" indent="-428625">
                  <a:spcBef>
                    <a:spcPct val="50000"/>
                  </a:spcBef>
                  <a:buFont typeface="Wingdings" panose="05000000000000000000" pitchFamily="2" charset="2"/>
                  <a:buChar char="u"/>
                </a:pPr>
                <a:r>
                  <a:rPr kumimoji="1" lang="zh-CN" altLang="en-US" sz="2100" b="1">
                    <a:solidFill>
                      <a:srgbClr val="CC0000"/>
                    </a:solidFill>
                    <a:latin typeface="Times New Roman" pitchFamily="18" charset="0"/>
                  </a:rPr>
                  <a:t>摩尔热</a:t>
                </a:r>
                <a:r>
                  <a:rPr kumimoji="1" lang="zh-CN" altLang="en-US" sz="2100" b="1" dirty="0">
                    <a:solidFill>
                      <a:srgbClr val="CC0000"/>
                    </a:solidFill>
                    <a:latin typeface="Times New Roman" pitchFamily="18" charset="0"/>
                  </a:rPr>
                  <a:t>容</a:t>
                </a:r>
              </a:p>
            </p:txBody>
          </p:sp>
          <p:sp>
            <p:nvSpPr>
              <p:cNvPr id="15" name="矩形 14"/>
              <p:cNvSpPr/>
              <p:nvPr/>
            </p:nvSpPr>
            <p:spPr>
              <a:xfrm>
                <a:off x="2408955" y="2033849"/>
                <a:ext cx="4835583" cy="640174"/>
              </a:xfrm>
              <a:prstGeom prst="rect">
                <a:avLst/>
              </a:prstGeom>
            </p:spPr>
            <p:txBody>
              <a:bodyPr wrap="square">
                <a:spAutoFit/>
              </a:bodyPr>
              <a:lstStyle/>
              <a:p>
                <a:pPr>
                  <a:lnSpc>
                    <a:spcPct val="120000"/>
                  </a:lnSpc>
                </a:pPr>
                <a:r>
                  <a:rPr lang="en-US" altLang="zh-CN" sz="2100" b="1" dirty="0">
                    <a:solidFill>
                      <a:srgbClr val="000000"/>
                    </a:solidFill>
                    <a:latin typeface="Times New Roman" panose="02020603050405020304" pitchFamily="18" charset="0"/>
                    <a:ea typeface="+mn-ea"/>
                    <a:cs typeface="Times New Roman" panose="02020603050405020304" pitchFamily="18" charset="0"/>
                  </a:rPr>
                  <a:t>1mol</a:t>
                </a:r>
                <a:r>
                  <a:rPr lang="zh-CN" altLang="en-US" sz="2100" b="1" dirty="0">
                    <a:solidFill>
                      <a:srgbClr val="000000"/>
                    </a:solidFill>
                    <a:latin typeface="+mn-ea"/>
                    <a:ea typeface="+mn-ea"/>
                  </a:rPr>
                  <a:t>物质的热容</a:t>
                </a:r>
                <a:endParaRPr lang="zh-CN" altLang="en-US" sz="2100" b="1" dirty="0">
                  <a:latin typeface="+mn-ea"/>
                  <a:ea typeface="+mn-ea"/>
                </a:endParaRPr>
              </a:p>
            </p:txBody>
          </p:sp>
        </p:grpSp>
        <p:graphicFrame>
          <p:nvGraphicFramePr>
            <p:cNvPr id="16" name="Object 7"/>
            <p:cNvGraphicFramePr>
              <a:graphicFrameLocks noChangeAspect="1"/>
            </p:cNvGraphicFramePr>
            <p:nvPr>
              <p:extLst>
                <p:ext uri="{D42A27DB-BD31-4B8C-83A1-F6EECF244321}">
                  <p14:modId xmlns:p14="http://schemas.microsoft.com/office/powerpoint/2010/main" val="721721581"/>
                </p:ext>
              </p:extLst>
            </p:nvPr>
          </p:nvGraphicFramePr>
          <p:xfrm>
            <a:off x="6777566" y="3434856"/>
            <a:ext cx="1754717" cy="1119717"/>
          </p:xfrm>
          <a:graphic>
            <a:graphicData uri="http://schemas.openxmlformats.org/presentationml/2006/ole">
              <mc:AlternateContent xmlns:mc="http://schemas.openxmlformats.org/markup-compatibility/2006">
                <mc:Choice xmlns:v="urn:schemas-microsoft-com:vml" Requires="v">
                  <p:oleObj spid="_x0000_s295294" name="Equation" r:id="rId7" imgW="698400" imgH="431640" progId="Equation.DSMT4">
                    <p:embed/>
                  </p:oleObj>
                </mc:Choice>
                <mc:Fallback>
                  <p:oleObj name="Equation" r:id="rId7" imgW="698400" imgH="431640" progId="Equation.DSMT4">
                    <p:embed/>
                    <p:pic>
                      <p:nvPicPr>
                        <p:cNvPr id="7" name="Object 7"/>
                        <p:cNvPicPr>
                          <a:picLocks noChangeAspect="1" noChangeArrowheads="1"/>
                        </p:cNvPicPr>
                        <p:nvPr/>
                      </p:nvPicPr>
                      <p:blipFill>
                        <a:blip r:embed="rId8"/>
                        <a:srcRect/>
                        <a:stretch>
                          <a:fillRect/>
                        </a:stretch>
                      </p:blipFill>
                      <p:spPr bwMode="auto">
                        <a:xfrm>
                          <a:off x="6777566" y="3434856"/>
                          <a:ext cx="1754717" cy="1119717"/>
                        </a:xfrm>
                        <a:prstGeom prst="rect">
                          <a:avLst/>
                        </a:prstGeom>
                        <a:noFill/>
                        <a:extLst/>
                      </p:spPr>
                    </p:pic>
                  </p:oleObj>
                </mc:Fallback>
              </mc:AlternateContent>
            </a:graphicData>
          </a:graphic>
        </p:graphicFrame>
      </p:grpSp>
      <p:grpSp>
        <p:nvGrpSpPr>
          <p:cNvPr id="18" name="组合 17"/>
          <p:cNvGrpSpPr/>
          <p:nvPr/>
        </p:nvGrpSpPr>
        <p:grpSpPr>
          <a:xfrm>
            <a:off x="1706622" y="3611036"/>
            <a:ext cx="1977135" cy="1086707"/>
            <a:chOff x="2315183" y="4920441"/>
            <a:chExt cx="2636180" cy="1448942"/>
          </a:xfrm>
        </p:grpSpPr>
        <p:sp>
          <p:nvSpPr>
            <p:cNvPr id="6" name="矩形 5"/>
            <p:cNvSpPr/>
            <p:nvPr/>
          </p:nvSpPr>
          <p:spPr>
            <a:xfrm>
              <a:off x="2537882" y="4920441"/>
              <a:ext cx="2413481" cy="553997"/>
            </a:xfrm>
            <a:prstGeom prst="rect">
              <a:avLst/>
            </a:prstGeom>
          </p:spPr>
          <p:txBody>
            <a:bodyPr wrap="none">
              <a:spAutoFit/>
            </a:bodyPr>
            <a:lstStyle/>
            <a:p>
              <a:r>
                <a:rPr kumimoji="1" lang="zh-CN" altLang="en-US" sz="2100" b="1"/>
                <a:t>摩尔</a:t>
              </a:r>
              <a:r>
                <a:rPr kumimoji="1" lang="zh-CN" altLang="en-US" sz="2100" b="1">
                  <a:latin typeface="Times New Roman" pitchFamily="18" charset="0"/>
                </a:rPr>
                <a:t>定体热容</a:t>
              </a:r>
              <a:endParaRPr lang="zh-CN" altLang="en-US" sz="2100"/>
            </a:p>
          </p:txBody>
        </p:sp>
        <p:sp>
          <p:nvSpPr>
            <p:cNvPr id="19" name="矩形 18"/>
            <p:cNvSpPr/>
            <p:nvPr/>
          </p:nvSpPr>
          <p:spPr>
            <a:xfrm>
              <a:off x="2537882" y="5815386"/>
              <a:ext cx="2413481" cy="553997"/>
            </a:xfrm>
            <a:prstGeom prst="rect">
              <a:avLst/>
            </a:prstGeom>
          </p:spPr>
          <p:txBody>
            <a:bodyPr wrap="none">
              <a:spAutoFit/>
            </a:bodyPr>
            <a:lstStyle/>
            <a:p>
              <a:r>
                <a:rPr kumimoji="1" lang="zh-CN" altLang="en-US" sz="2100" b="1"/>
                <a:t>摩尔</a:t>
              </a:r>
              <a:r>
                <a:rPr kumimoji="1" lang="zh-CN" altLang="en-US" sz="2100" b="1">
                  <a:latin typeface="Times New Roman" pitchFamily="18" charset="0"/>
                </a:rPr>
                <a:t>定压热容</a:t>
              </a:r>
              <a:endParaRPr lang="zh-CN" altLang="en-US" sz="2100"/>
            </a:p>
          </p:txBody>
        </p:sp>
        <p:sp>
          <p:nvSpPr>
            <p:cNvPr id="17" name="左大括号 16"/>
            <p:cNvSpPr/>
            <p:nvPr/>
          </p:nvSpPr>
          <p:spPr>
            <a:xfrm>
              <a:off x="2315183" y="4920441"/>
              <a:ext cx="206789" cy="1439694"/>
            </a:xfrm>
            <a:prstGeom prst="leftBrace">
              <a:avLst>
                <a:gd name="adj1" fmla="val 118881"/>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aphicFrame>
        <p:nvGraphicFramePr>
          <p:cNvPr id="23" name="Object 7"/>
          <p:cNvGraphicFramePr>
            <a:graphicFrameLocks noChangeAspect="1"/>
          </p:cNvGraphicFramePr>
          <p:nvPr>
            <p:extLst>
              <p:ext uri="{D42A27DB-BD31-4B8C-83A1-F6EECF244321}">
                <p14:modId xmlns:p14="http://schemas.microsoft.com/office/powerpoint/2010/main" val="653665549"/>
              </p:ext>
            </p:extLst>
          </p:nvPr>
        </p:nvGraphicFramePr>
        <p:xfrm>
          <a:off x="3601879" y="3478769"/>
          <a:ext cx="1172765" cy="634604"/>
        </p:xfrm>
        <a:graphic>
          <a:graphicData uri="http://schemas.openxmlformats.org/presentationml/2006/ole">
            <mc:AlternateContent xmlns:mc="http://schemas.openxmlformats.org/markup-compatibility/2006">
              <mc:Choice xmlns:v="urn:schemas-microsoft-com:vml" Requires="v">
                <p:oleObj spid="_x0000_s295295" name="Equation" r:id="rId9" imgW="749160" imgH="393480" progId="Equation.DSMT4">
                  <p:embed/>
                </p:oleObj>
              </mc:Choice>
              <mc:Fallback>
                <p:oleObj name="Equation" r:id="rId9" imgW="749160" imgH="393480" progId="Equation.DSMT4">
                  <p:embed/>
                  <p:pic>
                    <p:nvPicPr>
                      <p:cNvPr id="16" name="Object 7"/>
                      <p:cNvPicPr>
                        <a:picLocks noChangeAspect="1" noChangeArrowheads="1"/>
                      </p:cNvPicPr>
                      <p:nvPr/>
                    </p:nvPicPr>
                    <p:blipFill>
                      <a:blip r:embed="rId10"/>
                      <a:srcRect/>
                      <a:stretch>
                        <a:fillRect/>
                      </a:stretch>
                    </p:blipFill>
                    <p:spPr bwMode="auto">
                      <a:xfrm>
                        <a:off x="3601879" y="3478769"/>
                        <a:ext cx="1172765" cy="634604"/>
                      </a:xfrm>
                      <a:prstGeom prst="rect">
                        <a:avLst/>
                      </a:prstGeom>
                      <a:noFill/>
                      <a:extLst/>
                    </p:spPr>
                  </p:pic>
                </p:oleObj>
              </mc:Fallback>
            </mc:AlternateContent>
          </a:graphicData>
        </a:graphic>
      </p:graphicFrame>
      <p:graphicFrame>
        <p:nvGraphicFramePr>
          <p:cNvPr id="24" name="Object 7"/>
          <p:cNvGraphicFramePr>
            <a:graphicFrameLocks noChangeAspect="1"/>
          </p:cNvGraphicFramePr>
          <p:nvPr>
            <p:extLst>
              <p:ext uri="{D42A27DB-BD31-4B8C-83A1-F6EECF244321}">
                <p14:modId xmlns:p14="http://schemas.microsoft.com/office/powerpoint/2010/main" val="1347594599"/>
              </p:ext>
            </p:extLst>
          </p:nvPr>
        </p:nvGraphicFramePr>
        <p:xfrm>
          <a:off x="3601640" y="4192668"/>
          <a:ext cx="1172766" cy="654844"/>
        </p:xfrm>
        <a:graphic>
          <a:graphicData uri="http://schemas.openxmlformats.org/presentationml/2006/ole">
            <mc:AlternateContent xmlns:mc="http://schemas.openxmlformats.org/markup-compatibility/2006">
              <mc:Choice xmlns:v="urn:schemas-microsoft-com:vml" Requires="v">
                <p:oleObj spid="_x0000_s295296" name="Equation" r:id="rId11" imgW="749160" imgH="406080" progId="Equation.DSMT4">
                  <p:embed/>
                </p:oleObj>
              </mc:Choice>
              <mc:Fallback>
                <p:oleObj name="Equation" r:id="rId11" imgW="749160" imgH="406080" progId="Equation.DSMT4">
                  <p:embed/>
                  <p:pic>
                    <p:nvPicPr>
                      <p:cNvPr id="23" name="Object 7"/>
                      <p:cNvPicPr>
                        <a:picLocks noChangeAspect="1" noChangeArrowheads="1"/>
                      </p:cNvPicPr>
                      <p:nvPr/>
                    </p:nvPicPr>
                    <p:blipFill>
                      <a:blip r:embed="rId12"/>
                      <a:srcRect/>
                      <a:stretch>
                        <a:fillRect/>
                      </a:stretch>
                    </p:blipFill>
                    <p:spPr bwMode="auto">
                      <a:xfrm>
                        <a:off x="3601640" y="4192668"/>
                        <a:ext cx="1172766" cy="654844"/>
                      </a:xfrm>
                      <a:prstGeom prst="rect">
                        <a:avLst/>
                      </a:prstGeom>
                      <a:noFill/>
                      <a:extLst/>
                    </p:spPr>
                  </p:pic>
                </p:oleObj>
              </mc:Fallback>
            </mc:AlternateContent>
          </a:graphicData>
        </a:graphic>
      </p:graphicFrame>
    </p:spTree>
    <p:extLst>
      <p:ext uri="{BB962C8B-B14F-4D97-AF65-F5344CB8AC3E}">
        <p14:creationId xmlns:p14="http://schemas.microsoft.com/office/powerpoint/2010/main" val="15324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180345" y="231854"/>
            <a:ext cx="7262615" cy="932563"/>
            <a:chOff x="1645165" y="123955"/>
            <a:chExt cx="7262615" cy="932563"/>
          </a:xfrm>
        </p:grpSpPr>
        <p:sp>
          <p:nvSpPr>
            <p:cNvPr id="13321" name="Text Box 6"/>
            <p:cNvSpPr txBox="1">
              <a:spLocks noChangeArrowheads="1"/>
            </p:cNvSpPr>
            <p:nvPr/>
          </p:nvSpPr>
          <p:spPr bwMode="auto">
            <a:xfrm>
              <a:off x="1645165" y="123955"/>
              <a:ext cx="7262615" cy="932563"/>
            </a:xfrm>
            <a:prstGeom prst="rect">
              <a:avLst/>
            </a:prstGeom>
            <a:noFill/>
            <a:ln w="9525">
              <a:noFill/>
              <a:miter lim="800000"/>
              <a:headEnd/>
              <a:tailEnd/>
            </a:ln>
          </p:spPr>
          <p:txBody>
            <a:bodyPr wrap="square">
              <a:spAutoFit/>
            </a:bodyPr>
            <a:lstStyle/>
            <a:p>
              <a:pPr>
                <a:lnSpc>
                  <a:spcPct val="130000"/>
                </a:lnSpc>
                <a:spcBef>
                  <a:spcPct val="50000"/>
                </a:spcBef>
              </a:pPr>
              <a:r>
                <a:rPr kumimoji="1" lang="en-US" altLang="zh-CN" sz="2100" b="1" dirty="0">
                  <a:solidFill>
                    <a:srgbClr val="CC0000"/>
                  </a:solidFill>
                </a:rPr>
                <a:t>       </a:t>
              </a:r>
              <a:r>
                <a:rPr kumimoji="1" lang="zh-CN" altLang="en-US" sz="2100" b="1" dirty="0">
                  <a:solidFill>
                    <a:srgbClr val="CC0000"/>
                  </a:solidFill>
                </a:rPr>
                <a:t>摩尔</a:t>
              </a:r>
              <a:r>
                <a:rPr kumimoji="1" lang="zh-CN" altLang="en-US" sz="2100" b="1" dirty="0">
                  <a:solidFill>
                    <a:srgbClr val="CC0000"/>
                  </a:solidFill>
                  <a:latin typeface="Times New Roman" pitchFamily="18" charset="0"/>
                </a:rPr>
                <a:t>定体热容</a:t>
              </a:r>
              <a:r>
                <a:rPr kumimoji="1" lang="en-US" altLang="zh-CN" sz="2100" b="1" dirty="0">
                  <a:solidFill>
                    <a:srgbClr val="CC0000"/>
                  </a:solidFill>
                  <a:latin typeface="Times New Roman" pitchFamily="18" charset="0"/>
                </a:rPr>
                <a:t>:</a:t>
              </a:r>
              <a:r>
                <a:rPr kumimoji="1" lang="en-US" altLang="zh-CN" sz="2100" b="1" dirty="0">
                  <a:solidFill>
                    <a:srgbClr val="000000"/>
                  </a:solidFill>
                  <a:latin typeface="Times New Roman" pitchFamily="18" charset="0"/>
                </a:rPr>
                <a:t>            </a:t>
              </a:r>
              <a:r>
                <a:rPr kumimoji="1" lang="zh-CN" altLang="en-US" sz="2100" b="1" dirty="0">
                  <a:solidFill>
                    <a:srgbClr val="000000"/>
                  </a:solidFill>
                  <a:latin typeface="Times New Roman" pitchFamily="18" charset="0"/>
                </a:rPr>
                <a:t>理想气体在</a:t>
              </a:r>
              <a:r>
                <a:rPr kumimoji="1" lang="zh-CN" altLang="en-US" sz="2100" b="1" dirty="0">
                  <a:solidFill>
                    <a:srgbClr val="C00000"/>
                  </a:solidFill>
                  <a:latin typeface="Times New Roman" pitchFamily="18" charset="0"/>
                </a:rPr>
                <a:t>等体过程</a:t>
              </a:r>
              <a:r>
                <a:rPr kumimoji="1" lang="zh-CN" altLang="en-US" sz="2100" b="1" dirty="0">
                  <a:solidFill>
                    <a:srgbClr val="000000"/>
                  </a:solidFill>
                  <a:latin typeface="Times New Roman" pitchFamily="18" charset="0"/>
                </a:rPr>
                <a:t>中吸收热量        ，使温度升高      ，其</a:t>
              </a:r>
              <a:r>
                <a:rPr kumimoji="1" lang="zh-CN" altLang="en-US" sz="2100" b="1" dirty="0">
                  <a:solidFill>
                    <a:srgbClr val="000000"/>
                  </a:solidFill>
                </a:rPr>
                <a:t>摩尔</a:t>
              </a:r>
              <a:r>
                <a:rPr kumimoji="1" lang="zh-CN" altLang="en-US" sz="2100" b="1" dirty="0">
                  <a:solidFill>
                    <a:srgbClr val="000000"/>
                  </a:solidFill>
                  <a:latin typeface="Times New Roman" pitchFamily="18" charset="0"/>
                </a:rPr>
                <a:t>定体热容为</a:t>
              </a:r>
              <a:r>
                <a:rPr kumimoji="1" lang="en-US" altLang="zh-CN" sz="2100" b="1" dirty="0">
                  <a:solidFill>
                    <a:srgbClr val="000000"/>
                  </a:solidFill>
                  <a:latin typeface="Times New Roman" pitchFamily="18" charset="0"/>
                </a:rPr>
                <a:t>:</a:t>
              </a:r>
            </a:p>
          </p:txBody>
        </p:sp>
        <p:graphicFrame>
          <p:nvGraphicFramePr>
            <p:cNvPr id="13314" name="Object 7"/>
            <p:cNvGraphicFramePr>
              <a:graphicFrameLocks noChangeAspect="1"/>
            </p:cNvGraphicFramePr>
            <p:nvPr>
              <p:extLst>
                <p:ext uri="{D42A27DB-BD31-4B8C-83A1-F6EECF244321}">
                  <p14:modId xmlns:p14="http://schemas.microsoft.com/office/powerpoint/2010/main" val="1352584550"/>
                </p:ext>
              </p:extLst>
            </p:nvPr>
          </p:nvGraphicFramePr>
          <p:xfrm>
            <a:off x="4159765" y="218200"/>
            <a:ext cx="571500" cy="278606"/>
          </p:xfrm>
          <a:graphic>
            <a:graphicData uri="http://schemas.openxmlformats.org/presentationml/2006/ole">
              <mc:AlternateContent xmlns:mc="http://schemas.openxmlformats.org/markup-compatibility/2006">
                <mc:Choice xmlns:v="urn:schemas-microsoft-com:vml" Requires="v">
                  <p:oleObj spid="_x0000_s299268" name="Equation" r:id="rId3" imgW="520560" imgH="253800" progId="Equation.3">
                    <p:embed/>
                  </p:oleObj>
                </mc:Choice>
                <mc:Fallback>
                  <p:oleObj name="Equation" r:id="rId3" imgW="520560" imgH="253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9765" y="218200"/>
                          <a:ext cx="571500" cy="2786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8"/>
            <p:cNvGraphicFramePr>
              <a:graphicFrameLocks noChangeAspect="1"/>
            </p:cNvGraphicFramePr>
            <p:nvPr>
              <p:extLst>
                <p:ext uri="{D42A27DB-BD31-4B8C-83A1-F6EECF244321}">
                  <p14:modId xmlns:p14="http://schemas.microsoft.com/office/powerpoint/2010/main" val="1836231004"/>
                </p:ext>
              </p:extLst>
            </p:nvPr>
          </p:nvGraphicFramePr>
          <p:xfrm>
            <a:off x="2037294" y="631725"/>
            <a:ext cx="514350" cy="361950"/>
          </p:xfrm>
          <a:graphic>
            <a:graphicData uri="http://schemas.openxmlformats.org/presentationml/2006/ole">
              <mc:AlternateContent xmlns:mc="http://schemas.openxmlformats.org/markup-compatibility/2006">
                <mc:Choice xmlns:v="urn:schemas-microsoft-com:vml" Requires="v">
                  <p:oleObj spid="_x0000_s299269" name="Equation" r:id="rId5" imgW="469800" imgH="330120" progId="Equation.3">
                    <p:embed/>
                  </p:oleObj>
                </mc:Choice>
                <mc:Fallback>
                  <p:oleObj name="Equation" r:id="rId5" imgW="469800" imgH="33012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7294" y="631725"/>
                          <a:ext cx="514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9"/>
            <p:cNvGraphicFramePr>
              <a:graphicFrameLocks noChangeAspect="1"/>
            </p:cNvGraphicFramePr>
            <p:nvPr>
              <p:extLst>
                <p:ext uri="{D42A27DB-BD31-4B8C-83A1-F6EECF244321}">
                  <p14:modId xmlns:p14="http://schemas.microsoft.com/office/powerpoint/2010/main" val="618404391"/>
                </p:ext>
              </p:extLst>
            </p:nvPr>
          </p:nvGraphicFramePr>
          <p:xfrm>
            <a:off x="4227987" y="648152"/>
            <a:ext cx="414338" cy="307181"/>
          </p:xfrm>
          <a:graphic>
            <a:graphicData uri="http://schemas.openxmlformats.org/presentationml/2006/ole">
              <mc:AlternateContent xmlns:mc="http://schemas.openxmlformats.org/markup-compatibility/2006">
                <mc:Choice xmlns:v="urn:schemas-microsoft-com:vml" Requires="v">
                  <p:oleObj spid="_x0000_s299270" name="Equation" r:id="rId7" imgW="342720" imgH="253800" progId="Equation.3">
                    <p:embed/>
                  </p:oleObj>
                </mc:Choice>
                <mc:Fallback>
                  <p:oleObj name="Equation" r:id="rId7" imgW="342720" imgH="253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7987" y="648152"/>
                          <a:ext cx="414338" cy="307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8378" name="Object 10"/>
          <p:cNvGraphicFramePr>
            <a:graphicFrameLocks noChangeAspect="1"/>
          </p:cNvGraphicFramePr>
          <p:nvPr>
            <p:extLst>
              <p:ext uri="{D42A27DB-BD31-4B8C-83A1-F6EECF244321}">
                <p14:modId xmlns:p14="http://schemas.microsoft.com/office/powerpoint/2010/main" val="3514347508"/>
              </p:ext>
            </p:extLst>
          </p:nvPr>
        </p:nvGraphicFramePr>
        <p:xfrm>
          <a:off x="2378075" y="1166813"/>
          <a:ext cx="1466850" cy="681037"/>
        </p:xfrm>
        <a:graphic>
          <a:graphicData uri="http://schemas.openxmlformats.org/presentationml/2006/ole">
            <mc:AlternateContent xmlns:mc="http://schemas.openxmlformats.org/markup-compatibility/2006">
              <mc:Choice xmlns:v="urn:schemas-microsoft-com:vml" Requires="v">
                <p:oleObj spid="_x0000_s299271" name="Equation" r:id="rId9" imgW="749160" imgH="393480" progId="Equation.DSMT4">
                  <p:embed/>
                </p:oleObj>
              </mc:Choice>
              <mc:Fallback>
                <p:oleObj name="Equation" r:id="rId9" imgW="749160" imgH="393480" progId="Equation.DSMT4">
                  <p:embed/>
                  <p:pic>
                    <p:nvPicPr>
                      <p:cNvPr id="0" name="Object 10"/>
                      <p:cNvPicPr>
                        <a:picLocks noChangeAspect="1" noChangeArrowheads="1"/>
                      </p:cNvPicPr>
                      <p:nvPr/>
                    </p:nvPicPr>
                    <p:blipFill>
                      <a:blip r:embed="rId10"/>
                      <a:srcRect/>
                      <a:stretch>
                        <a:fillRect/>
                      </a:stretch>
                    </p:blipFill>
                    <p:spPr bwMode="auto">
                      <a:xfrm>
                        <a:off x="2378075" y="1166813"/>
                        <a:ext cx="1466850" cy="681037"/>
                      </a:xfrm>
                      <a:prstGeom prst="rect">
                        <a:avLst/>
                      </a:prstGeom>
                      <a:noFill/>
                      <a:extLst/>
                    </p:spPr>
                  </p:pic>
                </p:oleObj>
              </mc:Fallback>
            </mc:AlternateContent>
          </a:graphicData>
        </a:graphic>
      </p:graphicFrame>
      <p:graphicFrame>
        <p:nvGraphicFramePr>
          <p:cNvPr id="12" name="Object 3"/>
          <p:cNvGraphicFramePr>
            <a:graphicFrameLocks noChangeAspect="1"/>
          </p:cNvGraphicFramePr>
          <p:nvPr>
            <p:extLst>
              <p:ext uri="{D42A27DB-BD31-4B8C-83A1-F6EECF244321}">
                <p14:modId xmlns:p14="http://schemas.microsoft.com/office/powerpoint/2010/main" val="79684092"/>
              </p:ext>
            </p:extLst>
          </p:nvPr>
        </p:nvGraphicFramePr>
        <p:xfrm>
          <a:off x="3796250" y="2849901"/>
          <a:ext cx="2783800" cy="439362"/>
        </p:xfrm>
        <a:graphic>
          <a:graphicData uri="http://schemas.openxmlformats.org/presentationml/2006/ole">
            <mc:AlternateContent xmlns:mc="http://schemas.openxmlformats.org/markup-compatibility/2006">
              <mc:Choice xmlns:v="urn:schemas-microsoft-com:vml" Requires="v">
                <p:oleObj spid="_x0000_s299272" name="Equation" r:id="rId11" imgW="1307880" imgH="228600" progId="Equation.DSMT4">
                  <p:embed/>
                </p:oleObj>
              </mc:Choice>
              <mc:Fallback>
                <p:oleObj name="Equation" r:id="rId11" imgW="1307880" imgH="228600" progId="Equation.DSMT4">
                  <p:embed/>
                  <p:pic>
                    <p:nvPicPr>
                      <p:cNvPr id="0" name="Object 3"/>
                      <p:cNvPicPr>
                        <a:picLocks noChangeAspect="1" noChangeArrowheads="1"/>
                      </p:cNvPicPr>
                      <p:nvPr/>
                    </p:nvPicPr>
                    <p:blipFill>
                      <a:blip r:embed="rId12"/>
                      <a:srcRect/>
                      <a:stretch>
                        <a:fillRect/>
                      </a:stretch>
                    </p:blipFill>
                    <p:spPr bwMode="auto">
                      <a:xfrm>
                        <a:off x="3796250" y="2849901"/>
                        <a:ext cx="2783800" cy="439362"/>
                      </a:xfrm>
                      <a:prstGeom prst="rect">
                        <a:avLst/>
                      </a:prstGeom>
                      <a:noFill/>
                      <a:extLst/>
                    </p:spPr>
                  </p:pic>
                </p:oleObj>
              </mc:Fallback>
            </mc:AlternateContent>
          </a:graphicData>
        </a:graphic>
      </p:graphicFrame>
      <p:sp>
        <p:nvSpPr>
          <p:cNvPr id="13" name="Rectangle 4"/>
          <p:cNvSpPr>
            <a:spLocks noChangeArrowheads="1"/>
          </p:cNvSpPr>
          <p:nvPr/>
        </p:nvSpPr>
        <p:spPr bwMode="auto">
          <a:xfrm>
            <a:off x="2295943" y="2860239"/>
            <a:ext cx="3356372" cy="415498"/>
          </a:xfrm>
          <a:prstGeom prst="rect">
            <a:avLst/>
          </a:prstGeom>
          <a:noFill/>
          <a:ln w="9525">
            <a:noFill/>
            <a:miter lim="800000"/>
            <a:headEnd/>
            <a:tailEnd/>
          </a:ln>
        </p:spPr>
        <p:txBody>
          <a:bodyPr>
            <a:spAutoFit/>
          </a:bodyPr>
          <a:lstStyle/>
          <a:p>
            <a:pPr>
              <a:spcBef>
                <a:spcPct val="50000"/>
              </a:spcBef>
            </a:pPr>
            <a:r>
              <a:rPr kumimoji="1" lang="zh-CN" altLang="en-US" sz="2100" b="1" dirty="0">
                <a:solidFill>
                  <a:srgbClr val="000000"/>
                </a:solidFill>
                <a:latin typeface="Times New Roman" pitchFamily="18" charset="0"/>
              </a:rPr>
              <a:t>积分形式：</a:t>
            </a:r>
          </a:p>
        </p:txBody>
      </p:sp>
      <p:grpSp>
        <p:nvGrpSpPr>
          <p:cNvPr id="19" name="组合 18"/>
          <p:cNvGrpSpPr/>
          <p:nvPr/>
        </p:nvGrpSpPr>
        <p:grpSpPr>
          <a:xfrm>
            <a:off x="1418571" y="2052907"/>
            <a:ext cx="5334655" cy="546497"/>
            <a:chOff x="683122" y="3564433"/>
            <a:chExt cx="7112872" cy="728663"/>
          </a:xfrm>
        </p:grpSpPr>
        <p:graphicFrame>
          <p:nvGraphicFramePr>
            <p:cNvPr id="11" name="Object 2"/>
            <p:cNvGraphicFramePr>
              <a:graphicFrameLocks noChangeAspect="1"/>
            </p:cNvGraphicFramePr>
            <p:nvPr>
              <p:extLst>
                <p:ext uri="{D42A27DB-BD31-4B8C-83A1-F6EECF244321}">
                  <p14:modId xmlns:p14="http://schemas.microsoft.com/office/powerpoint/2010/main" val="3463348964"/>
                </p:ext>
              </p:extLst>
            </p:nvPr>
          </p:nvGraphicFramePr>
          <p:xfrm>
            <a:off x="3758922" y="3619674"/>
            <a:ext cx="4037072" cy="611832"/>
          </p:xfrm>
          <a:graphic>
            <a:graphicData uri="http://schemas.openxmlformats.org/presentationml/2006/ole">
              <mc:AlternateContent xmlns:mc="http://schemas.openxmlformats.org/markup-compatibility/2006">
                <mc:Choice xmlns:v="urn:schemas-microsoft-com:vml" Requires="v">
                  <p:oleObj spid="_x0000_s299273" name="Equation" r:id="rId13" imgW="1307880" imgH="228600" progId="Equation.DSMT4">
                    <p:embed/>
                  </p:oleObj>
                </mc:Choice>
                <mc:Fallback>
                  <p:oleObj name="Equation" r:id="rId13" imgW="1307880" imgH="228600" progId="Equation.DSMT4">
                    <p:embed/>
                    <p:pic>
                      <p:nvPicPr>
                        <p:cNvPr id="0" name="Object 2"/>
                        <p:cNvPicPr>
                          <a:picLocks noChangeAspect="1" noChangeArrowheads="1"/>
                        </p:cNvPicPr>
                        <p:nvPr/>
                      </p:nvPicPr>
                      <p:blipFill>
                        <a:blip r:embed="rId14"/>
                        <a:srcRect/>
                        <a:stretch>
                          <a:fillRect/>
                        </a:stretch>
                      </p:blipFill>
                      <p:spPr bwMode="auto">
                        <a:xfrm>
                          <a:off x="3758922" y="3619674"/>
                          <a:ext cx="4037072" cy="611832"/>
                        </a:xfrm>
                        <a:prstGeom prst="rect">
                          <a:avLst/>
                        </a:prstGeom>
                        <a:noFill/>
                        <a:ln>
                          <a:noFill/>
                        </a:ln>
                        <a:extLst/>
                      </p:spPr>
                    </p:pic>
                  </p:oleObj>
                </mc:Fallback>
              </mc:AlternateContent>
            </a:graphicData>
          </a:graphic>
        </p:graphicFrame>
        <p:grpSp>
          <p:nvGrpSpPr>
            <p:cNvPr id="16" name="Group 9"/>
            <p:cNvGrpSpPr>
              <a:grpSpLocks/>
            </p:cNvGrpSpPr>
            <p:nvPr/>
          </p:nvGrpSpPr>
          <p:grpSpPr bwMode="auto">
            <a:xfrm>
              <a:off x="683122" y="3564433"/>
              <a:ext cx="3170238" cy="728663"/>
              <a:chOff x="430" y="527"/>
              <a:chExt cx="1997" cy="459"/>
            </a:xfrm>
          </p:grpSpPr>
          <p:sp>
            <p:nvSpPr>
              <p:cNvPr id="17" name="Text Box 7"/>
              <p:cNvSpPr txBox="1">
                <a:spLocks noChangeArrowheads="1"/>
              </p:cNvSpPr>
              <p:nvPr/>
            </p:nvSpPr>
            <p:spPr bwMode="auto">
              <a:xfrm>
                <a:off x="1202" y="572"/>
                <a:ext cx="1225" cy="349"/>
              </a:xfrm>
              <a:prstGeom prst="rect">
                <a:avLst/>
              </a:prstGeom>
              <a:noFill/>
              <a:ln w="9525">
                <a:noFill/>
                <a:miter lim="800000"/>
                <a:headEnd/>
                <a:tailEnd/>
              </a:ln>
            </p:spPr>
            <p:txBody>
              <a:bodyPr>
                <a:spAutoFit/>
              </a:bodyPr>
              <a:lstStyle/>
              <a:p>
                <a:pPr>
                  <a:spcBef>
                    <a:spcPct val="50000"/>
                  </a:spcBef>
                </a:pPr>
                <a:r>
                  <a:rPr lang="zh-CN" altLang="en-US" sz="2100" b="1" dirty="0" smtClean="0">
                    <a:solidFill>
                      <a:srgbClr val="0000FF"/>
                    </a:solidFill>
                  </a:rPr>
                  <a:t>理想气体：</a:t>
                </a:r>
                <a:endParaRPr lang="zh-CN" altLang="en-US" sz="2100" b="1" dirty="0">
                  <a:solidFill>
                    <a:srgbClr val="0000FF"/>
                  </a:solidFill>
                </a:endParaRPr>
              </a:p>
            </p:txBody>
          </p:sp>
          <p:graphicFrame>
            <p:nvGraphicFramePr>
              <p:cNvPr id="18" name="Object 8"/>
              <p:cNvGraphicFramePr>
                <a:graphicFrameLocks noChangeAspect="1"/>
              </p:cNvGraphicFramePr>
              <p:nvPr/>
            </p:nvGraphicFramePr>
            <p:xfrm>
              <a:off x="430" y="527"/>
              <a:ext cx="816" cy="459"/>
            </p:xfrm>
            <a:graphic>
              <a:graphicData uri="http://schemas.openxmlformats.org/presentationml/2006/ole">
                <mc:AlternateContent xmlns:mc="http://schemas.openxmlformats.org/markup-compatibility/2006">
                  <mc:Choice xmlns:v="urn:schemas-microsoft-com:vml" Requires="v">
                    <p:oleObj spid="_x0000_s299274" name="Equation" r:id="rId15" imgW="406080" imgH="228600" progId="Equation.DSMT4">
                      <p:embed/>
                    </p:oleObj>
                  </mc:Choice>
                  <mc:Fallback>
                    <p:oleObj name="Equation" r:id="rId15" imgW="406080" imgH="228600" progId="Equation.DSMT4">
                      <p:embed/>
                      <p:pic>
                        <p:nvPicPr>
                          <p:cNvPr id="0" name="Picture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0" y="527"/>
                            <a:ext cx="816" cy="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2" name="组合 1"/>
          <p:cNvGrpSpPr/>
          <p:nvPr/>
        </p:nvGrpSpPr>
        <p:grpSpPr>
          <a:xfrm>
            <a:off x="1757860" y="3368023"/>
            <a:ext cx="3775471" cy="749813"/>
            <a:chOff x="675958" y="5254625"/>
            <a:chExt cx="5033962" cy="999751"/>
          </a:xfrm>
        </p:grpSpPr>
        <p:graphicFrame>
          <p:nvGraphicFramePr>
            <p:cNvPr id="15" name="Object 13"/>
            <p:cNvGraphicFramePr>
              <a:graphicFrameLocks noChangeAspect="1"/>
            </p:cNvGraphicFramePr>
            <p:nvPr>
              <p:extLst>
                <p:ext uri="{D42A27DB-BD31-4B8C-83A1-F6EECF244321}">
                  <p14:modId xmlns:p14="http://schemas.microsoft.com/office/powerpoint/2010/main" val="2746546084"/>
                </p:ext>
              </p:extLst>
            </p:nvPr>
          </p:nvGraphicFramePr>
          <p:xfrm>
            <a:off x="3418205" y="5254625"/>
            <a:ext cx="2291715" cy="999751"/>
          </p:xfrm>
          <a:graphic>
            <a:graphicData uri="http://schemas.openxmlformats.org/presentationml/2006/ole">
              <mc:AlternateContent xmlns:mc="http://schemas.openxmlformats.org/markup-compatibility/2006">
                <mc:Choice xmlns:v="urn:schemas-microsoft-com:vml" Requires="v">
                  <p:oleObj spid="_x0000_s299275" name="Equation" r:id="rId17" imgW="876240" imgH="393480" progId="Equation.DSMT4">
                    <p:embed/>
                  </p:oleObj>
                </mc:Choice>
                <mc:Fallback>
                  <p:oleObj name="Equation" r:id="rId17" imgW="876240" imgH="393480" progId="Equation.DSMT4">
                    <p:embed/>
                    <p:pic>
                      <p:nvPicPr>
                        <p:cNvPr id="0" name=""/>
                        <p:cNvPicPr>
                          <a:picLocks noChangeAspect="1" noChangeArrowheads="1"/>
                        </p:cNvPicPr>
                        <p:nvPr/>
                      </p:nvPicPr>
                      <p:blipFill>
                        <a:blip r:embed="rId18"/>
                        <a:srcRect/>
                        <a:stretch>
                          <a:fillRect/>
                        </a:stretch>
                      </p:blipFill>
                      <p:spPr bwMode="auto">
                        <a:xfrm>
                          <a:off x="3418205" y="5254625"/>
                          <a:ext cx="2291715" cy="999751"/>
                        </a:xfrm>
                        <a:prstGeom prst="rect">
                          <a:avLst/>
                        </a:prstGeom>
                        <a:noFill/>
                        <a:ln>
                          <a:solidFill>
                            <a:srgbClr val="FF0000"/>
                          </a:solidFill>
                        </a:ln>
                        <a:extLst/>
                      </p:spPr>
                    </p:pic>
                  </p:oleObj>
                </mc:Fallback>
              </mc:AlternateContent>
            </a:graphicData>
          </a:graphic>
        </p:graphicFrame>
        <p:sp>
          <p:nvSpPr>
            <p:cNvPr id="20" name="Rectangle 4"/>
            <p:cNvSpPr>
              <a:spLocks noChangeArrowheads="1"/>
            </p:cNvSpPr>
            <p:nvPr/>
          </p:nvSpPr>
          <p:spPr bwMode="auto">
            <a:xfrm>
              <a:off x="675958" y="5454492"/>
              <a:ext cx="3489642" cy="553998"/>
            </a:xfrm>
            <a:prstGeom prst="rect">
              <a:avLst/>
            </a:prstGeom>
            <a:noFill/>
            <a:ln w="9525">
              <a:noFill/>
              <a:miter lim="800000"/>
              <a:headEnd/>
              <a:tailEnd/>
            </a:ln>
          </p:spPr>
          <p:txBody>
            <a:bodyPr wrap="square">
              <a:spAutoFit/>
            </a:bodyPr>
            <a:lstStyle/>
            <a:p>
              <a:pPr>
                <a:spcBef>
                  <a:spcPct val="50000"/>
                </a:spcBef>
              </a:pPr>
              <a:r>
                <a:rPr kumimoji="1" lang="zh-CN" altLang="en-US" sz="2100" b="1" dirty="0">
                  <a:solidFill>
                    <a:srgbClr val="000000"/>
                  </a:solidFill>
                  <a:latin typeface="Times New Roman" pitchFamily="18" charset="0"/>
                </a:rPr>
                <a:t>由上一章可知：</a:t>
              </a:r>
            </a:p>
          </p:txBody>
        </p:sp>
      </p:grpSp>
      <p:graphicFrame>
        <p:nvGraphicFramePr>
          <p:cNvPr id="21" name="Object 13"/>
          <p:cNvGraphicFramePr>
            <a:graphicFrameLocks noChangeAspect="1"/>
          </p:cNvGraphicFramePr>
          <p:nvPr>
            <p:extLst>
              <p:ext uri="{D42A27DB-BD31-4B8C-83A1-F6EECF244321}">
                <p14:modId xmlns:p14="http://schemas.microsoft.com/office/powerpoint/2010/main" val="3186018940"/>
              </p:ext>
            </p:extLst>
          </p:nvPr>
        </p:nvGraphicFramePr>
        <p:xfrm>
          <a:off x="5685859" y="3368023"/>
          <a:ext cx="1410319" cy="663332"/>
        </p:xfrm>
        <a:graphic>
          <a:graphicData uri="http://schemas.openxmlformats.org/presentationml/2006/ole">
            <mc:AlternateContent xmlns:mc="http://schemas.openxmlformats.org/markup-compatibility/2006">
              <mc:Choice xmlns:v="urn:schemas-microsoft-com:vml" Requires="v">
                <p:oleObj spid="_x0000_s299276" name="Equation" r:id="rId19" imgW="812520" imgH="393480" progId="Equation.DSMT4">
                  <p:embed/>
                </p:oleObj>
              </mc:Choice>
              <mc:Fallback>
                <p:oleObj name="Equation" r:id="rId19" imgW="812520" imgH="393480" progId="Equation.DSMT4">
                  <p:embed/>
                  <p:pic>
                    <p:nvPicPr>
                      <p:cNvPr id="0" name=""/>
                      <p:cNvPicPr>
                        <a:picLocks noChangeAspect="1" noChangeArrowheads="1"/>
                      </p:cNvPicPr>
                      <p:nvPr/>
                    </p:nvPicPr>
                    <p:blipFill>
                      <a:blip r:embed="rId20"/>
                      <a:srcRect/>
                      <a:stretch>
                        <a:fillRect/>
                      </a:stretch>
                    </p:blipFill>
                    <p:spPr bwMode="auto">
                      <a:xfrm>
                        <a:off x="5685859" y="3368023"/>
                        <a:ext cx="1410319" cy="663332"/>
                      </a:xfrm>
                      <a:prstGeom prst="rect">
                        <a:avLst/>
                      </a:prstGeom>
                      <a:noFill/>
                      <a:extLst/>
                    </p:spPr>
                  </p:pic>
                </p:oleObj>
              </mc:Fallback>
            </mc:AlternateContent>
          </a:graphicData>
        </a:graphic>
      </p:graphicFrame>
      <p:pic>
        <p:nvPicPr>
          <p:cNvPr id="13495" name="Picture 183"/>
          <p:cNvPicPr>
            <a:picLocks noChangeAspect="1" noChangeArrowheads="1"/>
          </p:cNvPicPr>
          <p:nvPr/>
        </p:nvPicPr>
        <p:blipFill>
          <a:blip r:embed="rId21" cstate="print">
            <a:clrChange>
              <a:clrFrom>
                <a:srgbClr val="FFFF00"/>
              </a:clrFrom>
              <a:clrTo>
                <a:srgbClr val="FFFF00">
                  <a:alpha val="0"/>
                </a:srgbClr>
              </a:clrTo>
            </a:clrChange>
            <a:extLst>
              <a:ext uri="{28A0092B-C50C-407E-A947-70E740481C1C}">
                <a14:useLocalDpi xmlns:a14="http://schemas.microsoft.com/office/drawing/2010/main" val="0"/>
              </a:ext>
            </a:extLst>
          </a:blip>
          <a:srcRect/>
          <a:stretch>
            <a:fillRect/>
          </a:stretch>
        </p:blipFill>
        <p:spPr bwMode="auto">
          <a:xfrm>
            <a:off x="2295943" y="4277941"/>
            <a:ext cx="3994350" cy="573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35" descr="C:\Users\Administrator\Desktop\timg.gif">
            <a:hlinkClick r:id="rId22" action="ppaction://hlinksldjump"/>
          </p:cNvPr>
          <p:cNvPicPr>
            <a:picLocks noChangeAspect="1" noChangeArrowheads="1"/>
          </p:cNvPicPr>
          <p:nvPr/>
        </p:nvPicPr>
        <p:blipFill>
          <a:blip r:embed="rId23" cstate="print"/>
          <a:srcRect/>
          <a:stretch>
            <a:fillRect/>
          </a:stretch>
        </p:blipFill>
        <p:spPr bwMode="auto">
          <a:xfrm>
            <a:off x="7655743" y="2874584"/>
            <a:ext cx="698840" cy="386808"/>
          </a:xfrm>
          <a:prstGeom prst="rect">
            <a:avLst/>
          </a:prstGeom>
          <a:noFill/>
        </p:spPr>
      </p:pic>
      <p:grpSp>
        <p:nvGrpSpPr>
          <p:cNvPr id="5" name="组合 4"/>
          <p:cNvGrpSpPr/>
          <p:nvPr/>
        </p:nvGrpSpPr>
        <p:grpSpPr>
          <a:xfrm>
            <a:off x="4336852" y="1311675"/>
            <a:ext cx="2416373" cy="395367"/>
            <a:chOff x="4336852" y="1311675"/>
            <a:chExt cx="2416373" cy="395367"/>
          </a:xfrm>
        </p:grpSpPr>
        <p:graphicFrame>
          <p:nvGraphicFramePr>
            <p:cNvPr id="58379" name="Object 11"/>
            <p:cNvGraphicFramePr>
              <a:graphicFrameLocks noChangeAspect="1"/>
            </p:cNvGraphicFramePr>
            <p:nvPr>
              <p:extLst>
                <p:ext uri="{D42A27DB-BD31-4B8C-83A1-F6EECF244321}">
                  <p14:modId xmlns:p14="http://schemas.microsoft.com/office/powerpoint/2010/main" val="2226687201"/>
                </p:ext>
              </p:extLst>
            </p:nvPr>
          </p:nvGraphicFramePr>
          <p:xfrm>
            <a:off x="4890374" y="1311675"/>
            <a:ext cx="1862851" cy="395367"/>
          </p:xfrm>
          <a:graphic>
            <a:graphicData uri="http://schemas.openxmlformats.org/presentationml/2006/ole">
              <mc:AlternateContent xmlns:mc="http://schemas.openxmlformats.org/markup-compatibility/2006">
                <mc:Choice xmlns:v="urn:schemas-microsoft-com:vml" Requires="v">
                  <p:oleObj spid="_x0000_s299277" name="Equation" r:id="rId24" imgW="901440" imgH="228600" progId="Equation.DSMT4">
                    <p:embed/>
                  </p:oleObj>
                </mc:Choice>
                <mc:Fallback>
                  <p:oleObj name="Equation" r:id="rId24" imgW="901440" imgH="228600" progId="Equation.DSMT4">
                    <p:embed/>
                    <p:pic>
                      <p:nvPicPr>
                        <p:cNvPr id="0" name="Object 1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90374" y="1311675"/>
                          <a:ext cx="1862851" cy="395367"/>
                        </a:xfrm>
                        <a:prstGeom prst="rect">
                          <a:avLst/>
                        </a:prstGeom>
                        <a:noFill/>
                        <a:extLst/>
                      </p:spPr>
                    </p:pic>
                  </p:oleObj>
                </mc:Fallback>
              </mc:AlternateContent>
            </a:graphicData>
          </a:graphic>
        </p:graphicFrame>
        <p:sp>
          <p:nvSpPr>
            <p:cNvPr id="4" name="右箭头 3"/>
            <p:cNvSpPr/>
            <p:nvPr/>
          </p:nvSpPr>
          <p:spPr>
            <a:xfrm flipV="1">
              <a:off x="4336852" y="1407740"/>
              <a:ext cx="387548" cy="191963"/>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任意多边形 7"/>
          <p:cNvSpPr/>
          <p:nvPr/>
        </p:nvSpPr>
        <p:spPr>
          <a:xfrm>
            <a:off x="6168554" y="3038321"/>
            <a:ext cx="1779048" cy="1474570"/>
          </a:xfrm>
          <a:custGeom>
            <a:avLst/>
            <a:gdLst>
              <a:gd name="connsiteX0" fmla="*/ 0 w 504825"/>
              <a:gd name="connsiteY0" fmla="*/ 381000 h 381000"/>
              <a:gd name="connsiteX1" fmla="*/ 504825 w 504825"/>
              <a:gd name="connsiteY1" fmla="*/ 0 h 381000"/>
              <a:gd name="connsiteX0" fmla="*/ 0 w 511175"/>
              <a:gd name="connsiteY0" fmla="*/ 393700 h 393700"/>
              <a:gd name="connsiteX1" fmla="*/ 511175 w 511175"/>
              <a:gd name="connsiteY1" fmla="*/ 0 h 393700"/>
              <a:gd name="connsiteX0" fmla="*/ 0 w 511175"/>
              <a:gd name="connsiteY0" fmla="*/ 393700 h 393700"/>
              <a:gd name="connsiteX1" fmla="*/ 511175 w 511175"/>
              <a:gd name="connsiteY1" fmla="*/ 0 h 393700"/>
              <a:gd name="connsiteX0" fmla="*/ 0 w 511175"/>
              <a:gd name="connsiteY0" fmla="*/ 393700 h 393700"/>
              <a:gd name="connsiteX1" fmla="*/ 511175 w 511175"/>
              <a:gd name="connsiteY1" fmla="*/ 0 h 393700"/>
              <a:gd name="connsiteX0" fmla="*/ 0 w 511175"/>
              <a:gd name="connsiteY0" fmla="*/ 393700 h 393700"/>
              <a:gd name="connsiteX1" fmla="*/ 511175 w 511175"/>
              <a:gd name="connsiteY1" fmla="*/ 0 h 393700"/>
              <a:gd name="connsiteX0" fmla="*/ 0 w 447675"/>
              <a:gd name="connsiteY0" fmla="*/ 368300 h 368300"/>
              <a:gd name="connsiteX1" fmla="*/ 447675 w 447675"/>
              <a:gd name="connsiteY1" fmla="*/ 0 h 368300"/>
              <a:gd name="connsiteX0" fmla="*/ 0 w 621597"/>
              <a:gd name="connsiteY0" fmla="*/ 368300 h 368300"/>
              <a:gd name="connsiteX1" fmla="*/ 447675 w 621597"/>
              <a:gd name="connsiteY1" fmla="*/ 0 h 368300"/>
              <a:gd name="connsiteX0" fmla="*/ 0 w 733935"/>
              <a:gd name="connsiteY0" fmla="*/ 368300 h 368300"/>
              <a:gd name="connsiteX1" fmla="*/ 447675 w 733935"/>
              <a:gd name="connsiteY1" fmla="*/ 0 h 368300"/>
              <a:gd name="connsiteX0" fmla="*/ 0 w 733935"/>
              <a:gd name="connsiteY0" fmla="*/ 368300 h 368300"/>
              <a:gd name="connsiteX1" fmla="*/ 447675 w 733935"/>
              <a:gd name="connsiteY1" fmla="*/ 0 h 368300"/>
              <a:gd name="connsiteX0" fmla="*/ 0 w 677612"/>
              <a:gd name="connsiteY0" fmla="*/ 370634 h 370634"/>
              <a:gd name="connsiteX1" fmla="*/ 358303 w 677612"/>
              <a:gd name="connsiteY1" fmla="*/ 0 h 370634"/>
              <a:gd name="connsiteX0" fmla="*/ 0 w 681021"/>
              <a:gd name="connsiteY0" fmla="*/ 371758 h 371758"/>
              <a:gd name="connsiteX1" fmla="*/ 358303 w 681021"/>
              <a:gd name="connsiteY1" fmla="*/ 1124 h 371758"/>
              <a:gd name="connsiteX0" fmla="*/ 0 w 770873"/>
              <a:gd name="connsiteY0" fmla="*/ 371752 h 371752"/>
              <a:gd name="connsiteX1" fmla="*/ 358303 w 770873"/>
              <a:gd name="connsiteY1" fmla="*/ 1118 h 371752"/>
              <a:gd name="connsiteX0" fmla="*/ 0 w 760306"/>
              <a:gd name="connsiteY0" fmla="*/ 362444 h 362444"/>
              <a:gd name="connsiteX1" fmla="*/ 337991 w 760306"/>
              <a:gd name="connsiteY1" fmla="*/ 1145 h 362444"/>
              <a:gd name="connsiteX0" fmla="*/ 0 w 758753"/>
              <a:gd name="connsiteY0" fmla="*/ 361299 h 361299"/>
              <a:gd name="connsiteX1" fmla="*/ 337991 w 758753"/>
              <a:gd name="connsiteY1" fmla="*/ 0 h 361299"/>
            </a:gdLst>
            <a:ahLst/>
            <a:cxnLst>
              <a:cxn ang="0">
                <a:pos x="connsiteX0" y="connsiteY0"/>
              </a:cxn>
              <a:cxn ang="0">
                <a:pos x="connsiteX1" y="connsiteY1"/>
              </a:cxn>
            </a:cxnLst>
            <a:rect l="l" t="t" r="r" b="b"/>
            <a:pathLst>
              <a:path w="758753" h="361299">
                <a:moveTo>
                  <a:pt x="0" y="361299"/>
                </a:moveTo>
                <a:cubicBezTo>
                  <a:pt x="1094126" y="338396"/>
                  <a:pt x="815981" y="3954"/>
                  <a:pt x="337991" y="0"/>
                </a:cubicBezTo>
              </a:path>
            </a:pathLst>
          </a:custGeom>
          <a:noFill/>
          <a:ln>
            <a:solidFill>
              <a:srgbClr val="C00000"/>
            </a:solidFill>
            <a:tailEnd type="stealth"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378"/>
                                        </p:tgtEl>
                                        <p:attrNameLst>
                                          <p:attrName>style.visibility</p:attrName>
                                        </p:attrNameLst>
                                      </p:cBhvr>
                                      <p:to>
                                        <p:strVal val="visible"/>
                                      </p:to>
                                    </p:set>
                                    <p:animEffect transition="in" filter="blinds(horizontal)">
                                      <p:cBhvr>
                                        <p:cTn id="7" dur="500"/>
                                        <p:tgtEl>
                                          <p:spTgt spid="583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par>
                                <p:cTn id="23" presetID="3" presetClass="entr" presetSubtype="1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3495"/>
                                        </p:tgtEl>
                                        <p:attrNameLst>
                                          <p:attrName>style.visibility</p:attrName>
                                        </p:attrNameLst>
                                      </p:cBhvr>
                                      <p:to>
                                        <p:strVal val="visible"/>
                                      </p:to>
                                    </p:set>
                                    <p:animEffect transition="in" filter="wipe(down)">
                                      <p:cBhvr>
                                        <p:cTn id="39" dur="500"/>
                                        <p:tgtEl>
                                          <p:spTgt spid="13495"/>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down)">
                                      <p:cBhvr>
                                        <p:cTn id="42" dur="500"/>
                                        <p:tgtEl>
                                          <p:spTgt spid="8"/>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 name="直接箭头连接符 2"/>
          <p:cNvCxnSpPr/>
          <p:nvPr/>
        </p:nvCxnSpPr>
        <p:spPr>
          <a:xfrm>
            <a:off x="1068337" y="4401813"/>
            <a:ext cx="4489249" cy="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V="1">
            <a:off x="1304614" y="609427"/>
            <a:ext cx="0" cy="4050452"/>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 name="对象 5"/>
          <p:cNvGraphicFramePr>
            <a:graphicFrameLocks noChangeAspect="1"/>
          </p:cNvGraphicFramePr>
          <p:nvPr>
            <p:extLst>
              <p:ext uri="{D42A27DB-BD31-4B8C-83A1-F6EECF244321}">
                <p14:modId xmlns:p14="http://schemas.microsoft.com/office/powerpoint/2010/main" val="176422024"/>
              </p:ext>
            </p:extLst>
          </p:nvPr>
        </p:nvGraphicFramePr>
        <p:xfrm>
          <a:off x="832060" y="508166"/>
          <a:ext cx="348854" cy="315516"/>
        </p:xfrm>
        <a:graphic>
          <a:graphicData uri="http://schemas.openxmlformats.org/presentationml/2006/ole">
            <mc:AlternateContent xmlns:mc="http://schemas.openxmlformats.org/markup-compatibility/2006">
              <mc:Choice xmlns:v="urn:schemas-microsoft-com:vml" Requires="v">
                <p:oleObj spid="_x0000_s302186" name="Equation" r:id="rId3" imgW="152280" imgH="164880" progId="Equation.DSMT4">
                  <p:embed/>
                </p:oleObj>
              </mc:Choice>
              <mc:Fallback>
                <p:oleObj name="Equation" r:id="rId3" imgW="152280" imgH="164880" progId="Equation.DSMT4">
                  <p:embed/>
                  <p:pic>
                    <p:nvPicPr>
                      <p:cNvPr id="0" name=""/>
                      <p:cNvPicPr>
                        <a:picLocks noChangeAspect="1" noChangeArrowheads="1"/>
                      </p:cNvPicPr>
                      <p:nvPr/>
                    </p:nvPicPr>
                    <p:blipFill>
                      <a:blip r:embed="rId4"/>
                      <a:srcRect/>
                      <a:stretch>
                        <a:fillRect/>
                      </a:stretch>
                    </p:blipFill>
                    <p:spPr bwMode="auto">
                      <a:xfrm>
                        <a:off x="832060" y="508166"/>
                        <a:ext cx="348854" cy="315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553223495"/>
              </p:ext>
            </p:extLst>
          </p:nvPr>
        </p:nvGraphicFramePr>
        <p:xfrm>
          <a:off x="5551381" y="4358492"/>
          <a:ext cx="348854" cy="315516"/>
        </p:xfrm>
        <a:graphic>
          <a:graphicData uri="http://schemas.openxmlformats.org/presentationml/2006/ole">
            <mc:AlternateContent xmlns:mc="http://schemas.openxmlformats.org/markup-compatibility/2006">
              <mc:Choice xmlns:v="urn:schemas-microsoft-com:vml" Requires="v">
                <p:oleObj spid="_x0000_s302187" name="Equation" r:id="rId5" imgW="152280" imgH="164880" progId="Equation.DSMT4">
                  <p:embed/>
                </p:oleObj>
              </mc:Choice>
              <mc:Fallback>
                <p:oleObj name="Equation" r:id="rId5" imgW="152280" imgH="164880" progId="Equation.DSMT4">
                  <p:embed/>
                  <p:pic>
                    <p:nvPicPr>
                      <p:cNvPr id="0" name=""/>
                      <p:cNvPicPr>
                        <a:picLocks noChangeAspect="1" noChangeArrowheads="1"/>
                      </p:cNvPicPr>
                      <p:nvPr/>
                    </p:nvPicPr>
                    <p:blipFill>
                      <a:blip r:embed="rId6"/>
                      <a:srcRect/>
                      <a:stretch>
                        <a:fillRect/>
                      </a:stretch>
                    </p:blipFill>
                    <p:spPr bwMode="auto">
                      <a:xfrm>
                        <a:off x="5551381" y="4358492"/>
                        <a:ext cx="348854" cy="315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4" name="组合 23"/>
          <p:cNvGrpSpPr/>
          <p:nvPr/>
        </p:nvGrpSpPr>
        <p:grpSpPr>
          <a:xfrm>
            <a:off x="3561102" y="2808865"/>
            <a:ext cx="719416" cy="1608886"/>
            <a:chOff x="-546018" y="4564421"/>
            <a:chExt cx="959221" cy="2145181"/>
          </a:xfrm>
        </p:grpSpPr>
        <p:cxnSp>
          <p:nvCxnSpPr>
            <p:cNvPr id="19" name="直接连接符 18"/>
            <p:cNvCxnSpPr/>
            <p:nvPr/>
          </p:nvCxnSpPr>
          <p:spPr>
            <a:xfrm>
              <a:off x="-63502" y="5118292"/>
              <a:ext cx="0" cy="108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0" name="对象 19"/>
            <p:cNvGraphicFramePr>
              <a:graphicFrameLocks noChangeAspect="1"/>
            </p:cNvGraphicFramePr>
            <p:nvPr>
              <p:extLst>
                <p:ext uri="{D42A27DB-BD31-4B8C-83A1-F6EECF244321}">
                  <p14:modId xmlns:p14="http://schemas.microsoft.com/office/powerpoint/2010/main" val="3940771522"/>
                </p:ext>
              </p:extLst>
            </p:nvPr>
          </p:nvGraphicFramePr>
          <p:xfrm>
            <a:off x="-207509" y="4564421"/>
            <a:ext cx="620712" cy="519112"/>
          </p:xfrm>
          <a:graphic>
            <a:graphicData uri="http://schemas.openxmlformats.org/presentationml/2006/ole">
              <mc:AlternateContent xmlns:mc="http://schemas.openxmlformats.org/markup-compatibility/2006">
                <mc:Choice xmlns:v="urn:schemas-microsoft-com:vml" Requires="v">
                  <p:oleObj spid="_x0000_s302188" name="Equation" r:id="rId7" imgW="203040" imgH="203040" progId="Equation.DSMT4">
                    <p:embed/>
                  </p:oleObj>
                </mc:Choice>
                <mc:Fallback>
                  <p:oleObj name="Equation" r:id="rId7" imgW="203040" imgH="203040" progId="Equation.DSMT4">
                    <p:embed/>
                    <p:pic>
                      <p:nvPicPr>
                        <p:cNvPr id="0" name=""/>
                        <p:cNvPicPr>
                          <a:picLocks noChangeAspect="1" noChangeArrowheads="1"/>
                        </p:cNvPicPr>
                        <p:nvPr/>
                      </p:nvPicPr>
                      <p:blipFill>
                        <a:blip r:embed="rId8"/>
                        <a:srcRect/>
                        <a:stretch>
                          <a:fillRect/>
                        </a:stretch>
                      </p:blipFill>
                      <p:spPr bwMode="auto">
                        <a:xfrm>
                          <a:off x="-207509" y="4564421"/>
                          <a:ext cx="620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949938619"/>
                </p:ext>
              </p:extLst>
            </p:nvPr>
          </p:nvGraphicFramePr>
          <p:xfrm>
            <a:off x="-546018" y="6190490"/>
            <a:ext cx="620712" cy="519112"/>
          </p:xfrm>
          <a:graphic>
            <a:graphicData uri="http://schemas.openxmlformats.org/presentationml/2006/ole">
              <mc:AlternateContent xmlns:mc="http://schemas.openxmlformats.org/markup-compatibility/2006">
                <mc:Choice xmlns:v="urn:schemas-microsoft-com:vml" Requires="v">
                  <p:oleObj spid="_x0000_s302189" name="Equation" r:id="rId9" imgW="203040" imgH="203040" progId="Equation.DSMT4">
                    <p:embed/>
                  </p:oleObj>
                </mc:Choice>
                <mc:Fallback>
                  <p:oleObj name="Equation" r:id="rId9" imgW="203040" imgH="203040" progId="Equation.DSMT4">
                    <p:embed/>
                    <p:pic>
                      <p:nvPicPr>
                        <p:cNvPr id="0" name=""/>
                        <p:cNvPicPr>
                          <a:picLocks noChangeAspect="1" noChangeArrowheads="1"/>
                        </p:cNvPicPr>
                        <p:nvPr/>
                      </p:nvPicPr>
                      <p:blipFill>
                        <a:blip r:embed="rId10"/>
                        <a:srcRect/>
                        <a:stretch>
                          <a:fillRect/>
                        </a:stretch>
                      </p:blipFill>
                      <p:spPr bwMode="auto">
                        <a:xfrm>
                          <a:off x="-546018" y="6190490"/>
                          <a:ext cx="620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5" name="对象 24"/>
          <p:cNvGraphicFramePr>
            <a:graphicFrameLocks noChangeAspect="1"/>
          </p:cNvGraphicFramePr>
          <p:nvPr>
            <p:extLst>
              <p:ext uri="{D42A27DB-BD31-4B8C-83A1-F6EECF244321}">
                <p14:modId xmlns:p14="http://schemas.microsoft.com/office/powerpoint/2010/main" val="2039529173"/>
              </p:ext>
            </p:extLst>
          </p:nvPr>
        </p:nvGraphicFramePr>
        <p:xfrm>
          <a:off x="5822079" y="1694557"/>
          <a:ext cx="1012613" cy="436960"/>
        </p:xfrm>
        <a:graphic>
          <a:graphicData uri="http://schemas.openxmlformats.org/presentationml/2006/ole">
            <mc:AlternateContent xmlns:mc="http://schemas.openxmlformats.org/markup-compatibility/2006">
              <mc:Choice xmlns:v="urn:schemas-microsoft-com:vml" Requires="v">
                <p:oleObj spid="_x0000_s302190" name="Equation" r:id="rId11" imgW="495000" imgH="228600" progId="Equation.DSMT4">
                  <p:embed/>
                </p:oleObj>
              </mc:Choice>
              <mc:Fallback>
                <p:oleObj name="Equation" r:id="rId11" imgW="495000" imgH="228600" progId="Equation.DSMT4">
                  <p:embed/>
                  <p:pic>
                    <p:nvPicPr>
                      <p:cNvPr id="0" name=""/>
                      <p:cNvPicPr>
                        <a:picLocks noChangeAspect="1" noChangeArrowheads="1"/>
                      </p:cNvPicPr>
                      <p:nvPr/>
                    </p:nvPicPr>
                    <p:blipFill>
                      <a:blip r:embed="rId12"/>
                      <a:srcRect/>
                      <a:stretch>
                        <a:fillRect/>
                      </a:stretch>
                    </p:blipFill>
                    <p:spPr bwMode="auto">
                      <a:xfrm>
                        <a:off x="5822079" y="1694557"/>
                        <a:ext cx="1012613" cy="436960"/>
                      </a:xfrm>
                      <a:prstGeom prst="rect">
                        <a:avLst/>
                      </a:prstGeom>
                      <a:noFill/>
                      <a:ln>
                        <a:noFill/>
                      </a:ln>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3759866543"/>
              </p:ext>
            </p:extLst>
          </p:nvPr>
        </p:nvGraphicFramePr>
        <p:xfrm>
          <a:off x="6921415" y="1692718"/>
          <a:ext cx="892136" cy="460772"/>
        </p:xfrm>
        <a:graphic>
          <a:graphicData uri="http://schemas.openxmlformats.org/presentationml/2006/ole">
            <mc:AlternateContent xmlns:mc="http://schemas.openxmlformats.org/markup-compatibility/2006">
              <mc:Choice xmlns:v="urn:schemas-microsoft-com:vml" Requires="v">
                <p:oleObj spid="_x0000_s302191" name="Equation" r:id="rId13" imgW="419040" imgH="241200" progId="Equation.DSMT4">
                  <p:embed/>
                </p:oleObj>
              </mc:Choice>
              <mc:Fallback>
                <p:oleObj name="Equation" r:id="rId13" imgW="419040" imgH="241200" progId="Equation.DSMT4">
                  <p:embed/>
                  <p:pic>
                    <p:nvPicPr>
                      <p:cNvPr id="0" name=""/>
                      <p:cNvPicPr>
                        <a:picLocks noChangeAspect="1" noChangeArrowheads="1"/>
                      </p:cNvPicPr>
                      <p:nvPr/>
                    </p:nvPicPr>
                    <p:blipFill>
                      <a:blip r:embed="rId14"/>
                      <a:srcRect/>
                      <a:stretch>
                        <a:fillRect/>
                      </a:stretch>
                    </p:blipFill>
                    <p:spPr bwMode="auto">
                      <a:xfrm>
                        <a:off x="6921415" y="1692718"/>
                        <a:ext cx="892136" cy="460772"/>
                      </a:xfrm>
                      <a:prstGeom prst="rect">
                        <a:avLst/>
                      </a:prstGeom>
                      <a:noFill/>
                      <a:ln>
                        <a:noFill/>
                      </a:ln>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1103017035"/>
              </p:ext>
            </p:extLst>
          </p:nvPr>
        </p:nvGraphicFramePr>
        <p:xfrm>
          <a:off x="6492039" y="2503752"/>
          <a:ext cx="1717675" cy="461963"/>
        </p:xfrm>
        <a:graphic>
          <a:graphicData uri="http://schemas.openxmlformats.org/presentationml/2006/ole">
            <mc:AlternateContent xmlns:mc="http://schemas.openxmlformats.org/markup-compatibility/2006">
              <mc:Choice xmlns:v="urn:schemas-microsoft-com:vml" Requires="v">
                <p:oleObj spid="_x0000_s302192" name="Equation" r:id="rId15" imgW="749160" imgH="241200" progId="Equation.DSMT4">
                  <p:embed/>
                </p:oleObj>
              </mc:Choice>
              <mc:Fallback>
                <p:oleObj name="Equation" r:id="rId15" imgW="749160" imgH="241200" progId="Equation.DSMT4">
                  <p:embed/>
                  <p:pic>
                    <p:nvPicPr>
                      <p:cNvPr id="0" name=""/>
                      <p:cNvPicPr>
                        <a:picLocks noChangeAspect="1" noChangeArrowheads="1"/>
                      </p:cNvPicPr>
                      <p:nvPr/>
                    </p:nvPicPr>
                    <p:blipFill>
                      <a:blip r:embed="rId16"/>
                      <a:srcRect/>
                      <a:stretch>
                        <a:fillRect/>
                      </a:stretch>
                    </p:blipFill>
                    <p:spPr bwMode="auto">
                      <a:xfrm>
                        <a:off x="6492039" y="2503752"/>
                        <a:ext cx="1717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9" name="组合 38"/>
          <p:cNvGrpSpPr/>
          <p:nvPr/>
        </p:nvGrpSpPr>
        <p:grpSpPr>
          <a:xfrm>
            <a:off x="1546098" y="1412596"/>
            <a:ext cx="3168801" cy="2489300"/>
            <a:chOff x="1286763" y="1870760"/>
            <a:chExt cx="4225068" cy="3319065"/>
          </a:xfrm>
        </p:grpSpPr>
        <p:grpSp>
          <p:nvGrpSpPr>
            <p:cNvPr id="22" name="组合 21"/>
            <p:cNvGrpSpPr/>
            <p:nvPr/>
          </p:nvGrpSpPr>
          <p:grpSpPr>
            <a:xfrm>
              <a:off x="2533922" y="2073702"/>
              <a:ext cx="2977909" cy="2382508"/>
              <a:chOff x="3024878" y="316503"/>
              <a:chExt cx="2977909" cy="2382508"/>
            </a:xfrm>
          </p:grpSpPr>
          <p:sp>
            <p:nvSpPr>
              <p:cNvPr id="14" name="任意多边形 13"/>
              <p:cNvSpPr/>
              <p:nvPr/>
            </p:nvSpPr>
            <p:spPr>
              <a:xfrm rot="374212">
                <a:off x="3223011" y="1028707"/>
                <a:ext cx="2779776" cy="1670304"/>
              </a:xfrm>
              <a:custGeom>
                <a:avLst/>
                <a:gdLst>
                  <a:gd name="connsiteX0" fmla="*/ 0 w 2779776"/>
                  <a:gd name="connsiteY0" fmla="*/ 0 h 1670304"/>
                  <a:gd name="connsiteX1" fmla="*/ 847344 w 2779776"/>
                  <a:gd name="connsiteY1" fmla="*/ 908304 h 1670304"/>
                  <a:gd name="connsiteX2" fmla="*/ 1682496 w 2779776"/>
                  <a:gd name="connsiteY2" fmla="*/ 1395984 h 1670304"/>
                  <a:gd name="connsiteX3" fmla="*/ 2779776 w 2779776"/>
                  <a:gd name="connsiteY3" fmla="*/ 1670304 h 1670304"/>
                  <a:gd name="connsiteX0" fmla="*/ 0 w 2779776"/>
                  <a:gd name="connsiteY0" fmla="*/ 0 h 1670304"/>
                  <a:gd name="connsiteX1" fmla="*/ 847344 w 2779776"/>
                  <a:gd name="connsiteY1" fmla="*/ 908304 h 1670304"/>
                  <a:gd name="connsiteX2" fmla="*/ 1682496 w 2779776"/>
                  <a:gd name="connsiteY2" fmla="*/ 1395984 h 1670304"/>
                  <a:gd name="connsiteX3" fmla="*/ 2779776 w 2779776"/>
                  <a:gd name="connsiteY3" fmla="*/ 1670304 h 1670304"/>
                  <a:gd name="connsiteX0" fmla="*/ 0 w 2779776"/>
                  <a:gd name="connsiteY0" fmla="*/ 0 h 1670304"/>
                  <a:gd name="connsiteX1" fmla="*/ 847344 w 2779776"/>
                  <a:gd name="connsiteY1" fmla="*/ 908304 h 1670304"/>
                  <a:gd name="connsiteX2" fmla="*/ 1682496 w 2779776"/>
                  <a:gd name="connsiteY2" fmla="*/ 1395984 h 1670304"/>
                  <a:gd name="connsiteX3" fmla="*/ 2779776 w 2779776"/>
                  <a:gd name="connsiteY3" fmla="*/ 1670304 h 1670304"/>
                </a:gdLst>
                <a:ahLst/>
                <a:cxnLst>
                  <a:cxn ang="0">
                    <a:pos x="connsiteX0" y="connsiteY0"/>
                  </a:cxn>
                  <a:cxn ang="0">
                    <a:pos x="connsiteX1" y="connsiteY1"/>
                  </a:cxn>
                  <a:cxn ang="0">
                    <a:pos x="connsiteX2" y="connsiteY2"/>
                  </a:cxn>
                  <a:cxn ang="0">
                    <a:pos x="connsiteX3" y="connsiteY3"/>
                  </a:cxn>
                </a:cxnLst>
                <a:rect l="l" t="t" r="r" b="b"/>
                <a:pathLst>
                  <a:path w="2779776" h="1670304">
                    <a:moveTo>
                      <a:pt x="0" y="0"/>
                    </a:moveTo>
                    <a:cubicBezTo>
                      <a:pt x="216408" y="343916"/>
                      <a:pt x="566928" y="675640"/>
                      <a:pt x="847344" y="908304"/>
                    </a:cubicBezTo>
                    <a:cubicBezTo>
                      <a:pt x="1127760" y="1140968"/>
                      <a:pt x="1360424" y="1268984"/>
                      <a:pt x="1682496" y="1395984"/>
                    </a:cubicBezTo>
                    <a:cubicBezTo>
                      <a:pt x="2004568" y="1522984"/>
                      <a:pt x="2276348" y="1602740"/>
                      <a:pt x="2779776" y="1670304"/>
                    </a:cubicBezTo>
                  </a:path>
                </a:pathLst>
              </a:cu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863078860"/>
                  </p:ext>
                </p:extLst>
              </p:nvPr>
            </p:nvGraphicFramePr>
            <p:xfrm>
              <a:off x="3024878" y="316503"/>
              <a:ext cx="527584" cy="566150"/>
            </p:xfrm>
            <a:graphic>
              <a:graphicData uri="http://schemas.openxmlformats.org/presentationml/2006/ole">
                <mc:AlternateContent xmlns:mc="http://schemas.openxmlformats.org/markup-compatibility/2006">
                  <mc:Choice xmlns:v="urn:schemas-microsoft-com:vml" Requires="v">
                    <p:oleObj spid="_x0000_s302193" name="Equation" r:id="rId17" imgW="177480" imgH="228600" progId="Equation.DSMT4">
                      <p:embed/>
                    </p:oleObj>
                  </mc:Choice>
                  <mc:Fallback>
                    <p:oleObj name="Equation" r:id="rId17" imgW="177480" imgH="228600" progId="Equation.DSMT4">
                      <p:embed/>
                      <p:pic>
                        <p:nvPicPr>
                          <p:cNvPr id="0" name=""/>
                          <p:cNvPicPr>
                            <a:picLocks noChangeAspect="1" noChangeArrowheads="1"/>
                          </p:cNvPicPr>
                          <p:nvPr/>
                        </p:nvPicPr>
                        <p:blipFill>
                          <a:blip r:embed="rId18"/>
                          <a:srcRect/>
                          <a:stretch>
                            <a:fillRect/>
                          </a:stretch>
                        </p:blipFill>
                        <p:spPr bwMode="auto">
                          <a:xfrm>
                            <a:off x="3024878" y="316503"/>
                            <a:ext cx="527584" cy="566150"/>
                          </a:xfrm>
                          <a:prstGeom prst="rect">
                            <a:avLst/>
                          </a:prstGeom>
                          <a:noFill/>
                          <a:ln>
                            <a:noFill/>
                          </a:ln>
                          <a:extLst/>
                        </p:spPr>
                      </p:pic>
                    </p:oleObj>
                  </mc:Fallback>
                </mc:AlternateContent>
              </a:graphicData>
            </a:graphic>
          </p:graphicFrame>
        </p:grpSp>
        <p:grpSp>
          <p:nvGrpSpPr>
            <p:cNvPr id="38" name="组合 37"/>
            <p:cNvGrpSpPr/>
            <p:nvPr/>
          </p:nvGrpSpPr>
          <p:grpSpPr>
            <a:xfrm>
              <a:off x="1286763" y="1870760"/>
              <a:ext cx="3540640" cy="3319065"/>
              <a:chOff x="1286763" y="1870760"/>
              <a:chExt cx="3540640" cy="3319065"/>
            </a:xfrm>
          </p:grpSpPr>
          <p:sp>
            <p:nvSpPr>
              <p:cNvPr id="15" name="任意多边形 14"/>
              <p:cNvSpPr/>
              <p:nvPr/>
            </p:nvSpPr>
            <p:spPr>
              <a:xfrm rot="484721">
                <a:off x="1287790" y="2573988"/>
                <a:ext cx="3539613" cy="2615837"/>
              </a:xfrm>
              <a:custGeom>
                <a:avLst/>
                <a:gdLst>
                  <a:gd name="connsiteX0" fmla="*/ 0 w 2779776"/>
                  <a:gd name="connsiteY0" fmla="*/ 0 h 1670304"/>
                  <a:gd name="connsiteX1" fmla="*/ 847344 w 2779776"/>
                  <a:gd name="connsiteY1" fmla="*/ 908304 h 1670304"/>
                  <a:gd name="connsiteX2" fmla="*/ 1682496 w 2779776"/>
                  <a:gd name="connsiteY2" fmla="*/ 1395984 h 1670304"/>
                  <a:gd name="connsiteX3" fmla="*/ 2779776 w 2779776"/>
                  <a:gd name="connsiteY3" fmla="*/ 1670304 h 1670304"/>
                  <a:gd name="connsiteX0" fmla="*/ 0 w 2779776"/>
                  <a:gd name="connsiteY0" fmla="*/ 0 h 1670304"/>
                  <a:gd name="connsiteX1" fmla="*/ 847344 w 2779776"/>
                  <a:gd name="connsiteY1" fmla="*/ 908304 h 1670304"/>
                  <a:gd name="connsiteX2" fmla="*/ 1682496 w 2779776"/>
                  <a:gd name="connsiteY2" fmla="*/ 1395984 h 1670304"/>
                  <a:gd name="connsiteX3" fmla="*/ 2779776 w 2779776"/>
                  <a:gd name="connsiteY3" fmla="*/ 1670304 h 1670304"/>
                  <a:gd name="connsiteX0" fmla="*/ 0 w 2779776"/>
                  <a:gd name="connsiteY0" fmla="*/ 0 h 1670304"/>
                  <a:gd name="connsiteX1" fmla="*/ 847344 w 2779776"/>
                  <a:gd name="connsiteY1" fmla="*/ 908304 h 1670304"/>
                  <a:gd name="connsiteX2" fmla="*/ 1682496 w 2779776"/>
                  <a:gd name="connsiteY2" fmla="*/ 1395984 h 1670304"/>
                  <a:gd name="connsiteX3" fmla="*/ 2779776 w 2779776"/>
                  <a:gd name="connsiteY3" fmla="*/ 1670304 h 1670304"/>
                </a:gdLst>
                <a:ahLst/>
                <a:cxnLst>
                  <a:cxn ang="0">
                    <a:pos x="connsiteX0" y="connsiteY0"/>
                  </a:cxn>
                  <a:cxn ang="0">
                    <a:pos x="connsiteX1" y="connsiteY1"/>
                  </a:cxn>
                  <a:cxn ang="0">
                    <a:pos x="connsiteX2" y="connsiteY2"/>
                  </a:cxn>
                  <a:cxn ang="0">
                    <a:pos x="connsiteX3" y="connsiteY3"/>
                  </a:cxn>
                </a:cxnLst>
                <a:rect l="l" t="t" r="r" b="b"/>
                <a:pathLst>
                  <a:path w="2779776" h="1670304">
                    <a:moveTo>
                      <a:pt x="0" y="0"/>
                    </a:moveTo>
                    <a:cubicBezTo>
                      <a:pt x="216408" y="343916"/>
                      <a:pt x="566928" y="675640"/>
                      <a:pt x="847344" y="908304"/>
                    </a:cubicBezTo>
                    <a:cubicBezTo>
                      <a:pt x="1127760" y="1140968"/>
                      <a:pt x="1360424" y="1268984"/>
                      <a:pt x="1682496" y="1395984"/>
                    </a:cubicBezTo>
                    <a:cubicBezTo>
                      <a:pt x="2004568" y="1522984"/>
                      <a:pt x="2276348" y="1602740"/>
                      <a:pt x="2779776" y="1670304"/>
                    </a:cubicBezTo>
                  </a:path>
                </a:pathLst>
              </a:cu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2208547507"/>
                  </p:ext>
                </p:extLst>
              </p:nvPr>
            </p:nvGraphicFramePr>
            <p:xfrm>
              <a:off x="1286763" y="1870760"/>
              <a:ext cx="480260" cy="515367"/>
            </p:xfrm>
            <a:graphic>
              <a:graphicData uri="http://schemas.openxmlformats.org/presentationml/2006/ole">
                <mc:AlternateContent xmlns:mc="http://schemas.openxmlformats.org/markup-compatibility/2006">
                  <mc:Choice xmlns:v="urn:schemas-microsoft-com:vml" Requires="v">
                    <p:oleObj spid="_x0000_s302194" name="Equation" r:id="rId19" imgW="177480" imgH="228600" progId="Equation.DSMT4">
                      <p:embed/>
                    </p:oleObj>
                  </mc:Choice>
                  <mc:Fallback>
                    <p:oleObj name="Equation" r:id="rId19" imgW="177480" imgH="228600" progId="Equation.DSMT4">
                      <p:embed/>
                      <p:pic>
                        <p:nvPicPr>
                          <p:cNvPr id="0" name=""/>
                          <p:cNvPicPr>
                            <a:picLocks noChangeAspect="1" noChangeArrowheads="1"/>
                          </p:cNvPicPr>
                          <p:nvPr/>
                        </p:nvPicPr>
                        <p:blipFill>
                          <a:blip r:embed="rId20"/>
                          <a:srcRect/>
                          <a:stretch>
                            <a:fillRect/>
                          </a:stretch>
                        </p:blipFill>
                        <p:spPr bwMode="auto">
                          <a:xfrm>
                            <a:off x="1286763" y="1870760"/>
                            <a:ext cx="480260" cy="515367"/>
                          </a:xfrm>
                          <a:prstGeom prst="rect">
                            <a:avLst/>
                          </a:prstGeom>
                          <a:noFill/>
                          <a:ln>
                            <a:noFill/>
                          </a:ln>
                          <a:extLst/>
                        </p:spPr>
                      </p:pic>
                    </p:oleObj>
                  </mc:Fallback>
                </mc:AlternateContent>
              </a:graphicData>
            </a:graphic>
          </p:graphicFrame>
        </p:grpSp>
      </p:grpSp>
      <p:grpSp>
        <p:nvGrpSpPr>
          <p:cNvPr id="36" name="组合 35"/>
          <p:cNvGrpSpPr/>
          <p:nvPr/>
        </p:nvGrpSpPr>
        <p:grpSpPr>
          <a:xfrm>
            <a:off x="3889234" y="3178840"/>
            <a:ext cx="67508" cy="890060"/>
            <a:chOff x="4410946" y="4225752"/>
            <a:chExt cx="90010" cy="1186747"/>
          </a:xfrm>
        </p:grpSpPr>
        <p:sp>
          <p:nvSpPr>
            <p:cNvPr id="28" name="椭圆 27"/>
            <p:cNvSpPr/>
            <p:nvPr/>
          </p:nvSpPr>
          <p:spPr>
            <a:xfrm flipV="1">
              <a:off x="4410946" y="4225752"/>
              <a:ext cx="90010" cy="900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flipV="1">
              <a:off x="4410946" y="5322489"/>
              <a:ext cx="90010" cy="900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右箭头 1">
            <a:hlinkClick r:id="rId21" action="ppaction://hlinksldjump"/>
          </p:cNvPr>
          <p:cNvSpPr/>
          <p:nvPr/>
        </p:nvSpPr>
        <p:spPr>
          <a:xfrm flipH="1">
            <a:off x="8714551" y="4930782"/>
            <a:ext cx="429449" cy="2127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2951162" y="2656105"/>
            <a:ext cx="784366" cy="1317408"/>
            <a:chOff x="3160189" y="3128803"/>
            <a:chExt cx="1045824" cy="2160652"/>
          </a:xfrm>
        </p:grpSpPr>
        <p:grpSp>
          <p:nvGrpSpPr>
            <p:cNvPr id="35" name="组合 34"/>
            <p:cNvGrpSpPr/>
            <p:nvPr/>
          </p:nvGrpSpPr>
          <p:grpSpPr>
            <a:xfrm>
              <a:off x="3346368" y="3297897"/>
              <a:ext cx="336452" cy="1576559"/>
              <a:chOff x="3373837" y="3334744"/>
              <a:chExt cx="336452" cy="1576559"/>
            </a:xfrm>
          </p:grpSpPr>
          <p:sp>
            <p:nvSpPr>
              <p:cNvPr id="33" name="任意多边形 32"/>
              <p:cNvSpPr/>
              <p:nvPr/>
            </p:nvSpPr>
            <p:spPr>
              <a:xfrm rot="705848">
                <a:off x="3373837" y="3334744"/>
                <a:ext cx="246763" cy="1522379"/>
              </a:xfrm>
              <a:custGeom>
                <a:avLst/>
                <a:gdLst>
                  <a:gd name="connsiteX0" fmla="*/ 0 w 1278384"/>
                  <a:gd name="connsiteY0" fmla="*/ 0 h 3762288"/>
                  <a:gd name="connsiteX1" fmla="*/ 630314 w 1278384"/>
                  <a:gd name="connsiteY1" fmla="*/ 727969 h 3762288"/>
                  <a:gd name="connsiteX2" fmla="*/ 541538 w 1278384"/>
                  <a:gd name="connsiteY2" fmla="*/ 1322772 h 3762288"/>
                  <a:gd name="connsiteX3" fmla="*/ 337351 w 1278384"/>
                  <a:gd name="connsiteY3" fmla="*/ 2086252 h 3762288"/>
                  <a:gd name="connsiteX4" fmla="*/ 958788 w 1278384"/>
                  <a:gd name="connsiteY4" fmla="*/ 2902998 h 3762288"/>
                  <a:gd name="connsiteX5" fmla="*/ 914400 w 1278384"/>
                  <a:gd name="connsiteY5" fmla="*/ 3657600 h 3762288"/>
                  <a:gd name="connsiteX6" fmla="*/ 1278384 w 1278384"/>
                  <a:gd name="connsiteY6" fmla="*/ 3737499 h 3762288"/>
                  <a:gd name="connsiteX0" fmla="*/ 0 w 986000"/>
                  <a:gd name="connsiteY0" fmla="*/ 0 h 3657600"/>
                  <a:gd name="connsiteX1" fmla="*/ 630314 w 986000"/>
                  <a:gd name="connsiteY1" fmla="*/ 727969 h 3657600"/>
                  <a:gd name="connsiteX2" fmla="*/ 541538 w 986000"/>
                  <a:gd name="connsiteY2" fmla="*/ 1322772 h 3657600"/>
                  <a:gd name="connsiteX3" fmla="*/ 337351 w 986000"/>
                  <a:gd name="connsiteY3" fmla="*/ 2086252 h 3657600"/>
                  <a:gd name="connsiteX4" fmla="*/ 958788 w 986000"/>
                  <a:gd name="connsiteY4" fmla="*/ 2902998 h 3657600"/>
                  <a:gd name="connsiteX5" fmla="*/ 914400 w 986000"/>
                  <a:gd name="connsiteY5" fmla="*/ 3657600 h 3657600"/>
                  <a:gd name="connsiteX0" fmla="*/ 0 w 958788"/>
                  <a:gd name="connsiteY0" fmla="*/ 0 h 2902998"/>
                  <a:gd name="connsiteX1" fmla="*/ 630314 w 958788"/>
                  <a:gd name="connsiteY1" fmla="*/ 727969 h 2902998"/>
                  <a:gd name="connsiteX2" fmla="*/ 541538 w 958788"/>
                  <a:gd name="connsiteY2" fmla="*/ 1322772 h 2902998"/>
                  <a:gd name="connsiteX3" fmla="*/ 337351 w 958788"/>
                  <a:gd name="connsiteY3" fmla="*/ 2086252 h 2902998"/>
                  <a:gd name="connsiteX4" fmla="*/ 958788 w 958788"/>
                  <a:gd name="connsiteY4" fmla="*/ 2902998 h 2902998"/>
                  <a:gd name="connsiteX0" fmla="*/ 0 w 958788"/>
                  <a:gd name="connsiteY0" fmla="*/ 0 h 2902998"/>
                  <a:gd name="connsiteX1" fmla="*/ 630314 w 958788"/>
                  <a:gd name="connsiteY1" fmla="*/ 727969 h 2902998"/>
                  <a:gd name="connsiteX2" fmla="*/ 541538 w 958788"/>
                  <a:gd name="connsiteY2" fmla="*/ 1322772 h 2902998"/>
                  <a:gd name="connsiteX3" fmla="*/ 337351 w 958788"/>
                  <a:gd name="connsiteY3" fmla="*/ 2086252 h 2902998"/>
                  <a:gd name="connsiteX4" fmla="*/ 958788 w 958788"/>
                  <a:gd name="connsiteY4" fmla="*/ 2902998 h 2902998"/>
                  <a:gd name="connsiteX0" fmla="*/ 617820 w 696724"/>
                  <a:gd name="connsiteY0" fmla="*/ 1 h 3047972"/>
                  <a:gd name="connsiteX1" fmla="*/ 318769 w 696724"/>
                  <a:gd name="connsiteY1" fmla="*/ 872943 h 3047972"/>
                  <a:gd name="connsiteX2" fmla="*/ 229993 w 696724"/>
                  <a:gd name="connsiteY2" fmla="*/ 1467746 h 3047972"/>
                  <a:gd name="connsiteX3" fmla="*/ 25806 w 696724"/>
                  <a:gd name="connsiteY3" fmla="*/ 2231226 h 3047972"/>
                  <a:gd name="connsiteX4" fmla="*/ 647243 w 696724"/>
                  <a:gd name="connsiteY4" fmla="*/ 3047972 h 3047972"/>
                  <a:gd name="connsiteX0" fmla="*/ 599785 w 682339"/>
                  <a:gd name="connsiteY0" fmla="*/ 1 h 3047972"/>
                  <a:gd name="connsiteX1" fmla="*/ 300734 w 682339"/>
                  <a:gd name="connsiteY1" fmla="*/ 872943 h 3047972"/>
                  <a:gd name="connsiteX2" fmla="*/ 7771 w 682339"/>
                  <a:gd name="connsiteY2" fmla="*/ 2231226 h 3047972"/>
                  <a:gd name="connsiteX3" fmla="*/ 629208 w 682339"/>
                  <a:gd name="connsiteY3" fmla="*/ 3047972 h 3047972"/>
                  <a:gd name="connsiteX0" fmla="*/ 592053 w 621476"/>
                  <a:gd name="connsiteY0" fmla="*/ 1 h 3047972"/>
                  <a:gd name="connsiteX1" fmla="*/ 39 w 621476"/>
                  <a:gd name="connsiteY1" fmla="*/ 2231226 h 3047972"/>
                  <a:gd name="connsiteX2" fmla="*/ 621476 w 621476"/>
                  <a:gd name="connsiteY2" fmla="*/ 3047972 h 3047972"/>
                  <a:gd name="connsiteX0" fmla="*/ 522954 w 552377"/>
                  <a:gd name="connsiteY0" fmla="*/ 1 h 3047972"/>
                  <a:gd name="connsiteX1" fmla="*/ 45 w 552377"/>
                  <a:gd name="connsiteY1" fmla="*/ 1663362 h 3047972"/>
                  <a:gd name="connsiteX2" fmla="*/ 552377 w 552377"/>
                  <a:gd name="connsiteY2" fmla="*/ 3047972 h 3047972"/>
                  <a:gd name="connsiteX0" fmla="*/ 529899 w 559322"/>
                  <a:gd name="connsiteY0" fmla="*/ 1 h 3047972"/>
                  <a:gd name="connsiteX1" fmla="*/ 6990 w 559322"/>
                  <a:gd name="connsiteY1" fmla="*/ 1663362 h 3047972"/>
                  <a:gd name="connsiteX2" fmla="*/ 559322 w 559322"/>
                  <a:gd name="connsiteY2" fmla="*/ 3047972 h 3047972"/>
                  <a:gd name="connsiteX0" fmla="*/ 596276 w 625699"/>
                  <a:gd name="connsiteY0" fmla="*/ 1 h 3047972"/>
                  <a:gd name="connsiteX1" fmla="*/ 73367 w 625699"/>
                  <a:gd name="connsiteY1" fmla="*/ 1663362 h 3047972"/>
                  <a:gd name="connsiteX2" fmla="*/ 625699 w 625699"/>
                  <a:gd name="connsiteY2" fmla="*/ 3047972 h 3047972"/>
                  <a:gd name="connsiteX0" fmla="*/ 378371 w 554457"/>
                  <a:gd name="connsiteY0" fmla="*/ 0 h 2936541"/>
                  <a:gd name="connsiteX1" fmla="*/ 2125 w 554457"/>
                  <a:gd name="connsiteY1" fmla="*/ 1551931 h 2936541"/>
                  <a:gd name="connsiteX2" fmla="*/ 554457 w 554457"/>
                  <a:gd name="connsiteY2" fmla="*/ 2936541 h 2936541"/>
                  <a:gd name="connsiteX0" fmla="*/ 376952 w 553038"/>
                  <a:gd name="connsiteY0" fmla="*/ 0 h 2936541"/>
                  <a:gd name="connsiteX1" fmla="*/ 706 w 553038"/>
                  <a:gd name="connsiteY1" fmla="*/ 1551931 h 2936541"/>
                  <a:gd name="connsiteX2" fmla="*/ 553038 w 553038"/>
                  <a:gd name="connsiteY2" fmla="*/ 2936541 h 2936541"/>
                  <a:gd name="connsiteX0" fmla="*/ 402604 w 578690"/>
                  <a:gd name="connsiteY0" fmla="*/ 0 h 2936541"/>
                  <a:gd name="connsiteX1" fmla="*/ 26358 w 578690"/>
                  <a:gd name="connsiteY1" fmla="*/ 1551931 h 2936541"/>
                  <a:gd name="connsiteX2" fmla="*/ 578690 w 578690"/>
                  <a:gd name="connsiteY2" fmla="*/ 2936541 h 2936541"/>
                  <a:gd name="connsiteX0" fmla="*/ 433115 w 609201"/>
                  <a:gd name="connsiteY0" fmla="*/ 0 h 2936541"/>
                  <a:gd name="connsiteX1" fmla="*/ 56869 w 609201"/>
                  <a:gd name="connsiteY1" fmla="*/ 1551931 h 2936541"/>
                  <a:gd name="connsiteX2" fmla="*/ 609201 w 609201"/>
                  <a:gd name="connsiteY2" fmla="*/ 2936541 h 2936541"/>
                </a:gdLst>
                <a:ahLst/>
                <a:cxnLst>
                  <a:cxn ang="0">
                    <a:pos x="connsiteX0" y="connsiteY0"/>
                  </a:cxn>
                  <a:cxn ang="0">
                    <a:pos x="connsiteX1" y="connsiteY1"/>
                  </a:cxn>
                  <a:cxn ang="0">
                    <a:pos x="connsiteX2" y="connsiteY2"/>
                  </a:cxn>
                </a:cxnLst>
                <a:rect l="l" t="t" r="r" b="b"/>
                <a:pathLst>
                  <a:path w="609201" h="2936541">
                    <a:moveTo>
                      <a:pt x="433115" y="0"/>
                    </a:moveTo>
                    <a:cubicBezTo>
                      <a:pt x="924484" y="936878"/>
                      <a:pt x="216796" y="1147744"/>
                      <a:pt x="56869" y="1551931"/>
                    </a:cubicBezTo>
                    <a:cubicBezTo>
                      <a:pt x="-103058" y="1956118"/>
                      <a:pt x="72243" y="2414040"/>
                      <a:pt x="609201" y="2936541"/>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flipV="1">
                <a:off x="3439469" y="4822739"/>
                <a:ext cx="72000" cy="88564"/>
              </a:xfrm>
              <a:prstGeom prst="ellipse">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flipV="1">
                <a:off x="3638289" y="3354294"/>
                <a:ext cx="72000" cy="88564"/>
              </a:xfrm>
              <a:prstGeom prst="ellipse">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40" name="对象 39"/>
            <p:cNvGraphicFramePr>
              <a:graphicFrameLocks noChangeAspect="1"/>
            </p:cNvGraphicFramePr>
            <p:nvPr>
              <p:extLst>
                <p:ext uri="{D42A27DB-BD31-4B8C-83A1-F6EECF244321}">
                  <p14:modId xmlns:p14="http://schemas.microsoft.com/office/powerpoint/2010/main" val="1318080678"/>
                </p:ext>
              </p:extLst>
            </p:nvPr>
          </p:nvGraphicFramePr>
          <p:xfrm>
            <a:off x="3740876" y="3128803"/>
            <a:ext cx="465137" cy="452437"/>
          </p:xfrm>
          <a:graphic>
            <a:graphicData uri="http://schemas.openxmlformats.org/presentationml/2006/ole">
              <mc:AlternateContent xmlns:mc="http://schemas.openxmlformats.org/markup-compatibility/2006">
                <mc:Choice xmlns:v="urn:schemas-microsoft-com:vml" Requires="v">
                  <p:oleObj spid="_x0000_s302195" name="Equation" r:id="rId22" imgW="152280" imgH="177480" progId="Equation.DSMT4">
                    <p:embed/>
                  </p:oleObj>
                </mc:Choice>
                <mc:Fallback>
                  <p:oleObj name="Equation" r:id="rId22" imgW="152280" imgH="177480" progId="Equation.DSMT4">
                    <p:embed/>
                    <p:pic>
                      <p:nvPicPr>
                        <p:cNvPr id="0" name=""/>
                        <p:cNvPicPr>
                          <a:picLocks noChangeAspect="1" noChangeArrowheads="1"/>
                        </p:cNvPicPr>
                        <p:nvPr/>
                      </p:nvPicPr>
                      <p:blipFill>
                        <a:blip r:embed="rId23"/>
                        <a:srcRect/>
                        <a:stretch>
                          <a:fillRect/>
                        </a:stretch>
                      </p:blipFill>
                      <p:spPr bwMode="auto">
                        <a:xfrm>
                          <a:off x="3740876" y="3128803"/>
                          <a:ext cx="4651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对象 49"/>
            <p:cNvGraphicFramePr>
              <a:graphicFrameLocks noChangeAspect="1"/>
            </p:cNvGraphicFramePr>
            <p:nvPr>
              <p:extLst>
                <p:ext uri="{D42A27DB-BD31-4B8C-83A1-F6EECF244321}">
                  <p14:modId xmlns:p14="http://schemas.microsoft.com/office/powerpoint/2010/main" val="2645919688"/>
                </p:ext>
              </p:extLst>
            </p:nvPr>
          </p:nvGraphicFramePr>
          <p:xfrm>
            <a:off x="3160189" y="4870271"/>
            <a:ext cx="503768" cy="419184"/>
          </p:xfrm>
          <a:graphic>
            <a:graphicData uri="http://schemas.openxmlformats.org/presentationml/2006/ole">
              <mc:AlternateContent xmlns:mc="http://schemas.openxmlformats.org/markup-compatibility/2006">
                <mc:Choice xmlns:v="urn:schemas-microsoft-com:vml" Requires="v">
                  <p:oleObj spid="_x0000_s302196" name="Equation" r:id="rId24" imgW="164880" imgH="164880" progId="Equation.DSMT4">
                    <p:embed/>
                  </p:oleObj>
                </mc:Choice>
                <mc:Fallback>
                  <p:oleObj name="Equation" r:id="rId24" imgW="164880" imgH="164880" progId="Equation.DSMT4">
                    <p:embed/>
                    <p:pic>
                      <p:nvPicPr>
                        <p:cNvPr id="40" name="对象 39"/>
                        <p:cNvPicPr>
                          <a:picLocks noChangeAspect="1" noChangeArrowheads="1"/>
                        </p:cNvPicPr>
                        <p:nvPr/>
                      </p:nvPicPr>
                      <p:blipFill>
                        <a:blip r:embed="rId25"/>
                        <a:srcRect/>
                        <a:stretch>
                          <a:fillRect/>
                        </a:stretch>
                      </p:blipFill>
                      <p:spPr bwMode="auto">
                        <a:xfrm>
                          <a:off x="3160189" y="4870271"/>
                          <a:ext cx="503768" cy="419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2" name="对象 41"/>
          <p:cNvGraphicFramePr>
            <a:graphicFrameLocks noChangeAspect="1"/>
          </p:cNvGraphicFramePr>
          <p:nvPr>
            <p:extLst>
              <p:ext uri="{D42A27DB-BD31-4B8C-83A1-F6EECF244321}">
                <p14:modId xmlns:p14="http://schemas.microsoft.com/office/powerpoint/2010/main" val="1200662619"/>
              </p:ext>
            </p:extLst>
          </p:nvPr>
        </p:nvGraphicFramePr>
        <p:xfrm>
          <a:off x="6562286" y="3304984"/>
          <a:ext cx="988219" cy="436960"/>
        </p:xfrm>
        <a:graphic>
          <a:graphicData uri="http://schemas.openxmlformats.org/presentationml/2006/ole">
            <mc:AlternateContent xmlns:mc="http://schemas.openxmlformats.org/markup-compatibility/2006">
              <mc:Choice xmlns:v="urn:schemas-microsoft-com:vml" Requires="v">
                <p:oleObj spid="_x0000_s302197" name="Equation" r:id="rId26" imgW="482400" imgH="228600" progId="Equation.DSMT4">
                  <p:embed/>
                </p:oleObj>
              </mc:Choice>
              <mc:Fallback>
                <p:oleObj name="Equation" r:id="rId26" imgW="482400" imgH="228600" progId="Equation.DSMT4">
                  <p:embed/>
                  <p:pic>
                    <p:nvPicPr>
                      <p:cNvPr id="0" name="对象 24"/>
                      <p:cNvPicPr>
                        <a:picLocks noChangeAspect="1" noChangeArrowheads="1"/>
                      </p:cNvPicPr>
                      <p:nvPr/>
                    </p:nvPicPr>
                    <p:blipFill>
                      <a:blip r:embed="rId27"/>
                      <a:srcRect/>
                      <a:stretch>
                        <a:fillRect/>
                      </a:stretch>
                    </p:blipFill>
                    <p:spPr bwMode="auto">
                      <a:xfrm>
                        <a:off x="6562286" y="3304984"/>
                        <a:ext cx="988219" cy="436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 name="组合 36"/>
          <p:cNvGrpSpPr/>
          <p:nvPr/>
        </p:nvGrpSpPr>
        <p:grpSpPr>
          <a:xfrm>
            <a:off x="1510359" y="2015893"/>
            <a:ext cx="1748531" cy="391788"/>
            <a:chOff x="1239112" y="2675157"/>
            <a:chExt cx="2331374" cy="522384"/>
          </a:xfrm>
        </p:grpSpPr>
        <p:cxnSp>
          <p:nvCxnSpPr>
            <p:cNvPr id="31" name="直接连接符 30"/>
            <p:cNvCxnSpPr/>
            <p:nvPr/>
          </p:nvCxnSpPr>
          <p:spPr>
            <a:xfrm flipH="1">
              <a:off x="1856159" y="3152537"/>
              <a:ext cx="1296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1" name="对象 10"/>
            <p:cNvGraphicFramePr>
              <a:graphicFrameLocks noChangeAspect="1"/>
            </p:cNvGraphicFramePr>
            <p:nvPr>
              <p:extLst>
                <p:ext uri="{D42A27DB-BD31-4B8C-83A1-F6EECF244321}">
                  <p14:modId xmlns:p14="http://schemas.microsoft.com/office/powerpoint/2010/main" val="2445050227"/>
                </p:ext>
              </p:extLst>
            </p:nvPr>
          </p:nvGraphicFramePr>
          <p:xfrm>
            <a:off x="3105348" y="2675157"/>
            <a:ext cx="465138" cy="420688"/>
          </p:xfrm>
          <a:graphic>
            <a:graphicData uri="http://schemas.openxmlformats.org/presentationml/2006/ole">
              <mc:AlternateContent xmlns:mc="http://schemas.openxmlformats.org/markup-compatibility/2006">
                <mc:Choice xmlns:v="urn:schemas-microsoft-com:vml" Requires="v">
                  <p:oleObj spid="_x0000_s302198" name="Equation" r:id="rId28" imgW="152280" imgH="164880" progId="Equation.DSMT4">
                    <p:embed/>
                  </p:oleObj>
                </mc:Choice>
                <mc:Fallback>
                  <p:oleObj name="Equation" r:id="rId28" imgW="152280" imgH="164880" progId="Equation.DSMT4">
                    <p:embed/>
                    <p:pic>
                      <p:nvPicPr>
                        <p:cNvPr id="0" name=""/>
                        <p:cNvPicPr>
                          <a:picLocks noChangeAspect="1" noChangeArrowheads="1"/>
                        </p:cNvPicPr>
                        <p:nvPr/>
                      </p:nvPicPr>
                      <p:blipFill>
                        <a:blip r:embed="rId29"/>
                        <a:srcRect/>
                        <a:stretch>
                          <a:fillRect/>
                        </a:stretch>
                      </p:blipFill>
                      <p:spPr bwMode="auto">
                        <a:xfrm>
                          <a:off x="3105348" y="2675157"/>
                          <a:ext cx="4651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椭圆 9"/>
            <p:cNvSpPr/>
            <p:nvPr/>
          </p:nvSpPr>
          <p:spPr>
            <a:xfrm flipV="1">
              <a:off x="1843096" y="3107531"/>
              <a:ext cx="90010" cy="900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3413439221"/>
                </p:ext>
              </p:extLst>
            </p:nvPr>
          </p:nvGraphicFramePr>
          <p:xfrm>
            <a:off x="1239112" y="2788844"/>
            <a:ext cx="465137" cy="387350"/>
          </p:xfrm>
          <a:graphic>
            <a:graphicData uri="http://schemas.openxmlformats.org/presentationml/2006/ole">
              <mc:AlternateContent xmlns:mc="http://schemas.openxmlformats.org/markup-compatibility/2006">
                <mc:Choice xmlns:v="urn:schemas-microsoft-com:vml" Requires="v">
                  <p:oleObj spid="_x0000_s302199" name="Equation" r:id="rId30" imgW="152280" imgH="152280" progId="Equation.DSMT4">
                    <p:embed/>
                  </p:oleObj>
                </mc:Choice>
                <mc:Fallback>
                  <p:oleObj name="Equation" r:id="rId30" imgW="152280" imgH="152280" progId="Equation.DSMT4">
                    <p:embed/>
                    <p:pic>
                      <p:nvPicPr>
                        <p:cNvPr id="0" name=""/>
                        <p:cNvPicPr>
                          <a:picLocks noChangeAspect="1" noChangeArrowheads="1"/>
                        </p:cNvPicPr>
                        <p:nvPr/>
                      </p:nvPicPr>
                      <p:blipFill>
                        <a:blip r:embed="rId31"/>
                        <a:srcRect/>
                        <a:stretch>
                          <a:fillRect/>
                        </a:stretch>
                      </p:blipFill>
                      <p:spPr bwMode="auto">
                        <a:xfrm>
                          <a:off x="1239112" y="2788844"/>
                          <a:ext cx="4651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椭圆 8"/>
            <p:cNvSpPr/>
            <p:nvPr/>
          </p:nvSpPr>
          <p:spPr>
            <a:xfrm flipV="1">
              <a:off x="3112668" y="3107531"/>
              <a:ext cx="90010" cy="900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43" name="Object 3"/>
          <p:cNvGraphicFramePr>
            <a:graphicFrameLocks noChangeAspect="1"/>
          </p:cNvGraphicFramePr>
          <p:nvPr>
            <p:extLst>
              <p:ext uri="{D42A27DB-BD31-4B8C-83A1-F6EECF244321}">
                <p14:modId xmlns:p14="http://schemas.microsoft.com/office/powerpoint/2010/main" val="376820863"/>
              </p:ext>
            </p:extLst>
          </p:nvPr>
        </p:nvGraphicFramePr>
        <p:xfrm>
          <a:off x="5844180" y="950177"/>
          <a:ext cx="2783800" cy="439362"/>
        </p:xfrm>
        <a:graphic>
          <a:graphicData uri="http://schemas.openxmlformats.org/presentationml/2006/ole">
            <mc:AlternateContent xmlns:mc="http://schemas.openxmlformats.org/markup-compatibility/2006">
              <mc:Choice xmlns:v="urn:schemas-microsoft-com:vml" Requires="v">
                <p:oleObj spid="_x0000_s302200" name="Equation" r:id="rId32" imgW="1307880" imgH="228600" progId="Equation.DSMT4">
                  <p:embed/>
                </p:oleObj>
              </mc:Choice>
              <mc:Fallback>
                <p:oleObj name="Equation" r:id="rId32" imgW="1307880" imgH="228600" progId="Equation.DSMT4">
                  <p:embed/>
                  <p:pic>
                    <p:nvPicPr>
                      <p:cNvPr id="12" name="Object 3"/>
                      <p:cNvPicPr>
                        <a:picLocks noChangeAspect="1" noChangeArrowheads="1"/>
                      </p:cNvPicPr>
                      <p:nvPr/>
                    </p:nvPicPr>
                    <p:blipFill>
                      <a:blip r:embed="rId33"/>
                      <a:srcRect/>
                      <a:stretch>
                        <a:fillRect/>
                      </a:stretch>
                    </p:blipFill>
                    <p:spPr bwMode="auto">
                      <a:xfrm>
                        <a:off x="5844180" y="950177"/>
                        <a:ext cx="2783800" cy="439362"/>
                      </a:xfrm>
                      <a:prstGeom prst="rect">
                        <a:avLst/>
                      </a:prstGeom>
                      <a:noFill/>
                      <a:extLst/>
                    </p:spPr>
                  </p:pic>
                </p:oleObj>
              </mc:Fallback>
            </mc:AlternateContent>
          </a:graphicData>
        </a:graphic>
      </p:graphicFrame>
      <p:grpSp>
        <p:nvGrpSpPr>
          <p:cNvPr id="5" name="组合 4"/>
          <p:cNvGrpSpPr/>
          <p:nvPr/>
        </p:nvGrpSpPr>
        <p:grpSpPr>
          <a:xfrm>
            <a:off x="3105915" y="193696"/>
            <a:ext cx="4707636" cy="732792"/>
            <a:chOff x="2378075" y="1166813"/>
            <a:chExt cx="4375150" cy="681037"/>
          </a:xfrm>
        </p:grpSpPr>
        <p:graphicFrame>
          <p:nvGraphicFramePr>
            <p:cNvPr id="44" name="Object 10"/>
            <p:cNvGraphicFramePr>
              <a:graphicFrameLocks noChangeAspect="1"/>
            </p:cNvGraphicFramePr>
            <p:nvPr>
              <p:extLst>
                <p:ext uri="{D42A27DB-BD31-4B8C-83A1-F6EECF244321}">
                  <p14:modId xmlns:p14="http://schemas.microsoft.com/office/powerpoint/2010/main" val="1036547963"/>
                </p:ext>
              </p:extLst>
            </p:nvPr>
          </p:nvGraphicFramePr>
          <p:xfrm>
            <a:off x="2378075" y="1166813"/>
            <a:ext cx="1466850" cy="681037"/>
          </p:xfrm>
          <a:graphic>
            <a:graphicData uri="http://schemas.openxmlformats.org/presentationml/2006/ole">
              <mc:AlternateContent xmlns:mc="http://schemas.openxmlformats.org/markup-compatibility/2006">
                <mc:Choice xmlns:v="urn:schemas-microsoft-com:vml" Requires="v">
                  <p:oleObj spid="_x0000_s302201" name="Equation" r:id="rId34" imgW="749160" imgH="393480" progId="Equation.DSMT4">
                    <p:embed/>
                  </p:oleObj>
                </mc:Choice>
                <mc:Fallback>
                  <p:oleObj name="Equation" r:id="rId34" imgW="749160" imgH="393480" progId="Equation.DSMT4">
                    <p:embed/>
                    <p:pic>
                      <p:nvPicPr>
                        <p:cNvPr id="58378" name="Object 10"/>
                        <p:cNvPicPr>
                          <a:picLocks noChangeAspect="1" noChangeArrowheads="1"/>
                        </p:cNvPicPr>
                        <p:nvPr/>
                      </p:nvPicPr>
                      <p:blipFill>
                        <a:blip r:embed="rId35"/>
                        <a:srcRect/>
                        <a:stretch>
                          <a:fillRect/>
                        </a:stretch>
                      </p:blipFill>
                      <p:spPr bwMode="auto">
                        <a:xfrm>
                          <a:off x="2378075" y="1166813"/>
                          <a:ext cx="1466850" cy="681037"/>
                        </a:xfrm>
                        <a:prstGeom prst="rect">
                          <a:avLst/>
                        </a:prstGeom>
                        <a:noFill/>
                        <a:extLst/>
                      </p:spPr>
                    </p:pic>
                  </p:oleObj>
                </mc:Fallback>
              </mc:AlternateContent>
            </a:graphicData>
          </a:graphic>
        </p:graphicFrame>
        <p:grpSp>
          <p:nvGrpSpPr>
            <p:cNvPr id="45" name="组合 44"/>
            <p:cNvGrpSpPr/>
            <p:nvPr/>
          </p:nvGrpSpPr>
          <p:grpSpPr>
            <a:xfrm>
              <a:off x="4336852" y="1311675"/>
              <a:ext cx="2416373" cy="395367"/>
              <a:chOff x="4336852" y="1311675"/>
              <a:chExt cx="2416373" cy="395367"/>
            </a:xfrm>
          </p:grpSpPr>
          <p:graphicFrame>
            <p:nvGraphicFramePr>
              <p:cNvPr id="46" name="Object 11"/>
              <p:cNvGraphicFramePr>
                <a:graphicFrameLocks noChangeAspect="1"/>
              </p:cNvGraphicFramePr>
              <p:nvPr>
                <p:extLst>
                  <p:ext uri="{D42A27DB-BD31-4B8C-83A1-F6EECF244321}">
                    <p14:modId xmlns:p14="http://schemas.microsoft.com/office/powerpoint/2010/main" val="3664073136"/>
                  </p:ext>
                </p:extLst>
              </p:nvPr>
            </p:nvGraphicFramePr>
            <p:xfrm>
              <a:off x="4890374" y="1311675"/>
              <a:ext cx="1862851" cy="395367"/>
            </p:xfrm>
            <a:graphic>
              <a:graphicData uri="http://schemas.openxmlformats.org/presentationml/2006/ole">
                <mc:AlternateContent xmlns:mc="http://schemas.openxmlformats.org/markup-compatibility/2006">
                  <mc:Choice xmlns:v="urn:schemas-microsoft-com:vml" Requires="v">
                    <p:oleObj spid="_x0000_s302202" name="Equation" r:id="rId36" imgW="901440" imgH="228600" progId="Equation.DSMT4">
                      <p:embed/>
                    </p:oleObj>
                  </mc:Choice>
                  <mc:Fallback>
                    <p:oleObj name="Equation" r:id="rId36" imgW="901440" imgH="228600" progId="Equation.DSMT4">
                      <p:embed/>
                      <p:pic>
                        <p:nvPicPr>
                          <p:cNvPr id="58379" name="Object 1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890374" y="1311675"/>
                            <a:ext cx="1862851" cy="395367"/>
                          </a:xfrm>
                          <a:prstGeom prst="rect">
                            <a:avLst/>
                          </a:prstGeom>
                          <a:noFill/>
                          <a:extLst/>
                        </p:spPr>
                      </p:pic>
                    </p:oleObj>
                  </mc:Fallback>
                </mc:AlternateContent>
              </a:graphicData>
            </a:graphic>
          </p:graphicFrame>
          <p:sp>
            <p:nvSpPr>
              <p:cNvPr id="47" name="右箭头 46"/>
              <p:cNvSpPr/>
              <p:nvPr/>
            </p:nvSpPr>
            <p:spPr>
              <a:xfrm flipV="1">
                <a:off x="4336852" y="1407740"/>
                <a:ext cx="387548" cy="191963"/>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13" name="直接连接符 12"/>
          <p:cNvCxnSpPr>
            <a:stCxn id="10" idx="6"/>
          </p:cNvCxnSpPr>
          <p:nvPr/>
        </p:nvCxnSpPr>
        <p:spPr>
          <a:xfrm flipH="1">
            <a:off x="1304614" y="2373928"/>
            <a:ext cx="72624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a:endCxn id="29" idx="4"/>
          </p:cNvCxnSpPr>
          <p:nvPr/>
        </p:nvCxnSpPr>
        <p:spPr>
          <a:xfrm flipV="1">
            <a:off x="3922988" y="4001393"/>
            <a:ext cx="0" cy="4004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5073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left)">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up)">
                                      <p:cBhvr>
                                        <p:cTn id="17" dur="500"/>
                                        <p:tgtEl>
                                          <p:spTgt spid="36"/>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up)">
                                      <p:cBhvr>
                                        <p:cTn id="21" dur="500"/>
                                        <p:tgtEl>
                                          <p:spTgt spid="24"/>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up)">
                                      <p:cBhvr>
                                        <p:cTn id="25" dur="5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wipe(up)">
                                      <p:cBhvr>
                                        <p:cTn id="40" dur="500"/>
                                        <p:tgtEl>
                                          <p:spTgt spid="4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wipe(left)">
                                      <p:cBhvr>
                                        <p:cTn id="4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9" name="Text Box 21"/>
          <p:cNvSpPr txBox="1">
            <a:spLocks noChangeArrowheads="1"/>
          </p:cNvSpPr>
          <p:nvPr/>
        </p:nvSpPr>
        <p:spPr bwMode="auto">
          <a:xfrm>
            <a:off x="528489" y="479301"/>
            <a:ext cx="4676775" cy="507831"/>
          </a:xfrm>
          <a:prstGeom prst="rect">
            <a:avLst/>
          </a:prstGeom>
          <a:noFill/>
          <a:ln w="9525">
            <a:noFill/>
            <a:miter lim="800000"/>
            <a:headEnd/>
            <a:tailEnd/>
          </a:ln>
        </p:spPr>
        <p:txBody>
          <a:bodyPr>
            <a:spAutoFit/>
          </a:bodyPr>
          <a:lstStyle/>
          <a:p>
            <a:pPr>
              <a:spcBef>
                <a:spcPct val="50000"/>
              </a:spcBef>
            </a:pPr>
            <a:r>
              <a:rPr kumimoji="1" lang="zh-CN" altLang="en-US" sz="2700" b="1" dirty="0">
                <a:solidFill>
                  <a:srgbClr val="CC0000"/>
                </a:solidFill>
                <a:latin typeface="Times New Roman" pitchFamily="18" charset="0"/>
              </a:rPr>
              <a:t>二、等压过程  </a:t>
            </a:r>
            <a:r>
              <a:rPr kumimoji="1" lang="zh-CN" altLang="en-US" sz="2700" b="1" dirty="0">
                <a:solidFill>
                  <a:srgbClr val="CC0000"/>
                </a:solidFill>
              </a:rPr>
              <a:t>摩尔</a:t>
            </a:r>
            <a:r>
              <a:rPr kumimoji="1" lang="zh-CN" altLang="en-US" sz="2700" b="1" dirty="0">
                <a:solidFill>
                  <a:srgbClr val="CC0000"/>
                </a:solidFill>
                <a:latin typeface="Times New Roman" pitchFamily="18" charset="0"/>
              </a:rPr>
              <a:t>定压热容</a:t>
            </a:r>
          </a:p>
        </p:txBody>
      </p:sp>
      <p:pic>
        <p:nvPicPr>
          <p:cNvPr id="7" name="图片 6"/>
          <p:cNvPicPr>
            <a:picLocks noChangeAspect="1"/>
          </p:cNvPicPr>
          <p:nvPr/>
        </p:nvPicPr>
        <p:blipFill>
          <a:blip r:embed="rId2">
            <a:clrChange>
              <a:clrFrom>
                <a:srgbClr val="FBFBFB"/>
              </a:clrFrom>
              <a:clrTo>
                <a:srgbClr val="FBFBFB">
                  <a:alpha val="0"/>
                </a:srgbClr>
              </a:clrTo>
            </a:clrChange>
          </a:blip>
          <a:stretch>
            <a:fillRect/>
          </a:stretch>
        </p:blipFill>
        <p:spPr>
          <a:xfrm>
            <a:off x="990601" y="1815577"/>
            <a:ext cx="2940742" cy="2587210"/>
          </a:xfrm>
          <a:prstGeom prst="rect">
            <a:avLst/>
          </a:prstGeom>
        </p:spPr>
      </p:pic>
      <p:pic>
        <p:nvPicPr>
          <p:cNvPr id="9" name="图片 8"/>
          <p:cNvPicPr>
            <a:picLocks noChangeAspect="1"/>
          </p:cNvPicPr>
          <p:nvPr/>
        </p:nvPicPr>
        <p:blipFill>
          <a:blip r:embed="rId3">
            <a:clrChange>
              <a:clrFrom>
                <a:srgbClr val="FEFEFE"/>
              </a:clrFrom>
              <a:clrTo>
                <a:srgbClr val="FEFEFE">
                  <a:alpha val="0"/>
                </a:srgbClr>
              </a:clrTo>
            </a:clrChange>
          </a:blip>
          <a:stretch>
            <a:fillRect/>
          </a:stretch>
        </p:blipFill>
        <p:spPr>
          <a:xfrm>
            <a:off x="4827619" y="1492892"/>
            <a:ext cx="3782981" cy="27659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598446" y="1378521"/>
            <a:ext cx="817959" cy="1131093"/>
            <a:chOff x="7199737" y="1857853"/>
            <a:chExt cx="817959" cy="1131093"/>
          </a:xfrm>
        </p:grpSpPr>
        <p:sp>
          <p:nvSpPr>
            <p:cNvPr id="49" name="Rectangle 35" descr="浅色下对角线"/>
            <p:cNvSpPr>
              <a:spLocks noChangeArrowheads="1"/>
            </p:cNvSpPr>
            <p:nvPr/>
          </p:nvSpPr>
          <p:spPr bwMode="auto">
            <a:xfrm>
              <a:off x="7199737" y="1857853"/>
              <a:ext cx="817959" cy="1131093"/>
            </a:xfrm>
            <a:prstGeom prst="rect">
              <a:avLst/>
            </a:prstGeom>
            <a:pattFill prst="ltDnDiag">
              <a:fgClr>
                <a:srgbClr val="CC00CC"/>
              </a:fgClr>
              <a:bgClr>
                <a:schemeClr val="bg1"/>
              </a:bgClr>
            </a:pattFill>
            <a:ln w="12700">
              <a:noFill/>
              <a:prstDash val="dash"/>
              <a:miter lim="800000"/>
              <a:headEnd/>
              <a:tailEnd/>
            </a:ln>
          </p:spPr>
          <p:txBody>
            <a:bodyPr wrap="none" anchor="ctr"/>
            <a:lstStyle/>
            <a:p>
              <a:endParaRPr lang="zh-CN" altLang="en-US">
                <a:solidFill>
                  <a:srgbClr val="000000"/>
                </a:solidFill>
              </a:endParaRPr>
            </a:p>
          </p:txBody>
        </p:sp>
        <p:sp>
          <p:nvSpPr>
            <p:cNvPr id="16409" name="Text Box 36"/>
            <p:cNvSpPr txBox="1">
              <a:spLocks noChangeArrowheads="1"/>
            </p:cNvSpPr>
            <p:nvPr/>
          </p:nvSpPr>
          <p:spPr bwMode="auto">
            <a:xfrm>
              <a:off x="7368926" y="2375774"/>
              <a:ext cx="467405" cy="461962"/>
            </a:xfrm>
            <a:prstGeom prst="rect">
              <a:avLst/>
            </a:prstGeom>
            <a:noFill/>
            <a:ln w="12700">
              <a:noFill/>
              <a:prstDash val="dash"/>
              <a:miter lim="800000"/>
              <a:headEnd/>
              <a:tailEnd/>
            </a:ln>
          </p:spPr>
          <p:txBody>
            <a:bodyPr>
              <a:spAutoFit/>
            </a:bodyPr>
            <a:lstStyle/>
            <a:p>
              <a:pPr>
                <a:spcBef>
                  <a:spcPct val="50000"/>
                </a:spcBef>
              </a:pPr>
              <a:r>
                <a:rPr kumimoji="1" lang="en-US" altLang="zh-CN" sz="2400" b="1" i="1" dirty="0">
                  <a:solidFill>
                    <a:srgbClr val="CC0000"/>
                  </a:solidFill>
                  <a:latin typeface="Times New Roman" pitchFamily="18" charset="0"/>
                </a:rPr>
                <a:t>W</a:t>
              </a:r>
            </a:p>
          </p:txBody>
        </p:sp>
      </p:grpSp>
      <p:grpSp>
        <p:nvGrpSpPr>
          <p:cNvPr id="16398" name="Group 41"/>
          <p:cNvGrpSpPr>
            <a:grpSpLocks/>
          </p:cNvGrpSpPr>
          <p:nvPr/>
        </p:nvGrpSpPr>
        <p:grpSpPr bwMode="auto">
          <a:xfrm>
            <a:off x="5703096" y="727965"/>
            <a:ext cx="2363391" cy="2130028"/>
            <a:chOff x="3220" y="1641"/>
            <a:chExt cx="1985" cy="1789"/>
          </a:xfrm>
        </p:grpSpPr>
        <p:graphicFrame>
          <p:nvGraphicFramePr>
            <p:cNvPr id="16390" name="Object 4"/>
            <p:cNvGraphicFramePr>
              <a:graphicFrameLocks noChangeAspect="1"/>
            </p:cNvGraphicFramePr>
            <p:nvPr/>
          </p:nvGraphicFramePr>
          <p:xfrm>
            <a:off x="4550" y="3144"/>
            <a:ext cx="219" cy="286"/>
          </p:xfrm>
          <a:graphic>
            <a:graphicData uri="http://schemas.openxmlformats.org/presentationml/2006/ole">
              <mc:AlternateContent xmlns:mc="http://schemas.openxmlformats.org/markup-compatibility/2006">
                <mc:Choice xmlns:v="urn:schemas-microsoft-com:vml" Requires="v">
                  <p:oleObj spid="_x0000_s303175" name="公式" r:id="rId3" imgW="164880" imgH="215640" progId="Equation.3">
                    <p:embed/>
                  </p:oleObj>
                </mc:Choice>
                <mc:Fallback>
                  <p:oleObj name="公式" r:id="rId3" imgW="164880" imgH="215640" progId="Equation.3">
                    <p:embed/>
                    <p:pic>
                      <p:nvPicPr>
                        <p:cNvPr id="1639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0" y="3144"/>
                          <a:ext cx="219"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14" name="Line 5"/>
            <p:cNvSpPr>
              <a:spLocks noChangeShapeType="1"/>
            </p:cNvSpPr>
            <p:nvPr/>
          </p:nvSpPr>
          <p:spPr bwMode="auto">
            <a:xfrm>
              <a:off x="3504" y="3137"/>
              <a:ext cx="1680" cy="0"/>
            </a:xfrm>
            <a:prstGeom prst="line">
              <a:avLst/>
            </a:prstGeom>
            <a:noFill/>
            <a:ln w="19050">
              <a:solidFill>
                <a:schemeClr val="tx1"/>
              </a:solidFill>
              <a:round/>
              <a:headEnd/>
              <a:tailEnd type="triangle" w="sm" len="lg"/>
            </a:ln>
          </p:spPr>
          <p:txBody>
            <a:bodyPr wrap="none" anchor="ctr"/>
            <a:lstStyle/>
            <a:p>
              <a:endParaRPr lang="zh-CN" altLang="en-US"/>
            </a:p>
          </p:txBody>
        </p:sp>
        <p:sp>
          <p:nvSpPr>
            <p:cNvPr id="16415" name="Line 6"/>
            <p:cNvSpPr>
              <a:spLocks noChangeShapeType="1"/>
            </p:cNvSpPr>
            <p:nvPr/>
          </p:nvSpPr>
          <p:spPr bwMode="auto">
            <a:xfrm flipV="1">
              <a:off x="3494" y="1704"/>
              <a:ext cx="0" cy="1440"/>
            </a:xfrm>
            <a:prstGeom prst="line">
              <a:avLst/>
            </a:prstGeom>
            <a:noFill/>
            <a:ln w="19050">
              <a:solidFill>
                <a:schemeClr val="tx1"/>
              </a:solidFill>
              <a:round/>
              <a:headEnd/>
              <a:tailEnd type="triangle" w="sm" len="lg"/>
            </a:ln>
          </p:spPr>
          <p:txBody>
            <a:bodyPr wrap="none" anchor="ctr"/>
            <a:lstStyle/>
            <a:p>
              <a:endParaRPr lang="zh-CN" altLang="en-US"/>
            </a:p>
          </p:txBody>
        </p:sp>
        <p:graphicFrame>
          <p:nvGraphicFramePr>
            <p:cNvPr id="16391" name="Object 7"/>
            <p:cNvGraphicFramePr>
              <a:graphicFrameLocks noChangeAspect="1"/>
            </p:cNvGraphicFramePr>
            <p:nvPr/>
          </p:nvGraphicFramePr>
          <p:xfrm>
            <a:off x="3600" y="1858"/>
            <a:ext cx="777" cy="276"/>
          </p:xfrm>
          <a:graphic>
            <a:graphicData uri="http://schemas.openxmlformats.org/presentationml/2006/ole">
              <mc:AlternateContent xmlns:mc="http://schemas.openxmlformats.org/markup-compatibility/2006">
                <mc:Choice xmlns:v="urn:schemas-microsoft-com:vml" Requires="v">
                  <p:oleObj spid="_x0000_s303176" name="Equation" r:id="rId5" imgW="965160" imgH="317160" progId="Equation.3">
                    <p:embed/>
                  </p:oleObj>
                </mc:Choice>
                <mc:Fallback>
                  <p:oleObj name="Equation" r:id="rId5" imgW="965160" imgH="317160" progId="Equation.3">
                    <p:embed/>
                    <p:pic>
                      <p:nvPicPr>
                        <p:cNvPr id="1639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 y="1858"/>
                          <a:ext cx="777" cy="2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2" name="Object 8"/>
            <p:cNvGraphicFramePr>
              <a:graphicFrameLocks noChangeAspect="1"/>
            </p:cNvGraphicFramePr>
            <p:nvPr/>
          </p:nvGraphicFramePr>
          <p:xfrm>
            <a:off x="4464" y="1841"/>
            <a:ext cx="729" cy="262"/>
          </p:xfrm>
          <a:graphic>
            <a:graphicData uri="http://schemas.openxmlformats.org/presentationml/2006/ole">
              <mc:AlternateContent xmlns:mc="http://schemas.openxmlformats.org/markup-compatibility/2006">
                <mc:Choice xmlns:v="urn:schemas-microsoft-com:vml" Requires="v">
                  <p:oleObj spid="_x0000_s303177" name="Equation" r:id="rId7" imgW="1028520" imgH="317160" progId="Equation.3">
                    <p:embed/>
                  </p:oleObj>
                </mc:Choice>
                <mc:Fallback>
                  <p:oleObj name="Equation" r:id="rId7" imgW="1028520" imgH="317160" progId="Equation.3">
                    <p:embed/>
                    <p:pic>
                      <p:nvPicPr>
                        <p:cNvPr id="1639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4" y="1841"/>
                          <a:ext cx="729" cy="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16" name="Line 9"/>
            <p:cNvSpPr>
              <a:spLocks noChangeShapeType="1"/>
            </p:cNvSpPr>
            <p:nvPr/>
          </p:nvSpPr>
          <p:spPr bwMode="auto">
            <a:xfrm>
              <a:off x="3970" y="2184"/>
              <a:ext cx="0" cy="963"/>
            </a:xfrm>
            <a:prstGeom prst="line">
              <a:avLst/>
            </a:prstGeom>
            <a:noFill/>
            <a:ln w="6350">
              <a:solidFill>
                <a:schemeClr val="tx1"/>
              </a:solidFill>
              <a:prstDash val="dash"/>
              <a:round/>
              <a:headEnd/>
              <a:tailEnd/>
            </a:ln>
          </p:spPr>
          <p:txBody>
            <a:bodyPr wrap="none" anchor="ctr"/>
            <a:lstStyle/>
            <a:p>
              <a:endParaRPr lang="zh-CN" altLang="en-US"/>
            </a:p>
          </p:txBody>
        </p:sp>
        <p:sp>
          <p:nvSpPr>
            <p:cNvPr id="16417" name="Line 10"/>
            <p:cNvSpPr>
              <a:spLocks noChangeShapeType="1"/>
            </p:cNvSpPr>
            <p:nvPr/>
          </p:nvSpPr>
          <p:spPr bwMode="auto">
            <a:xfrm flipH="1">
              <a:off x="3494" y="2184"/>
              <a:ext cx="480" cy="0"/>
            </a:xfrm>
            <a:prstGeom prst="line">
              <a:avLst/>
            </a:prstGeom>
            <a:noFill/>
            <a:ln w="6350">
              <a:solidFill>
                <a:schemeClr val="tx1"/>
              </a:solidFill>
              <a:prstDash val="dash"/>
              <a:round/>
              <a:headEnd/>
              <a:tailEnd/>
            </a:ln>
          </p:spPr>
          <p:txBody>
            <a:bodyPr wrap="none" anchor="ctr"/>
            <a:lstStyle/>
            <a:p>
              <a:endParaRPr lang="zh-CN" altLang="en-US"/>
            </a:p>
          </p:txBody>
        </p:sp>
        <p:graphicFrame>
          <p:nvGraphicFramePr>
            <p:cNvPr id="16393" name="Object 11"/>
            <p:cNvGraphicFramePr>
              <a:graphicFrameLocks noChangeAspect="1"/>
            </p:cNvGraphicFramePr>
            <p:nvPr/>
          </p:nvGraphicFramePr>
          <p:xfrm>
            <a:off x="3220" y="2040"/>
            <a:ext cx="217" cy="256"/>
          </p:xfrm>
          <a:graphic>
            <a:graphicData uri="http://schemas.openxmlformats.org/presentationml/2006/ole">
              <mc:AlternateContent xmlns:mc="http://schemas.openxmlformats.org/markup-compatibility/2006">
                <mc:Choice xmlns:v="urn:schemas-microsoft-com:vml" Requires="v">
                  <p:oleObj spid="_x0000_s303178" name="Equation" r:id="rId9" imgW="203040" imgH="241200" progId="Equation.3">
                    <p:embed/>
                  </p:oleObj>
                </mc:Choice>
                <mc:Fallback>
                  <p:oleObj name="Equation" r:id="rId9" imgW="203040" imgH="241200" progId="Equation.3">
                    <p:embed/>
                    <p:pic>
                      <p:nvPicPr>
                        <p:cNvPr id="16393"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20" y="2040"/>
                          <a:ext cx="217"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4" name="Object 12"/>
            <p:cNvGraphicFramePr>
              <a:graphicFrameLocks noChangeAspect="1"/>
            </p:cNvGraphicFramePr>
            <p:nvPr/>
          </p:nvGraphicFramePr>
          <p:xfrm>
            <a:off x="3870" y="3144"/>
            <a:ext cx="202" cy="286"/>
          </p:xfrm>
          <a:graphic>
            <a:graphicData uri="http://schemas.openxmlformats.org/presentationml/2006/ole">
              <mc:AlternateContent xmlns:mc="http://schemas.openxmlformats.org/markup-compatibility/2006">
                <mc:Choice xmlns:v="urn:schemas-microsoft-com:vml" Requires="v">
                  <p:oleObj spid="_x0000_s303179" name="公式" r:id="rId11" imgW="152280" imgH="215640" progId="Equation.3">
                    <p:embed/>
                  </p:oleObj>
                </mc:Choice>
                <mc:Fallback>
                  <p:oleObj name="公式" r:id="rId11" imgW="152280" imgH="215640" progId="Equation.3">
                    <p:embed/>
                    <p:pic>
                      <p:nvPicPr>
                        <p:cNvPr id="16394"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70" y="3144"/>
                          <a:ext cx="202"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19" name="Line 14"/>
            <p:cNvSpPr>
              <a:spLocks noChangeShapeType="1"/>
            </p:cNvSpPr>
            <p:nvPr/>
          </p:nvSpPr>
          <p:spPr bwMode="auto">
            <a:xfrm>
              <a:off x="4654" y="2184"/>
              <a:ext cx="0" cy="960"/>
            </a:xfrm>
            <a:prstGeom prst="line">
              <a:avLst/>
            </a:prstGeom>
            <a:noFill/>
            <a:ln w="6350">
              <a:solidFill>
                <a:schemeClr val="tx1"/>
              </a:solidFill>
              <a:prstDash val="dash"/>
              <a:round/>
              <a:headEnd/>
              <a:tailEnd/>
            </a:ln>
          </p:spPr>
          <p:txBody>
            <a:bodyPr wrap="none" anchor="ctr"/>
            <a:lstStyle/>
            <a:p>
              <a:endParaRPr lang="zh-CN" altLang="en-US"/>
            </a:p>
          </p:txBody>
        </p:sp>
        <p:graphicFrame>
          <p:nvGraphicFramePr>
            <p:cNvPr id="16395" name="Object 16"/>
            <p:cNvGraphicFramePr>
              <a:graphicFrameLocks noChangeAspect="1"/>
            </p:cNvGraphicFramePr>
            <p:nvPr/>
          </p:nvGraphicFramePr>
          <p:xfrm>
            <a:off x="3222" y="1641"/>
            <a:ext cx="214" cy="254"/>
          </p:xfrm>
          <a:graphic>
            <a:graphicData uri="http://schemas.openxmlformats.org/presentationml/2006/ole">
              <mc:AlternateContent xmlns:mc="http://schemas.openxmlformats.org/markup-compatibility/2006">
                <mc:Choice xmlns:v="urn:schemas-microsoft-com:vml" Requires="v">
                  <p:oleObj spid="_x0000_s303180" name="Equation" r:id="rId13" imgW="203040" imgH="241200" progId="Equation.3">
                    <p:embed/>
                  </p:oleObj>
                </mc:Choice>
                <mc:Fallback>
                  <p:oleObj name="Equation" r:id="rId13" imgW="203040" imgH="241200" progId="Equation.3">
                    <p:embed/>
                    <p:pic>
                      <p:nvPicPr>
                        <p:cNvPr id="16395"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22" y="1641"/>
                          <a:ext cx="214"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6" name="Object 17"/>
            <p:cNvGraphicFramePr>
              <a:graphicFrameLocks noChangeAspect="1"/>
            </p:cNvGraphicFramePr>
            <p:nvPr/>
          </p:nvGraphicFramePr>
          <p:xfrm>
            <a:off x="5032" y="3192"/>
            <a:ext cx="173" cy="193"/>
          </p:xfrm>
          <a:graphic>
            <a:graphicData uri="http://schemas.openxmlformats.org/presentationml/2006/ole">
              <mc:AlternateContent xmlns:mc="http://schemas.openxmlformats.org/markup-compatibility/2006">
                <mc:Choice xmlns:v="urn:schemas-microsoft-com:vml" Requires="v">
                  <p:oleObj spid="_x0000_s303181" name="Equation" r:id="rId14" imgW="215640" imgH="241200" progId="Equation.3">
                    <p:embed/>
                  </p:oleObj>
                </mc:Choice>
                <mc:Fallback>
                  <p:oleObj name="Equation" r:id="rId14" imgW="215640" imgH="241200" progId="Equation.3">
                    <p:embed/>
                    <p:pic>
                      <p:nvPicPr>
                        <p:cNvPr id="16396"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32" y="3192"/>
                          <a:ext cx="173"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7" name="Object 18"/>
            <p:cNvGraphicFramePr>
              <a:graphicFrameLocks noChangeAspect="1"/>
            </p:cNvGraphicFramePr>
            <p:nvPr/>
          </p:nvGraphicFramePr>
          <p:xfrm>
            <a:off x="3408" y="3176"/>
            <a:ext cx="169" cy="195"/>
          </p:xfrm>
          <a:graphic>
            <a:graphicData uri="http://schemas.openxmlformats.org/presentationml/2006/ole">
              <mc:AlternateContent xmlns:mc="http://schemas.openxmlformats.org/markup-compatibility/2006">
                <mc:Choice xmlns:v="urn:schemas-microsoft-com:vml" Requires="v">
                  <p:oleObj spid="_x0000_s303182" name="Equation" r:id="rId16" imgW="164880" imgH="190440" progId="Equation.3">
                    <p:embed/>
                  </p:oleObj>
                </mc:Choice>
                <mc:Fallback>
                  <p:oleObj name="Equation" r:id="rId16" imgW="164880" imgH="190440" progId="Equation.3">
                    <p:embed/>
                    <p:pic>
                      <p:nvPicPr>
                        <p:cNvPr id="16397"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08" y="3176"/>
                          <a:ext cx="169" cy="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21" name="Text Box 19"/>
            <p:cNvSpPr txBox="1">
              <a:spLocks noChangeArrowheads="1"/>
            </p:cNvSpPr>
            <p:nvPr/>
          </p:nvSpPr>
          <p:spPr bwMode="auto">
            <a:xfrm>
              <a:off x="3750" y="2115"/>
              <a:ext cx="240" cy="362"/>
            </a:xfrm>
            <a:prstGeom prst="rect">
              <a:avLst/>
            </a:prstGeom>
            <a:noFill/>
            <a:ln w="9525">
              <a:noFill/>
              <a:miter lim="800000"/>
              <a:headEnd/>
              <a:tailEnd/>
            </a:ln>
          </p:spPr>
          <p:txBody>
            <a:bodyPr>
              <a:spAutoFit/>
            </a:bodyPr>
            <a:lstStyle/>
            <a:p>
              <a:pPr>
                <a:spcBef>
                  <a:spcPct val="50000"/>
                </a:spcBef>
              </a:pPr>
              <a:r>
                <a:rPr lang="en-US" altLang="zh-CN" sz="2200" b="1" dirty="0">
                  <a:solidFill>
                    <a:srgbClr val="CC0000"/>
                  </a:solidFill>
                  <a:latin typeface="Times New Roman" pitchFamily="18" charset="0"/>
                </a:rPr>
                <a:t>1</a:t>
              </a:r>
            </a:p>
          </p:txBody>
        </p:sp>
        <p:sp>
          <p:nvSpPr>
            <p:cNvPr id="16422" name="Text Box 20"/>
            <p:cNvSpPr txBox="1">
              <a:spLocks noChangeArrowheads="1"/>
            </p:cNvSpPr>
            <p:nvPr/>
          </p:nvSpPr>
          <p:spPr bwMode="auto">
            <a:xfrm>
              <a:off x="4640" y="2113"/>
              <a:ext cx="220" cy="362"/>
            </a:xfrm>
            <a:prstGeom prst="rect">
              <a:avLst/>
            </a:prstGeom>
            <a:noFill/>
            <a:ln w="9525">
              <a:noFill/>
              <a:miter lim="800000"/>
              <a:headEnd/>
              <a:tailEnd/>
            </a:ln>
          </p:spPr>
          <p:txBody>
            <a:bodyPr>
              <a:spAutoFit/>
            </a:bodyPr>
            <a:lstStyle/>
            <a:p>
              <a:pPr>
                <a:spcBef>
                  <a:spcPct val="50000"/>
                </a:spcBef>
              </a:pPr>
              <a:r>
                <a:rPr lang="en-US" altLang="zh-CN" sz="2200" b="1">
                  <a:solidFill>
                    <a:srgbClr val="CC0000"/>
                  </a:solidFill>
                  <a:latin typeface="Times New Roman" pitchFamily="18" charset="0"/>
                </a:rPr>
                <a:t>2</a:t>
              </a:r>
            </a:p>
          </p:txBody>
        </p:sp>
      </p:grpSp>
      <p:grpSp>
        <p:nvGrpSpPr>
          <p:cNvPr id="3" name="Group 22"/>
          <p:cNvGrpSpPr>
            <a:grpSpLocks/>
          </p:cNvGrpSpPr>
          <p:nvPr/>
        </p:nvGrpSpPr>
        <p:grpSpPr bwMode="auto">
          <a:xfrm>
            <a:off x="1295688" y="1588687"/>
            <a:ext cx="3680222" cy="723902"/>
            <a:chOff x="288" y="1354"/>
            <a:chExt cx="3091" cy="608"/>
          </a:xfrm>
        </p:grpSpPr>
        <p:sp>
          <p:nvSpPr>
            <p:cNvPr id="16412" name="Text Box 23"/>
            <p:cNvSpPr txBox="1">
              <a:spLocks noChangeArrowheads="1"/>
            </p:cNvSpPr>
            <p:nvPr/>
          </p:nvSpPr>
          <p:spPr bwMode="auto">
            <a:xfrm>
              <a:off x="288" y="1502"/>
              <a:ext cx="3091" cy="349"/>
            </a:xfrm>
            <a:prstGeom prst="rect">
              <a:avLst/>
            </a:prstGeom>
            <a:noFill/>
            <a:ln w="9525">
              <a:noFill/>
              <a:miter lim="800000"/>
              <a:headEnd/>
              <a:tailEnd/>
            </a:ln>
          </p:spPr>
          <p:txBody>
            <a:bodyPr>
              <a:spAutoFit/>
            </a:bodyPr>
            <a:lstStyle/>
            <a:p>
              <a:r>
                <a:rPr kumimoji="1" lang="zh-CN" altLang="en-US" sz="2100" b="1" dirty="0">
                  <a:solidFill>
                    <a:srgbClr val="000000"/>
                  </a:solidFill>
                  <a:latin typeface="Times New Roman" pitchFamily="18" charset="0"/>
                </a:rPr>
                <a:t>过程</a:t>
              </a:r>
              <a:r>
                <a:rPr kumimoji="1" lang="zh-CN" altLang="en-US" sz="2100" b="1" dirty="0" smtClean="0">
                  <a:solidFill>
                    <a:srgbClr val="000000"/>
                  </a:solidFill>
                  <a:latin typeface="Times New Roman" pitchFamily="18" charset="0"/>
                </a:rPr>
                <a:t>方程：       </a:t>
              </a:r>
              <a:r>
                <a:rPr kumimoji="1" lang="zh-CN" altLang="en-US" sz="2100" b="1" dirty="0" smtClean="0">
                  <a:solidFill>
                    <a:srgbClr val="0000FF"/>
                  </a:solidFill>
                  <a:latin typeface="Times New Roman" pitchFamily="18" charset="0"/>
                </a:rPr>
                <a:t>常量</a:t>
              </a:r>
              <a:endParaRPr kumimoji="1" lang="zh-CN" altLang="en-US" sz="2100" b="1" dirty="0">
                <a:solidFill>
                  <a:srgbClr val="0000FF"/>
                </a:solidFill>
                <a:latin typeface="Times New Roman" pitchFamily="18" charset="0"/>
              </a:endParaRPr>
            </a:p>
          </p:txBody>
        </p:sp>
        <p:graphicFrame>
          <p:nvGraphicFramePr>
            <p:cNvPr id="16389" name="Object 24"/>
            <p:cNvGraphicFramePr>
              <a:graphicFrameLocks noChangeAspect="1"/>
            </p:cNvGraphicFramePr>
            <p:nvPr>
              <p:extLst>
                <p:ext uri="{D42A27DB-BD31-4B8C-83A1-F6EECF244321}">
                  <p14:modId xmlns:p14="http://schemas.microsoft.com/office/powerpoint/2010/main" val="424186636"/>
                </p:ext>
              </p:extLst>
            </p:nvPr>
          </p:nvGraphicFramePr>
          <p:xfrm>
            <a:off x="1387" y="1354"/>
            <a:ext cx="542" cy="608"/>
          </p:xfrm>
          <a:graphic>
            <a:graphicData uri="http://schemas.openxmlformats.org/presentationml/2006/ole">
              <mc:AlternateContent xmlns:mc="http://schemas.openxmlformats.org/markup-compatibility/2006">
                <mc:Choice xmlns:v="urn:schemas-microsoft-com:vml" Requires="v">
                  <p:oleObj spid="_x0000_s303183" name="Equation" r:id="rId18" imgW="291960" imgH="393480" progId="Equation.DSMT4">
                    <p:embed/>
                  </p:oleObj>
                </mc:Choice>
                <mc:Fallback>
                  <p:oleObj name="Equation" r:id="rId18" imgW="291960" imgH="393480" progId="Equation.DSMT4">
                    <p:embed/>
                    <p:pic>
                      <p:nvPicPr>
                        <p:cNvPr id="16389" name="Object 24"/>
                        <p:cNvPicPr>
                          <a:picLocks noChangeAspect="1" noChangeArrowheads="1"/>
                        </p:cNvPicPr>
                        <p:nvPr/>
                      </p:nvPicPr>
                      <p:blipFill>
                        <a:blip r:embed="rId19"/>
                        <a:srcRect/>
                        <a:stretch>
                          <a:fillRect/>
                        </a:stretch>
                      </p:blipFill>
                      <p:spPr bwMode="auto">
                        <a:xfrm>
                          <a:off x="1387" y="1354"/>
                          <a:ext cx="542" cy="608"/>
                        </a:xfrm>
                        <a:prstGeom prst="rect">
                          <a:avLst/>
                        </a:prstGeom>
                        <a:noFill/>
                        <a:extLst/>
                      </p:spPr>
                    </p:pic>
                  </p:oleObj>
                </mc:Fallback>
              </mc:AlternateContent>
            </a:graphicData>
          </a:graphic>
        </p:graphicFrame>
      </p:grpSp>
      <p:grpSp>
        <p:nvGrpSpPr>
          <p:cNvPr id="4" name="Group 27"/>
          <p:cNvGrpSpPr>
            <a:grpSpLocks/>
          </p:cNvGrpSpPr>
          <p:nvPr/>
        </p:nvGrpSpPr>
        <p:grpSpPr bwMode="auto">
          <a:xfrm>
            <a:off x="1295688" y="975266"/>
            <a:ext cx="2571750" cy="419101"/>
            <a:chOff x="816" y="848"/>
            <a:chExt cx="2160" cy="352"/>
          </a:xfrm>
        </p:grpSpPr>
        <p:sp>
          <p:nvSpPr>
            <p:cNvPr id="16411" name="Text Box 28"/>
            <p:cNvSpPr txBox="1">
              <a:spLocks noChangeArrowheads="1"/>
            </p:cNvSpPr>
            <p:nvPr/>
          </p:nvSpPr>
          <p:spPr bwMode="auto">
            <a:xfrm>
              <a:off x="816" y="848"/>
              <a:ext cx="2160" cy="349"/>
            </a:xfrm>
            <a:prstGeom prst="rect">
              <a:avLst/>
            </a:prstGeom>
            <a:noFill/>
            <a:ln w="9525">
              <a:noFill/>
              <a:miter lim="800000"/>
              <a:headEnd/>
              <a:tailEnd/>
            </a:ln>
          </p:spPr>
          <p:txBody>
            <a:bodyPr>
              <a:spAutoFit/>
            </a:bodyPr>
            <a:lstStyle/>
            <a:p>
              <a:pPr>
                <a:spcBef>
                  <a:spcPct val="50000"/>
                </a:spcBef>
              </a:pPr>
              <a:r>
                <a:rPr kumimoji="1" lang="zh-CN" altLang="en-US" sz="2100" b="1" dirty="0" smtClean="0">
                  <a:solidFill>
                    <a:srgbClr val="000000"/>
                  </a:solidFill>
                  <a:latin typeface="Times New Roman" pitchFamily="18" charset="0"/>
                </a:rPr>
                <a:t>特征</a:t>
              </a:r>
              <a:r>
                <a:rPr kumimoji="1" lang="en-US" altLang="zh-CN" sz="2100" b="1" dirty="0" smtClean="0">
                  <a:solidFill>
                    <a:srgbClr val="000000"/>
                  </a:solidFill>
                  <a:latin typeface="Times New Roman" pitchFamily="18" charset="0"/>
                </a:rPr>
                <a:t>:</a:t>
              </a:r>
              <a:r>
                <a:rPr kumimoji="1" lang="zh-CN" altLang="en-US" sz="2100" b="1" dirty="0" smtClean="0">
                  <a:solidFill>
                    <a:srgbClr val="000000"/>
                  </a:solidFill>
                  <a:latin typeface="Times New Roman" pitchFamily="18" charset="0"/>
                </a:rPr>
                <a:t>           </a:t>
              </a:r>
              <a:r>
                <a:rPr kumimoji="1" lang="zh-CN" altLang="en-US" sz="2100" b="1" dirty="0">
                  <a:solidFill>
                    <a:srgbClr val="0000FF"/>
                  </a:solidFill>
                  <a:latin typeface="Times New Roman" pitchFamily="18" charset="0"/>
                </a:rPr>
                <a:t>常量</a:t>
              </a:r>
            </a:p>
          </p:txBody>
        </p:sp>
        <p:graphicFrame>
          <p:nvGraphicFramePr>
            <p:cNvPr id="16388" name="Object 29"/>
            <p:cNvGraphicFramePr>
              <a:graphicFrameLocks noChangeAspect="1"/>
            </p:cNvGraphicFramePr>
            <p:nvPr>
              <p:extLst>
                <p:ext uri="{D42A27DB-BD31-4B8C-83A1-F6EECF244321}">
                  <p14:modId xmlns:p14="http://schemas.microsoft.com/office/powerpoint/2010/main" val="2625824574"/>
                </p:ext>
              </p:extLst>
            </p:nvPr>
          </p:nvGraphicFramePr>
          <p:xfrm>
            <a:off x="1466" y="874"/>
            <a:ext cx="526" cy="326"/>
          </p:xfrm>
          <a:graphic>
            <a:graphicData uri="http://schemas.openxmlformats.org/presentationml/2006/ole">
              <mc:AlternateContent xmlns:mc="http://schemas.openxmlformats.org/markup-compatibility/2006">
                <mc:Choice xmlns:v="urn:schemas-microsoft-com:vml" Requires="v">
                  <p:oleObj spid="_x0000_s303184" name="Equation" r:id="rId20" imgW="266400" imgH="164880" progId="Equation.DSMT4">
                    <p:embed/>
                  </p:oleObj>
                </mc:Choice>
                <mc:Fallback>
                  <p:oleObj name="Equation" r:id="rId20" imgW="266400" imgH="164880" progId="Equation.DSMT4">
                    <p:embed/>
                    <p:pic>
                      <p:nvPicPr>
                        <p:cNvPr id="16388"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66" y="874"/>
                          <a:ext cx="526" cy="326"/>
                        </a:xfrm>
                        <a:prstGeom prst="rect">
                          <a:avLst/>
                        </a:prstGeom>
                        <a:noFill/>
                        <a:extLst/>
                      </p:spPr>
                    </p:pic>
                  </p:oleObj>
                </mc:Fallback>
              </mc:AlternateContent>
            </a:graphicData>
          </a:graphic>
        </p:graphicFrame>
      </p:grpSp>
      <p:grpSp>
        <p:nvGrpSpPr>
          <p:cNvPr id="5" name="Group 42"/>
          <p:cNvGrpSpPr>
            <a:grpSpLocks/>
          </p:cNvGrpSpPr>
          <p:nvPr/>
        </p:nvGrpSpPr>
        <p:grpSpPr bwMode="auto">
          <a:xfrm>
            <a:off x="1295688" y="2506909"/>
            <a:ext cx="2203847" cy="452437"/>
            <a:chOff x="314" y="1969"/>
            <a:chExt cx="1851" cy="380"/>
          </a:xfrm>
        </p:grpSpPr>
        <p:graphicFrame>
          <p:nvGraphicFramePr>
            <p:cNvPr id="16387" name="Object 31"/>
            <p:cNvGraphicFramePr>
              <a:graphicFrameLocks noChangeAspect="1"/>
            </p:cNvGraphicFramePr>
            <p:nvPr>
              <p:extLst>
                <p:ext uri="{D42A27DB-BD31-4B8C-83A1-F6EECF244321}">
                  <p14:modId xmlns:p14="http://schemas.microsoft.com/office/powerpoint/2010/main" val="694176407"/>
                </p:ext>
              </p:extLst>
            </p:nvPr>
          </p:nvGraphicFramePr>
          <p:xfrm>
            <a:off x="1073" y="2022"/>
            <a:ext cx="1092" cy="327"/>
          </p:xfrm>
          <a:graphic>
            <a:graphicData uri="http://schemas.openxmlformats.org/presentationml/2006/ole">
              <mc:AlternateContent xmlns:mc="http://schemas.openxmlformats.org/markup-compatibility/2006">
                <mc:Choice xmlns:v="urn:schemas-microsoft-com:vml" Requires="v">
                  <p:oleObj spid="_x0000_s303185" name="Equation" r:id="rId22" imgW="672840" imgH="203040" progId="Equation.DSMT4">
                    <p:embed/>
                  </p:oleObj>
                </mc:Choice>
                <mc:Fallback>
                  <p:oleObj name="Equation" r:id="rId22" imgW="672840" imgH="203040" progId="Equation.DSMT4">
                    <p:embed/>
                    <p:pic>
                      <p:nvPicPr>
                        <p:cNvPr id="16387" name="Object 31"/>
                        <p:cNvPicPr>
                          <a:picLocks noChangeAspect="1" noChangeArrowheads="1"/>
                        </p:cNvPicPr>
                        <p:nvPr/>
                      </p:nvPicPr>
                      <p:blipFill>
                        <a:blip r:embed="rId23"/>
                        <a:srcRect/>
                        <a:stretch>
                          <a:fillRect/>
                        </a:stretch>
                      </p:blipFill>
                      <p:spPr bwMode="auto">
                        <a:xfrm>
                          <a:off x="1073" y="2022"/>
                          <a:ext cx="1092" cy="327"/>
                        </a:xfrm>
                        <a:prstGeom prst="rect">
                          <a:avLst/>
                        </a:prstGeom>
                        <a:noFill/>
                        <a:extLst/>
                      </p:spPr>
                    </p:pic>
                  </p:oleObj>
                </mc:Fallback>
              </mc:AlternateContent>
            </a:graphicData>
          </a:graphic>
        </p:graphicFrame>
        <p:sp>
          <p:nvSpPr>
            <p:cNvPr id="16410" name="Text Box 32"/>
            <p:cNvSpPr txBox="1">
              <a:spLocks noChangeArrowheads="1"/>
            </p:cNvSpPr>
            <p:nvPr/>
          </p:nvSpPr>
          <p:spPr bwMode="auto">
            <a:xfrm>
              <a:off x="314" y="1969"/>
              <a:ext cx="720" cy="349"/>
            </a:xfrm>
            <a:prstGeom prst="rect">
              <a:avLst/>
            </a:prstGeom>
            <a:noFill/>
            <a:ln w="9525">
              <a:noFill/>
              <a:miter lim="800000"/>
              <a:headEnd/>
              <a:tailEnd/>
            </a:ln>
          </p:spPr>
          <p:txBody>
            <a:bodyPr>
              <a:spAutoFit/>
            </a:bodyPr>
            <a:lstStyle/>
            <a:p>
              <a:pPr>
                <a:spcBef>
                  <a:spcPct val="50000"/>
                </a:spcBef>
              </a:pPr>
              <a:r>
                <a:rPr lang="en-US" altLang="zh-CN" sz="2100" b="1" dirty="0">
                  <a:solidFill>
                    <a:srgbClr val="1C1C1C"/>
                  </a:solidFill>
                  <a:latin typeface="Times New Roman" pitchFamily="18" charset="0"/>
                </a:rPr>
                <a:t> </a:t>
              </a:r>
              <a:r>
                <a:rPr lang="zh-CN" altLang="en-US" sz="2100" b="1" dirty="0" smtClean="0">
                  <a:solidFill>
                    <a:srgbClr val="1C1C1C"/>
                  </a:solidFill>
                  <a:latin typeface="Times New Roman" pitchFamily="18" charset="0"/>
                </a:rPr>
                <a:t>做功：</a:t>
              </a:r>
              <a:endParaRPr lang="zh-CN" altLang="en-US" sz="2100" b="1" dirty="0">
                <a:solidFill>
                  <a:srgbClr val="1C1C1C"/>
                </a:solidFill>
                <a:latin typeface="Times New Roman" pitchFamily="18" charset="0"/>
              </a:endParaRPr>
            </a:p>
          </p:txBody>
        </p:sp>
      </p:grpSp>
      <p:graphicFrame>
        <p:nvGraphicFramePr>
          <p:cNvPr id="41" name="Object 3"/>
          <p:cNvGraphicFramePr>
            <a:graphicFrameLocks noChangeAspect="1"/>
          </p:cNvGraphicFramePr>
          <p:nvPr>
            <p:extLst>
              <p:ext uri="{D42A27DB-BD31-4B8C-83A1-F6EECF244321}">
                <p14:modId xmlns:p14="http://schemas.microsoft.com/office/powerpoint/2010/main" val="1914194440"/>
              </p:ext>
            </p:extLst>
          </p:nvPr>
        </p:nvGraphicFramePr>
        <p:xfrm>
          <a:off x="3202784" y="3943521"/>
          <a:ext cx="1612221" cy="598219"/>
        </p:xfrm>
        <a:graphic>
          <a:graphicData uri="http://schemas.openxmlformats.org/presentationml/2006/ole">
            <mc:AlternateContent xmlns:mc="http://schemas.openxmlformats.org/markup-compatibility/2006">
              <mc:Choice xmlns:v="urn:schemas-microsoft-com:vml" Requires="v">
                <p:oleObj spid="_x0000_s303186" name="Equation" r:id="rId24" imgW="952200" imgH="393480" progId="Equation.DSMT4">
                  <p:embed/>
                </p:oleObj>
              </mc:Choice>
              <mc:Fallback>
                <p:oleObj name="Equation" r:id="rId24" imgW="952200" imgH="393480" progId="Equation.DSMT4">
                  <p:embed/>
                  <p:pic>
                    <p:nvPicPr>
                      <p:cNvPr id="12" name="Object 3"/>
                      <p:cNvPicPr>
                        <a:picLocks noChangeAspect="1" noChangeArrowheads="1"/>
                      </p:cNvPicPr>
                      <p:nvPr/>
                    </p:nvPicPr>
                    <p:blipFill>
                      <a:blip r:embed="rId25"/>
                      <a:srcRect/>
                      <a:stretch>
                        <a:fillRect/>
                      </a:stretch>
                    </p:blipFill>
                    <p:spPr bwMode="auto">
                      <a:xfrm>
                        <a:off x="3202784" y="3943521"/>
                        <a:ext cx="1612221" cy="598219"/>
                      </a:xfrm>
                      <a:prstGeom prst="rect">
                        <a:avLst/>
                      </a:prstGeom>
                      <a:noFill/>
                      <a:extLst/>
                    </p:spPr>
                  </p:pic>
                </p:oleObj>
              </mc:Fallback>
            </mc:AlternateContent>
          </a:graphicData>
        </a:graphic>
      </p:graphicFrame>
      <p:graphicFrame>
        <p:nvGraphicFramePr>
          <p:cNvPr id="42" name="Object 3"/>
          <p:cNvGraphicFramePr>
            <a:graphicFrameLocks noChangeAspect="1"/>
          </p:cNvGraphicFramePr>
          <p:nvPr>
            <p:extLst>
              <p:ext uri="{D42A27DB-BD31-4B8C-83A1-F6EECF244321}">
                <p14:modId xmlns:p14="http://schemas.microsoft.com/office/powerpoint/2010/main" val="1179907546"/>
              </p:ext>
            </p:extLst>
          </p:nvPr>
        </p:nvGraphicFramePr>
        <p:xfrm>
          <a:off x="1295688" y="3275585"/>
          <a:ext cx="1481138" cy="428625"/>
        </p:xfrm>
        <a:graphic>
          <a:graphicData uri="http://schemas.openxmlformats.org/presentationml/2006/ole">
            <mc:AlternateContent xmlns:mc="http://schemas.openxmlformats.org/markup-compatibility/2006">
              <mc:Choice xmlns:v="urn:schemas-microsoft-com:vml" Requires="v">
                <p:oleObj spid="_x0000_s303187" name="Equation" r:id="rId26" imgW="711000" imgH="228600" progId="Equation.DSMT4">
                  <p:embed/>
                </p:oleObj>
              </mc:Choice>
              <mc:Fallback>
                <p:oleObj name="Equation" r:id="rId26" imgW="711000" imgH="228600" progId="Equation.DSMT4">
                  <p:embed/>
                  <p:pic>
                    <p:nvPicPr>
                      <p:cNvPr id="41" name="Object 3"/>
                      <p:cNvPicPr>
                        <a:picLocks noChangeAspect="1" noChangeArrowheads="1"/>
                      </p:cNvPicPr>
                      <p:nvPr/>
                    </p:nvPicPr>
                    <p:blipFill>
                      <a:blip r:embed="rId27"/>
                      <a:srcRect/>
                      <a:stretch>
                        <a:fillRect/>
                      </a:stretch>
                    </p:blipFill>
                    <p:spPr bwMode="auto">
                      <a:xfrm>
                        <a:off x="1295688" y="3275585"/>
                        <a:ext cx="1481138" cy="428625"/>
                      </a:xfrm>
                      <a:prstGeom prst="rect">
                        <a:avLst/>
                      </a:prstGeom>
                      <a:noFill/>
                      <a:extLst/>
                    </p:spPr>
                  </p:pic>
                </p:oleObj>
              </mc:Fallback>
            </mc:AlternateContent>
          </a:graphicData>
        </a:graphic>
      </p:graphicFrame>
      <p:graphicFrame>
        <p:nvGraphicFramePr>
          <p:cNvPr id="44" name="Object 3"/>
          <p:cNvGraphicFramePr>
            <a:graphicFrameLocks noChangeAspect="1"/>
          </p:cNvGraphicFramePr>
          <p:nvPr>
            <p:extLst>
              <p:ext uri="{D42A27DB-BD31-4B8C-83A1-F6EECF244321}">
                <p14:modId xmlns:p14="http://schemas.microsoft.com/office/powerpoint/2010/main" val="2722070479"/>
              </p:ext>
            </p:extLst>
          </p:nvPr>
        </p:nvGraphicFramePr>
        <p:xfrm>
          <a:off x="1295688" y="3762979"/>
          <a:ext cx="1558925" cy="428625"/>
        </p:xfrm>
        <a:graphic>
          <a:graphicData uri="http://schemas.openxmlformats.org/presentationml/2006/ole">
            <mc:AlternateContent xmlns:mc="http://schemas.openxmlformats.org/markup-compatibility/2006">
              <mc:Choice xmlns:v="urn:schemas-microsoft-com:vml" Requires="v">
                <p:oleObj spid="_x0000_s303188" name="Equation" r:id="rId28" imgW="749160" imgH="228600" progId="Equation.DSMT4">
                  <p:embed/>
                </p:oleObj>
              </mc:Choice>
              <mc:Fallback>
                <p:oleObj name="Equation" r:id="rId28" imgW="749160" imgH="228600" progId="Equation.DSMT4">
                  <p:embed/>
                  <p:pic>
                    <p:nvPicPr>
                      <p:cNvPr id="42" name="Object 3"/>
                      <p:cNvPicPr>
                        <a:picLocks noChangeAspect="1" noChangeArrowheads="1"/>
                      </p:cNvPicPr>
                      <p:nvPr/>
                    </p:nvPicPr>
                    <p:blipFill>
                      <a:blip r:embed="rId29"/>
                      <a:srcRect/>
                      <a:stretch>
                        <a:fillRect/>
                      </a:stretch>
                    </p:blipFill>
                    <p:spPr bwMode="auto">
                      <a:xfrm>
                        <a:off x="1295688" y="3762979"/>
                        <a:ext cx="1558925" cy="428625"/>
                      </a:xfrm>
                      <a:prstGeom prst="rect">
                        <a:avLst/>
                      </a:prstGeom>
                      <a:noFill/>
                      <a:extLst/>
                    </p:spPr>
                  </p:pic>
                </p:oleObj>
              </mc:Fallback>
            </mc:AlternateContent>
          </a:graphicData>
        </a:graphic>
      </p:graphicFrame>
      <p:grpSp>
        <p:nvGrpSpPr>
          <p:cNvPr id="2" name="组合 1"/>
          <p:cNvGrpSpPr/>
          <p:nvPr/>
        </p:nvGrpSpPr>
        <p:grpSpPr>
          <a:xfrm>
            <a:off x="4855137" y="3538929"/>
            <a:ext cx="1823473" cy="944511"/>
            <a:chOff x="4766976" y="3799849"/>
            <a:chExt cx="2431297" cy="1259348"/>
          </a:xfrm>
        </p:grpSpPr>
        <p:sp>
          <p:nvSpPr>
            <p:cNvPr id="45" name="左大括号 44"/>
            <p:cNvSpPr/>
            <p:nvPr/>
          </p:nvSpPr>
          <p:spPr>
            <a:xfrm flipH="1">
              <a:off x="4766976" y="3799849"/>
              <a:ext cx="126537" cy="1259348"/>
            </a:xfrm>
            <a:prstGeom prst="leftBrace">
              <a:avLst>
                <a:gd name="adj1" fmla="val 118881"/>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46" name="Object 3"/>
            <p:cNvGraphicFramePr>
              <a:graphicFrameLocks noChangeAspect="1"/>
            </p:cNvGraphicFramePr>
            <p:nvPr>
              <p:extLst>
                <p:ext uri="{D42A27DB-BD31-4B8C-83A1-F6EECF244321}">
                  <p14:modId xmlns:p14="http://schemas.microsoft.com/office/powerpoint/2010/main" val="3347282088"/>
                </p:ext>
              </p:extLst>
            </p:nvPr>
          </p:nvGraphicFramePr>
          <p:xfrm>
            <a:off x="5024465" y="3962604"/>
            <a:ext cx="2173808" cy="889553"/>
          </p:xfrm>
          <a:graphic>
            <a:graphicData uri="http://schemas.openxmlformats.org/presentationml/2006/ole">
              <mc:AlternateContent xmlns:mc="http://schemas.openxmlformats.org/markup-compatibility/2006">
                <mc:Choice xmlns:v="urn:schemas-microsoft-com:vml" Requires="v">
                  <p:oleObj spid="_x0000_s303189" name="Equation" r:id="rId30" imgW="863280" imgH="393480" progId="Equation.DSMT4">
                    <p:embed/>
                  </p:oleObj>
                </mc:Choice>
                <mc:Fallback>
                  <p:oleObj name="Equation" r:id="rId30" imgW="863280" imgH="393480" progId="Equation.DSMT4">
                    <p:embed/>
                    <p:pic>
                      <p:nvPicPr>
                        <p:cNvPr id="41" name="Object 3"/>
                        <p:cNvPicPr>
                          <a:picLocks noChangeAspect="1" noChangeArrowheads="1"/>
                        </p:cNvPicPr>
                        <p:nvPr/>
                      </p:nvPicPr>
                      <p:blipFill>
                        <a:blip r:embed="rId31"/>
                        <a:srcRect/>
                        <a:stretch>
                          <a:fillRect/>
                        </a:stretch>
                      </p:blipFill>
                      <p:spPr bwMode="auto">
                        <a:xfrm>
                          <a:off x="5024465" y="3962604"/>
                          <a:ext cx="2173808" cy="889553"/>
                        </a:xfrm>
                        <a:prstGeom prst="rect">
                          <a:avLst/>
                        </a:prstGeom>
                        <a:noFill/>
                        <a:extLst/>
                      </p:spPr>
                    </p:pic>
                  </p:oleObj>
                </mc:Fallback>
              </mc:AlternateContent>
            </a:graphicData>
          </a:graphic>
        </p:graphicFrame>
      </p:grpSp>
      <p:sp>
        <p:nvSpPr>
          <p:cNvPr id="43" name="Text Box 21"/>
          <p:cNvSpPr txBox="1">
            <a:spLocks noChangeArrowheads="1"/>
          </p:cNvSpPr>
          <p:nvPr/>
        </p:nvSpPr>
        <p:spPr bwMode="auto">
          <a:xfrm>
            <a:off x="642789" y="319281"/>
            <a:ext cx="4676775" cy="461665"/>
          </a:xfrm>
          <a:prstGeom prst="rect">
            <a:avLst/>
          </a:prstGeom>
          <a:noFill/>
          <a:ln w="9525">
            <a:noFill/>
            <a:miter lim="800000"/>
            <a:headEnd/>
            <a:tailEnd/>
          </a:ln>
        </p:spPr>
        <p:txBody>
          <a:bodyPr>
            <a:spAutoFit/>
          </a:bodyPr>
          <a:lstStyle/>
          <a:p>
            <a:pPr>
              <a:spcBef>
                <a:spcPct val="50000"/>
              </a:spcBef>
            </a:pPr>
            <a:r>
              <a:rPr kumimoji="1" lang="zh-CN" altLang="en-US" sz="2400" b="1" dirty="0">
                <a:solidFill>
                  <a:srgbClr val="CC0000"/>
                </a:solidFill>
                <a:latin typeface="Times New Roman" pitchFamily="18" charset="0"/>
              </a:rPr>
              <a:t>二、等压过程  </a:t>
            </a:r>
            <a:r>
              <a:rPr kumimoji="1" lang="zh-CN" altLang="en-US" sz="2400" b="1" dirty="0">
                <a:solidFill>
                  <a:srgbClr val="CC0000"/>
                </a:solidFill>
              </a:rPr>
              <a:t>摩尔</a:t>
            </a:r>
            <a:r>
              <a:rPr kumimoji="1" lang="zh-CN" altLang="en-US" sz="2400" b="1" dirty="0">
                <a:solidFill>
                  <a:srgbClr val="CC0000"/>
                </a:solidFill>
                <a:latin typeface="Times New Roman" pitchFamily="18" charset="0"/>
              </a:rPr>
              <a:t>定压热容</a:t>
            </a:r>
          </a:p>
        </p:txBody>
      </p:sp>
      <p:grpSp>
        <p:nvGrpSpPr>
          <p:cNvPr id="7" name="组合 6"/>
          <p:cNvGrpSpPr/>
          <p:nvPr/>
        </p:nvGrpSpPr>
        <p:grpSpPr>
          <a:xfrm>
            <a:off x="6595715" y="1372016"/>
            <a:ext cx="817959" cy="316"/>
            <a:chOff x="7206880" y="1855155"/>
            <a:chExt cx="817959" cy="316"/>
          </a:xfrm>
        </p:grpSpPr>
        <p:sp>
          <p:nvSpPr>
            <p:cNvPr id="47" name="Line 37"/>
            <p:cNvSpPr>
              <a:spLocks noChangeShapeType="1"/>
            </p:cNvSpPr>
            <p:nvPr/>
          </p:nvSpPr>
          <p:spPr bwMode="auto">
            <a:xfrm>
              <a:off x="7206880" y="1855471"/>
              <a:ext cx="817959" cy="0"/>
            </a:xfrm>
            <a:prstGeom prst="line">
              <a:avLst/>
            </a:prstGeom>
            <a:noFill/>
            <a:ln w="19050">
              <a:solidFill>
                <a:srgbClr val="0000FF"/>
              </a:solidFill>
              <a:round/>
              <a:headEnd/>
              <a:tailEnd/>
            </a:ln>
          </p:spPr>
          <p:txBody>
            <a:bodyPr wrap="none" anchor="ctr"/>
            <a:lstStyle/>
            <a:p>
              <a:endParaRPr lang="zh-CN" altLang="en-US"/>
            </a:p>
          </p:txBody>
        </p:sp>
        <p:sp>
          <p:nvSpPr>
            <p:cNvPr id="48" name="Line 37"/>
            <p:cNvSpPr>
              <a:spLocks noChangeShapeType="1"/>
            </p:cNvSpPr>
            <p:nvPr/>
          </p:nvSpPr>
          <p:spPr bwMode="auto">
            <a:xfrm>
              <a:off x="7573519" y="1855155"/>
              <a:ext cx="118296" cy="0"/>
            </a:xfrm>
            <a:prstGeom prst="line">
              <a:avLst/>
            </a:prstGeom>
            <a:noFill/>
            <a:ln w="12700">
              <a:solidFill>
                <a:srgbClr val="0000FF"/>
              </a:solidFill>
              <a:round/>
              <a:headEnd/>
              <a:tailEnd type="stealth" w="med" len="lg"/>
            </a:ln>
          </p:spPr>
          <p:txBody>
            <a:bodyPr wrap="none" anchor="ctr"/>
            <a:lstStyle/>
            <a:p>
              <a:endParaRPr lang="zh-CN" altLang="en-US"/>
            </a:p>
          </p:txBody>
        </p:sp>
      </p:grpSp>
      <p:grpSp>
        <p:nvGrpSpPr>
          <p:cNvPr id="6" name="组合 5"/>
          <p:cNvGrpSpPr/>
          <p:nvPr/>
        </p:nvGrpSpPr>
        <p:grpSpPr>
          <a:xfrm>
            <a:off x="2933114" y="3316917"/>
            <a:ext cx="1773550" cy="833356"/>
            <a:chOff x="2902634" y="3217857"/>
            <a:chExt cx="1773550" cy="833356"/>
          </a:xfrm>
        </p:grpSpPr>
        <p:sp>
          <p:nvSpPr>
            <p:cNvPr id="40" name="左大括号 39"/>
            <p:cNvSpPr/>
            <p:nvPr/>
          </p:nvSpPr>
          <p:spPr>
            <a:xfrm flipH="1">
              <a:off x="2902634" y="3217857"/>
              <a:ext cx="115608" cy="833356"/>
            </a:xfrm>
            <a:prstGeom prst="leftBrace">
              <a:avLst>
                <a:gd name="adj1" fmla="val 118881"/>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50" name="Object 3"/>
            <p:cNvGraphicFramePr>
              <a:graphicFrameLocks noChangeAspect="1"/>
            </p:cNvGraphicFramePr>
            <p:nvPr>
              <p:extLst>
                <p:ext uri="{D42A27DB-BD31-4B8C-83A1-F6EECF244321}">
                  <p14:modId xmlns:p14="http://schemas.microsoft.com/office/powerpoint/2010/main" val="2267049858"/>
                </p:ext>
              </p:extLst>
            </p:nvPr>
          </p:nvGraphicFramePr>
          <p:xfrm>
            <a:off x="3170122" y="3477969"/>
            <a:ext cx="1506062" cy="333753"/>
          </p:xfrm>
          <a:graphic>
            <a:graphicData uri="http://schemas.openxmlformats.org/presentationml/2006/ole">
              <mc:AlternateContent xmlns:mc="http://schemas.openxmlformats.org/markup-compatibility/2006">
                <mc:Choice xmlns:v="urn:schemas-microsoft-com:vml" Requires="v">
                  <p:oleObj spid="_x0000_s303190" name="Equation" r:id="rId32" imgW="825480" imgH="203040" progId="Equation.DSMT4">
                    <p:embed/>
                  </p:oleObj>
                </mc:Choice>
                <mc:Fallback>
                  <p:oleObj name="Equation" r:id="rId32" imgW="825480" imgH="203040" progId="Equation.DSMT4">
                    <p:embed/>
                    <p:pic>
                      <p:nvPicPr>
                        <p:cNvPr id="42" name="Object 3"/>
                        <p:cNvPicPr>
                          <a:picLocks noChangeAspect="1" noChangeArrowheads="1"/>
                        </p:cNvPicPr>
                        <p:nvPr/>
                      </p:nvPicPr>
                      <p:blipFill>
                        <a:blip r:embed="rId33"/>
                        <a:srcRect/>
                        <a:stretch>
                          <a:fillRect/>
                        </a:stretch>
                      </p:blipFill>
                      <p:spPr bwMode="auto">
                        <a:xfrm>
                          <a:off x="3170122" y="3477969"/>
                          <a:ext cx="1506062" cy="333753"/>
                        </a:xfrm>
                        <a:prstGeom prst="rect">
                          <a:avLst/>
                        </a:prstGeom>
                        <a:noFill/>
                        <a:extLst/>
                      </p:spPr>
                    </p:pic>
                  </p:oleObj>
                </mc:Fallback>
              </mc:AlternateContent>
            </a:graphicData>
          </a:graphic>
        </p:graphicFrame>
      </p:grpSp>
    </p:spTree>
    <p:extLst>
      <p:ext uri="{BB962C8B-B14F-4D97-AF65-F5344CB8AC3E}">
        <p14:creationId xmlns:p14="http://schemas.microsoft.com/office/powerpoint/2010/main" val="3887672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wipe(left)">
                                      <p:cBhvr>
                                        <p:cTn id="26" dur="500"/>
                                        <p:tgtEl>
                                          <p:spTgt spid="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wipe(left)">
                                      <p:cBhvr>
                                        <p:cTn id="31" dur="500"/>
                                        <p:tgtEl>
                                          <p:spTgt spid="4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left)">
                                      <p:cBhvr>
                                        <p:cTn id="41" dur="500"/>
                                        <p:tgtEl>
                                          <p:spTgt spid="4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up)">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44130" y="376434"/>
            <a:ext cx="7685960" cy="978729"/>
            <a:chOff x="1656160" y="238350"/>
            <a:chExt cx="7685960" cy="978729"/>
          </a:xfrm>
        </p:grpSpPr>
        <p:graphicFrame>
          <p:nvGraphicFramePr>
            <p:cNvPr id="17410" name="Object 4"/>
            <p:cNvGraphicFramePr>
              <a:graphicFrameLocks noChangeAspect="1"/>
            </p:cNvGraphicFramePr>
            <p:nvPr>
              <p:extLst>
                <p:ext uri="{D42A27DB-BD31-4B8C-83A1-F6EECF244321}">
                  <p14:modId xmlns:p14="http://schemas.microsoft.com/office/powerpoint/2010/main" val="1956030315"/>
                </p:ext>
              </p:extLst>
            </p:nvPr>
          </p:nvGraphicFramePr>
          <p:xfrm>
            <a:off x="4499372" y="332838"/>
            <a:ext cx="698897" cy="350044"/>
          </p:xfrm>
          <a:graphic>
            <a:graphicData uri="http://schemas.openxmlformats.org/presentationml/2006/ole">
              <mc:AlternateContent xmlns:mc="http://schemas.openxmlformats.org/markup-compatibility/2006">
                <mc:Choice xmlns:v="urn:schemas-microsoft-com:vml" Requires="v">
                  <p:oleObj spid="_x0000_s304147" name="公式" r:id="rId3" imgW="355320" imgH="177480" progId="Equation.3">
                    <p:embed/>
                  </p:oleObj>
                </mc:Choice>
                <mc:Fallback>
                  <p:oleObj name="公式" r:id="rId3" imgW="355320" imgH="1774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372" y="332838"/>
                          <a:ext cx="698897" cy="350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1"/>
            <p:cNvGrpSpPr/>
            <p:nvPr/>
          </p:nvGrpSpPr>
          <p:grpSpPr>
            <a:xfrm>
              <a:off x="1656160" y="238350"/>
              <a:ext cx="7685960" cy="978729"/>
              <a:chOff x="1656160" y="238350"/>
              <a:chExt cx="7685960" cy="978729"/>
            </a:xfrm>
          </p:grpSpPr>
          <p:sp>
            <p:nvSpPr>
              <p:cNvPr id="17415" name="Text Box 3"/>
              <p:cNvSpPr txBox="1">
                <a:spLocks noChangeArrowheads="1"/>
              </p:cNvSpPr>
              <p:nvPr/>
            </p:nvSpPr>
            <p:spPr bwMode="auto">
              <a:xfrm>
                <a:off x="1656160" y="238350"/>
                <a:ext cx="7685960" cy="978729"/>
              </a:xfrm>
              <a:prstGeom prst="rect">
                <a:avLst/>
              </a:prstGeom>
              <a:noFill/>
              <a:ln w="9525">
                <a:noFill/>
                <a:miter lim="800000"/>
                <a:headEnd/>
                <a:tailEnd/>
              </a:ln>
            </p:spPr>
            <p:txBody>
              <a:bodyPr wrap="square">
                <a:spAutoFit/>
              </a:bodyPr>
              <a:lstStyle/>
              <a:p>
                <a:pPr>
                  <a:lnSpc>
                    <a:spcPct val="120000"/>
                  </a:lnSpc>
                  <a:spcBef>
                    <a:spcPct val="50000"/>
                  </a:spcBef>
                </a:pPr>
                <a:r>
                  <a:rPr kumimoji="1" lang="en-US" altLang="zh-CN" sz="2400" b="1" dirty="0">
                    <a:solidFill>
                      <a:srgbClr val="CC0000"/>
                    </a:solidFill>
                  </a:rPr>
                  <a:t>       </a:t>
                </a:r>
                <a:r>
                  <a:rPr kumimoji="1" lang="zh-CN" altLang="en-US" sz="2400" b="1" dirty="0">
                    <a:solidFill>
                      <a:srgbClr val="CC0000"/>
                    </a:solidFill>
                  </a:rPr>
                  <a:t>摩尔</a:t>
                </a:r>
                <a:r>
                  <a:rPr kumimoji="1" lang="zh-CN" altLang="en-US" sz="2400" b="1" dirty="0">
                    <a:solidFill>
                      <a:srgbClr val="CC0000"/>
                    </a:solidFill>
                    <a:latin typeface="Times New Roman" pitchFamily="18" charset="0"/>
                  </a:rPr>
                  <a:t>定压热容</a:t>
                </a:r>
                <a:r>
                  <a:rPr kumimoji="1" lang="en-US" altLang="zh-CN" sz="2400" b="1" dirty="0">
                    <a:solidFill>
                      <a:srgbClr val="CC0000"/>
                    </a:solidFill>
                    <a:latin typeface="Times New Roman" pitchFamily="18" charset="0"/>
                  </a:rPr>
                  <a:t>:</a:t>
                </a:r>
                <a:r>
                  <a:rPr kumimoji="1" lang="en-US" altLang="zh-CN" sz="2400" b="1" dirty="0">
                    <a:solidFill>
                      <a:srgbClr val="000000"/>
                    </a:solidFill>
                    <a:latin typeface="Times New Roman" pitchFamily="18" charset="0"/>
                  </a:rPr>
                  <a:t>             </a:t>
                </a:r>
                <a:r>
                  <a:rPr kumimoji="1" lang="zh-CN" altLang="en-US" sz="2400" b="1" dirty="0">
                    <a:solidFill>
                      <a:srgbClr val="000000"/>
                    </a:solidFill>
                    <a:latin typeface="Times New Roman" pitchFamily="18" charset="0"/>
                  </a:rPr>
                  <a:t>理想气体在等压过程中吸收热量         ，温度升高      ，其摩尔</a:t>
                </a:r>
                <a:r>
                  <a:rPr kumimoji="1" lang="zh-CN" altLang="en-US" sz="2400" b="1" dirty="0">
                    <a:solidFill>
                      <a:srgbClr val="000000"/>
                    </a:solidFill>
                  </a:rPr>
                  <a:t>定压</a:t>
                </a:r>
                <a:r>
                  <a:rPr kumimoji="1" lang="zh-CN" altLang="en-US" sz="2400" b="1" dirty="0">
                    <a:solidFill>
                      <a:srgbClr val="000000"/>
                    </a:solidFill>
                    <a:latin typeface="Times New Roman" pitchFamily="18" charset="0"/>
                  </a:rPr>
                  <a:t>热容为：</a:t>
                </a:r>
              </a:p>
            </p:txBody>
          </p:sp>
          <p:graphicFrame>
            <p:nvGraphicFramePr>
              <p:cNvPr id="17411" name="Object 5"/>
              <p:cNvGraphicFramePr>
                <a:graphicFrameLocks noChangeAspect="1"/>
              </p:cNvGraphicFramePr>
              <p:nvPr>
                <p:extLst>
                  <p:ext uri="{D42A27DB-BD31-4B8C-83A1-F6EECF244321}">
                    <p14:modId xmlns:p14="http://schemas.microsoft.com/office/powerpoint/2010/main" val="2188729258"/>
                  </p:ext>
                </p:extLst>
              </p:nvPr>
            </p:nvGraphicFramePr>
            <p:xfrm>
              <a:off x="2132410" y="761070"/>
              <a:ext cx="564356" cy="456009"/>
            </p:xfrm>
            <a:graphic>
              <a:graphicData uri="http://schemas.openxmlformats.org/presentationml/2006/ole">
                <mc:AlternateContent xmlns:mc="http://schemas.openxmlformats.org/markup-compatibility/2006">
                  <mc:Choice xmlns:v="urn:schemas-microsoft-com:vml" Requires="v">
                    <p:oleObj spid="_x0000_s304148" name="Equation" r:id="rId5" imgW="457200" imgH="368280" progId="Equation.3">
                      <p:embed/>
                    </p:oleObj>
                  </mc:Choice>
                  <mc:Fallback>
                    <p:oleObj name="Equation" r:id="rId5" imgW="457200" imgH="36828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2410" y="761070"/>
                            <a:ext cx="564356" cy="4560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2" name="Object 6"/>
              <p:cNvGraphicFramePr>
                <a:graphicFrameLocks noChangeAspect="1"/>
              </p:cNvGraphicFramePr>
              <p:nvPr>
                <p:extLst>
                  <p:ext uri="{D42A27DB-BD31-4B8C-83A1-F6EECF244321}">
                    <p14:modId xmlns:p14="http://schemas.microsoft.com/office/powerpoint/2010/main" val="2437167711"/>
                  </p:ext>
                </p:extLst>
              </p:nvPr>
            </p:nvGraphicFramePr>
            <p:xfrm>
              <a:off x="4292203" y="784883"/>
              <a:ext cx="414338" cy="307181"/>
            </p:xfrm>
            <a:graphic>
              <a:graphicData uri="http://schemas.openxmlformats.org/presentationml/2006/ole">
                <mc:AlternateContent xmlns:mc="http://schemas.openxmlformats.org/markup-compatibility/2006">
                  <mc:Choice xmlns:v="urn:schemas-microsoft-com:vml" Requires="v">
                    <p:oleObj spid="_x0000_s304149" name="Equation" r:id="rId7" imgW="342720" imgH="253800" progId="Equation.3">
                      <p:embed/>
                    </p:oleObj>
                  </mc:Choice>
                  <mc:Fallback>
                    <p:oleObj name="Equation" r:id="rId7" imgW="342720" imgH="2538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2203" y="784883"/>
                            <a:ext cx="414338" cy="307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62471" name="Object 7"/>
          <p:cNvGraphicFramePr>
            <a:graphicFrameLocks noGrp="1" noChangeAspect="1"/>
          </p:cNvGraphicFramePr>
          <p:nvPr>
            <p:ph sz="half" idx="4294967295"/>
            <p:extLst>
              <p:ext uri="{D42A27DB-BD31-4B8C-83A1-F6EECF244321}">
                <p14:modId xmlns:p14="http://schemas.microsoft.com/office/powerpoint/2010/main" val="607332814"/>
              </p:ext>
            </p:extLst>
          </p:nvPr>
        </p:nvGraphicFramePr>
        <p:xfrm>
          <a:off x="4386239" y="1727194"/>
          <a:ext cx="1836204" cy="491484"/>
        </p:xfrm>
        <a:graphic>
          <a:graphicData uri="http://schemas.openxmlformats.org/presentationml/2006/ole">
            <mc:AlternateContent xmlns:mc="http://schemas.openxmlformats.org/markup-compatibility/2006">
              <mc:Choice xmlns:v="urn:schemas-microsoft-com:vml" Requires="v">
                <p:oleObj spid="_x0000_s304150" name="公式" r:id="rId9" imgW="901440" imgH="241200" progId="Equation.3">
                  <p:embed/>
                </p:oleObj>
              </mc:Choice>
              <mc:Fallback>
                <p:oleObj name="公式" r:id="rId9" imgW="901440" imgH="241200" progId="Equation.3">
                  <p:embed/>
                  <p:pic>
                    <p:nvPicPr>
                      <p:cNvPr id="0" name="Object 7"/>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86239" y="1727194"/>
                        <a:ext cx="1836204" cy="491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72" name="Object 8"/>
          <p:cNvGraphicFramePr>
            <a:graphicFrameLocks noGrp="1" noChangeAspect="1"/>
          </p:cNvGraphicFramePr>
          <p:nvPr>
            <p:ph sz="half" idx="4294967295"/>
            <p:extLst>
              <p:ext uri="{D42A27DB-BD31-4B8C-83A1-F6EECF244321}">
                <p14:modId xmlns:p14="http://schemas.microsoft.com/office/powerpoint/2010/main" val="2267302234"/>
              </p:ext>
            </p:extLst>
          </p:nvPr>
        </p:nvGraphicFramePr>
        <p:xfrm>
          <a:off x="1847957" y="1457164"/>
          <a:ext cx="1541813" cy="848246"/>
        </p:xfrm>
        <a:graphic>
          <a:graphicData uri="http://schemas.openxmlformats.org/presentationml/2006/ole">
            <mc:AlternateContent xmlns:mc="http://schemas.openxmlformats.org/markup-compatibility/2006">
              <mc:Choice xmlns:v="urn:schemas-microsoft-com:vml" Requires="v">
                <p:oleObj spid="_x0000_s304151" name="公式" r:id="rId11" imgW="761760" imgH="419040" progId="Equation.3">
                  <p:embed/>
                </p:oleObj>
              </mc:Choice>
              <mc:Fallback>
                <p:oleObj name="公式" r:id="rId11" imgW="761760" imgH="419040" progId="Equation.3">
                  <p:embed/>
                  <p:pic>
                    <p:nvPicPr>
                      <p:cNvPr id="0" name="Object 8"/>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47957" y="1457164"/>
                        <a:ext cx="1541813" cy="848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4"/>
          <p:cNvSpPr>
            <a:spLocks noChangeArrowheads="1"/>
          </p:cNvSpPr>
          <p:nvPr/>
        </p:nvSpPr>
        <p:spPr bwMode="auto">
          <a:xfrm>
            <a:off x="2716783" y="3706997"/>
            <a:ext cx="3356372" cy="461665"/>
          </a:xfrm>
          <a:prstGeom prst="rect">
            <a:avLst/>
          </a:prstGeom>
          <a:noFill/>
          <a:ln w="9525">
            <a:noFill/>
            <a:miter lim="800000"/>
            <a:headEnd/>
            <a:tailEnd/>
          </a:ln>
        </p:spPr>
        <p:txBody>
          <a:bodyPr>
            <a:spAutoFit/>
          </a:bodyPr>
          <a:lstStyle/>
          <a:p>
            <a:pPr>
              <a:spcBef>
                <a:spcPct val="50000"/>
              </a:spcBef>
            </a:pPr>
            <a:r>
              <a:rPr kumimoji="1" lang="zh-CN" altLang="en-US" sz="2400" b="1" dirty="0">
                <a:solidFill>
                  <a:srgbClr val="000000"/>
                </a:solidFill>
                <a:latin typeface="Times New Roman" pitchFamily="18" charset="0"/>
              </a:rPr>
              <a:t>积分形式：</a:t>
            </a:r>
          </a:p>
        </p:txBody>
      </p:sp>
      <p:grpSp>
        <p:nvGrpSpPr>
          <p:cNvPr id="14" name="组合 13"/>
          <p:cNvGrpSpPr/>
          <p:nvPr/>
        </p:nvGrpSpPr>
        <p:grpSpPr>
          <a:xfrm>
            <a:off x="1797621" y="2762011"/>
            <a:ext cx="4971256" cy="546498"/>
            <a:chOff x="683122" y="3564433"/>
            <a:chExt cx="6628342" cy="728663"/>
          </a:xfrm>
        </p:grpSpPr>
        <p:graphicFrame>
          <p:nvGraphicFramePr>
            <p:cNvPr id="8" name="Object 2"/>
            <p:cNvGraphicFramePr>
              <a:graphicFrameLocks noChangeAspect="1"/>
            </p:cNvGraphicFramePr>
            <p:nvPr>
              <p:extLst>
                <p:ext uri="{D42A27DB-BD31-4B8C-83A1-F6EECF244321}">
                  <p14:modId xmlns:p14="http://schemas.microsoft.com/office/powerpoint/2010/main" val="513839942"/>
                </p:ext>
              </p:extLst>
            </p:nvPr>
          </p:nvGraphicFramePr>
          <p:xfrm>
            <a:off x="4047659" y="3595141"/>
            <a:ext cx="3263805" cy="697407"/>
          </p:xfrm>
          <a:graphic>
            <a:graphicData uri="http://schemas.openxmlformats.org/presentationml/2006/ole">
              <mc:AlternateContent xmlns:mc="http://schemas.openxmlformats.org/markup-compatibility/2006">
                <mc:Choice xmlns:v="urn:schemas-microsoft-com:vml" Requires="v">
                  <p:oleObj spid="_x0000_s304152" name="Equation" r:id="rId13" imgW="977760" imgH="241200" progId="Equation.DSMT4">
                    <p:embed/>
                  </p:oleObj>
                </mc:Choice>
                <mc:Fallback>
                  <p:oleObj name="Equation" r:id="rId13" imgW="977760" imgH="241200" progId="Equation.DSMT4">
                    <p:embed/>
                    <p:pic>
                      <p:nvPicPr>
                        <p:cNvPr id="0" name="Object 2"/>
                        <p:cNvPicPr>
                          <a:picLocks noChangeAspect="1" noChangeArrowheads="1"/>
                        </p:cNvPicPr>
                        <p:nvPr/>
                      </p:nvPicPr>
                      <p:blipFill>
                        <a:blip r:embed="rId14"/>
                        <a:srcRect/>
                        <a:stretch>
                          <a:fillRect/>
                        </a:stretch>
                      </p:blipFill>
                      <p:spPr bwMode="auto">
                        <a:xfrm>
                          <a:off x="4047659" y="3595141"/>
                          <a:ext cx="3263805" cy="697407"/>
                        </a:xfrm>
                        <a:prstGeom prst="rect">
                          <a:avLst/>
                        </a:prstGeom>
                        <a:noFill/>
                        <a:ln>
                          <a:noFill/>
                        </a:ln>
                        <a:extLst/>
                      </p:spPr>
                    </p:pic>
                  </p:oleObj>
                </mc:Fallback>
              </mc:AlternateContent>
            </a:graphicData>
          </a:graphic>
        </p:graphicFrame>
        <p:grpSp>
          <p:nvGrpSpPr>
            <p:cNvPr id="11" name="Group 9"/>
            <p:cNvGrpSpPr>
              <a:grpSpLocks/>
            </p:cNvGrpSpPr>
            <p:nvPr/>
          </p:nvGrpSpPr>
          <p:grpSpPr bwMode="auto">
            <a:xfrm>
              <a:off x="683122" y="3564433"/>
              <a:ext cx="3170238" cy="728663"/>
              <a:chOff x="430" y="527"/>
              <a:chExt cx="1997" cy="459"/>
            </a:xfrm>
          </p:grpSpPr>
          <p:sp>
            <p:nvSpPr>
              <p:cNvPr id="12" name="Text Box 7"/>
              <p:cNvSpPr txBox="1">
                <a:spLocks noChangeArrowheads="1"/>
              </p:cNvSpPr>
              <p:nvPr/>
            </p:nvSpPr>
            <p:spPr bwMode="auto">
              <a:xfrm>
                <a:off x="1202" y="572"/>
                <a:ext cx="1225" cy="388"/>
              </a:xfrm>
              <a:prstGeom prst="rect">
                <a:avLst/>
              </a:prstGeom>
              <a:noFill/>
              <a:ln w="9525">
                <a:noFill/>
                <a:miter lim="800000"/>
                <a:headEnd/>
                <a:tailEnd/>
              </a:ln>
            </p:spPr>
            <p:txBody>
              <a:bodyPr>
                <a:spAutoFit/>
              </a:bodyPr>
              <a:lstStyle/>
              <a:p>
                <a:pPr>
                  <a:spcBef>
                    <a:spcPct val="50000"/>
                  </a:spcBef>
                </a:pPr>
                <a:r>
                  <a:rPr lang="zh-CN" altLang="en-US" sz="2400" b="1" dirty="0" smtClean="0">
                    <a:solidFill>
                      <a:srgbClr val="0000FF"/>
                    </a:solidFill>
                  </a:rPr>
                  <a:t>理想气体：</a:t>
                </a:r>
                <a:endParaRPr lang="zh-CN" altLang="en-US" sz="2400" b="1" dirty="0">
                  <a:solidFill>
                    <a:srgbClr val="0000FF"/>
                  </a:solidFill>
                </a:endParaRPr>
              </a:p>
            </p:txBody>
          </p:sp>
          <p:graphicFrame>
            <p:nvGraphicFramePr>
              <p:cNvPr id="13" name="Object 8"/>
              <p:cNvGraphicFramePr>
                <a:graphicFrameLocks noChangeAspect="1"/>
              </p:cNvGraphicFramePr>
              <p:nvPr/>
            </p:nvGraphicFramePr>
            <p:xfrm>
              <a:off x="430" y="527"/>
              <a:ext cx="816" cy="459"/>
            </p:xfrm>
            <a:graphic>
              <a:graphicData uri="http://schemas.openxmlformats.org/presentationml/2006/ole">
                <mc:AlternateContent xmlns:mc="http://schemas.openxmlformats.org/markup-compatibility/2006">
                  <mc:Choice xmlns:v="urn:schemas-microsoft-com:vml" Requires="v">
                    <p:oleObj spid="_x0000_s304153" name="Equation" r:id="rId15" imgW="406080" imgH="228600" progId="Equation.DSMT4">
                      <p:embed/>
                    </p:oleObj>
                  </mc:Choice>
                  <mc:Fallback>
                    <p:oleObj name="Equation" r:id="rId15" imgW="406080" imgH="22860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0" y="527"/>
                            <a:ext cx="816" cy="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17418" name="Object 2"/>
          <p:cNvGraphicFramePr>
            <a:graphicFrameLocks noChangeAspect="1"/>
          </p:cNvGraphicFramePr>
          <p:nvPr>
            <p:extLst>
              <p:ext uri="{D42A27DB-BD31-4B8C-83A1-F6EECF244321}">
                <p14:modId xmlns:p14="http://schemas.microsoft.com/office/powerpoint/2010/main" val="817516508"/>
              </p:ext>
            </p:extLst>
          </p:nvPr>
        </p:nvGraphicFramePr>
        <p:xfrm>
          <a:off x="4394969" y="3720341"/>
          <a:ext cx="1933575" cy="434975"/>
        </p:xfrm>
        <a:graphic>
          <a:graphicData uri="http://schemas.openxmlformats.org/presentationml/2006/ole">
            <mc:AlternateContent xmlns:mc="http://schemas.openxmlformats.org/markup-compatibility/2006">
              <mc:Choice xmlns:v="urn:schemas-microsoft-com:vml" Requires="v">
                <p:oleObj spid="_x0000_s304154" name="Equation" r:id="rId17" imgW="952200" imgH="241200" progId="Equation.DSMT4">
                  <p:embed/>
                </p:oleObj>
              </mc:Choice>
              <mc:Fallback>
                <p:oleObj name="Equation" r:id="rId17" imgW="952200" imgH="241200" progId="Equation.DSMT4">
                  <p:embed/>
                  <p:pic>
                    <p:nvPicPr>
                      <p:cNvPr id="0" name="Picture 10"/>
                      <p:cNvPicPr>
                        <a:picLocks noChangeAspect="1" noChangeArrowheads="1"/>
                      </p:cNvPicPr>
                      <p:nvPr/>
                    </p:nvPicPr>
                    <p:blipFill>
                      <a:blip r:embed="rId18"/>
                      <a:srcRect/>
                      <a:stretch>
                        <a:fillRect/>
                      </a:stretch>
                    </p:blipFill>
                    <p:spPr bwMode="auto">
                      <a:xfrm>
                        <a:off x="4394969" y="3720341"/>
                        <a:ext cx="1933575" cy="434975"/>
                      </a:xfrm>
                      <a:prstGeom prst="rect">
                        <a:avLst/>
                      </a:prstGeom>
                      <a:noFill/>
                      <a:extLst/>
                    </p:spPr>
                  </p:pic>
                </p:oleObj>
              </mc:Fallback>
            </mc:AlternateContent>
          </a:graphicData>
        </a:graphic>
      </p:graphicFrame>
      <p:sp>
        <p:nvSpPr>
          <p:cNvPr id="17" name="右箭头 16"/>
          <p:cNvSpPr/>
          <p:nvPr/>
        </p:nvSpPr>
        <p:spPr>
          <a:xfrm flipV="1">
            <a:off x="3724710" y="1866227"/>
            <a:ext cx="387548" cy="191963"/>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72"/>
                                        </p:tgtEl>
                                        <p:attrNameLst>
                                          <p:attrName>style.visibility</p:attrName>
                                        </p:attrNameLst>
                                      </p:cBhvr>
                                      <p:to>
                                        <p:strVal val="visible"/>
                                      </p:to>
                                    </p:set>
                                    <p:animEffect transition="in" filter="blinds(horizontal)">
                                      <p:cBhvr>
                                        <p:cTn id="7" dur="500"/>
                                        <p:tgtEl>
                                          <p:spTgt spid="624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62471"/>
                                        </p:tgtEl>
                                        <p:attrNameLst>
                                          <p:attrName>style.visibility</p:attrName>
                                        </p:attrNameLst>
                                      </p:cBhvr>
                                      <p:to>
                                        <p:strVal val="visible"/>
                                      </p:to>
                                    </p:set>
                                    <p:animEffect transition="in" filter="blinds(horizontal)">
                                      <p:cBhvr>
                                        <p:cTn id="16" dur="500"/>
                                        <p:tgtEl>
                                          <p:spTgt spid="6247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7418"/>
                                        </p:tgtEl>
                                        <p:attrNameLst>
                                          <p:attrName>style.visibility</p:attrName>
                                        </p:attrNameLst>
                                      </p:cBhvr>
                                      <p:to>
                                        <p:strVal val="visible"/>
                                      </p:to>
                                    </p:set>
                                    <p:animEffect transition="in" filter="wipe(left)">
                                      <p:cBhvr>
                                        <p:cTn id="31"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extLst>
              <p:ext uri="{D42A27DB-BD31-4B8C-83A1-F6EECF244321}">
                <p14:modId xmlns:p14="http://schemas.microsoft.com/office/powerpoint/2010/main" val="2073417133"/>
              </p:ext>
            </p:extLst>
          </p:nvPr>
        </p:nvGraphicFramePr>
        <p:xfrm>
          <a:off x="2157413" y="260033"/>
          <a:ext cx="4152900" cy="540544"/>
        </p:xfrm>
        <a:graphic>
          <a:graphicData uri="http://schemas.openxmlformats.org/presentationml/2006/ole">
            <mc:AlternateContent xmlns:mc="http://schemas.openxmlformats.org/markup-compatibility/2006">
              <mc:Choice xmlns:v="urn:schemas-microsoft-com:vml" Requires="v">
                <p:oleObj spid="_x0000_s19304" name="Equation" r:id="rId3" imgW="1650960" imgH="241200" progId="Equation.DSMT4">
                  <p:embed/>
                </p:oleObj>
              </mc:Choice>
              <mc:Fallback>
                <p:oleObj name="Equation" r:id="rId3" imgW="1650960" imgH="241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7413" y="260033"/>
                        <a:ext cx="4152900" cy="540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491" name="Object 3"/>
          <p:cNvGraphicFramePr>
            <a:graphicFrameLocks noChangeAspect="1"/>
          </p:cNvGraphicFramePr>
          <p:nvPr>
            <p:extLst>
              <p:ext uri="{D42A27DB-BD31-4B8C-83A1-F6EECF244321}">
                <p14:modId xmlns:p14="http://schemas.microsoft.com/office/powerpoint/2010/main" val="2863526891"/>
              </p:ext>
            </p:extLst>
          </p:nvPr>
        </p:nvGraphicFramePr>
        <p:xfrm>
          <a:off x="4734019" y="911178"/>
          <a:ext cx="1860675" cy="486054"/>
        </p:xfrm>
        <a:graphic>
          <a:graphicData uri="http://schemas.openxmlformats.org/presentationml/2006/ole">
            <mc:AlternateContent xmlns:mc="http://schemas.openxmlformats.org/markup-compatibility/2006">
              <mc:Choice xmlns:v="urn:schemas-microsoft-com:vml" Requires="v">
                <p:oleObj spid="_x0000_s19305" name="公式" r:id="rId5" imgW="761760" imgH="203040" progId="Equation.3">
                  <p:embed/>
                </p:oleObj>
              </mc:Choice>
              <mc:Fallback>
                <p:oleObj name="公式" r:id="rId5" imgW="761760" imgH="2030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4019" y="911178"/>
                        <a:ext cx="1860675" cy="48605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492" name="Object 4"/>
          <p:cNvGraphicFramePr>
            <a:graphicFrameLocks noChangeAspect="1"/>
          </p:cNvGraphicFramePr>
          <p:nvPr>
            <p:extLst>
              <p:ext uri="{D42A27DB-BD31-4B8C-83A1-F6EECF244321}">
                <p14:modId xmlns:p14="http://schemas.microsoft.com/office/powerpoint/2010/main" val="3501775298"/>
              </p:ext>
            </p:extLst>
          </p:nvPr>
        </p:nvGraphicFramePr>
        <p:xfrm>
          <a:off x="3653323" y="2222536"/>
          <a:ext cx="2538857" cy="554775"/>
        </p:xfrm>
        <a:graphic>
          <a:graphicData uri="http://schemas.openxmlformats.org/presentationml/2006/ole">
            <mc:AlternateContent xmlns:mc="http://schemas.openxmlformats.org/markup-compatibility/2006">
              <mc:Choice xmlns:v="urn:schemas-microsoft-com:vml" Requires="v">
                <p:oleObj spid="_x0000_s19306" name="公式" r:id="rId7" imgW="990360" imgH="241200" progId="Equation.3">
                  <p:embed/>
                </p:oleObj>
              </mc:Choice>
              <mc:Fallback>
                <p:oleObj name="公式" r:id="rId7" imgW="990360" imgH="241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3323" y="2222536"/>
                        <a:ext cx="2538857" cy="554775"/>
                      </a:xfrm>
                      <a:prstGeom prst="rect">
                        <a:avLst/>
                      </a:prstGeom>
                      <a:gradFill rotWithShape="0">
                        <a:gsLst>
                          <a:gs pos="0">
                            <a:schemeClr val="accent1">
                              <a:alpha val="39999"/>
                            </a:schemeClr>
                          </a:gs>
                          <a:gs pos="50000">
                            <a:srgbClr val="FFFFFF"/>
                          </a:gs>
                          <a:gs pos="100000">
                            <a:schemeClr val="accent1">
                              <a:alpha val="39999"/>
                            </a:schemeClr>
                          </a:gs>
                        </a:gsLst>
                        <a:lin ang="5400000" scaled="1"/>
                      </a:gradFill>
                      <a:ln w="12700">
                        <a:solidFill>
                          <a:schemeClr val="tx2"/>
                        </a:solidFill>
                        <a:miter lim="800000"/>
                        <a:headEnd/>
                        <a:tailEnd/>
                      </a:ln>
                    </p:spPr>
                  </p:pic>
                </p:oleObj>
              </mc:Fallback>
            </mc:AlternateContent>
          </a:graphicData>
        </a:graphic>
      </p:graphicFrame>
      <p:graphicFrame>
        <p:nvGraphicFramePr>
          <p:cNvPr id="63493" name="Object 5"/>
          <p:cNvGraphicFramePr>
            <a:graphicFrameLocks noChangeAspect="1"/>
          </p:cNvGraphicFramePr>
          <p:nvPr>
            <p:extLst>
              <p:ext uri="{D42A27DB-BD31-4B8C-83A1-F6EECF244321}">
                <p14:modId xmlns:p14="http://schemas.microsoft.com/office/powerpoint/2010/main" val="2127130107"/>
              </p:ext>
            </p:extLst>
          </p:nvPr>
        </p:nvGraphicFramePr>
        <p:xfrm>
          <a:off x="2195737" y="911178"/>
          <a:ext cx="1944215" cy="483315"/>
        </p:xfrm>
        <a:graphic>
          <a:graphicData uri="http://schemas.openxmlformats.org/presentationml/2006/ole">
            <mc:AlternateContent xmlns:mc="http://schemas.openxmlformats.org/markup-compatibility/2006">
              <mc:Choice xmlns:v="urn:schemas-microsoft-com:vml" Requires="v">
                <p:oleObj spid="_x0000_s19307" name="公式" r:id="rId9" imgW="825480" imgH="228600" progId="Equation.3">
                  <p:embed/>
                </p:oleObj>
              </mc:Choice>
              <mc:Fallback>
                <p:oleObj name="公式" r:id="rId9" imgW="825480" imgH="2286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737" y="911178"/>
                        <a:ext cx="1944215" cy="483315"/>
                      </a:xfrm>
                      <a:prstGeom prst="rect">
                        <a:avLst/>
                      </a:prstGeom>
                      <a:noFill/>
                      <a:ln w="12700">
                        <a:solidFill>
                          <a:srgbClr val="CC00CC"/>
                        </a:solidFill>
                        <a:miter lim="800000"/>
                        <a:headEnd/>
                        <a:tailEnd/>
                      </a:ln>
                      <a:extLst>
                        <a:ext uri="{909E8E84-426E-40DD-AFC4-6F175D3DCCD1}">
                          <a14:hiddenFill xmlns:a14="http://schemas.microsoft.com/office/drawing/2010/main">
                            <a:solidFill>
                              <a:srgbClr val="FEEFFF"/>
                            </a:solidFill>
                          </a14:hiddenFill>
                        </a:ext>
                      </a:extLst>
                    </p:spPr>
                  </p:pic>
                </p:oleObj>
              </mc:Fallback>
            </mc:AlternateContent>
          </a:graphicData>
        </a:graphic>
      </p:graphicFrame>
      <p:sp>
        <p:nvSpPr>
          <p:cNvPr id="63494" name="Text Box 6"/>
          <p:cNvSpPr txBox="1">
            <a:spLocks noChangeArrowheads="1"/>
          </p:cNvSpPr>
          <p:nvPr/>
        </p:nvSpPr>
        <p:spPr bwMode="auto">
          <a:xfrm>
            <a:off x="1525191" y="1698423"/>
            <a:ext cx="6326981" cy="461665"/>
          </a:xfrm>
          <a:prstGeom prst="rect">
            <a:avLst/>
          </a:prstGeom>
          <a:noFill/>
          <a:ln w="9525">
            <a:noFill/>
            <a:miter lim="800000"/>
            <a:headEnd/>
            <a:tailEnd/>
          </a:ln>
        </p:spPr>
        <p:txBody>
          <a:bodyPr>
            <a:spAutoFit/>
          </a:bodyPr>
          <a:lstStyle/>
          <a:p>
            <a:pPr>
              <a:spcBef>
                <a:spcPct val="50000"/>
              </a:spcBef>
              <a:buFontTx/>
              <a:buBlip>
                <a:blip r:embed="rId11"/>
              </a:buBlip>
            </a:pPr>
            <a:r>
              <a:rPr lang="en-US" altLang="zh-CN" sz="2400" b="1">
                <a:solidFill>
                  <a:srgbClr val="1C1C1C"/>
                </a:solidFill>
                <a:latin typeface="Times New Roman" pitchFamily="18" charset="0"/>
              </a:rPr>
              <a:t>  </a:t>
            </a:r>
            <a:r>
              <a:rPr lang="zh-CN" altLang="en-US" sz="2400" b="1">
                <a:solidFill>
                  <a:srgbClr val="1C1C1C"/>
                </a:solidFill>
                <a:latin typeface="Times New Roman" pitchFamily="18" charset="0"/>
              </a:rPr>
              <a:t>可得摩尔</a:t>
            </a:r>
            <a:r>
              <a:rPr lang="zh-CN" altLang="en-US" sz="2400" b="1">
                <a:solidFill>
                  <a:srgbClr val="1C1C1C"/>
                </a:solidFill>
              </a:rPr>
              <a:t>定压</a:t>
            </a:r>
            <a:r>
              <a:rPr lang="zh-CN" altLang="en-US" sz="2400" b="1">
                <a:solidFill>
                  <a:srgbClr val="1C1C1C"/>
                </a:solidFill>
                <a:latin typeface="Times New Roman" pitchFamily="18" charset="0"/>
              </a:rPr>
              <a:t>热容和摩尔</a:t>
            </a:r>
            <a:r>
              <a:rPr lang="zh-CN" altLang="en-US" sz="2400" b="1">
                <a:solidFill>
                  <a:srgbClr val="1C1C1C"/>
                </a:solidFill>
              </a:rPr>
              <a:t>定体</a:t>
            </a:r>
            <a:r>
              <a:rPr lang="zh-CN" altLang="en-US" sz="2400" b="1">
                <a:solidFill>
                  <a:srgbClr val="1C1C1C"/>
                </a:solidFill>
                <a:latin typeface="Times New Roman" pitchFamily="18" charset="0"/>
              </a:rPr>
              <a:t>热容的关系</a:t>
            </a:r>
          </a:p>
        </p:txBody>
      </p:sp>
      <p:sp>
        <p:nvSpPr>
          <p:cNvPr id="63495" name="Text Box 7"/>
          <p:cNvSpPr txBox="1">
            <a:spLocks noChangeArrowheads="1"/>
          </p:cNvSpPr>
          <p:nvPr/>
        </p:nvSpPr>
        <p:spPr bwMode="auto">
          <a:xfrm>
            <a:off x="1525191" y="3997144"/>
            <a:ext cx="2686050" cy="461665"/>
          </a:xfrm>
          <a:prstGeom prst="rect">
            <a:avLst/>
          </a:prstGeom>
          <a:noFill/>
          <a:ln w="9525">
            <a:noFill/>
            <a:miter lim="800000"/>
            <a:headEnd/>
            <a:tailEnd/>
          </a:ln>
        </p:spPr>
        <p:txBody>
          <a:bodyPr>
            <a:spAutoFit/>
          </a:bodyPr>
          <a:lstStyle/>
          <a:p>
            <a:pPr>
              <a:spcBef>
                <a:spcPct val="50000"/>
              </a:spcBef>
              <a:buFontTx/>
              <a:buBlip>
                <a:blip r:embed="rId11"/>
              </a:buBlip>
            </a:pPr>
            <a:r>
              <a:rPr kumimoji="1" lang="en-US" altLang="zh-CN" sz="2400" b="1">
                <a:solidFill>
                  <a:srgbClr val="000000"/>
                </a:solidFill>
                <a:latin typeface="Times New Roman" pitchFamily="18" charset="0"/>
              </a:rPr>
              <a:t>  </a:t>
            </a:r>
            <a:r>
              <a:rPr kumimoji="1" lang="zh-CN" altLang="en-US" sz="2400" b="1">
                <a:solidFill>
                  <a:srgbClr val="000000"/>
                </a:solidFill>
                <a:latin typeface="Times New Roman" pitchFamily="18" charset="0"/>
              </a:rPr>
              <a:t>摩尔热容比</a:t>
            </a:r>
            <a:r>
              <a:rPr kumimoji="1" lang="zh-CN" altLang="en-US" sz="2400" b="1">
                <a:solidFill>
                  <a:srgbClr val="CC0000"/>
                </a:solidFill>
                <a:latin typeface="Times New Roman" pitchFamily="18" charset="0"/>
              </a:rPr>
              <a:t> </a:t>
            </a:r>
            <a:endParaRPr kumimoji="1" lang="zh-CN" altLang="en-US" sz="2400" b="1">
              <a:solidFill>
                <a:srgbClr val="A50021"/>
              </a:solidFill>
              <a:latin typeface="Times New Roman" pitchFamily="18" charset="0"/>
            </a:endParaRPr>
          </a:p>
        </p:txBody>
      </p:sp>
      <p:graphicFrame>
        <p:nvGraphicFramePr>
          <p:cNvPr id="63496" name="Object 8"/>
          <p:cNvGraphicFramePr>
            <a:graphicFrameLocks noChangeAspect="1"/>
          </p:cNvGraphicFramePr>
          <p:nvPr>
            <p:extLst>
              <p:ext uri="{D42A27DB-BD31-4B8C-83A1-F6EECF244321}">
                <p14:modId xmlns:p14="http://schemas.microsoft.com/office/powerpoint/2010/main" val="3721716858"/>
              </p:ext>
            </p:extLst>
          </p:nvPr>
        </p:nvGraphicFramePr>
        <p:xfrm>
          <a:off x="3812597" y="3940846"/>
          <a:ext cx="1726430" cy="543781"/>
        </p:xfrm>
        <a:graphic>
          <a:graphicData uri="http://schemas.openxmlformats.org/presentationml/2006/ole">
            <mc:AlternateContent xmlns:mc="http://schemas.openxmlformats.org/markup-compatibility/2006">
              <mc:Choice xmlns:v="urn:schemas-microsoft-com:vml" Requires="v">
                <p:oleObj spid="_x0000_s19308" name="公式" r:id="rId12" imgW="914400" imgH="241200" progId="Equation.3">
                  <p:embed/>
                </p:oleObj>
              </mc:Choice>
              <mc:Fallback>
                <p:oleObj name="公式" r:id="rId12" imgW="914400" imgH="2412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2597" y="3940846"/>
                        <a:ext cx="1726430" cy="543781"/>
                      </a:xfrm>
                      <a:prstGeom prst="rect">
                        <a:avLst/>
                      </a:prstGeom>
                      <a:gradFill rotWithShape="0">
                        <a:gsLst>
                          <a:gs pos="0">
                            <a:schemeClr val="accent1">
                              <a:alpha val="30000"/>
                            </a:schemeClr>
                          </a:gs>
                          <a:gs pos="50000">
                            <a:srgbClr val="FFFFFF"/>
                          </a:gs>
                          <a:gs pos="100000">
                            <a:schemeClr val="accent1">
                              <a:alpha val="30000"/>
                            </a:schemeClr>
                          </a:gs>
                        </a:gsLst>
                        <a:lin ang="5400000" scaled="1"/>
                      </a:gradFill>
                      <a:ln w="12700">
                        <a:solidFill>
                          <a:schemeClr val="tx2"/>
                        </a:solidFill>
                        <a:miter lim="800000"/>
                        <a:headEnd/>
                        <a:tailEnd/>
                      </a:ln>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46349718"/>
              </p:ext>
            </p:extLst>
          </p:nvPr>
        </p:nvGraphicFramePr>
        <p:xfrm>
          <a:off x="3370660" y="2889648"/>
          <a:ext cx="1706165" cy="802481"/>
        </p:xfrm>
        <a:graphic>
          <a:graphicData uri="http://schemas.openxmlformats.org/presentationml/2006/ole">
            <mc:AlternateContent xmlns:mc="http://schemas.openxmlformats.org/markup-compatibility/2006">
              <mc:Choice xmlns:v="urn:schemas-microsoft-com:vml" Requires="v">
                <p:oleObj spid="_x0000_s19309" name="Equation" r:id="rId14" imgW="812520" imgH="393480" progId="Equation.DSMT4">
                  <p:embed/>
                </p:oleObj>
              </mc:Choice>
              <mc:Fallback>
                <p:oleObj name="Equation" r:id="rId14" imgW="812520" imgH="393480" progId="Equation.DSMT4">
                  <p:embed/>
                  <p:pic>
                    <p:nvPicPr>
                      <p:cNvPr id="0" name="Object 13"/>
                      <p:cNvPicPr>
                        <a:picLocks noChangeAspect="1" noChangeArrowheads="1"/>
                      </p:cNvPicPr>
                      <p:nvPr/>
                    </p:nvPicPr>
                    <p:blipFill>
                      <a:blip r:embed="rId15"/>
                      <a:srcRect/>
                      <a:stretch>
                        <a:fillRect/>
                      </a:stretch>
                    </p:blipFill>
                    <p:spPr bwMode="auto">
                      <a:xfrm>
                        <a:off x="3370660" y="2889648"/>
                        <a:ext cx="1706165" cy="80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117136206"/>
              </p:ext>
            </p:extLst>
          </p:nvPr>
        </p:nvGraphicFramePr>
        <p:xfrm>
          <a:off x="5561887" y="2889648"/>
          <a:ext cx="2078831" cy="802481"/>
        </p:xfrm>
        <a:graphic>
          <a:graphicData uri="http://schemas.openxmlformats.org/presentationml/2006/ole">
            <mc:AlternateContent xmlns:mc="http://schemas.openxmlformats.org/markup-compatibility/2006">
              <mc:Choice xmlns:v="urn:schemas-microsoft-com:vml" Requires="v">
                <p:oleObj spid="_x0000_s19310" name="Equation" r:id="rId16" imgW="990360" imgH="393480" progId="Equation.DSMT4">
                  <p:embed/>
                </p:oleObj>
              </mc:Choice>
              <mc:Fallback>
                <p:oleObj name="Equation" r:id="rId16" imgW="990360" imgH="393480" progId="Equation.DSMT4">
                  <p:embed/>
                  <p:pic>
                    <p:nvPicPr>
                      <p:cNvPr id="0" name=""/>
                      <p:cNvPicPr>
                        <a:picLocks noChangeAspect="1" noChangeArrowheads="1"/>
                      </p:cNvPicPr>
                      <p:nvPr/>
                    </p:nvPicPr>
                    <p:blipFill>
                      <a:blip r:embed="rId17"/>
                      <a:srcRect/>
                      <a:stretch>
                        <a:fillRect/>
                      </a:stretch>
                    </p:blipFill>
                    <p:spPr bwMode="auto">
                      <a:xfrm>
                        <a:off x="5561887" y="2889648"/>
                        <a:ext cx="2078831" cy="80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blinds(vertical)">
                                      <p:cBhvr>
                                        <p:cTn id="7" dur="500"/>
                                        <p:tgtEl>
                                          <p:spTgt spid="634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3491"/>
                                        </p:tgtEl>
                                        <p:attrNameLst>
                                          <p:attrName>style.visibility</p:attrName>
                                        </p:attrNameLst>
                                      </p:cBhvr>
                                      <p:to>
                                        <p:strVal val="visible"/>
                                      </p:to>
                                    </p:set>
                                    <p:animEffect transition="in" filter="blinds(horizontal)">
                                      <p:cBhvr>
                                        <p:cTn id="12" dur="500"/>
                                        <p:tgtEl>
                                          <p:spTgt spid="6349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494"/>
                                        </p:tgtEl>
                                        <p:attrNameLst>
                                          <p:attrName>style.visibility</p:attrName>
                                        </p:attrNameLst>
                                      </p:cBhvr>
                                      <p:to>
                                        <p:strVal val="visible"/>
                                      </p:to>
                                    </p:set>
                                    <p:animEffect transition="in" filter="blinds(horizontal)">
                                      <p:cBhvr>
                                        <p:cTn id="17" dur="500"/>
                                        <p:tgtEl>
                                          <p:spTgt spid="6349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3492"/>
                                        </p:tgtEl>
                                        <p:attrNameLst>
                                          <p:attrName>style.visibility</p:attrName>
                                        </p:attrNameLst>
                                      </p:cBhvr>
                                      <p:to>
                                        <p:strVal val="visible"/>
                                      </p:to>
                                    </p:set>
                                    <p:animEffect transition="in" filter="box(in)">
                                      <p:cBhvr>
                                        <p:cTn id="22" dur="500"/>
                                        <p:tgtEl>
                                          <p:spTgt spid="634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3495"/>
                                        </p:tgtEl>
                                        <p:attrNameLst>
                                          <p:attrName>style.visibility</p:attrName>
                                        </p:attrNameLst>
                                      </p:cBhvr>
                                      <p:to>
                                        <p:strVal val="visible"/>
                                      </p:to>
                                    </p:set>
                                    <p:animEffect transition="in" filter="blinds(horizontal)">
                                      <p:cBhvr>
                                        <p:cTn id="37" dur="500"/>
                                        <p:tgtEl>
                                          <p:spTgt spid="63495"/>
                                        </p:tgtEl>
                                      </p:cBhvr>
                                    </p:animEffect>
                                  </p:childTnLst>
                                </p:cTn>
                              </p:par>
                              <p:par>
                                <p:cTn id="38" presetID="3" presetClass="entr" presetSubtype="10" fill="hold" nodeType="withEffect">
                                  <p:stCondLst>
                                    <p:cond delay="0"/>
                                  </p:stCondLst>
                                  <p:childTnLst>
                                    <p:set>
                                      <p:cBhvr>
                                        <p:cTn id="39" dur="1" fill="hold">
                                          <p:stCondLst>
                                            <p:cond delay="0"/>
                                          </p:stCondLst>
                                        </p:cTn>
                                        <p:tgtEl>
                                          <p:spTgt spid="63496"/>
                                        </p:tgtEl>
                                        <p:attrNameLst>
                                          <p:attrName>style.visibility</p:attrName>
                                        </p:attrNameLst>
                                      </p:cBhvr>
                                      <p:to>
                                        <p:strVal val="visible"/>
                                      </p:to>
                                    </p:set>
                                    <p:animEffect transition="in" filter="blinds(horizontal)">
                                      <p:cBhvr>
                                        <p:cTn id="40" dur="500"/>
                                        <p:tgtEl>
                                          <p:spTgt spid="63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autoUpdateAnimBg="0"/>
      <p:bldP spid="6349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Text Box 3"/>
          <p:cNvSpPr txBox="1">
            <a:spLocks noChangeArrowheads="1"/>
          </p:cNvSpPr>
          <p:nvPr/>
        </p:nvSpPr>
        <p:spPr bwMode="auto">
          <a:xfrm>
            <a:off x="630601" y="451486"/>
            <a:ext cx="7682819" cy="3873368"/>
          </a:xfrm>
          <a:prstGeom prst="rect">
            <a:avLst/>
          </a:prstGeom>
          <a:noFill/>
          <a:ln w="9525">
            <a:noFill/>
            <a:miter lim="800000"/>
            <a:headEnd/>
            <a:tailEnd/>
          </a:ln>
          <a:effectLst/>
        </p:spPr>
        <p:txBody>
          <a:bodyPr wrap="square">
            <a:spAutoFit/>
          </a:bodyPr>
          <a:lstStyle/>
          <a:p>
            <a:pPr>
              <a:lnSpc>
                <a:spcPct val="130000"/>
              </a:lnSpc>
            </a:pPr>
            <a:r>
              <a:rPr kumimoji="1" lang="zh-CN" altLang="en-US" sz="2100" b="1" dirty="0">
                <a:solidFill>
                  <a:srgbClr val="CC0000"/>
                </a:solidFill>
                <a:latin typeface="Times New Roman" pitchFamily="18" charset="0"/>
                <a:ea typeface="宋体" pitchFamily="2" charset="-122"/>
              </a:rPr>
              <a:t>例</a:t>
            </a:r>
            <a:r>
              <a:rPr kumimoji="1" lang="en-US" altLang="zh-CN" sz="2100" b="1" dirty="0">
                <a:solidFill>
                  <a:srgbClr val="CC0000"/>
                </a:solidFill>
                <a:latin typeface="Times New Roman" pitchFamily="18" charset="0"/>
                <a:ea typeface="宋体" pitchFamily="2" charset="-122"/>
              </a:rPr>
              <a:t>1   </a:t>
            </a:r>
            <a:r>
              <a:rPr kumimoji="1" lang="en-US" altLang="zh-CN" sz="2100" b="1" dirty="0">
                <a:solidFill>
                  <a:srgbClr val="000000"/>
                </a:solidFill>
                <a:latin typeface="Times New Roman" pitchFamily="18" charset="0"/>
                <a:ea typeface="宋体" pitchFamily="2" charset="-122"/>
              </a:rPr>
              <a:t>  </a:t>
            </a:r>
            <a:r>
              <a:rPr kumimoji="1" lang="zh-CN" altLang="en-US" sz="2100" b="1" dirty="0">
                <a:solidFill>
                  <a:srgbClr val="000000"/>
                </a:solidFill>
                <a:latin typeface="Times New Roman" pitchFamily="18" charset="0"/>
                <a:ea typeface="宋体" pitchFamily="2" charset="-122"/>
              </a:rPr>
              <a:t>一系统由图中所示的状态</a:t>
            </a:r>
            <a:r>
              <a:rPr kumimoji="1" lang="en-US" altLang="zh-CN" sz="2100" b="1" i="1" dirty="0">
                <a:solidFill>
                  <a:srgbClr val="000000"/>
                </a:solidFill>
                <a:latin typeface="Times New Roman" pitchFamily="18" charset="0"/>
                <a:ea typeface="宋体" pitchFamily="2" charset="-122"/>
              </a:rPr>
              <a:t>a</a:t>
            </a:r>
            <a:r>
              <a:rPr kumimoji="1" lang="zh-CN" altLang="en-US" sz="2100" b="1" dirty="0">
                <a:solidFill>
                  <a:srgbClr val="000000"/>
                </a:solidFill>
                <a:latin typeface="Times New Roman" pitchFamily="18" charset="0"/>
                <a:ea typeface="宋体" pitchFamily="2" charset="-122"/>
              </a:rPr>
              <a:t>沿</a:t>
            </a:r>
            <a:r>
              <a:rPr kumimoji="1" lang="en-US" altLang="zh-CN" sz="2100" b="1" i="1" dirty="0" err="1">
                <a:solidFill>
                  <a:srgbClr val="000000"/>
                </a:solidFill>
                <a:latin typeface="Times New Roman" pitchFamily="18" charset="0"/>
                <a:ea typeface="宋体" pitchFamily="2" charset="-122"/>
              </a:rPr>
              <a:t>acb</a:t>
            </a:r>
            <a:r>
              <a:rPr kumimoji="1" lang="zh-CN" altLang="en-US" sz="2100" b="1" dirty="0">
                <a:solidFill>
                  <a:srgbClr val="000000"/>
                </a:solidFill>
                <a:latin typeface="Times New Roman" pitchFamily="18" charset="0"/>
                <a:ea typeface="宋体" pitchFamily="2" charset="-122"/>
              </a:rPr>
              <a:t>到达状态</a:t>
            </a:r>
            <a:r>
              <a:rPr kumimoji="1" lang="en-US" altLang="zh-CN" sz="2100" b="1" i="1">
                <a:solidFill>
                  <a:srgbClr val="000000"/>
                </a:solidFill>
                <a:latin typeface="Times New Roman" pitchFamily="18" charset="0"/>
                <a:ea typeface="宋体" pitchFamily="2" charset="-122"/>
              </a:rPr>
              <a:t>b</a:t>
            </a:r>
            <a:r>
              <a:rPr kumimoji="1" lang="zh-CN" altLang="en-US" sz="2100" b="1" smtClean="0">
                <a:solidFill>
                  <a:srgbClr val="000000"/>
                </a:solidFill>
                <a:latin typeface="Times New Roman" pitchFamily="18" charset="0"/>
                <a:ea typeface="宋体" pitchFamily="2" charset="-122"/>
              </a:rPr>
              <a:t>，有</a:t>
            </a:r>
            <a:r>
              <a:rPr kumimoji="1" lang="en-US" altLang="zh-CN" sz="2100" b="1" dirty="0">
                <a:solidFill>
                  <a:srgbClr val="000000"/>
                </a:solidFill>
                <a:latin typeface="Times New Roman" pitchFamily="18" charset="0"/>
                <a:ea typeface="宋体" pitchFamily="2" charset="-122"/>
              </a:rPr>
              <a:t>334  J</a:t>
            </a:r>
            <a:r>
              <a:rPr kumimoji="1" lang="zh-CN" altLang="en-US" sz="2100" b="1" dirty="0">
                <a:solidFill>
                  <a:srgbClr val="000000"/>
                </a:solidFill>
                <a:latin typeface="Times New Roman" pitchFamily="18" charset="0"/>
                <a:ea typeface="宋体" pitchFamily="2" charset="-122"/>
              </a:rPr>
              <a:t>热量传入系统，而系统做工</a:t>
            </a:r>
            <a:r>
              <a:rPr kumimoji="1" lang="en-US" altLang="zh-CN" sz="2100" b="1">
                <a:solidFill>
                  <a:srgbClr val="000000"/>
                </a:solidFill>
                <a:latin typeface="Times New Roman" pitchFamily="18" charset="0"/>
                <a:ea typeface="宋体" pitchFamily="2" charset="-122"/>
              </a:rPr>
              <a:t>126  </a:t>
            </a:r>
            <a:r>
              <a:rPr kumimoji="1" lang="en-US" altLang="zh-CN" sz="2100" b="1" smtClean="0">
                <a:solidFill>
                  <a:srgbClr val="000000"/>
                </a:solidFill>
                <a:latin typeface="Times New Roman" pitchFamily="18" charset="0"/>
                <a:ea typeface="宋体" pitchFamily="2" charset="-122"/>
              </a:rPr>
              <a:t>J</a:t>
            </a:r>
            <a:r>
              <a:rPr kumimoji="1" lang="en-US" altLang="zh-CN" sz="2100" b="1" dirty="0" smtClean="0">
                <a:solidFill>
                  <a:srgbClr val="000000"/>
                </a:solidFill>
                <a:latin typeface="Times New Roman" pitchFamily="18" charset="0"/>
                <a:ea typeface="宋体" pitchFamily="2" charset="-122"/>
              </a:rPr>
              <a:t>.</a:t>
            </a:r>
            <a:endParaRPr kumimoji="1" lang="zh-CN" altLang="en-US" sz="2100" b="1" dirty="0">
              <a:solidFill>
                <a:srgbClr val="000000"/>
              </a:solidFill>
              <a:latin typeface="Times New Roman" pitchFamily="18" charset="0"/>
              <a:ea typeface="宋体" pitchFamily="2" charset="-122"/>
            </a:endParaRPr>
          </a:p>
          <a:p>
            <a:pPr>
              <a:lnSpc>
                <a:spcPct val="130000"/>
              </a:lnSpc>
            </a:pPr>
            <a:r>
              <a:rPr kumimoji="1" lang="zh-CN" altLang="en-US" sz="2100" b="1" dirty="0">
                <a:solidFill>
                  <a:srgbClr val="FF0000"/>
                </a:solidFill>
                <a:latin typeface="Times New Roman" pitchFamily="18" charset="0"/>
                <a:ea typeface="宋体" pitchFamily="2" charset="-122"/>
              </a:rPr>
              <a:t>（</a:t>
            </a:r>
            <a:r>
              <a:rPr kumimoji="1" lang="en-US" altLang="zh-CN" sz="2100" b="1" dirty="0">
                <a:solidFill>
                  <a:srgbClr val="FF0000"/>
                </a:solidFill>
                <a:latin typeface="Times New Roman" pitchFamily="18" charset="0"/>
                <a:ea typeface="宋体" pitchFamily="2" charset="-122"/>
              </a:rPr>
              <a:t>1</a:t>
            </a:r>
            <a:r>
              <a:rPr kumimoji="1" lang="zh-CN" altLang="en-US" sz="2100" b="1" dirty="0">
                <a:solidFill>
                  <a:srgbClr val="FF0000"/>
                </a:solidFill>
                <a:latin typeface="Times New Roman" pitchFamily="18" charset="0"/>
                <a:ea typeface="宋体" pitchFamily="2" charset="-122"/>
              </a:rPr>
              <a:t>）</a:t>
            </a:r>
            <a:r>
              <a:rPr kumimoji="1" lang="zh-CN" altLang="en-US" sz="2100" b="1" dirty="0">
                <a:solidFill>
                  <a:srgbClr val="000000"/>
                </a:solidFill>
                <a:latin typeface="Times New Roman" pitchFamily="18" charset="0"/>
                <a:ea typeface="宋体" pitchFamily="2" charset="-122"/>
              </a:rPr>
              <a:t>经</a:t>
            </a:r>
            <a:r>
              <a:rPr kumimoji="1" lang="en-US" altLang="zh-CN" sz="2100" b="1" i="1" dirty="0" err="1">
                <a:solidFill>
                  <a:srgbClr val="000000"/>
                </a:solidFill>
                <a:latin typeface="Times New Roman" pitchFamily="18" charset="0"/>
                <a:ea typeface="宋体" pitchFamily="2" charset="-122"/>
              </a:rPr>
              <a:t>adb</a:t>
            </a:r>
            <a:r>
              <a:rPr kumimoji="1" lang="zh-CN" altLang="en-US" sz="2100" b="1" dirty="0">
                <a:solidFill>
                  <a:srgbClr val="000000"/>
                </a:solidFill>
                <a:latin typeface="Times New Roman" pitchFamily="18" charset="0"/>
                <a:ea typeface="宋体" pitchFamily="2" charset="-122"/>
              </a:rPr>
              <a:t>过程，系统作功</a:t>
            </a:r>
            <a:r>
              <a:rPr kumimoji="1" lang="en-US" altLang="zh-CN" sz="2100" b="1" dirty="0">
                <a:solidFill>
                  <a:srgbClr val="000000"/>
                </a:solidFill>
                <a:latin typeface="Times New Roman" pitchFamily="18" charset="0"/>
                <a:ea typeface="宋体" pitchFamily="2" charset="-122"/>
              </a:rPr>
              <a:t>42  J</a:t>
            </a:r>
            <a:r>
              <a:rPr kumimoji="1" lang="zh-CN" altLang="en-US" sz="2100" b="1" dirty="0">
                <a:solidFill>
                  <a:srgbClr val="000000"/>
                </a:solidFill>
                <a:latin typeface="Times New Roman" pitchFamily="18" charset="0"/>
                <a:ea typeface="宋体" pitchFamily="2" charset="-122"/>
              </a:rPr>
              <a:t>，问有多少热量</a:t>
            </a:r>
            <a:r>
              <a:rPr kumimoji="1" lang="zh-CN" altLang="en-US" sz="2100" b="1">
                <a:solidFill>
                  <a:srgbClr val="000000"/>
                </a:solidFill>
                <a:latin typeface="Times New Roman" pitchFamily="18" charset="0"/>
                <a:ea typeface="宋体" pitchFamily="2" charset="-122"/>
              </a:rPr>
              <a:t>传</a:t>
            </a:r>
            <a:r>
              <a:rPr kumimoji="1" lang="zh-CN" altLang="en-US" sz="2100" b="1" smtClean="0">
                <a:solidFill>
                  <a:srgbClr val="000000"/>
                </a:solidFill>
                <a:latin typeface="Times New Roman" pitchFamily="18" charset="0"/>
                <a:ea typeface="宋体" pitchFamily="2" charset="-122"/>
              </a:rPr>
              <a:t>入系</a:t>
            </a:r>
            <a:r>
              <a:rPr kumimoji="1" lang="zh-CN" altLang="en-US" sz="2100" b="1" dirty="0">
                <a:solidFill>
                  <a:srgbClr val="000000"/>
                </a:solidFill>
                <a:latin typeface="Times New Roman" pitchFamily="18" charset="0"/>
                <a:ea typeface="宋体" pitchFamily="2" charset="-122"/>
              </a:rPr>
              <a:t>统？</a:t>
            </a:r>
          </a:p>
          <a:p>
            <a:pPr>
              <a:lnSpc>
                <a:spcPct val="130000"/>
              </a:lnSpc>
            </a:pPr>
            <a:r>
              <a:rPr kumimoji="1" lang="zh-CN" altLang="en-US" sz="2100" b="1" dirty="0">
                <a:solidFill>
                  <a:srgbClr val="FF0000"/>
                </a:solidFill>
                <a:latin typeface="Times New Roman" pitchFamily="18" charset="0"/>
                <a:ea typeface="宋体" pitchFamily="2" charset="-122"/>
              </a:rPr>
              <a:t>（</a:t>
            </a:r>
            <a:r>
              <a:rPr kumimoji="1" lang="en-US" altLang="zh-CN" sz="2100" b="1" dirty="0">
                <a:solidFill>
                  <a:srgbClr val="FF0000"/>
                </a:solidFill>
                <a:latin typeface="Times New Roman" pitchFamily="18" charset="0"/>
                <a:ea typeface="宋体" pitchFamily="2" charset="-122"/>
              </a:rPr>
              <a:t>2</a:t>
            </a:r>
            <a:r>
              <a:rPr kumimoji="1" lang="zh-CN" altLang="en-US" sz="2100" b="1" dirty="0">
                <a:solidFill>
                  <a:srgbClr val="FF0000"/>
                </a:solidFill>
                <a:latin typeface="Times New Roman" pitchFamily="18" charset="0"/>
                <a:ea typeface="宋体" pitchFamily="2" charset="-122"/>
              </a:rPr>
              <a:t>）</a:t>
            </a:r>
            <a:r>
              <a:rPr kumimoji="1" lang="zh-CN" altLang="en-US" sz="2100" b="1" dirty="0">
                <a:solidFill>
                  <a:srgbClr val="000000"/>
                </a:solidFill>
                <a:latin typeface="Times New Roman" pitchFamily="18" charset="0"/>
                <a:ea typeface="宋体" pitchFamily="2" charset="-122"/>
              </a:rPr>
              <a:t>当系统由状态</a:t>
            </a:r>
            <a:r>
              <a:rPr kumimoji="1" lang="en-US" altLang="zh-CN" sz="2100" b="1" i="1" dirty="0">
                <a:solidFill>
                  <a:srgbClr val="000000"/>
                </a:solidFill>
                <a:latin typeface="Times New Roman" pitchFamily="18" charset="0"/>
                <a:ea typeface="宋体" pitchFamily="2" charset="-122"/>
              </a:rPr>
              <a:t>b</a:t>
            </a:r>
            <a:r>
              <a:rPr kumimoji="1" lang="zh-CN" altLang="en-US" sz="2100" b="1" dirty="0">
                <a:solidFill>
                  <a:srgbClr val="000000"/>
                </a:solidFill>
                <a:latin typeface="Times New Roman" pitchFamily="18" charset="0"/>
                <a:ea typeface="宋体" pitchFamily="2" charset="-122"/>
              </a:rPr>
              <a:t>沿曲线</a:t>
            </a:r>
          </a:p>
          <a:p>
            <a:pPr>
              <a:lnSpc>
                <a:spcPct val="130000"/>
              </a:lnSpc>
            </a:pPr>
            <a:r>
              <a:rPr kumimoji="1" lang="en-US" altLang="zh-CN" sz="2100" b="1" i="1" dirty="0" err="1">
                <a:solidFill>
                  <a:srgbClr val="000000"/>
                </a:solidFill>
                <a:latin typeface="Times New Roman" pitchFamily="18" charset="0"/>
                <a:ea typeface="宋体" pitchFamily="2" charset="-122"/>
              </a:rPr>
              <a:t>ba</a:t>
            </a:r>
            <a:r>
              <a:rPr kumimoji="1" lang="zh-CN" altLang="en-US" sz="2100" b="1" dirty="0">
                <a:solidFill>
                  <a:srgbClr val="000000"/>
                </a:solidFill>
                <a:latin typeface="Times New Roman" pitchFamily="18" charset="0"/>
                <a:ea typeface="宋体" pitchFamily="2" charset="-122"/>
              </a:rPr>
              <a:t>返回状态</a:t>
            </a:r>
            <a:r>
              <a:rPr kumimoji="1" lang="en-US" altLang="zh-CN" sz="2100" b="1" i="1" dirty="0">
                <a:solidFill>
                  <a:srgbClr val="000000"/>
                </a:solidFill>
                <a:latin typeface="Times New Roman" pitchFamily="18" charset="0"/>
                <a:ea typeface="宋体" pitchFamily="2" charset="-122"/>
              </a:rPr>
              <a:t>a</a:t>
            </a:r>
            <a:r>
              <a:rPr kumimoji="1" lang="zh-CN" altLang="en-US" sz="2100" b="1" dirty="0">
                <a:solidFill>
                  <a:srgbClr val="000000"/>
                </a:solidFill>
                <a:latin typeface="Times New Roman" pitchFamily="18" charset="0"/>
                <a:ea typeface="宋体" pitchFamily="2" charset="-122"/>
              </a:rPr>
              <a:t>时，外界对系统</a:t>
            </a:r>
          </a:p>
          <a:p>
            <a:pPr>
              <a:lnSpc>
                <a:spcPct val="130000"/>
              </a:lnSpc>
            </a:pPr>
            <a:r>
              <a:rPr kumimoji="1" lang="zh-CN" altLang="en-US" sz="2100" b="1" dirty="0">
                <a:solidFill>
                  <a:srgbClr val="000000"/>
                </a:solidFill>
                <a:latin typeface="Times New Roman" pitchFamily="18" charset="0"/>
                <a:ea typeface="宋体" pitchFamily="2" charset="-122"/>
              </a:rPr>
              <a:t>做工为</a:t>
            </a:r>
            <a:r>
              <a:rPr kumimoji="1" lang="en-US" altLang="zh-CN" sz="2100" b="1" dirty="0">
                <a:solidFill>
                  <a:srgbClr val="000000"/>
                </a:solidFill>
                <a:latin typeface="Times New Roman" pitchFamily="18" charset="0"/>
                <a:ea typeface="宋体" pitchFamily="2" charset="-122"/>
              </a:rPr>
              <a:t>84 J</a:t>
            </a:r>
            <a:r>
              <a:rPr kumimoji="1" lang="zh-CN" altLang="en-US" sz="2100" b="1" dirty="0">
                <a:solidFill>
                  <a:srgbClr val="000000"/>
                </a:solidFill>
                <a:latin typeface="Times New Roman" pitchFamily="18" charset="0"/>
                <a:ea typeface="宋体" pitchFamily="2" charset="-122"/>
              </a:rPr>
              <a:t>，问系统是吸热还</a:t>
            </a:r>
          </a:p>
          <a:p>
            <a:pPr>
              <a:lnSpc>
                <a:spcPct val="130000"/>
              </a:lnSpc>
            </a:pPr>
            <a:r>
              <a:rPr kumimoji="1" lang="zh-CN" altLang="en-US" sz="2100" b="1" dirty="0">
                <a:solidFill>
                  <a:srgbClr val="000000"/>
                </a:solidFill>
                <a:latin typeface="Times New Roman" pitchFamily="18" charset="0"/>
                <a:ea typeface="宋体" pitchFamily="2" charset="-122"/>
              </a:rPr>
              <a:t>是放热？热量传递多少？</a:t>
            </a:r>
          </a:p>
          <a:p>
            <a:pPr>
              <a:lnSpc>
                <a:spcPct val="130000"/>
              </a:lnSpc>
            </a:pPr>
            <a:r>
              <a:rPr kumimoji="1" lang="zh-CN" altLang="en-US" sz="2100" b="1" dirty="0">
                <a:solidFill>
                  <a:srgbClr val="FF0000"/>
                </a:solidFill>
                <a:latin typeface="Times New Roman" pitchFamily="18" charset="0"/>
                <a:ea typeface="宋体" pitchFamily="2" charset="-122"/>
              </a:rPr>
              <a:t>（</a:t>
            </a:r>
            <a:r>
              <a:rPr kumimoji="1" lang="en-US" altLang="zh-CN" sz="2100" b="1" dirty="0">
                <a:solidFill>
                  <a:srgbClr val="FF0000"/>
                </a:solidFill>
                <a:latin typeface="Times New Roman" pitchFamily="18" charset="0"/>
                <a:ea typeface="宋体" pitchFamily="2" charset="-122"/>
              </a:rPr>
              <a:t>3</a:t>
            </a:r>
            <a:r>
              <a:rPr kumimoji="1" lang="zh-CN" altLang="en-US" sz="2100" b="1" dirty="0">
                <a:solidFill>
                  <a:srgbClr val="FF0000"/>
                </a:solidFill>
                <a:latin typeface="Times New Roman" pitchFamily="18" charset="0"/>
                <a:ea typeface="宋体" pitchFamily="2" charset="-122"/>
              </a:rPr>
              <a:t>）</a:t>
            </a:r>
            <a:r>
              <a:rPr kumimoji="1" lang="zh-CN" altLang="en-US" sz="2100" b="1" dirty="0">
                <a:solidFill>
                  <a:srgbClr val="000000"/>
                </a:solidFill>
                <a:latin typeface="Times New Roman" pitchFamily="18" charset="0"/>
                <a:ea typeface="宋体" pitchFamily="2" charset="-122"/>
              </a:rPr>
              <a:t>若                        ，</a:t>
            </a:r>
          </a:p>
          <a:p>
            <a:pPr>
              <a:lnSpc>
                <a:spcPct val="130000"/>
              </a:lnSpc>
            </a:pPr>
            <a:r>
              <a:rPr kumimoji="1" lang="zh-CN" altLang="en-US" sz="2100" b="1" dirty="0">
                <a:solidFill>
                  <a:srgbClr val="000000"/>
                </a:solidFill>
                <a:latin typeface="Times New Roman" pitchFamily="18" charset="0"/>
                <a:ea typeface="宋体" pitchFamily="2" charset="-122"/>
              </a:rPr>
              <a:t>问沿</a:t>
            </a:r>
            <a:r>
              <a:rPr kumimoji="1" lang="en-US" altLang="zh-CN" sz="2100" b="1" i="1" dirty="0">
                <a:solidFill>
                  <a:srgbClr val="000000"/>
                </a:solidFill>
                <a:latin typeface="Times New Roman" pitchFamily="18" charset="0"/>
                <a:ea typeface="宋体" pitchFamily="2" charset="-122"/>
              </a:rPr>
              <a:t>ad</a:t>
            </a:r>
            <a:r>
              <a:rPr kumimoji="1" lang="zh-CN" altLang="en-US" sz="2100" b="1" dirty="0">
                <a:solidFill>
                  <a:srgbClr val="000000"/>
                </a:solidFill>
                <a:latin typeface="Times New Roman" pitchFamily="18" charset="0"/>
                <a:ea typeface="宋体" pitchFamily="2" charset="-122"/>
              </a:rPr>
              <a:t>及</a:t>
            </a:r>
            <a:r>
              <a:rPr kumimoji="1" lang="en-US" altLang="zh-CN" sz="2100" b="1" i="1" dirty="0">
                <a:solidFill>
                  <a:srgbClr val="000000"/>
                </a:solidFill>
                <a:latin typeface="Times New Roman" pitchFamily="18" charset="0"/>
                <a:ea typeface="宋体" pitchFamily="2" charset="-122"/>
              </a:rPr>
              <a:t>db</a:t>
            </a:r>
            <a:r>
              <a:rPr kumimoji="1" lang="zh-CN" altLang="en-US" sz="2100" b="1" dirty="0">
                <a:solidFill>
                  <a:srgbClr val="000000"/>
                </a:solidFill>
                <a:latin typeface="Times New Roman" pitchFamily="18" charset="0"/>
                <a:ea typeface="宋体" pitchFamily="2" charset="-122"/>
              </a:rPr>
              <a:t>各吸收热量多少？</a:t>
            </a:r>
          </a:p>
        </p:txBody>
      </p:sp>
      <p:graphicFrame>
        <p:nvGraphicFramePr>
          <p:cNvPr id="113668" name="Object 4"/>
          <p:cNvGraphicFramePr>
            <a:graphicFrameLocks noChangeAspect="1"/>
          </p:cNvGraphicFramePr>
          <p:nvPr>
            <p:extLst>
              <p:ext uri="{D42A27DB-BD31-4B8C-83A1-F6EECF244321}">
                <p14:modId xmlns:p14="http://schemas.microsoft.com/office/powerpoint/2010/main" val="4027090205"/>
              </p:ext>
            </p:extLst>
          </p:nvPr>
        </p:nvGraphicFramePr>
        <p:xfrm>
          <a:off x="1672273" y="3437890"/>
          <a:ext cx="1487487" cy="384175"/>
        </p:xfrm>
        <a:graphic>
          <a:graphicData uri="http://schemas.openxmlformats.org/presentationml/2006/ole">
            <mc:AlternateContent xmlns:mc="http://schemas.openxmlformats.org/markup-compatibility/2006">
              <mc:Choice xmlns:v="urn:schemas-microsoft-com:vml" Requires="v">
                <p:oleObj spid="_x0000_s286618" name="Equation" r:id="rId3" imgW="1054080" imgH="241200" progId="Equation.DSMT4">
                  <p:embed/>
                </p:oleObj>
              </mc:Choice>
              <mc:Fallback>
                <p:oleObj name="Equation" r:id="rId3" imgW="1054080" imgH="241200" progId="Equation.DSMT4">
                  <p:embed/>
                  <p:pic>
                    <p:nvPicPr>
                      <p:cNvPr id="0" name=""/>
                      <p:cNvPicPr>
                        <a:picLocks noChangeAspect="1" noChangeArrowheads="1"/>
                      </p:cNvPicPr>
                      <p:nvPr/>
                    </p:nvPicPr>
                    <p:blipFill>
                      <a:blip r:embed="rId4"/>
                      <a:srcRect/>
                      <a:stretch>
                        <a:fillRect/>
                      </a:stretch>
                    </p:blipFill>
                    <p:spPr bwMode="auto">
                      <a:xfrm>
                        <a:off x="1672273" y="3437890"/>
                        <a:ext cx="1487487"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a:grpSpLocks/>
          </p:cNvGrpSpPr>
          <p:nvPr/>
        </p:nvGrpSpPr>
        <p:grpSpPr bwMode="auto">
          <a:xfrm>
            <a:off x="5674854" y="2237431"/>
            <a:ext cx="2855119" cy="2241947"/>
            <a:chOff x="3096" y="2244"/>
            <a:chExt cx="2398" cy="1883"/>
          </a:xfrm>
        </p:grpSpPr>
        <p:grpSp>
          <p:nvGrpSpPr>
            <p:cNvPr id="3" name="Group 6"/>
            <p:cNvGrpSpPr>
              <a:grpSpLocks/>
            </p:cNvGrpSpPr>
            <p:nvPr/>
          </p:nvGrpSpPr>
          <p:grpSpPr bwMode="auto">
            <a:xfrm>
              <a:off x="3390" y="2244"/>
              <a:ext cx="2034" cy="1560"/>
              <a:chOff x="3390" y="2244"/>
              <a:chExt cx="2034" cy="1560"/>
            </a:xfrm>
          </p:grpSpPr>
          <p:sp>
            <p:nvSpPr>
              <p:cNvPr id="113671" name="Line 7"/>
              <p:cNvSpPr>
                <a:spLocks noChangeShapeType="1"/>
              </p:cNvSpPr>
              <p:nvPr/>
            </p:nvSpPr>
            <p:spPr bwMode="auto">
              <a:xfrm flipV="1">
                <a:off x="3390" y="2244"/>
                <a:ext cx="0" cy="1560"/>
              </a:xfrm>
              <a:prstGeom prst="line">
                <a:avLst/>
              </a:prstGeom>
              <a:noFill/>
              <a:ln w="9525">
                <a:solidFill>
                  <a:schemeClr val="tx1"/>
                </a:solidFill>
                <a:round/>
                <a:headEnd/>
                <a:tailEnd type="stealth" w="lg" len="lg"/>
              </a:ln>
              <a:effectLst/>
            </p:spPr>
            <p:txBody>
              <a:bodyPr wrap="none"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2" name="Line 8"/>
              <p:cNvSpPr>
                <a:spLocks noChangeShapeType="1"/>
              </p:cNvSpPr>
              <p:nvPr/>
            </p:nvSpPr>
            <p:spPr bwMode="auto">
              <a:xfrm rot="5400000" flipV="1">
                <a:off x="4407" y="2780"/>
                <a:ext cx="0" cy="2034"/>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3" name="Rectangle 9"/>
              <p:cNvSpPr>
                <a:spLocks noChangeArrowheads="1"/>
              </p:cNvSpPr>
              <p:nvPr/>
            </p:nvSpPr>
            <p:spPr bwMode="auto">
              <a:xfrm>
                <a:off x="3851" y="2646"/>
                <a:ext cx="985" cy="790"/>
              </a:xfrm>
              <a:prstGeom prst="rect">
                <a:avLst/>
              </a:prstGeom>
              <a:noFill/>
              <a:ln w="9525">
                <a:solidFill>
                  <a:schemeClr val="tx1"/>
                </a:solidFill>
                <a:miter lim="800000"/>
                <a:headEnd/>
                <a:tailEnd/>
              </a:ln>
              <a:effectLst/>
            </p:spPr>
            <p:txBody>
              <a:bodyPr wrap="square"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4" name="Freeform 10"/>
              <p:cNvSpPr>
                <a:spLocks/>
              </p:cNvSpPr>
              <p:nvPr/>
            </p:nvSpPr>
            <p:spPr bwMode="auto">
              <a:xfrm rot="20103518">
                <a:off x="3730" y="2887"/>
                <a:ext cx="1219" cy="349"/>
              </a:xfrm>
              <a:custGeom>
                <a:avLst/>
                <a:gdLst/>
                <a:ahLst/>
                <a:cxnLst>
                  <a:cxn ang="0">
                    <a:pos x="0" y="227"/>
                  </a:cxn>
                  <a:cxn ang="0">
                    <a:pos x="340" y="227"/>
                  </a:cxn>
                  <a:cxn ang="0">
                    <a:pos x="652" y="57"/>
                  </a:cxn>
                  <a:cxn ang="0">
                    <a:pos x="964" y="0"/>
                  </a:cxn>
                </a:cxnLst>
                <a:rect l="0" t="0" r="r" b="b"/>
                <a:pathLst>
                  <a:path w="964" h="255">
                    <a:moveTo>
                      <a:pt x="0" y="227"/>
                    </a:moveTo>
                    <a:cubicBezTo>
                      <a:pt x="115" y="241"/>
                      <a:pt x="231" y="255"/>
                      <a:pt x="340" y="227"/>
                    </a:cubicBezTo>
                    <a:cubicBezTo>
                      <a:pt x="449" y="199"/>
                      <a:pt x="548" y="95"/>
                      <a:pt x="652" y="57"/>
                    </a:cubicBezTo>
                    <a:cubicBezTo>
                      <a:pt x="756" y="19"/>
                      <a:pt x="860" y="9"/>
                      <a:pt x="964" y="0"/>
                    </a:cubicBezTo>
                  </a:path>
                </a:pathLst>
              </a:custGeom>
              <a:noFill/>
              <a:ln w="9525" cap="flat" cmpd="sng">
                <a:solidFill>
                  <a:schemeClr val="tx1"/>
                </a:solidFill>
                <a:prstDash val="solid"/>
                <a:round/>
                <a:headEnd/>
                <a:tailEnd/>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5" name="Line 11"/>
              <p:cNvSpPr>
                <a:spLocks noChangeShapeType="1"/>
              </p:cNvSpPr>
              <p:nvPr/>
            </p:nvSpPr>
            <p:spPr bwMode="auto">
              <a:xfrm flipV="1">
                <a:off x="3848" y="2840"/>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6" name="Line 12"/>
              <p:cNvSpPr>
                <a:spLocks noChangeShapeType="1"/>
              </p:cNvSpPr>
              <p:nvPr/>
            </p:nvSpPr>
            <p:spPr bwMode="auto">
              <a:xfrm flipV="1">
                <a:off x="4836" y="2869"/>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7" name="Line 13"/>
              <p:cNvSpPr>
                <a:spLocks noChangeShapeType="1"/>
              </p:cNvSpPr>
              <p:nvPr/>
            </p:nvSpPr>
            <p:spPr bwMode="auto">
              <a:xfrm rot="5400000" flipV="1">
                <a:off x="4397" y="3251"/>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8" name="Line 14"/>
              <p:cNvSpPr>
                <a:spLocks noChangeShapeType="1"/>
              </p:cNvSpPr>
              <p:nvPr/>
            </p:nvSpPr>
            <p:spPr bwMode="auto">
              <a:xfrm rot="5400000" flipV="1">
                <a:off x="4312" y="2461"/>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113679" name="Line 15"/>
              <p:cNvSpPr>
                <a:spLocks noChangeShapeType="1"/>
              </p:cNvSpPr>
              <p:nvPr/>
            </p:nvSpPr>
            <p:spPr bwMode="auto">
              <a:xfrm rot="13509748" flipH="1" flipV="1">
                <a:off x="4342" y="3060"/>
                <a:ext cx="23" cy="84"/>
              </a:xfrm>
              <a:prstGeom prst="line">
                <a:avLst/>
              </a:prstGeom>
              <a:noFill/>
              <a:ln w="9525">
                <a:solidFill>
                  <a:schemeClr val="tx1"/>
                </a:solidFill>
                <a:round/>
                <a:headEnd/>
                <a:tailEnd type="stealth" w="lg" len="lg"/>
              </a:ln>
              <a:effectLst/>
            </p:spPr>
            <p:txBody>
              <a:bodyPr wrap="square" anchor="ctr">
                <a:spAutoFit/>
              </a:bodyPr>
              <a:lstStyle/>
              <a:p>
                <a:endParaRPr kumimoji="1" lang="zh-CN" altLang="en-US" sz="2100">
                  <a:solidFill>
                    <a:srgbClr val="000000"/>
                  </a:solidFill>
                  <a:latin typeface="Times New Roman" pitchFamily="18" charset="0"/>
                  <a:ea typeface="宋体" pitchFamily="2" charset="-122"/>
                </a:endParaRPr>
              </a:p>
            </p:txBody>
          </p:sp>
        </p:grpSp>
        <p:graphicFrame>
          <p:nvGraphicFramePr>
            <p:cNvPr id="113680" name="Object 16"/>
            <p:cNvGraphicFramePr>
              <a:graphicFrameLocks noChangeAspect="1"/>
            </p:cNvGraphicFramePr>
            <p:nvPr/>
          </p:nvGraphicFramePr>
          <p:xfrm>
            <a:off x="3129" y="2246"/>
            <a:ext cx="261" cy="283"/>
          </p:xfrm>
          <a:graphic>
            <a:graphicData uri="http://schemas.openxmlformats.org/presentationml/2006/ole">
              <mc:AlternateContent xmlns:mc="http://schemas.openxmlformats.org/markup-compatibility/2006">
                <mc:Choice xmlns:v="urn:schemas-microsoft-com:vml" Requires="v">
                  <p:oleObj spid="_x0000_s286619" name="公式" r:id="rId5" imgW="152280" imgH="164880" progId="Equation.3">
                    <p:embed/>
                  </p:oleObj>
                </mc:Choice>
                <mc:Fallback>
                  <p:oleObj name="公式" r:id="rId5" imgW="152280" imgH="1648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9" y="2246"/>
                          <a:ext cx="261"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1" name="Object 17"/>
            <p:cNvGraphicFramePr>
              <a:graphicFrameLocks noChangeAspect="1"/>
            </p:cNvGraphicFramePr>
            <p:nvPr/>
          </p:nvGraphicFramePr>
          <p:xfrm>
            <a:off x="3096" y="3566"/>
            <a:ext cx="283" cy="305"/>
          </p:xfrm>
          <a:graphic>
            <a:graphicData uri="http://schemas.openxmlformats.org/presentationml/2006/ole">
              <mc:AlternateContent xmlns:mc="http://schemas.openxmlformats.org/markup-compatibility/2006">
                <mc:Choice xmlns:v="urn:schemas-microsoft-com:vml" Requires="v">
                  <p:oleObj spid="_x0000_s286620" name="公式" r:id="rId7" imgW="164880" imgH="177480" progId="Equation.3">
                    <p:embed/>
                  </p:oleObj>
                </mc:Choice>
                <mc:Fallback>
                  <p:oleObj name="公式" r:id="rId7" imgW="164880" imgH="177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6" y="3566"/>
                          <a:ext cx="283"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2" name="Object 18"/>
            <p:cNvGraphicFramePr>
              <a:graphicFrameLocks noChangeAspect="1"/>
            </p:cNvGraphicFramePr>
            <p:nvPr/>
          </p:nvGraphicFramePr>
          <p:xfrm>
            <a:off x="5233" y="3822"/>
            <a:ext cx="261" cy="305"/>
          </p:xfrm>
          <a:graphic>
            <a:graphicData uri="http://schemas.openxmlformats.org/presentationml/2006/ole">
              <mc:AlternateContent xmlns:mc="http://schemas.openxmlformats.org/markup-compatibility/2006">
                <mc:Choice xmlns:v="urn:schemas-microsoft-com:vml" Requires="v">
                  <p:oleObj spid="_x0000_s286621" name="公式" r:id="rId9" imgW="152280" imgH="177480" progId="Equation.3">
                    <p:embed/>
                  </p:oleObj>
                </mc:Choice>
                <mc:Fallback>
                  <p:oleObj name="公式" r:id="rId9" imgW="152280" imgH="177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3" y="3822"/>
                          <a:ext cx="261"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3" name="Object 19"/>
            <p:cNvGraphicFramePr>
              <a:graphicFrameLocks noChangeAspect="1"/>
            </p:cNvGraphicFramePr>
            <p:nvPr/>
          </p:nvGraphicFramePr>
          <p:xfrm>
            <a:off x="3603" y="2476"/>
            <a:ext cx="196" cy="239"/>
          </p:xfrm>
          <a:graphic>
            <a:graphicData uri="http://schemas.openxmlformats.org/presentationml/2006/ole">
              <mc:AlternateContent xmlns:mc="http://schemas.openxmlformats.org/markup-compatibility/2006">
                <mc:Choice xmlns:v="urn:schemas-microsoft-com:vml" Requires="v">
                  <p:oleObj spid="_x0000_s286622" name="公式" r:id="rId11" imgW="114120" imgH="139680" progId="Equation.3">
                    <p:embed/>
                  </p:oleObj>
                </mc:Choice>
                <mc:Fallback>
                  <p:oleObj name="公式" r:id="rId11" imgW="114120" imgH="1396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3" y="2476"/>
                          <a:ext cx="196"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4" name="Object 20"/>
            <p:cNvGraphicFramePr>
              <a:graphicFrameLocks noChangeAspect="1"/>
            </p:cNvGraphicFramePr>
            <p:nvPr/>
          </p:nvGraphicFramePr>
          <p:xfrm>
            <a:off x="3578" y="3294"/>
            <a:ext cx="218" cy="239"/>
          </p:xfrm>
          <a:graphic>
            <a:graphicData uri="http://schemas.openxmlformats.org/presentationml/2006/ole">
              <mc:AlternateContent xmlns:mc="http://schemas.openxmlformats.org/markup-compatibility/2006">
                <mc:Choice xmlns:v="urn:schemas-microsoft-com:vml" Requires="v">
                  <p:oleObj spid="_x0000_s286623" name="公式" r:id="rId13" imgW="126720" imgH="139680" progId="Equation.3">
                    <p:embed/>
                  </p:oleObj>
                </mc:Choice>
                <mc:Fallback>
                  <p:oleObj name="公式" r:id="rId13" imgW="126720" imgH="1396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8" y="3294"/>
                          <a:ext cx="218"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5" name="Object 21"/>
            <p:cNvGraphicFramePr>
              <a:graphicFrameLocks noChangeAspect="1"/>
            </p:cNvGraphicFramePr>
            <p:nvPr/>
          </p:nvGraphicFramePr>
          <p:xfrm>
            <a:off x="4843" y="3234"/>
            <a:ext cx="239" cy="304"/>
          </p:xfrm>
          <a:graphic>
            <a:graphicData uri="http://schemas.openxmlformats.org/presentationml/2006/ole">
              <mc:AlternateContent xmlns:mc="http://schemas.openxmlformats.org/markup-compatibility/2006">
                <mc:Choice xmlns:v="urn:schemas-microsoft-com:vml" Requires="v">
                  <p:oleObj spid="_x0000_s286624" name="公式" r:id="rId15" imgW="139680" imgH="177480" progId="Equation.3">
                    <p:embed/>
                  </p:oleObj>
                </mc:Choice>
                <mc:Fallback>
                  <p:oleObj name="公式" r:id="rId15" imgW="139680" imgH="1774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43" y="3234"/>
                          <a:ext cx="239"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86" name="Object 22"/>
            <p:cNvGraphicFramePr>
              <a:graphicFrameLocks noChangeAspect="1"/>
            </p:cNvGraphicFramePr>
            <p:nvPr/>
          </p:nvGraphicFramePr>
          <p:xfrm>
            <a:off x="4853" y="2440"/>
            <a:ext cx="218" cy="304"/>
          </p:xfrm>
          <a:graphic>
            <a:graphicData uri="http://schemas.openxmlformats.org/presentationml/2006/ole">
              <mc:AlternateContent xmlns:mc="http://schemas.openxmlformats.org/markup-compatibility/2006">
                <mc:Choice xmlns:v="urn:schemas-microsoft-com:vml" Requires="v">
                  <p:oleObj spid="_x0000_s286625" name="公式" r:id="rId17" imgW="126720" imgH="177480" progId="Equation.3">
                    <p:embed/>
                  </p:oleObj>
                </mc:Choice>
                <mc:Fallback>
                  <p:oleObj name="公式" r:id="rId17" imgW="126720" imgH="1774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53" y="2440"/>
                          <a:ext cx="218"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2718057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62721" y="403717"/>
            <a:ext cx="6213872" cy="922735"/>
            <a:chOff x="281" y="443"/>
            <a:chExt cx="5219" cy="775"/>
          </a:xfrm>
        </p:grpSpPr>
        <p:sp>
          <p:nvSpPr>
            <p:cNvPr id="114691" name="Text Box 3"/>
            <p:cNvSpPr txBox="1">
              <a:spLocks noChangeArrowheads="1"/>
            </p:cNvSpPr>
            <p:nvPr/>
          </p:nvSpPr>
          <p:spPr bwMode="auto">
            <a:xfrm>
              <a:off x="281" y="443"/>
              <a:ext cx="5219" cy="388"/>
            </a:xfrm>
            <a:prstGeom prst="rect">
              <a:avLst/>
            </a:prstGeom>
            <a:noFill/>
            <a:ln w="9525">
              <a:noFill/>
              <a:miter lim="800000"/>
              <a:headEnd/>
              <a:tailEnd/>
            </a:ln>
            <a:effectLst/>
          </p:spPr>
          <p:txBody>
            <a:bodyPr>
              <a:spAutoFit/>
            </a:bodyPr>
            <a:lstStyle/>
            <a:p>
              <a:r>
                <a:rPr kumimoji="1" lang="zh-CN" altLang="en-US" sz="2400" b="1" dirty="0">
                  <a:solidFill>
                    <a:srgbClr val="990000"/>
                  </a:solidFill>
                  <a:latin typeface="Times New Roman" pitchFamily="18" charset="0"/>
                  <a:ea typeface="宋体" pitchFamily="2" charset="-122"/>
                </a:rPr>
                <a:t>解</a:t>
              </a:r>
              <a:r>
                <a:rPr kumimoji="1" lang="zh-CN" altLang="en-US" sz="2400" b="1" dirty="0">
                  <a:solidFill>
                    <a:srgbClr val="0000FF"/>
                  </a:solidFill>
                  <a:latin typeface="Times New Roman" pitchFamily="18" charset="0"/>
                  <a:ea typeface="宋体" pitchFamily="2" charset="-122"/>
                  <a:sym typeface="Wingdings" pitchFamily="2" charset="2"/>
                </a:rPr>
                <a:t>（ </a:t>
              </a:r>
              <a:r>
                <a:rPr kumimoji="1" lang="en-US" altLang="zh-CN" sz="2400" b="1" dirty="0">
                  <a:solidFill>
                    <a:srgbClr val="0000FF"/>
                  </a:solidFill>
                  <a:latin typeface="Times New Roman" pitchFamily="18" charset="0"/>
                  <a:ea typeface="宋体" pitchFamily="2" charset="-122"/>
                  <a:sym typeface="Wingdings" pitchFamily="2" charset="2"/>
                </a:rPr>
                <a:t>1</a:t>
              </a:r>
              <a:r>
                <a:rPr kumimoji="1" lang="en-US" altLang="zh-CN" sz="2400" dirty="0">
                  <a:solidFill>
                    <a:srgbClr val="0000FF"/>
                  </a:solidFill>
                  <a:latin typeface="Times New Roman" pitchFamily="18" charset="0"/>
                  <a:ea typeface="宋体" pitchFamily="2" charset="-122"/>
                  <a:sym typeface="Wingdings" pitchFamily="2" charset="2"/>
                </a:rPr>
                <a:t> </a:t>
              </a:r>
              <a:r>
                <a:rPr kumimoji="1" lang="zh-CN" altLang="en-US" sz="2400" b="1" dirty="0">
                  <a:solidFill>
                    <a:srgbClr val="0000FF"/>
                  </a:solidFill>
                  <a:latin typeface="Times New Roman" pitchFamily="18" charset="0"/>
                  <a:ea typeface="宋体" pitchFamily="2" charset="-122"/>
                </a:rPr>
                <a:t>）对于</a:t>
              </a:r>
              <a:r>
                <a:rPr kumimoji="1" lang="en-US" altLang="zh-CN" sz="2400" b="1" i="1" dirty="0" err="1">
                  <a:solidFill>
                    <a:srgbClr val="0000FF"/>
                  </a:solidFill>
                  <a:latin typeface="Times New Roman" pitchFamily="18" charset="0"/>
                  <a:ea typeface="宋体" pitchFamily="2" charset="-122"/>
                </a:rPr>
                <a:t>acb</a:t>
              </a:r>
              <a:r>
                <a:rPr kumimoji="1" lang="zh-CN" altLang="en-US" sz="2400" b="1" dirty="0">
                  <a:solidFill>
                    <a:srgbClr val="0000FF"/>
                  </a:solidFill>
                  <a:latin typeface="Times New Roman" pitchFamily="18" charset="0"/>
                  <a:ea typeface="宋体" pitchFamily="2" charset="-122"/>
                </a:rPr>
                <a:t>过程</a:t>
              </a:r>
              <a:r>
                <a:rPr kumimoji="1" lang="en-US" altLang="zh-CN" sz="2400" b="1" dirty="0">
                  <a:solidFill>
                    <a:srgbClr val="0000FF"/>
                  </a:solidFill>
                  <a:latin typeface="Times New Roman" pitchFamily="18" charset="0"/>
                  <a:ea typeface="宋体" pitchFamily="2" charset="-122"/>
                </a:rPr>
                <a:t>:</a:t>
              </a:r>
            </a:p>
          </p:txBody>
        </p:sp>
        <p:graphicFrame>
          <p:nvGraphicFramePr>
            <p:cNvPr id="114692" name="Object 4"/>
            <p:cNvGraphicFramePr>
              <a:graphicFrameLocks noChangeAspect="1"/>
            </p:cNvGraphicFramePr>
            <p:nvPr>
              <p:extLst>
                <p:ext uri="{D42A27DB-BD31-4B8C-83A1-F6EECF244321}">
                  <p14:modId xmlns:p14="http://schemas.microsoft.com/office/powerpoint/2010/main" val="786947192"/>
                </p:ext>
              </p:extLst>
            </p:nvPr>
          </p:nvGraphicFramePr>
          <p:xfrm>
            <a:off x="833" y="886"/>
            <a:ext cx="3693" cy="332"/>
          </p:xfrm>
          <a:graphic>
            <a:graphicData uri="http://schemas.openxmlformats.org/presentationml/2006/ole">
              <mc:AlternateContent xmlns:mc="http://schemas.openxmlformats.org/markup-compatibility/2006">
                <mc:Choice xmlns:v="urn:schemas-microsoft-com:vml" Requires="v">
                  <p:oleObj spid="_x0000_s301194" name="Equation" r:id="rId3" imgW="2539800" imgH="228600" progId="Equation.DSMT4">
                    <p:embed/>
                  </p:oleObj>
                </mc:Choice>
                <mc:Fallback>
                  <p:oleObj name="Equation" r:id="rId3" imgW="25398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 y="886"/>
                          <a:ext cx="3693" cy="332"/>
                        </a:xfrm>
                        <a:prstGeom prst="rect">
                          <a:avLst/>
                        </a:prstGeom>
                        <a:noFill/>
                        <a:extLst/>
                      </p:spPr>
                    </p:pic>
                  </p:oleObj>
                </mc:Fallback>
              </mc:AlternateContent>
            </a:graphicData>
          </a:graphic>
        </p:graphicFrame>
      </p:grpSp>
      <p:grpSp>
        <p:nvGrpSpPr>
          <p:cNvPr id="3" name="Group 5"/>
          <p:cNvGrpSpPr>
            <a:grpSpLocks/>
          </p:cNvGrpSpPr>
          <p:nvPr/>
        </p:nvGrpSpPr>
        <p:grpSpPr bwMode="auto">
          <a:xfrm>
            <a:off x="1106226" y="1501595"/>
            <a:ext cx="4626769" cy="973932"/>
            <a:chOff x="732" y="1307"/>
            <a:chExt cx="3886" cy="818"/>
          </a:xfrm>
        </p:grpSpPr>
        <p:sp>
          <p:nvSpPr>
            <p:cNvPr id="114694" name="Text Box 6"/>
            <p:cNvSpPr txBox="1">
              <a:spLocks noChangeArrowheads="1"/>
            </p:cNvSpPr>
            <p:nvPr/>
          </p:nvSpPr>
          <p:spPr bwMode="auto">
            <a:xfrm>
              <a:off x="732" y="1307"/>
              <a:ext cx="2750" cy="388"/>
            </a:xfrm>
            <a:prstGeom prst="rect">
              <a:avLst/>
            </a:prstGeom>
            <a:noFill/>
            <a:ln w="9525">
              <a:noFill/>
              <a:miter lim="800000"/>
              <a:headEnd/>
              <a:tailEnd/>
            </a:ln>
            <a:effectLst/>
          </p:spPr>
          <p:txBody>
            <a:bodyPr>
              <a:spAutoFit/>
            </a:bodyPr>
            <a:lstStyle/>
            <a:p>
              <a:r>
                <a:rPr kumimoji="1" lang="zh-CN" altLang="en-US" sz="2400" b="1" dirty="0">
                  <a:solidFill>
                    <a:srgbClr val="0000FF"/>
                  </a:solidFill>
                  <a:latin typeface="Times New Roman" pitchFamily="18" charset="0"/>
                  <a:ea typeface="宋体" pitchFamily="2" charset="-122"/>
                </a:rPr>
                <a:t>对于</a:t>
              </a:r>
              <a:r>
                <a:rPr kumimoji="1" lang="en-US" altLang="zh-CN" sz="2400" b="1" i="1" dirty="0">
                  <a:solidFill>
                    <a:srgbClr val="0000FF"/>
                  </a:solidFill>
                  <a:latin typeface="Times New Roman" pitchFamily="18" charset="0"/>
                  <a:ea typeface="宋体" pitchFamily="2" charset="-122"/>
                </a:rPr>
                <a:t>adb</a:t>
              </a:r>
              <a:r>
                <a:rPr kumimoji="1" lang="zh-CN" altLang="en-US" sz="2400" b="1" dirty="0">
                  <a:solidFill>
                    <a:srgbClr val="0000FF"/>
                  </a:solidFill>
                  <a:latin typeface="Times New Roman" pitchFamily="18" charset="0"/>
                  <a:ea typeface="宋体" pitchFamily="2" charset="-122"/>
                </a:rPr>
                <a:t>过程</a:t>
              </a:r>
              <a:r>
                <a:rPr kumimoji="1" lang="en-US" altLang="zh-CN" sz="2400" b="1" dirty="0">
                  <a:solidFill>
                    <a:srgbClr val="0000FF"/>
                  </a:solidFill>
                  <a:latin typeface="Times New Roman" pitchFamily="18" charset="0"/>
                  <a:ea typeface="宋体" pitchFamily="2" charset="-122"/>
                </a:rPr>
                <a:t>:</a:t>
              </a:r>
            </a:p>
          </p:txBody>
        </p:sp>
        <p:graphicFrame>
          <p:nvGraphicFramePr>
            <p:cNvPr id="114695" name="Object 7"/>
            <p:cNvGraphicFramePr>
              <a:graphicFrameLocks noChangeAspect="1"/>
            </p:cNvGraphicFramePr>
            <p:nvPr>
              <p:extLst>
                <p:ext uri="{D42A27DB-BD31-4B8C-83A1-F6EECF244321}">
                  <p14:modId xmlns:p14="http://schemas.microsoft.com/office/powerpoint/2010/main" val="2490902066"/>
                </p:ext>
              </p:extLst>
            </p:nvPr>
          </p:nvGraphicFramePr>
          <p:xfrm>
            <a:off x="843" y="1782"/>
            <a:ext cx="3775" cy="343"/>
          </p:xfrm>
          <a:graphic>
            <a:graphicData uri="http://schemas.openxmlformats.org/presentationml/2006/ole">
              <mc:AlternateContent xmlns:mc="http://schemas.openxmlformats.org/markup-compatibility/2006">
                <mc:Choice xmlns:v="urn:schemas-microsoft-com:vml" Requires="v">
                  <p:oleObj spid="_x0000_s301195" name="Equation" r:id="rId5" imgW="2514600" imgH="228600" progId="Equation.DSMT4">
                    <p:embed/>
                  </p:oleObj>
                </mc:Choice>
                <mc:Fallback>
                  <p:oleObj name="Equation" r:id="rId5" imgW="25146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3" y="1782"/>
                          <a:ext cx="3775" cy="343"/>
                        </a:xfrm>
                        <a:prstGeom prst="rect">
                          <a:avLst/>
                        </a:prstGeom>
                        <a:noFill/>
                        <a:extLst/>
                      </p:spPr>
                    </p:pic>
                  </p:oleObj>
                </mc:Fallback>
              </mc:AlternateContent>
            </a:graphicData>
          </a:graphic>
        </p:graphicFrame>
      </p:grpSp>
      <p:grpSp>
        <p:nvGrpSpPr>
          <p:cNvPr id="4" name="Group 8"/>
          <p:cNvGrpSpPr>
            <a:grpSpLocks/>
          </p:cNvGrpSpPr>
          <p:nvPr/>
        </p:nvGrpSpPr>
        <p:grpSpPr bwMode="auto">
          <a:xfrm>
            <a:off x="782244" y="2714085"/>
            <a:ext cx="6213872" cy="1378744"/>
            <a:chOff x="383" y="2201"/>
            <a:chExt cx="5219" cy="1158"/>
          </a:xfrm>
        </p:grpSpPr>
        <p:sp>
          <p:nvSpPr>
            <p:cNvPr id="114697" name="Text Box 9"/>
            <p:cNvSpPr txBox="1">
              <a:spLocks noChangeArrowheads="1"/>
            </p:cNvSpPr>
            <p:nvPr/>
          </p:nvSpPr>
          <p:spPr bwMode="auto">
            <a:xfrm>
              <a:off x="383" y="2201"/>
              <a:ext cx="5219" cy="388"/>
            </a:xfrm>
            <a:prstGeom prst="rect">
              <a:avLst/>
            </a:prstGeom>
            <a:noFill/>
            <a:ln w="9525">
              <a:noFill/>
              <a:miter lim="800000"/>
              <a:headEnd/>
              <a:tailEnd/>
            </a:ln>
            <a:effectLst/>
          </p:spPr>
          <p:txBody>
            <a:bodyPr>
              <a:spAutoFit/>
            </a:bodyPr>
            <a:lstStyle/>
            <a:p>
              <a:r>
                <a:rPr kumimoji="1" lang="zh-CN" altLang="en-US" sz="2400" b="1" dirty="0">
                  <a:solidFill>
                    <a:srgbClr val="0000FF"/>
                  </a:solidFill>
                  <a:latin typeface="Times New Roman" pitchFamily="18" charset="0"/>
                  <a:ea typeface="宋体" pitchFamily="2" charset="-122"/>
                  <a:sym typeface="Wingdings" pitchFamily="2" charset="2"/>
                </a:rPr>
                <a:t>（ </a:t>
              </a:r>
              <a:r>
                <a:rPr kumimoji="1" lang="en-US" altLang="zh-CN" sz="2400" b="1" dirty="0">
                  <a:solidFill>
                    <a:srgbClr val="0000FF"/>
                  </a:solidFill>
                  <a:latin typeface="Times New Roman" pitchFamily="18" charset="0"/>
                  <a:ea typeface="宋体" pitchFamily="2" charset="-122"/>
                  <a:sym typeface="Wingdings" pitchFamily="2" charset="2"/>
                </a:rPr>
                <a:t>2</a:t>
              </a:r>
              <a:r>
                <a:rPr kumimoji="1" lang="zh-CN" altLang="en-US" sz="2400" b="1" dirty="0">
                  <a:solidFill>
                    <a:srgbClr val="0000FF"/>
                  </a:solidFill>
                  <a:latin typeface="Times New Roman" pitchFamily="18" charset="0"/>
                  <a:ea typeface="宋体" pitchFamily="2" charset="-122"/>
                </a:rPr>
                <a:t>）对于</a:t>
              </a:r>
              <a:r>
                <a:rPr kumimoji="1" lang="en-US" altLang="zh-CN" sz="2400" b="1" i="1" dirty="0" err="1">
                  <a:solidFill>
                    <a:srgbClr val="0000FF"/>
                  </a:solidFill>
                  <a:latin typeface="Times New Roman" pitchFamily="18" charset="0"/>
                  <a:ea typeface="宋体" pitchFamily="2" charset="-122"/>
                </a:rPr>
                <a:t>ba</a:t>
              </a:r>
              <a:r>
                <a:rPr kumimoji="1" lang="zh-CN" altLang="en-US" sz="2400" b="1" dirty="0">
                  <a:solidFill>
                    <a:srgbClr val="0000FF"/>
                  </a:solidFill>
                  <a:latin typeface="Times New Roman" pitchFamily="18" charset="0"/>
                  <a:ea typeface="宋体" pitchFamily="2" charset="-122"/>
                </a:rPr>
                <a:t>过程</a:t>
              </a:r>
              <a:r>
                <a:rPr kumimoji="1" lang="en-US" altLang="zh-CN" sz="2400" b="1" dirty="0">
                  <a:solidFill>
                    <a:srgbClr val="0000FF"/>
                  </a:solidFill>
                  <a:latin typeface="Times New Roman" pitchFamily="18" charset="0"/>
                  <a:ea typeface="宋体" pitchFamily="2" charset="-122"/>
                </a:rPr>
                <a:t>:</a:t>
              </a:r>
            </a:p>
          </p:txBody>
        </p:sp>
        <p:graphicFrame>
          <p:nvGraphicFramePr>
            <p:cNvPr id="114698" name="Object 10"/>
            <p:cNvGraphicFramePr>
              <a:graphicFrameLocks noChangeAspect="1"/>
            </p:cNvGraphicFramePr>
            <p:nvPr>
              <p:extLst>
                <p:ext uri="{D42A27DB-BD31-4B8C-83A1-F6EECF244321}">
                  <p14:modId xmlns:p14="http://schemas.microsoft.com/office/powerpoint/2010/main" val="1363570822"/>
                </p:ext>
              </p:extLst>
            </p:nvPr>
          </p:nvGraphicFramePr>
          <p:xfrm>
            <a:off x="754" y="2717"/>
            <a:ext cx="2820" cy="642"/>
          </p:xfrm>
          <a:graphic>
            <a:graphicData uri="http://schemas.openxmlformats.org/presentationml/2006/ole">
              <mc:AlternateContent xmlns:mc="http://schemas.openxmlformats.org/markup-compatibility/2006">
                <mc:Choice xmlns:v="urn:schemas-microsoft-com:vml" Requires="v">
                  <p:oleObj spid="_x0000_s301196" name="Equation" r:id="rId7" imgW="2006280" imgH="457200" progId="Equation.DSMT4">
                    <p:embed/>
                  </p:oleObj>
                </mc:Choice>
                <mc:Fallback>
                  <p:oleObj name="Equation" r:id="rId7" imgW="2006280" imgH="457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4" y="2717"/>
                          <a:ext cx="2820" cy="642"/>
                        </a:xfrm>
                        <a:prstGeom prst="rect">
                          <a:avLst/>
                        </a:prstGeom>
                        <a:noFill/>
                        <a:extLst/>
                      </p:spPr>
                    </p:pic>
                  </p:oleObj>
                </mc:Fallback>
              </mc:AlternateContent>
            </a:graphicData>
          </a:graphic>
        </p:graphicFrame>
      </p:grpSp>
      <p:sp>
        <p:nvSpPr>
          <p:cNvPr id="114699" name="Text Box 11"/>
          <p:cNvSpPr txBox="1">
            <a:spLocks noChangeArrowheads="1"/>
          </p:cNvSpPr>
          <p:nvPr/>
        </p:nvSpPr>
        <p:spPr bwMode="auto">
          <a:xfrm>
            <a:off x="1512313" y="4197694"/>
            <a:ext cx="3100386" cy="461665"/>
          </a:xfrm>
          <a:prstGeom prst="rect">
            <a:avLst/>
          </a:prstGeom>
          <a:noFill/>
          <a:ln w="9525">
            <a:noFill/>
            <a:miter lim="800000"/>
            <a:headEnd/>
            <a:tailEnd/>
          </a:ln>
          <a:effectLst/>
        </p:spPr>
        <p:txBody>
          <a:bodyPr wrap="square">
            <a:spAutoFit/>
          </a:bodyPr>
          <a:lstStyle/>
          <a:p>
            <a:r>
              <a:rPr kumimoji="1" lang="zh-CN" altLang="en-US" sz="2400" b="1">
                <a:solidFill>
                  <a:srgbClr val="CC0000"/>
                </a:solidFill>
                <a:latin typeface="Times New Roman" pitchFamily="18" charset="0"/>
                <a:ea typeface="宋体" pitchFamily="2" charset="-122"/>
                <a:sym typeface="Wingdings" pitchFamily="2" charset="2"/>
              </a:rPr>
              <a:t>负号表示系统放热</a:t>
            </a:r>
            <a:endParaRPr kumimoji="1" lang="zh-CN" altLang="en-US" sz="2400" b="1">
              <a:solidFill>
                <a:srgbClr val="CC0000"/>
              </a:solidFill>
              <a:latin typeface="Times New Roman" pitchFamily="18" charset="0"/>
              <a:ea typeface="宋体" pitchFamily="2" charset="-122"/>
            </a:endParaRPr>
          </a:p>
        </p:txBody>
      </p:sp>
      <p:grpSp>
        <p:nvGrpSpPr>
          <p:cNvPr id="30" name="Group 5"/>
          <p:cNvGrpSpPr>
            <a:grpSpLocks/>
          </p:cNvGrpSpPr>
          <p:nvPr/>
        </p:nvGrpSpPr>
        <p:grpSpPr bwMode="auto">
          <a:xfrm>
            <a:off x="6173726" y="2797289"/>
            <a:ext cx="2518172" cy="1977364"/>
            <a:chOff x="3096" y="2244"/>
            <a:chExt cx="2398" cy="1883"/>
          </a:xfrm>
        </p:grpSpPr>
        <p:grpSp>
          <p:nvGrpSpPr>
            <p:cNvPr id="31" name="Group 6"/>
            <p:cNvGrpSpPr>
              <a:grpSpLocks/>
            </p:cNvGrpSpPr>
            <p:nvPr/>
          </p:nvGrpSpPr>
          <p:grpSpPr bwMode="auto">
            <a:xfrm>
              <a:off x="3390" y="2244"/>
              <a:ext cx="2034" cy="1560"/>
              <a:chOff x="3390" y="2244"/>
              <a:chExt cx="2034" cy="1560"/>
            </a:xfrm>
          </p:grpSpPr>
          <p:sp>
            <p:nvSpPr>
              <p:cNvPr id="55" name="Line 7"/>
              <p:cNvSpPr>
                <a:spLocks noChangeShapeType="1"/>
              </p:cNvSpPr>
              <p:nvPr/>
            </p:nvSpPr>
            <p:spPr bwMode="auto">
              <a:xfrm flipV="1">
                <a:off x="3390" y="2244"/>
                <a:ext cx="0" cy="1560"/>
              </a:xfrm>
              <a:prstGeom prst="line">
                <a:avLst/>
              </a:prstGeom>
              <a:noFill/>
              <a:ln w="9525">
                <a:solidFill>
                  <a:schemeClr val="tx1"/>
                </a:solidFill>
                <a:round/>
                <a:headEnd/>
                <a:tailEnd type="stealth" w="lg" len="lg"/>
              </a:ln>
              <a:effectLst/>
            </p:spPr>
            <p:txBody>
              <a:bodyPr wrap="none" anchor="ctr">
                <a:spAutoFit/>
              </a:bodyPr>
              <a:lstStyle/>
              <a:p>
                <a:endParaRPr kumimoji="1" lang="zh-CN" altLang="en-US" sz="2100">
                  <a:solidFill>
                    <a:srgbClr val="000000"/>
                  </a:solidFill>
                  <a:latin typeface="Times New Roman" pitchFamily="18" charset="0"/>
                  <a:ea typeface="宋体" pitchFamily="2" charset="-122"/>
                </a:endParaRPr>
              </a:p>
            </p:txBody>
          </p:sp>
          <p:sp>
            <p:nvSpPr>
              <p:cNvPr id="56" name="Line 8"/>
              <p:cNvSpPr>
                <a:spLocks noChangeShapeType="1"/>
              </p:cNvSpPr>
              <p:nvPr/>
            </p:nvSpPr>
            <p:spPr bwMode="auto">
              <a:xfrm rot="5400000" flipV="1">
                <a:off x="4407" y="2780"/>
                <a:ext cx="0" cy="2034"/>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57" name="Rectangle 9"/>
              <p:cNvSpPr>
                <a:spLocks noChangeArrowheads="1"/>
              </p:cNvSpPr>
              <p:nvPr/>
            </p:nvSpPr>
            <p:spPr bwMode="auto">
              <a:xfrm>
                <a:off x="3851" y="2646"/>
                <a:ext cx="985" cy="790"/>
              </a:xfrm>
              <a:prstGeom prst="rect">
                <a:avLst/>
              </a:prstGeom>
              <a:noFill/>
              <a:ln w="9525">
                <a:solidFill>
                  <a:schemeClr val="tx1"/>
                </a:solidFill>
                <a:miter lim="800000"/>
                <a:headEnd/>
                <a:tailEnd/>
              </a:ln>
              <a:effectLst/>
            </p:spPr>
            <p:txBody>
              <a:bodyPr wrap="square" anchor="ctr">
                <a:spAutoFit/>
              </a:bodyPr>
              <a:lstStyle/>
              <a:p>
                <a:endParaRPr kumimoji="1" lang="zh-CN" altLang="en-US" sz="2100">
                  <a:solidFill>
                    <a:srgbClr val="000000"/>
                  </a:solidFill>
                  <a:latin typeface="Times New Roman" pitchFamily="18" charset="0"/>
                  <a:ea typeface="宋体" pitchFamily="2" charset="-122"/>
                </a:endParaRPr>
              </a:p>
            </p:txBody>
          </p:sp>
          <p:sp>
            <p:nvSpPr>
              <p:cNvPr id="58" name="Freeform 10"/>
              <p:cNvSpPr>
                <a:spLocks/>
              </p:cNvSpPr>
              <p:nvPr/>
            </p:nvSpPr>
            <p:spPr bwMode="auto">
              <a:xfrm rot="20103518">
                <a:off x="3730" y="2887"/>
                <a:ext cx="1219" cy="349"/>
              </a:xfrm>
              <a:custGeom>
                <a:avLst/>
                <a:gdLst/>
                <a:ahLst/>
                <a:cxnLst>
                  <a:cxn ang="0">
                    <a:pos x="0" y="227"/>
                  </a:cxn>
                  <a:cxn ang="0">
                    <a:pos x="340" y="227"/>
                  </a:cxn>
                  <a:cxn ang="0">
                    <a:pos x="652" y="57"/>
                  </a:cxn>
                  <a:cxn ang="0">
                    <a:pos x="964" y="0"/>
                  </a:cxn>
                </a:cxnLst>
                <a:rect l="0" t="0" r="r" b="b"/>
                <a:pathLst>
                  <a:path w="964" h="255">
                    <a:moveTo>
                      <a:pt x="0" y="227"/>
                    </a:moveTo>
                    <a:cubicBezTo>
                      <a:pt x="115" y="241"/>
                      <a:pt x="231" y="255"/>
                      <a:pt x="340" y="227"/>
                    </a:cubicBezTo>
                    <a:cubicBezTo>
                      <a:pt x="449" y="199"/>
                      <a:pt x="548" y="95"/>
                      <a:pt x="652" y="57"/>
                    </a:cubicBezTo>
                    <a:cubicBezTo>
                      <a:pt x="756" y="19"/>
                      <a:pt x="860" y="9"/>
                      <a:pt x="964" y="0"/>
                    </a:cubicBezTo>
                  </a:path>
                </a:pathLst>
              </a:custGeom>
              <a:noFill/>
              <a:ln w="9525" cap="flat" cmpd="sng">
                <a:solidFill>
                  <a:schemeClr val="tx1"/>
                </a:solidFill>
                <a:prstDash val="solid"/>
                <a:round/>
                <a:headEnd/>
                <a:tailEnd/>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59" name="Line 11"/>
              <p:cNvSpPr>
                <a:spLocks noChangeShapeType="1"/>
              </p:cNvSpPr>
              <p:nvPr/>
            </p:nvSpPr>
            <p:spPr bwMode="auto">
              <a:xfrm flipV="1">
                <a:off x="3848" y="2840"/>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0" name="Line 12"/>
              <p:cNvSpPr>
                <a:spLocks noChangeShapeType="1"/>
              </p:cNvSpPr>
              <p:nvPr/>
            </p:nvSpPr>
            <p:spPr bwMode="auto">
              <a:xfrm flipV="1">
                <a:off x="4836" y="2869"/>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1" name="Line 13"/>
              <p:cNvSpPr>
                <a:spLocks noChangeShapeType="1"/>
              </p:cNvSpPr>
              <p:nvPr/>
            </p:nvSpPr>
            <p:spPr bwMode="auto">
              <a:xfrm rot="5400000" flipV="1">
                <a:off x="4397" y="3251"/>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2" name="Line 14"/>
              <p:cNvSpPr>
                <a:spLocks noChangeShapeType="1"/>
              </p:cNvSpPr>
              <p:nvPr/>
            </p:nvSpPr>
            <p:spPr bwMode="auto">
              <a:xfrm rot="5400000" flipV="1">
                <a:off x="4312" y="2461"/>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3" name="Line 15"/>
              <p:cNvSpPr>
                <a:spLocks noChangeShapeType="1"/>
              </p:cNvSpPr>
              <p:nvPr/>
            </p:nvSpPr>
            <p:spPr bwMode="auto">
              <a:xfrm rot="13509748" flipH="1" flipV="1">
                <a:off x="4342" y="3060"/>
                <a:ext cx="23" cy="84"/>
              </a:xfrm>
              <a:prstGeom prst="line">
                <a:avLst/>
              </a:prstGeom>
              <a:noFill/>
              <a:ln w="9525">
                <a:solidFill>
                  <a:schemeClr val="tx1"/>
                </a:solidFill>
                <a:round/>
                <a:headEnd/>
                <a:tailEnd type="stealth" w="lg" len="lg"/>
              </a:ln>
              <a:effectLst/>
            </p:spPr>
            <p:txBody>
              <a:bodyPr wrap="square" anchor="ctr">
                <a:spAutoFit/>
              </a:bodyPr>
              <a:lstStyle/>
              <a:p>
                <a:endParaRPr kumimoji="1" lang="zh-CN" altLang="en-US" sz="2100">
                  <a:solidFill>
                    <a:srgbClr val="000000"/>
                  </a:solidFill>
                  <a:latin typeface="Times New Roman" pitchFamily="18" charset="0"/>
                  <a:ea typeface="宋体" pitchFamily="2" charset="-122"/>
                </a:endParaRPr>
              </a:p>
            </p:txBody>
          </p:sp>
        </p:grpSp>
        <p:graphicFrame>
          <p:nvGraphicFramePr>
            <p:cNvPr id="32" name="Object 16"/>
            <p:cNvGraphicFramePr>
              <a:graphicFrameLocks noChangeAspect="1"/>
            </p:cNvGraphicFramePr>
            <p:nvPr/>
          </p:nvGraphicFramePr>
          <p:xfrm>
            <a:off x="3129" y="2246"/>
            <a:ext cx="261" cy="283"/>
          </p:xfrm>
          <a:graphic>
            <a:graphicData uri="http://schemas.openxmlformats.org/presentationml/2006/ole">
              <mc:AlternateContent xmlns:mc="http://schemas.openxmlformats.org/markup-compatibility/2006">
                <mc:Choice xmlns:v="urn:schemas-microsoft-com:vml" Requires="v">
                  <p:oleObj spid="_x0000_s301197" name="公式" r:id="rId9" imgW="152280" imgH="164880" progId="Equation.3">
                    <p:embed/>
                  </p:oleObj>
                </mc:Choice>
                <mc:Fallback>
                  <p:oleObj name="公式" r:id="rId9" imgW="152280" imgH="164880" progId="Equation.3">
                    <p:embed/>
                    <p:pic>
                      <p:nvPicPr>
                        <p:cNvPr id="11368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9" y="2246"/>
                          <a:ext cx="261"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17"/>
            <p:cNvGraphicFramePr>
              <a:graphicFrameLocks noChangeAspect="1"/>
            </p:cNvGraphicFramePr>
            <p:nvPr/>
          </p:nvGraphicFramePr>
          <p:xfrm>
            <a:off x="3096" y="3566"/>
            <a:ext cx="283" cy="305"/>
          </p:xfrm>
          <a:graphic>
            <a:graphicData uri="http://schemas.openxmlformats.org/presentationml/2006/ole">
              <mc:AlternateContent xmlns:mc="http://schemas.openxmlformats.org/markup-compatibility/2006">
                <mc:Choice xmlns:v="urn:schemas-microsoft-com:vml" Requires="v">
                  <p:oleObj spid="_x0000_s301198" name="公式" r:id="rId11" imgW="164880" imgH="177480" progId="Equation.3">
                    <p:embed/>
                  </p:oleObj>
                </mc:Choice>
                <mc:Fallback>
                  <p:oleObj name="公式" r:id="rId11" imgW="164880" imgH="177480" progId="Equation.3">
                    <p:embed/>
                    <p:pic>
                      <p:nvPicPr>
                        <p:cNvPr id="113681"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96" y="3566"/>
                          <a:ext cx="283"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 name="Object 18"/>
            <p:cNvGraphicFramePr>
              <a:graphicFrameLocks noChangeAspect="1"/>
            </p:cNvGraphicFramePr>
            <p:nvPr/>
          </p:nvGraphicFramePr>
          <p:xfrm>
            <a:off x="5233" y="3822"/>
            <a:ext cx="261" cy="305"/>
          </p:xfrm>
          <a:graphic>
            <a:graphicData uri="http://schemas.openxmlformats.org/presentationml/2006/ole">
              <mc:AlternateContent xmlns:mc="http://schemas.openxmlformats.org/markup-compatibility/2006">
                <mc:Choice xmlns:v="urn:schemas-microsoft-com:vml" Requires="v">
                  <p:oleObj spid="_x0000_s301199" name="公式" r:id="rId13" imgW="152280" imgH="177480" progId="Equation.3">
                    <p:embed/>
                  </p:oleObj>
                </mc:Choice>
                <mc:Fallback>
                  <p:oleObj name="公式" r:id="rId13" imgW="152280" imgH="177480" progId="Equation.3">
                    <p:embed/>
                    <p:pic>
                      <p:nvPicPr>
                        <p:cNvPr id="113682"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33" y="3822"/>
                          <a:ext cx="261"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Object 19"/>
            <p:cNvGraphicFramePr>
              <a:graphicFrameLocks noChangeAspect="1"/>
            </p:cNvGraphicFramePr>
            <p:nvPr/>
          </p:nvGraphicFramePr>
          <p:xfrm>
            <a:off x="3603" y="2476"/>
            <a:ext cx="196" cy="239"/>
          </p:xfrm>
          <a:graphic>
            <a:graphicData uri="http://schemas.openxmlformats.org/presentationml/2006/ole">
              <mc:AlternateContent xmlns:mc="http://schemas.openxmlformats.org/markup-compatibility/2006">
                <mc:Choice xmlns:v="urn:schemas-microsoft-com:vml" Requires="v">
                  <p:oleObj spid="_x0000_s301200" name="公式" r:id="rId15" imgW="114120" imgH="139680" progId="Equation.3">
                    <p:embed/>
                  </p:oleObj>
                </mc:Choice>
                <mc:Fallback>
                  <p:oleObj name="公式" r:id="rId15" imgW="114120" imgH="139680" progId="Equation.3">
                    <p:embed/>
                    <p:pic>
                      <p:nvPicPr>
                        <p:cNvPr id="113683"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03" y="2476"/>
                          <a:ext cx="196"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20"/>
            <p:cNvGraphicFramePr>
              <a:graphicFrameLocks noChangeAspect="1"/>
            </p:cNvGraphicFramePr>
            <p:nvPr/>
          </p:nvGraphicFramePr>
          <p:xfrm>
            <a:off x="3578" y="3294"/>
            <a:ext cx="218" cy="239"/>
          </p:xfrm>
          <a:graphic>
            <a:graphicData uri="http://schemas.openxmlformats.org/presentationml/2006/ole">
              <mc:AlternateContent xmlns:mc="http://schemas.openxmlformats.org/markup-compatibility/2006">
                <mc:Choice xmlns:v="urn:schemas-microsoft-com:vml" Requires="v">
                  <p:oleObj spid="_x0000_s301201" name="公式" r:id="rId17" imgW="126720" imgH="139680" progId="Equation.3">
                    <p:embed/>
                  </p:oleObj>
                </mc:Choice>
                <mc:Fallback>
                  <p:oleObj name="公式" r:id="rId17" imgW="126720" imgH="139680" progId="Equation.3">
                    <p:embed/>
                    <p:pic>
                      <p:nvPicPr>
                        <p:cNvPr id="113684"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78" y="3294"/>
                          <a:ext cx="218"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21"/>
            <p:cNvGraphicFramePr>
              <a:graphicFrameLocks noChangeAspect="1"/>
            </p:cNvGraphicFramePr>
            <p:nvPr/>
          </p:nvGraphicFramePr>
          <p:xfrm>
            <a:off x="4843" y="3234"/>
            <a:ext cx="239" cy="304"/>
          </p:xfrm>
          <a:graphic>
            <a:graphicData uri="http://schemas.openxmlformats.org/presentationml/2006/ole">
              <mc:AlternateContent xmlns:mc="http://schemas.openxmlformats.org/markup-compatibility/2006">
                <mc:Choice xmlns:v="urn:schemas-microsoft-com:vml" Requires="v">
                  <p:oleObj spid="_x0000_s301202" name="公式" r:id="rId19" imgW="139680" imgH="177480" progId="Equation.3">
                    <p:embed/>
                  </p:oleObj>
                </mc:Choice>
                <mc:Fallback>
                  <p:oleObj name="公式" r:id="rId19" imgW="139680" imgH="177480" progId="Equation.3">
                    <p:embed/>
                    <p:pic>
                      <p:nvPicPr>
                        <p:cNvPr id="113685"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43" y="3234"/>
                          <a:ext cx="239"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22"/>
            <p:cNvGraphicFramePr>
              <a:graphicFrameLocks noChangeAspect="1"/>
            </p:cNvGraphicFramePr>
            <p:nvPr/>
          </p:nvGraphicFramePr>
          <p:xfrm>
            <a:off x="4853" y="2440"/>
            <a:ext cx="218" cy="304"/>
          </p:xfrm>
          <a:graphic>
            <a:graphicData uri="http://schemas.openxmlformats.org/presentationml/2006/ole">
              <mc:AlternateContent xmlns:mc="http://schemas.openxmlformats.org/markup-compatibility/2006">
                <mc:Choice xmlns:v="urn:schemas-microsoft-com:vml" Requires="v">
                  <p:oleObj spid="_x0000_s301203" name="公式" r:id="rId21" imgW="126720" imgH="177480" progId="Equation.3">
                    <p:embed/>
                  </p:oleObj>
                </mc:Choice>
                <mc:Fallback>
                  <p:oleObj name="公式" r:id="rId21" imgW="126720" imgH="177480" progId="Equation.3">
                    <p:embed/>
                    <p:pic>
                      <p:nvPicPr>
                        <p:cNvPr id="113686"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53" y="2440"/>
                          <a:ext cx="218"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41980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4699"/>
                                        </p:tgtEl>
                                        <p:attrNameLst>
                                          <p:attrName>style.visibility</p:attrName>
                                        </p:attrNameLst>
                                      </p:cBhvr>
                                      <p:to>
                                        <p:strVal val="visible"/>
                                      </p:to>
                                    </p:set>
                                    <p:animEffect transition="in" filter="wipe(left)">
                                      <p:cBhvr>
                                        <p:cTn id="17" dur="500"/>
                                        <p:tgtEl>
                                          <p:spTgt spid="114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5714" name="Object 2"/>
          <p:cNvGraphicFramePr>
            <a:graphicFrameLocks noChangeAspect="1"/>
          </p:cNvGraphicFramePr>
          <p:nvPr/>
        </p:nvGraphicFramePr>
        <p:xfrm>
          <a:off x="1277634" y="1823851"/>
          <a:ext cx="2400300" cy="423863"/>
        </p:xfrm>
        <a:graphic>
          <a:graphicData uri="http://schemas.openxmlformats.org/presentationml/2006/ole">
            <mc:AlternateContent xmlns:mc="http://schemas.openxmlformats.org/markup-compatibility/2006">
              <mc:Choice xmlns:v="urn:schemas-microsoft-com:vml" Requires="v">
                <p:oleObj spid="_x0000_s298457" name="Equation" r:id="rId3" imgW="1396800" imgH="228600" progId="Equation.DSMT4">
                  <p:embed/>
                </p:oleObj>
              </mc:Choice>
              <mc:Fallback>
                <p:oleObj name="Equation" r:id="rId3" imgW="13968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634" y="1823851"/>
                        <a:ext cx="24003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1"/>
          <p:cNvGrpSpPr>
            <a:grpSpLocks/>
          </p:cNvGrpSpPr>
          <p:nvPr/>
        </p:nvGrpSpPr>
        <p:grpSpPr bwMode="auto">
          <a:xfrm>
            <a:off x="1385460" y="2673820"/>
            <a:ext cx="3037285" cy="1606155"/>
            <a:chOff x="496" y="2321"/>
            <a:chExt cx="2551" cy="1349"/>
          </a:xfrm>
        </p:grpSpPr>
        <p:sp>
          <p:nvSpPr>
            <p:cNvPr id="115716" name="Text Box 4"/>
            <p:cNvSpPr txBox="1">
              <a:spLocks noChangeArrowheads="1"/>
            </p:cNvSpPr>
            <p:nvPr/>
          </p:nvSpPr>
          <p:spPr bwMode="auto">
            <a:xfrm>
              <a:off x="496" y="2321"/>
              <a:ext cx="2551" cy="349"/>
            </a:xfrm>
            <a:prstGeom prst="rect">
              <a:avLst/>
            </a:prstGeom>
            <a:noFill/>
            <a:ln w="9525">
              <a:noFill/>
              <a:miter lim="800000"/>
              <a:headEnd/>
              <a:tailEnd/>
            </a:ln>
            <a:effectLst/>
          </p:spPr>
          <p:txBody>
            <a:bodyPr>
              <a:spAutoFit/>
            </a:bodyPr>
            <a:lstStyle/>
            <a:p>
              <a:r>
                <a:rPr kumimoji="1" lang="zh-CN" altLang="en-US" sz="2100" b="1" dirty="0">
                  <a:solidFill>
                    <a:srgbClr val="0000FF"/>
                  </a:solidFill>
                  <a:latin typeface="Times New Roman" pitchFamily="18" charset="0"/>
                  <a:ea typeface="宋体" pitchFamily="2" charset="-122"/>
                </a:rPr>
                <a:t>对于</a:t>
              </a:r>
              <a:r>
                <a:rPr kumimoji="1" lang="en-US" altLang="zh-CN" sz="2100" b="1" i="1" dirty="0">
                  <a:solidFill>
                    <a:srgbClr val="0000FF"/>
                  </a:solidFill>
                  <a:latin typeface="Times New Roman" pitchFamily="18" charset="0"/>
                  <a:ea typeface="宋体" pitchFamily="2" charset="-122"/>
                </a:rPr>
                <a:t>db</a:t>
              </a:r>
              <a:r>
                <a:rPr kumimoji="1" lang="zh-CN" altLang="en-US" sz="2100" b="1" dirty="0">
                  <a:solidFill>
                    <a:srgbClr val="0000FF"/>
                  </a:solidFill>
                  <a:latin typeface="Times New Roman" pitchFamily="18" charset="0"/>
                  <a:ea typeface="宋体" pitchFamily="2" charset="-122"/>
                </a:rPr>
                <a:t>过程</a:t>
              </a:r>
              <a:r>
                <a:rPr kumimoji="1" lang="en-US" altLang="zh-CN" sz="2100" b="1" dirty="0">
                  <a:solidFill>
                    <a:srgbClr val="0000FF"/>
                  </a:solidFill>
                  <a:latin typeface="Times New Roman" pitchFamily="18" charset="0"/>
                  <a:ea typeface="宋体" pitchFamily="2" charset="-122"/>
                </a:rPr>
                <a:t>:</a:t>
              </a:r>
            </a:p>
          </p:txBody>
        </p:sp>
        <p:graphicFrame>
          <p:nvGraphicFramePr>
            <p:cNvPr id="115717" name="Object 5"/>
            <p:cNvGraphicFramePr>
              <a:graphicFrameLocks noChangeAspect="1"/>
            </p:cNvGraphicFramePr>
            <p:nvPr>
              <p:extLst>
                <p:ext uri="{D42A27DB-BD31-4B8C-83A1-F6EECF244321}">
                  <p14:modId xmlns:p14="http://schemas.microsoft.com/office/powerpoint/2010/main" val="4241377097"/>
                </p:ext>
              </p:extLst>
            </p:nvPr>
          </p:nvGraphicFramePr>
          <p:xfrm>
            <a:off x="688" y="2855"/>
            <a:ext cx="1558" cy="356"/>
          </p:xfrm>
          <a:graphic>
            <a:graphicData uri="http://schemas.openxmlformats.org/presentationml/2006/ole">
              <mc:AlternateContent xmlns:mc="http://schemas.openxmlformats.org/markup-compatibility/2006">
                <mc:Choice xmlns:v="urn:schemas-microsoft-com:vml" Requires="v">
                  <p:oleObj spid="_x0000_s298458" name="Equation" r:id="rId5" imgW="1079280" imgH="228600" progId="Equation.DSMT4">
                    <p:embed/>
                  </p:oleObj>
                </mc:Choice>
                <mc:Fallback>
                  <p:oleObj name="Equation" r:id="rId5" imgW="107928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 y="2855"/>
                          <a:ext cx="1558" cy="3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5"/>
            <p:cNvGraphicFramePr>
              <a:graphicFrameLocks noChangeAspect="1"/>
            </p:cNvGraphicFramePr>
            <p:nvPr>
              <p:extLst>
                <p:ext uri="{D42A27DB-BD31-4B8C-83A1-F6EECF244321}">
                  <p14:modId xmlns:p14="http://schemas.microsoft.com/office/powerpoint/2010/main" val="1928684991"/>
                </p:ext>
              </p:extLst>
            </p:nvPr>
          </p:nvGraphicFramePr>
          <p:xfrm>
            <a:off x="994" y="3354"/>
            <a:ext cx="2053" cy="316"/>
          </p:xfrm>
          <a:graphic>
            <a:graphicData uri="http://schemas.openxmlformats.org/presentationml/2006/ole">
              <mc:AlternateContent xmlns:mc="http://schemas.openxmlformats.org/markup-compatibility/2006">
                <mc:Choice xmlns:v="urn:schemas-microsoft-com:vml" Requires="v">
                  <p:oleObj spid="_x0000_s298459" name="Equation" r:id="rId7" imgW="1422360" imgH="203040" progId="Equation.DSMT4">
                    <p:embed/>
                  </p:oleObj>
                </mc:Choice>
                <mc:Fallback>
                  <p:oleObj name="Equation" r:id="rId7" imgW="142236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4" y="3354"/>
                          <a:ext cx="2053" cy="3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6"/>
          <p:cNvGrpSpPr>
            <a:grpSpLocks/>
          </p:cNvGrpSpPr>
          <p:nvPr/>
        </p:nvGrpSpPr>
        <p:grpSpPr bwMode="auto">
          <a:xfrm>
            <a:off x="749759" y="188324"/>
            <a:ext cx="6348413" cy="1404936"/>
            <a:chOff x="-211" y="2885"/>
            <a:chExt cx="5332" cy="1180"/>
          </a:xfrm>
        </p:grpSpPr>
        <p:sp>
          <p:nvSpPr>
            <p:cNvPr id="115719" name="Text Box 7"/>
            <p:cNvSpPr txBox="1">
              <a:spLocks noChangeArrowheads="1"/>
            </p:cNvSpPr>
            <p:nvPr/>
          </p:nvSpPr>
          <p:spPr bwMode="auto">
            <a:xfrm>
              <a:off x="-211" y="2885"/>
              <a:ext cx="5219" cy="349"/>
            </a:xfrm>
            <a:prstGeom prst="rect">
              <a:avLst/>
            </a:prstGeom>
            <a:noFill/>
            <a:ln w="9525">
              <a:noFill/>
              <a:miter lim="800000"/>
              <a:headEnd/>
              <a:tailEnd/>
            </a:ln>
            <a:effectLst/>
          </p:spPr>
          <p:txBody>
            <a:bodyPr>
              <a:spAutoFit/>
            </a:bodyPr>
            <a:lstStyle/>
            <a:p>
              <a:r>
                <a:rPr kumimoji="1" lang="zh-CN" altLang="en-US" sz="2100" b="1">
                  <a:solidFill>
                    <a:srgbClr val="0000FF"/>
                  </a:solidFill>
                  <a:latin typeface="Times New Roman" pitchFamily="18" charset="0"/>
                  <a:ea typeface="宋体" pitchFamily="2" charset="-122"/>
                  <a:sym typeface="Wingdings" pitchFamily="2" charset="2"/>
                </a:rPr>
                <a:t>（ </a:t>
              </a:r>
              <a:r>
                <a:rPr kumimoji="1" lang="en-US" altLang="zh-CN" sz="2100" b="1">
                  <a:solidFill>
                    <a:srgbClr val="0000FF"/>
                  </a:solidFill>
                  <a:latin typeface="Times New Roman" pitchFamily="18" charset="0"/>
                  <a:ea typeface="宋体" pitchFamily="2" charset="-122"/>
                  <a:sym typeface="Wingdings" pitchFamily="2" charset="2"/>
                </a:rPr>
                <a:t>3</a:t>
              </a:r>
              <a:r>
                <a:rPr kumimoji="1" lang="zh-CN" altLang="en-US" sz="2100" b="1">
                  <a:solidFill>
                    <a:srgbClr val="0000FF"/>
                  </a:solidFill>
                  <a:latin typeface="Times New Roman" pitchFamily="18" charset="0"/>
                  <a:ea typeface="宋体" pitchFamily="2" charset="-122"/>
                </a:rPr>
                <a:t>）对于</a:t>
              </a:r>
              <a:r>
                <a:rPr kumimoji="1" lang="en-US" altLang="zh-CN" sz="2100" b="1" i="1">
                  <a:solidFill>
                    <a:srgbClr val="0000FF"/>
                  </a:solidFill>
                  <a:latin typeface="Times New Roman" pitchFamily="18" charset="0"/>
                  <a:ea typeface="宋体" pitchFamily="2" charset="-122"/>
                </a:rPr>
                <a:t>ad</a:t>
              </a:r>
              <a:r>
                <a:rPr kumimoji="1" lang="zh-CN" altLang="en-US" sz="2100" b="1">
                  <a:solidFill>
                    <a:srgbClr val="0000FF"/>
                  </a:solidFill>
                  <a:latin typeface="Times New Roman" pitchFamily="18" charset="0"/>
                  <a:ea typeface="宋体" pitchFamily="2" charset="-122"/>
                </a:rPr>
                <a:t>过程</a:t>
              </a:r>
              <a:r>
                <a:rPr kumimoji="1" lang="en-US" altLang="zh-CN" sz="2100" b="1">
                  <a:solidFill>
                    <a:srgbClr val="0000FF"/>
                  </a:solidFill>
                  <a:latin typeface="Times New Roman" pitchFamily="18" charset="0"/>
                  <a:ea typeface="宋体" pitchFamily="2" charset="-122"/>
                </a:rPr>
                <a:t>:</a:t>
              </a:r>
            </a:p>
          </p:txBody>
        </p:sp>
        <p:sp>
          <p:nvSpPr>
            <p:cNvPr id="115720" name="Text Box 8"/>
            <p:cNvSpPr txBox="1">
              <a:spLocks noChangeArrowheads="1"/>
            </p:cNvSpPr>
            <p:nvPr/>
          </p:nvSpPr>
          <p:spPr bwMode="auto">
            <a:xfrm>
              <a:off x="-98" y="3262"/>
              <a:ext cx="5219" cy="349"/>
            </a:xfrm>
            <a:prstGeom prst="rect">
              <a:avLst/>
            </a:prstGeom>
            <a:noFill/>
            <a:ln w="9525">
              <a:noFill/>
              <a:miter lim="800000"/>
              <a:headEnd/>
              <a:tailEnd/>
            </a:ln>
            <a:effectLst/>
          </p:spPr>
          <p:txBody>
            <a:bodyPr>
              <a:spAutoFit/>
            </a:bodyPr>
            <a:lstStyle/>
            <a:p>
              <a:r>
                <a:rPr kumimoji="1" lang="zh-CN" altLang="en-US" sz="2100" b="1">
                  <a:solidFill>
                    <a:srgbClr val="000000"/>
                  </a:solidFill>
                  <a:latin typeface="Times New Roman" pitchFamily="18" charset="0"/>
                  <a:ea typeface="宋体" pitchFamily="2" charset="-122"/>
                  <a:sym typeface="Wingdings" pitchFamily="2" charset="2"/>
                </a:rPr>
                <a:t>因为过程</a:t>
              </a:r>
              <a:r>
                <a:rPr kumimoji="1" lang="en-US" altLang="zh-CN" sz="2100" b="1">
                  <a:solidFill>
                    <a:srgbClr val="000000"/>
                  </a:solidFill>
                  <a:latin typeface="Times New Roman" pitchFamily="18" charset="0"/>
                  <a:ea typeface="宋体" pitchFamily="2" charset="-122"/>
                  <a:sym typeface="Wingdings" pitchFamily="2" charset="2"/>
                </a:rPr>
                <a:t>db</a:t>
              </a:r>
              <a:r>
                <a:rPr kumimoji="1" lang="zh-CN" altLang="en-US" sz="2100" b="1">
                  <a:solidFill>
                    <a:srgbClr val="000000"/>
                  </a:solidFill>
                  <a:latin typeface="Times New Roman" pitchFamily="18" charset="0"/>
                  <a:ea typeface="宋体" pitchFamily="2" charset="-122"/>
                  <a:sym typeface="Wingdings" pitchFamily="2" charset="2"/>
                </a:rPr>
                <a:t>的体积不发生变化，           ，所以</a:t>
              </a:r>
              <a:endParaRPr kumimoji="1" lang="zh-CN" altLang="en-US" sz="2100" b="1">
                <a:solidFill>
                  <a:srgbClr val="000000"/>
                </a:solidFill>
                <a:latin typeface="Times New Roman" pitchFamily="18" charset="0"/>
                <a:ea typeface="宋体" pitchFamily="2" charset="-122"/>
              </a:endParaRPr>
            </a:p>
          </p:txBody>
        </p:sp>
        <p:graphicFrame>
          <p:nvGraphicFramePr>
            <p:cNvPr id="115721" name="Object 9"/>
            <p:cNvGraphicFramePr>
              <a:graphicFrameLocks noChangeAspect="1"/>
            </p:cNvGraphicFramePr>
            <p:nvPr>
              <p:extLst>
                <p:ext uri="{D42A27DB-BD31-4B8C-83A1-F6EECF244321}">
                  <p14:modId xmlns:p14="http://schemas.microsoft.com/office/powerpoint/2010/main" val="2811801690"/>
                </p:ext>
              </p:extLst>
            </p:nvPr>
          </p:nvGraphicFramePr>
          <p:xfrm>
            <a:off x="3077" y="3330"/>
            <a:ext cx="719" cy="265"/>
          </p:xfrm>
          <a:graphic>
            <a:graphicData uri="http://schemas.openxmlformats.org/presentationml/2006/ole">
              <mc:AlternateContent xmlns:mc="http://schemas.openxmlformats.org/markup-compatibility/2006">
                <mc:Choice xmlns:v="urn:schemas-microsoft-com:vml" Requires="v">
                  <p:oleObj spid="_x0000_s298460" name="公式" r:id="rId9" imgW="482400" imgH="177480" progId="Equation.3">
                    <p:embed/>
                  </p:oleObj>
                </mc:Choice>
                <mc:Fallback>
                  <p:oleObj name="公式" r:id="rId9" imgW="482400" imgH="177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7" y="3330"/>
                          <a:ext cx="719" cy="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22" name="Object 10"/>
            <p:cNvGraphicFramePr>
              <a:graphicFrameLocks noChangeAspect="1"/>
            </p:cNvGraphicFramePr>
            <p:nvPr>
              <p:extLst>
                <p:ext uri="{D42A27DB-BD31-4B8C-83A1-F6EECF244321}">
                  <p14:modId xmlns:p14="http://schemas.microsoft.com/office/powerpoint/2010/main" val="29995907"/>
                </p:ext>
              </p:extLst>
            </p:nvPr>
          </p:nvGraphicFramePr>
          <p:xfrm>
            <a:off x="595" y="3702"/>
            <a:ext cx="3111" cy="363"/>
          </p:xfrm>
          <a:graphic>
            <a:graphicData uri="http://schemas.openxmlformats.org/presentationml/2006/ole">
              <mc:AlternateContent xmlns:mc="http://schemas.openxmlformats.org/markup-compatibility/2006">
                <mc:Choice xmlns:v="urn:schemas-microsoft-com:vml" Requires="v">
                  <p:oleObj spid="_x0000_s298461" name="Equation" r:id="rId11" imgW="1955520" imgH="228600" progId="Equation.DSMT4">
                    <p:embed/>
                  </p:oleObj>
                </mc:Choice>
                <mc:Fallback>
                  <p:oleObj name="Equation" r:id="rId11" imgW="1955520" imgH="2286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5" y="3702"/>
                          <a:ext cx="3111"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2" name="Object 2"/>
          <p:cNvGraphicFramePr>
            <a:graphicFrameLocks noChangeAspect="1"/>
          </p:cNvGraphicFramePr>
          <p:nvPr>
            <p:extLst>
              <p:ext uri="{D42A27DB-BD31-4B8C-83A1-F6EECF244321}">
                <p14:modId xmlns:p14="http://schemas.microsoft.com/office/powerpoint/2010/main" val="2823626111"/>
              </p:ext>
            </p:extLst>
          </p:nvPr>
        </p:nvGraphicFramePr>
        <p:xfrm>
          <a:off x="3783267" y="1847663"/>
          <a:ext cx="2293144" cy="376238"/>
        </p:xfrm>
        <a:graphic>
          <a:graphicData uri="http://schemas.openxmlformats.org/presentationml/2006/ole">
            <mc:AlternateContent xmlns:mc="http://schemas.openxmlformats.org/markup-compatibility/2006">
              <mc:Choice xmlns:v="urn:schemas-microsoft-com:vml" Requires="v">
                <p:oleObj spid="_x0000_s298462" name="Equation" r:id="rId13" imgW="1333440" imgH="203040" progId="Equation.DSMT4">
                  <p:embed/>
                </p:oleObj>
              </mc:Choice>
              <mc:Fallback>
                <p:oleObj name="Equation" r:id="rId13" imgW="1333440" imgH="20304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83267" y="1847663"/>
                        <a:ext cx="2293144"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1" name="Group 5"/>
          <p:cNvGrpSpPr>
            <a:grpSpLocks/>
          </p:cNvGrpSpPr>
          <p:nvPr/>
        </p:nvGrpSpPr>
        <p:grpSpPr bwMode="auto">
          <a:xfrm>
            <a:off x="6173726" y="2797289"/>
            <a:ext cx="2518172" cy="1977364"/>
            <a:chOff x="3096" y="2244"/>
            <a:chExt cx="2398" cy="1883"/>
          </a:xfrm>
        </p:grpSpPr>
        <p:grpSp>
          <p:nvGrpSpPr>
            <p:cNvPr id="52" name="Group 6"/>
            <p:cNvGrpSpPr>
              <a:grpSpLocks/>
            </p:cNvGrpSpPr>
            <p:nvPr/>
          </p:nvGrpSpPr>
          <p:grpSpPr bwMode="auto">
            <a:xfrm>
              <a:off x="3390" y="2244"/>
              <a:ext cx="2034" cy="1560"/>
              <a:chOff x="3390" y="2244"/>
              <a:chExt cx="2034" cy="1560"/>
            </a:xfrm>
          </p:grpSpPr>
          <p:sp>
            <p:nvSpPr>
              <p:cNvPr id="60" name="Line 7"/>
              <p:cNvSpPr>
                <a:spLocks noChangeShapeType="1"/>
              </p:cNvSpPr>
              <p:nvPr/>
            </p:nvSpPr>
            <p:spPr bwMode="auto">
              <a:xfrm flipV="1">
                <a:off x="3390" y="2244"/>
                <a:ext cx="0" cy="1560"/>
              </a:xfrm>
              <a:prstGeom prst="line">
                <a:avLst/>
              </a:prstGeom>
              <a:noFill/>
              <a:ln w="9525">
                <a:solidFill>
                  <a:schemeClr val="tx1"/>
                </a:solidFill>
                <a:round/>
                <a:headEnd/>
                <a:tailEnd type="stealth" w="lg" len="lg"/>
              </a:ln>
              <a:effectLst/>
            </p:spPr>
            <p:txBody>
              <a:bodyPr wrap="none"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1" name="Line 8"/>
              <p:cNvSpPr>
                <a:spLocks noChangeShapeType="1"/>
              </p:cNvSpPr>
              <p:nvPr/>
            </p:nvSpPr>
            <p:spPr bwMode="auto">
              <a:xfrm rot="5400000" flipV="1">
                <a:off x="4407" y="2780"/>
                <a:ext cx="0" cy="2034"/>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2" name="Rectangle 9"/>
              <p:cNvSpPr>
                <a:spLocks noChangeArrowheads="1"/>
              </p:cNvSpPr>
              <p:nvPr/>
            </p:nvSpPr>
            <p:spPr bwMode="auto">
              <a:xfrm>
                <a:off x="3851" y="2646"/>
                <a:ext cx="985" cy="790"/>
              </a:xfrm>
              <a:prstGeom prst="rect">
                <a:avLst/>
              </a:prstGeom>
              <a:noFill/>
              <a:ln w="9525">
                <a:solidFill>
                  <a:schemeClr val="tx1"/>
                </a:solidFill>
                <a:miter lim="800000"/>
                <a:headEnd/>
                <a:tailEnd/>
              </a:ln>
              <a:effectLst/>
            </p:spPr>
            <p:txBody>
              <a:bodyPr wrap="square"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3" name="Freeform 10"/>
              <p:cNvSpPr>
                <a:spLocks/>
              </p:cNvSpPr>
              <p:nvPr/>
            </p:nvSpPr>
            <p:spPr bwMode="auto">
              <a:xfrm rot="20103518">
                <a:off x="3730" y="2887"/>
                <a:ext cx="1219" cy="349"/>
              </a:xfrm>
              <a:custGeom>
                <a:avLst/>
                <a:gdLst/>
                <a:ahLst/>
                <a:cxnLst>
                  <a:cxn ang="0">
                    <a:pos x="0" y="227"/>
                  </a:cxn>
                  <a:cxn ang="0">
                    <a:pos x="340" y="227"/>
                  </a:cxn>
                  <a:cxn ang="0">
                    <a:pos x="652" y="57"/>
                  </a:cxn>
                  <a:cxn ang="0">
                    <a:pos x="964" y="0"/>
                  </a:cxn>
                </a:cxnLst>
                <a:rect l="0" t="0" r="r" b="b"/>
                <a:pathLst>
                  <a:path w="964" h="255">
                    <a:moveTo>
                      <a:pt x="0" y="227"/>
                    </a:moveTo>
                    <a:cubicBezTo>
                      <a:pt x="115" y="241"/>
                      <a:pt x="231" y="255"/>
                      <a:pt x="340" y="227"/>
                    </a:cubicBezTo>
                    <a:cubicBezTo>
                      <a:pt x="449" y="199"/>
                      <a:pt x="548" y="95"/>
                      <a:pt x="652" y="57"/>
                    </a:cubicBezTo>
                    <a:cubicBezTo>
                      <a:pt x="756" y="19"/>
                      <a:pt x="860" y="9"/>
                      <a:pt x="964" y="0"/>
                    </a:cubicBezTo>
                  </a:path>
                </a:pathLst>
              </a:custGeom>
              <a:noFill/>
              <a:ln w="9525" cap="flat" cmpd="sng">
                <a:solidFill>
                  <a:schemeClr val="tx1"/>
                </a:solidFill>
                <a:prstDash val="solid"/>
                <a:round/>
                <a:headEnd/>
                <a:tailEnd/>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4" name="Line 11"/>
              <p:cNvSpPr>
                <a:spLocks noChangeShapeType="1"/>
              </p:cNvSpPr>
              <p:nvPr/>
            </p:nvSpPr>
            <p:spPr bwMode="auto">
              <a:xfrm flipV="1">
                <a:off x="3848" y="2840"/>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5" name="Line 12"/>
              <p:cNvSpPr>
                <a:spLocks noChangeShapeType="1"/>
              </p:cNvSpPr>
              <p:nvPr/>
            </p:nvSpPr>
            <p:spPr bwMode="auto">
              <a:xfrm flipV="1">
                <a:off x="4836" y="2869"/>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6" name="Line 13"/>
              <p:cNvSpPr>
                <a:spLocks noChangeShapeType="1"/>
              </p:cNvSpPr>
              <p:nvPr/>
            </p:nvSpPr>
            <p:spPr bwMode="auto">
              <a:xfrm rot="5400000" flipV="1">
                <a:off x="4397" y="3251"/>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7" name="Line 14"/>
              <p:cNvSpPr>
                <a:spLocks noChangeShapeType="1"/>
              </p:cNvSpPr>
              <p:nvPr/>
            </p:nvSpPr>
            <p:spPr bwMode="auto">
              <a:xfrm rot="5400000" flipV="1">
                <a:off x="4312" y="2461"/>
                <a:ext cx="0" cy="370"/>
              </a:xfrm>
              <a:prstGeom prst="line">
                <a:avLst/>
              </a:prstGeom>
              <a:noFill/>
              <a:ln w="9525">
                <a:solidFill>
                  <a:schemeClr val="tx1"/>
                </a:solidFill>
                <a:round/>
                <a:headEnd/>
                <a:tailEnd type="stealth" w="lg" len="lg"/>
              </a:ln>
              <a:effectLst/>
            </p:spPr>
            <p:txBody>
              <a:bodyPr anchor="ctr">
                <a:spAutoFit/>
              </a:bodyPr>
              <a:lstStyle/>
              <a:p>
                <a:endParaRPr kumimoji="1" lang="zh-CN" altLang="en-US" sz="2100">
                  <a:solidFill>
                    <a:srgbClr val="000000"/>
                  </a:solidFill>
                  <a:latin typeface="Times New Roman" pitchFamily="18" charset="0"/>
                  <a:ea typeface="宋体" pitchFamily="2" charset="-122"/>
                </a:endParaRPr>
              </a:p>
            </p:txBody>
          </p:sp>
          <p:sp>
            <p:nvSpPr>
              <p:cNvPr id="68" name="Line 15"/>
              <p:cNvSpPr>
                <a:spLocks noChangeShapeType="1"/>
              </p:cNvSpPr>
              <p:nvPr/>
            </p:nvSpPr>
            <p:spPr bwMode="auto">
              <a:xfrm rot="13509748" flipH="1" flipV="1">
                <a:off x="4342" y="3060"/>
                <a:ext cx="23" cy="84"/>
              </a:xfrm>
              <a:prstGeom prst="line">
                <a:avLst/>
              </a:prstGeom>
              <a:noFill/>
              <a:ln w="9525">
                <a:solidFill>
                  <a:schemeClr val="tx1"/>
                </a:solidFill>
                <a:round/>
                <a:headEnd/>
                <a:tailEnd type="stealth" w="lg" len="lg"/>
              </a:ln>
              <a:effectLst/>
            </p:spPr>
            <p:txBody>
              <a:bodyPr wrap="square" anchor="ctr">
                <a:spAutoFit/>
              </a:bodyPr>
              <a:lstStyle/>
              <a:p>
                <a:endParaRPr kumimoji="1" lang="zh-CN" altLang="en-US" sz="2100">
                  <a:solidFill>
                    <a:srgbClr val="000000"/>
                  </a:solidFill>
                  <a:latin typeface="Times New Roman" pitchFamily="18" charset="0"/>
                  <a:ea typeface="宋体" pitchFamily="2" charset="-122"/>
                </a:endParaRPr>
              </a:p>
            </p:txBody>
          </p:sp>
        </p:grpSp>
        <p:graphicFrame>
          <p:nvGraphicFramePr>
            <p:cNvPr id="53" name="Object 16"/>
            <p:cNvGraphicFramePr>
              <a:graphicFrameLocks noChangeAspect="1"/>
            </p:cNvGraphicFramePr>
            <p:nvPr/>
          </p:nvGraphicFramePr>
          <p:xfrm>
            <a:off x="3129" y="2246"/>
            <a:ext cx="261" cy="283"/>
          </p:xfrm>
          <a:graphic>
            <a:graphicData uri="http://schemas.openxmlformats.org/presentationml/2006/ole">
              <mc:AlternateContent xmlns:mc="http://schemas.openxmlformats.org/markup-compatibility/2006">
                <mc:Choice xmlns:v="urn:schemas-microsoft-com:vml" Requires="v">
                  <p:oleObj spid="_x0000_s298463" name="公式" r:id="rId15" imgW="152280" imgH="164880" progId="Equation.3">
                    <p:embed/>
                  </p:oleObj>
                </mc:Choice>
                <mc:Fallback>
                  <p:oleObj name="公式" r:id="rId15" imgW="152280" imgH="164880" progId="Equation.3">
                    <p:embed/>
                    <p:pic>
                      <p:nvPicPr>
                        <p:cNvPr id="32"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29" y="2246"/>
                          <a:ext cx="261"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17"/>
            <p:cNvGraphicFramePr>
              <a:graphicFrameLocks noChangeAspect="1"/>
            </p:cNvGraphicFramePr>
            <p:nvPr/>
          </p:nvGraphicFramePr>
          <p:xfrm>
            <a:off x="3096" y="3566"/>
            <a:ext cx="283" cy="305"/>
          </p:xfrm>
          <a:graphic>
            <a:graphicData uri="http://schemas.openxmlformats.org/presentationml/2006/ole">
              <mc:AlternateContent xmlns:mc="http://schemas.openxmlformats.org/markup-compatibility/2006">
                <mc:Choice xmlns:v="urn:schemas-microsoft-com:vml" Requires="v">
                  <p:oleObj spid="_x0000_s298464" name="公式" r:id="rId17" imgW="164880" imgH="177480" progId="Equation.3">
                    <p:embed/>
                  </p:oleObj>
                </mc:Choice>
                <mc:Fallback>
                  <p:oleObj name="公式" r:id="rId17" imgW="164880" imgH="177480" progId="Equation.3">
                    <p:embed/>
                    <p:pic>
                      <p:nvPicPr>
                        <p:cNvPr id="33"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96" y="3566"/>
                          <a:ext cx="283"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18"/>
            <p:cNvGraphicFramePr>
              <a:graphicFrameLocks noChangeAspect="1"/>
            </p:cNvGraphicFramePr>
            <p:nvPr/>
          </p:nvGraphicFramePr>
          <p:xfrm>
            <a:off x="5233" y="3822"/>
            <a:ext cx="261" cy="305"/>
          </p:xfrm>
          <a:graphic>
            <a:graphicData uri="http://schemas.openxmlformats.org/presentationml/2006/ole">
              <mc:AlternateContent xmlns:mc="http://schemas.openxmlformats.org/markup-compatibility/2006">
                <mc:Choice xmlns:v="urn:schemas-microsoft-com:vml" Requires="v">
                  <p:oleObj spid="_x0000_s298465" name="公式" r:id="rId19" imgW="152280" imgH="177480" progId="Equation.3">
                    <p:embed/>
                  </p:oleObj>
                </mc:Choice>
                <mc:Fallback>
                  <p:oleObj name="公式" r:id="rId19" imgW="152280" imgH="177480" progId="Equation.3">
                    <p:embed/>
                    <p:pic>
                      <p:nvPicPr>
                        <p:cNvPr id="5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33" y="3822"/>
                          <a:ext cx="261"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 name="Object 19"/>
            <p:cNvGraphicFramePr>
              <a:graphicFrameLocks noChangeAspect="1"/>
            </p:cNvGraphicFramePr>
            <p:nvPr/>
          </p:nvGraphicFramePr>
          <p:xfrm>
            <a:off x="3603" y="2476"/>
            <a:ext cx="196" cy="239"/>
          </p:xfrm>
          <a:graphic>
            <a:graphicData uri="http://schemas.openxmlformats.org/presentationml/2006/ole">
              <mc:AlternateContent xmlns:mc="http://schemas.openxmlformats.org/markup-compatibility/2006">
                <mc:Choice xmlns:v="urn:schemas-microsoft-com:vml" Requires="v">
                  <p:oleObj spid="_x0000_s298466" name="公式" r:id="rId21" imgW="114120" imgH="139680" progId="Equation.3">
                    <p:embed/>
                  </p:oleObj>
                </mc:Choice>
                <mc:Fallback>
                  <p:oleObj name="公式" r:id="rId21" imgW="114120" imgH="139680" progId="Equation.3">
                    <p:embed/>
                    <p:pic>
                      <p:nvPicPr>
                        <p:cNvPr id="51" name="Object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03" y="2476"/>
                          <a:ext cx="196"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Object 20"/>
            <p:cNvGraphicFramePr>
              <a:graphicFrameLocks noChangeAspect="1"/>
            </p:cNvGraphicFramePr>
            <p:nvPr/>
          </p:nvGraphicFramePr>
          <p:xfrm>
            <a:off x="3578" y="3294"/>
            <a:ext cx="218" cy="239"/>
          </p:xfrm>
          <a:graphic>
            <a:graphicData uri="http://schemas.openxmlformats.org/presentationml/2006/ole">
              <mc:AlternateContent xmlns:mc="http://schemas.openxmlformats.org/markup-compatibility/2006">
                <mc:Choice xmlns:v="urn:schemas-microsoft-com:vml" Requires="v">
                  <p:oleObj spid="_x0000_s298467" name="公式" r:id="rId23" imgW="126720" imgH="139680" progId="Equation.3">
                    <p:embed/>
                  </p:oleObj>
                </mc:Choice>
                <mc:Fallback>
                  <p:oleObj name="公式" r:id="rId23" imgW="126720" imgH="139680" progId="Equation.3">
                    <p:embed/>
                    <p:pic>
                      <p:nvPicPr>
                        <p:cNvPr id="52" name="Object 2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78" y="3294"/>
                          <a:ext cx="218"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Object 21"/>
            <p:cNvGraphicFramePr>
              <a:graphicFrameLocks noChangeAspect="1"/>
            </p:cNvGraphicFramePr>
            <p:nvPr/>
          </p:nvGraphicFramePr>
          <p:xfrm>
            <a:off x="4843" y="3234"/>
            <a:ext cx="239" cy="304"/>
          </p:xfrm>
          <a:graphic>
            <a:graphicData uri="http://schemas.openxmlformats.org/presentationml/2006/ole">
              <mc:AlternateContent xmlns:mc="http://schemas.openxmlformats.org/markup-compatibility/2006">
                <mc:Choice xmlns:v="urn:schemas-microsoft-com:vml" Requires="v">
                  <p:oleObj spid="_x0000_s298468" name="公式" r:id="rId25" imgW="139680" imgH="177480" progId="Equation.3">
                    <p:embed/>
                  </p:oleObj>
                </mc:Choice>
                <mc:Fallback>
                  <p:oleObj name="公式" r:id="rId25" imgW="139680" imgH="177480" progId="Equation.3">
                    <p:embed/>
                    <p:pic>
                      <p:nvPicPr>
                        <p:cNvPr id="53" name="Object 2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843" y="3234"/>
                          <a:ext cx="239"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22"/>
            <p:cNvGraphicFramePr>
              <a:graphicFrameLocks noChangeAspect="1"/>
            </p:cNvGraphicFramePr>
            <p:nvPr/>
          </p:nvGraphicFramePr>
          <p:xfrm>
            <a:off x="4853" y="2440"/>
            <a:ext cx="218" cy="304"/>
          </p:xfrm>
          <a:graphic>
            <a:graphicData uri="http://schemas.openxmlformats.org/presentationml/2006/ole">
              <mc:AlternateContent xmlns:mc="http://schemas.openxmlformats.org/markup-compatibility/2006">
                <mc:Choice xmlns:v="urn:schemas-microsoft-com:vml" Requires="v">
                  <p:oleObj spid="_x0000_s298469" name="公式" r:id="rId27" imgW="126720" imgH="177480" progId="Equation.3">
                    <p:embed/>
                  </p:oleObj>
                </mc:Choice>
                <mc:Fallback>
                  <p:oleObj name="公式" r:id="rId27" imgW="126720" imgH="177480" progId="Equation.3">
                    <p:embed/>
                    <p:pic>
                      <p:nvPicPr>
                        <p:cNvPr id="54" name="Object 2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53" y="2440"/>
                          <a:ext cx="218"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152370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wipe(left)">
                                      <p:cBhvr>
                                        <p:cTn id="7" dur="500"/>
                                        <p:tgtEl>
                                          <p:spTgt spid="1157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 name="Text Box 2"/>
          <p:cNvSpPr txBox="1">
            <a:spLocks noChangeArrowheads="1"/>
          </p:cNvSpPr>
          <p:nvPr/>
        </p:nvSpPr>
        <p:spPr bwMode="auto">
          <a:xfrm>
            <a:off x="1656160" y="144624"/>
            <a:ext cx="6156200" cy="900246"/>
          </a:xfrm>
          <a:prstGeom prst="rect">
            <a:avLst/>
          </a:prstGeom>
          <a:noFill/>
          <a:ln w="12700" cap="sq">
            <a:noFill/>
            <a:miter lim="800000"/>
            <a:headEnd type="none" w="sm" len="sm"/>
            <a:tailEnd type="none" w="sm" len="sm"/>
          </a:ln>
        </p:spPr>
        <p:txBody>
          <a:bodyPr wrap="square">
            <a:spAutoFit/>
          </a:bodyPr>
          <a:lstStyle/>
          <a:p>
            <a:pPr>
              <a:lnSpc>
                <a:spcPct val="125000"/>
              </a:lnSpc>
            </a:pPr>
            <a:r>
              <a:rPr kumimoji="1" lang="zh-CN" altLang="en-US" sz="2100" b="1" dirty="0">
                <a:solidFill>
                  <a:srgbClr val="000000"/>
                </a:solidFill>
                <a:latin typeface="Times New Roman" pitchFamily="18" charset="0"/>
              </a:rPr>
              <a:t>质量为 </a:t>
            </a:r>
            <a:r>
              <a:rPr kumimoji="1" lang="en-US" altLang="zh-CN" sz="2100" b="1" dirty="0">
                <a:solidFill>
                  <a:srgbClr val="000000"/>
                </a:solidFill>
                <a:latin typeface="Times New Roman" pitchFamily="18" charset="0"/>
              </a:rPr>
              <a:t>2.8 g </a:t>
            </a:r>
            <a:r>
              <a:rPr kumimoji="1" lang="zh-CN" altLang="en-US" sz="2100" b="1" dirty="0">
                <a:solidFill>
                  <a:srgbClr val="000000"/>
                </a:solidFill>
                <a:latin typeface="Times New Roman" pitchFamily="18" charset="0"/>
              </a:rPr>
              <a:t>，温度为 </a:t>
            </a:r>
            <a:r>
              <a:rPr kumimoji="1" lang="en-US" altLang="zh-CN" sz="2100" b="1" dirty="0">
                <a:solidFill>
                  <a:srgbClr val="000000"/>
                </a:solidFill>
                <a:latin typeface="Times New Roman" pitchFamily="18" charset="0"/>
              </a:rPr>
              <a:t>300 K</a:t>
            </a:r>
            <a:r>
              <a:rPr kumimoji="1" lang="zh-CN" altLang="en-US" sz="2100" b="1" dirty="0">
                <a:solidFill>
                  <a:srgbClr val="000000"/>
                </a:solidFill>
                <a:latin typeface="Times New Roman" pitchFamily="18" charset="0"/>
              </a:rPr>
              <a:t>，压强为</a:t>
            </a:r>
            <a:r>
              <a:rPr kumimoji="1" lang="en-US" altLang="zh-CN" sz="2100" b="1" dirty="0">
                <a:solidFill>
                  <a:srgbClr val="000000"/>
                </a:solidFill>
                <a:latin typeface="Times New Roman" pitchFamily="18" charset="0"/>
              </a:rPr>
              <a:t>1 </a:t>
            </a:r>
            <a:r>
              <a:rPr kumimoji="1" lang="en-US" altLang="zh-CN" sz="2100" b="1" dirty="0" err="1">
                <a:solidFill>
                  <a:srgbClr val="000000"/>
                </a:solidFill>
                <a:latin typeface="Times New Roman" pitchFamily="18" charset="0"/>
              </a:rPr>
              <a:t>atm</a:t>
            </a:r>
            <a:r>
              <a:rPr kumimoji="1" lang="en-US" altLang="zh-CN" sz="2100" b="1" dirty="0">
                <a:solidFill>
                  <a:srgbClr val="000000"/>
                </a:solidFill>
                <a:latin typeface="Times New Roman" pitchFamily="18" charset="0"/>
              </a:rPr>
              <a:t> </a:t>
            </a:r>
            <a:r>
              <a:rPr kumimoji="1" lang="zh-CN" altLang="en-US" sz="2100" b="1" dirty="0">
                <a:solidFill>
                  <a:srgbClr val="000000"/>
                </a:solidFill>
                <a:latin typeface="Times New Roman" pitchFamily="18" charset="0"/>
              </a:rPr>
              <a:t>的</a:t>
            </a:r>
            <a:r>
              <a:rPr kumimoji="1" lang="zh-CN" altLang="en-US" sz="2100" b="1" dirty="0">
                <a:solidFill>
                  <a:srgbClr val="3333FF"/>
                </a:solidFill>
                <a:latin typeface="Times New Roman" pitchFamily="18" charset="0"/>
              </a:rPr>
              <a:t>氮气</a:t>
            </a:r>
            <a:r>
              <a:rPr kumimoji="1" lang="zh-CN" altLang="en-US" sz="2100" b="1" dirty="0">
                <a:solidFill>
                  <a:srgbClr val="000000"/>
                </a:solidFill>
                <a:latin typeface="Times New Roman" pitchFamily="18" charset="0"/>
              </a:rPr>
              <a:t>， </a:t>
            </a:r>
            <a:r>
              <a:rPr kumimoji="1" lang="zh-CN" altLang="en-US" sz="2100" b="1" dirty="0">
                <a:solidFill>
                  <a:srgbClr val="0000FF"/>
                </a:solidFill>
                <a:latin typeface="Times New Roman" pitchFamily="18" charset="0"/>
              </a:rPr>
              <a:t>等压膨胀</a:t>
            </a:r>
            <a:r>
              <a:rPr kumimoji="1" lang="zh-CN" altLang="en-US" sz="2100" b="1" dirty="0">
                <a:solidFill>
                  <a:srgbClr val="000000"/>
                </a:solidFill>
                <a:latin typeface="Times New Roman" pitchFamily="18" charset="0"/>
              </a:rPr>
              <a:t>到原来体积的 </a:t>
            </a:r>
            <a:r>
              <a:rPr kumimoji="1" lang="en-US" altLang="zh-CN" sz="2100" b="1" dirty="0">
                <a:solidFill>
                  <a:srgbClr val="000000"/>
                </a:solidFill>
                <a:latin typeface="Times New Roman" pitchFamily="18" charset="0"/>
              </a:rPr>
              <a:t>2 </a:t>
            </a:r>
            <a:r>
              <a:rPr kumimoji="1" lang="zh-CN" altLang="en-US" sz="2100" b="1" dirty="0">
                <a:solidFill>
                  <a:srgbClr val="000000"/>
                </a:solidFill>
                <a:latin typeface="Times New Roman" pitchFamily="18" charset="0"/>
              </a:rPr>
              <a:t>倍。</a:t>
            </a:r>
          </a:p>
        </p:txBody>
      </p:sp>
      <p:sp>
        <p:nvSpPr>
          <p:cNvPr id="4109" name="Text Box 5"/>
          <p:cNvSpPr txBox="1">
            <a:spLocks noChangeArrowheads="1"/>
          </p:cNvSpPr>
          <p:nvPr/>
        </p:nvSpPr>
        <p:spPr bwMode="auto">
          <a:xfrm>
            <a:off x="1203424" y="183718"/>
            <a:ext cx="797189" cy="415498"/>
          </a:xfrm>
          <a:prstGeom prst="rect">
            <a:avLst/>
          </a:prstGeom>
          <a:noFill/>
          <a:ln w="9525">
            <a:noFill/>
            <a:miter lim="800000"/>
            <a:headEnd/>
            <a:tailEnd/>
          </a:ln>
        </p:spPr>
        <p:txBody>
          <a:bodyPr wrap="square">
            <a:spAutoFit/>
          </a:bodyPr>
          <a:lstStyle/>
          <a:p>
            <a:r>
              <a:rPr kumimoji="1" lang="zh-CN" altLang="en-US" sz="2100" b="1" dirty="0">
                <a:solidFill>
                  <a:srgbClr val="CC0000"/>
                </a:solidFill>
                <a:latin typeface="Times New Roman" pitchFamily="18" charset="0"/>
                <a:ea typeface="宋体" pitchFamily="2" charset="-122"/>
              </a:rPr>
              <a:t>例</a:t>
            </a:r>
            <a:r>
              <a:rPr kumimoji="1" lang="en-US" altLang="zh-CN" sz="2100" b="1" dirty="0">
                <a:solidFill>
                  <a:srgbClr val="CC0000"/>
                </a:solidFill>
                <a:latin typeface="Times New Roman" pitchFamily="18" charset="0"/>
                <a:ea typeface="宋体" pitchFamily="2" charset="-122"/>
              </a:rPr>
              <a:t>2</a:t>
            </a:r>
          </a:p>
        </p:txBody>
      </p:sp>
      <p:grpSp>
        <p:nvGrpSpPr>
          <p:cNvPr id="3" name="组合 2"/>
          <p:cNvGrpSpPr/>
          <p:nvPr/>
        </p:nvGrpSpPr>
        <p:grpSpPr>
          <a:xfrm>
            <a:off x="1288234" y="1110600"/>
            <a:ext cx="6254096" cy="415498"/>
            <a:chOff x="1288234" y="1053450"/>
            <a:chExt cx="6254096" cy="415498"/>
          </a:xfrm>
        </p:grpSpPr>
        <p:sp>
          <p:nvSpPr>
            <p:cNvPr id="4107" name="Rectangle 3"/>
            <p:cNvSpPr>
              <a:spLocks noChangeArrowheads="1"/>
            </p:cNvSpPr>
            <p:nvPr/>
          </p:nvSpPr>
          <p:spPr bwMode="auto">
            <a:xfrm>
              <a:off x="1655676" y="1053450"/>
              <a:ext cx="5886654" cy="415498"/>
            </a:xfrm>
            <a:prstGeom prst="rect">
              <a:avLst/>
            </a:prstGeom>
            <a:noFill/>
            <a:ln w="9525">
              <a:noFill/>
              <a:miter lim="800000"/>
              <a:headEnd/>
              <a:tailEnd/>
            </a:ln>
          </p:spPr>
          <p:txBody>
            <a:bodyPr wrap="square">
              <a:spAutoFit/>
            </a:bodyPr>
            <a:lstStyle/>
            <a:p>
              <a:r>
                <a:rPr kumimoji="1" lang="zh-CN" altLang="en-US" sz="2100" b="1" dirty="0">
                  <a:solidFill>
                    <a:srgbClr val="000000"/>
                  </a:solidFill>
                  <a:latin typeface="Times New Roman" pitchFamily="18" charset="0"/>
                </a:rPr>
                <a:t>氮气对外所做的</a:t>
              </a:r>
              <a:r>
                <a:rPr kumimoji="1" lang="zh-CN" altLang="en-US" sz="2100" b="1" dirty="0">
                  <a:solidFill>
                    <a:srgbClr val="3333FF"/>
                  </a:solidFill>
                  <a:latin typeface="Times New Roman" pitchFamily="18" charset="0"/>
                </a:rPr>
                <a:t>功</a:t>
              </a:r>
              <a:r>
                <a:rPr kumimoji="1" lang="zh-CN" altLang="en-US" sz="2100" b="1" dirty="0">
                  <a:solidFill>
                    <a:srgbClr val="000000"/>
                  </a:solidFill>
                  <a:latin typeface="Times New Roman" pitchFamily="18" charset="0"/>
                </a:rPr>
                <a:t>，内能的</a:t>
              </a:r>
              <a:r>
                <a:rPr kumimoji="1" lang="zh-CN" altLang="en-US" sz="2100" b="1" dirty="0">
                  <a:solidFill>
                    <a:srgbClr val="3333FF"/>
                  </a:solidFill>
                  <a:latin typeface="Times New Roman" pitchFamily="18" charset="0"/>
                </a:rPr>
                <a:t>增量</a:t>
              </a:r>
              <a:r>
                <a:rPr kumimoji="1" lang="zh-CN" altLang="en-US" sz="2100" b="1" dirty="0">
                  <a:solidFill>
                    <a:srgbClr val="000000"/>
                  </a:solidFill>
                  <a:latin typeface="Times New Roman" pitchFamily="18" charset="0"/>
                </a:rPr>
                <a:t>以及吸收的</a:t>
              </a:r>
              <a:r>
                <a:rPr kumimoji="1" lang="zh-CN" altLang="en-US" sz="2100" b="1" dirty="0">
                  <a:solidFill>
                    <a:srgbClr val="3333FF"/>
                  </a:solidFill>
                  <a:latin typeface="Times New Roman" pitchFamily="18" charset="0"/>
                </a:rPr>
                <a:t>热量</a:t>
              </a:r>
              <a:r>
                <a:rPr kumimoji="1" lang="zh-CN" altLang="en-US" sz="2100" b="1" dirty="0">
                  <a:solidFill>
                    <a:srgbClr val="000000"/>
                  </a:solidFill>
                  <a:latin typeface="Times New Roman" pitchFamily="18" charset="0"/>
                </a:rPr>
                <a:t>     </a:t>
              </a:r>
            </a:p>
          </p:txBody>
        </p:sp>
        <p:sp>
          <p:nvSpPr>
            <p:cNvPr id="4110" name="Rectangle 6"/>
            <p:cNvSpPr>
              <a:spLocks noChangeArrowheads="1"/>
            </p:cNvSpPr>
            <p:nvPr/>
          </p:nvSpPr>
          <p:spPr bwMode="auto">
            <a:xfrm>
              <a:off x="1288234" y="1053450"/>
              <a:ext cx="818503" cy="415498"/>
            </a:xfrm>
            <a:prstGeom prst="rect">
              <a:avLst/>
            </a:prstGeom>
            <a:noFill/>
            <a:ln w="9525">
              <a:noFill/>
              <a:miter lim="800000"/>
              <a:headEnd/>
              <a:tailEnd/>
            </a:ln>
          </p:spPr>
          <p:txBody>
            <a:bodyPr wrap="square">
              <a:spAutoFit/>
            </a:bodyPr>
            <a:lstStyle/>
            <a:p>
              <a:r>
                <a:rPr kumimoji="1" lang="zh-CN" altLang="en-US" sz="2100" b="1">
                  <a:solidFill>
                    <a:srgbClr val="CC0000"/>
                  </a:solidFill>
                  <a:latin typeface="Times New Roman" pitchFamily="18" charset="0"/>
                  <a:ea typeface="宋体" pitchFamily="2" charset="-122"/>
                </a:rPr>
                <a:t>求</a:t>
              </a:r>
              <a:r>
                <a:rPr kumimoji="1" lang="en-US" altLang="zh-CN" sz="2100" b="1">
                  <a:solidFill>
                    <a:srgbClr val="CC0000"/>
                  </a:solidFill>
                  <a:latin typeface="Times New Roman" pitchFamily="18" charset="0"/>
                  <a:ea typeface="宋体" pitchFamily="2" charset="-122"/>
                </a:rPr>
                <a:t>:</a:t>
              </a:r>
              <a:endParaRPr kumimoji="1" lang="zh-CN" altLang="en-US" sz="2100" b="1" dirty="0">
                <a:solidFill>
                  <a:srgbClr val="CC0000"/>
                </a:solidFill>
                <a:latin typeface="Times New Roman" pitchFamily="18" charset="0"/>
                <a:ea typeface="宋体" pitchFamily="2" charset="-122"/>
              </a:endParaRPr>
            </a:p>
          </p:txBody>
        </p:sp>
      </p:grpSp>
      <p:graphicFrame>
        <p:nvGraphicFramePr>
          <p:cNvPr id="57351" name="Object 7"/>
          <p:cNvGraphicFramePr>
            <a:graphicFrameLocks noChangeAspect="1"/>
          </p:cNvGraphicFramePr>
          <p:nvPr>
            <p:extLst>
              <p:ext uri="{D42A27DB-BD31-4B8C-83A1-F6EECF244321}">
                <p14:modId xmlns:p14="http://schemas.microsoft.com/office/powerpoint/2010/main" val="1709445201"/>
              </p:ext>
            </p:extLst>
          </p:nvPr>
        </p:nvGraphicFramePr>
        <p:xfrm>
          <a:off x="3829447" y="2602598"/>
          <a:ext cx="1686236" cy="427364"/>
        </p:xfrm>
        <a:graphic>
          <a:graphicData uri="http://schemas.openxmlformats.org/presentationml/2006/ole">
            <mc:AlternateContent xmlns:mc="http://schemas.openxmlformats.org/markup-compatibility/2006">
              <mc:Choice xmlns:v="urn:schemas-microsoft-com:vml" Requires="v">
                <p:oleObj spid="_x0000_s289634" name="Equation" r:id="rId4" imgW="901440" imgH="228600" progId="Equation.DSMT4">
                  <p:embed/>
                </p:oleObj>
              </mc:Choice>
              <mc:Fallback>
                <p:oleObj name="Equation" r:id="rId4" imgW="901440" imgH="228600" progId="Equation.DSMT4">
                  <p:embed/>
                  <p:pic>
                    <p:nvPicPr>
                      <p:cNvPr id="0" name=""/>
                      <p:cNvPicPr>
                        <a:picLocks noChangeAspect="1" noChangeArrowheads="1"/>
                      </p:cNvPicPr>
                      <p:nvPr/>
                    </p:nvPicPr>
                    <p:blipFill>
                      <a:blip r:embed="rId5"/>
                      <a:srcRect/>
                      <a:stretch>
                        <a:fillRect/>
                      </a:stretch>
                    </p:blipFill>
                    <p:spPr bwMode="auto">
                      <a:xfrm>
                        <a:off x="3829447" y="2602598"/>
                        <a:ext cx="1686236" cy="427364"/>
                      </a:xfrm>
                      <a:prstGeom prst="rect">
                        <a:avLst/>
                      </a:prstGeom>
                      <a:noFill/>
                      <a:ln>
                        <a:noFill/>
                      </a:ln>
                      <a:extLst/>
                    </p:spPr>
                  </p:pic>
                </p:oleObj>
              </mc:Fallback>
            </mc:AlternateContent>
          </a:graphicData>
        </a:graphic>
      </p:graphicFrame>
      <p:graphicFrame>
        <p:nvGraphicFramePr>
          <p:cNvPr id="57353" name="Object 9"/>
          <p:cNvGraphicFramePr>
            <a:graphicFrameLocks noChangeAspect="1"/>
          </p:cNvGraphicFramePr>
          <p:nvPr>
            <p:extLst>
              <p:ext uri="{D42A27DB-BD31-4B8C-83A1-F6EECF244321}">
                <p14:modId xmlns:p14="http://schemas.microsoft.com/office/powerpoint/2010/main" val="4244434711"/>
              </p:ext>
            </p:extLst>
          </p:nvPr>
        </p:nvGraphicFramePr>
        <p:xfrm>
          <a:off x="1935719" y="4416479"/>
          <a:ext cx="3369705" cy="426983"/>
        </p:xfrm>
        <a:graphic>
          <a:graphicData uri="http://schemas.openxmlformats.org/presentationml/2006/ole">
            <mc:AlternateContent xmlns:mc="http://schemas.openxmlformats.org/markup-compatibility/2006">
              <mc:Choice xmlns:v="urn:schemas-microsoft-com:vml" Requires="v">
                <p:oleObj spid="_x0000_s289635" name="Equation" r:id="rId6" imgW="2044440" imgH="241200" progId="Equation.DSMT4">
                  <p:embed/>
                </p:oleObj>
              </mc:Choice>
              <mc:Fallback>
                <p:oleObj name="Equation" r:id="rId6" imgW="2044440" imgH="241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5719" y="4416479"/>
                        <a:ext cx="3369705" cy="426983"/>
                      </a:xfrm>
                      <a:prstGeom prst="rect">
                        <a:avLst/>
                      </a:prstGeom>
                      <a:noFill/>
                      <a:ln>
                        <a:noFill/>
                      </a:ln>
                      <a:extLst/>
                    </p:spPr>
                  </p:pic>
                </p:oleObj>
              </mc:Fallback>
            </mc:AlternateContent>
          </a:graphicData>
        </a:graphic>
      </p:graphicFrame>
      <p:graphicFrame>
        <p:nvGraphicFramePr>
          <p:cNvPr id="57354" name="Object 10"/>
          <p:cNvGraphicFramePr>
            <a:graphicFrameLocks noChangeAspect="1"/>
          </p:cNvGraphicFramePr>
          <p:nvPr>
            <p:extLst>
              <p:ext uri="{D42A27DB-BD31-4B8C-83A1-F6EECF244321}">
                <p14:modId xmlns:p14="http://schemas.microsoft.com/office/powerpoint/2010/main" val="82664016"/>
              </p:ext>
            </p:extLst>
          </p:nvPr>
        </p:nvGraphicFramePr>
        <p:xfrm>
          <a:off x="1907622" y="3793300"/>
          <a:ext cx="3664504" cy="449257"/>
        </p:xfrm>
        <a:graphic>
          <a:graphicData uri="http://schemas.openxmlformats.org/presentationml/2006/ole">
            <mc:AlternateContent xmlns:mc="http://schemas.openxmlformats.org/markup-compatibility/2006">
              <mc:Choice xmlns:v="urn:schemas-microsoft-com:vml" Requires="v">
                <p:oleObj spid="_x0000_s289636" name="Equation" r:id="rId8" imgW="2070000" imgH="241200" progId="Equation.DSMT4">
                  <p:embed/>
                </p:oleObj>
              </mc:Choice>
              <mc:Fallback>
                <p:oleObj name="Equation" r:id="rId8" imgW="2070000" imgH="2412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7622" y="3793300"/>
                        <a:ext cx="3664504" cy="449257"/>
                      </a:xfrm>
                      <a:prstGeom prst="rect">
                        <a:avLst/>
                      </a:prstGeom>
                      <a:noFill/>
                      <a:ln>
                        <a:noFill/>
                      </a:ln>
                      <a:extLst/>
                    </p:spPr>
                  </p:pic>
                </p:oleObj>
              </mc:Fallback>
            </mc:AlternateContent>
          </a:graphicData>
        </a:graphic>
      </p:graphicFrame>
      <p:grpSp>
        <p:nvGrpSpPr>
          <p:cNvPr id="2" name="组合 1"/>
          <p:cNvGrpSpPr/>
          <p:nvPr/>
        </p:nvGrpSpPr>
        <p:grpSpPr>
          <a:xfrm>
            <a:off x="1278062" y="1642868"/>
            <a:ext cx="6545907" cy="795124"/>
            <a:chOff x="1278062" y="1500528"/>
            <a:chExt cx="6545907" cy="795124"/>
          </a:xfrm>
        </p:grpSpPr>
        <p:sp>
          <p:nvSpPr>
            <p:cNvPr id="4108" name="Text Box 4"/>
            <p:cNvSpPr txBox="1">
              <a:spLocks noChangeArrowheads="1"/>
            </p:cNvSpPr>
            <p:nvPr/>
          </p:nvSpPr>
          <p:spPr bwMode="auto">
            <a:xfrm>
              <a:off x="1278062" y="1693228"/>
              <a:ext cx="828675" cy="415498"/>
            </a:xfrm>
            <a:prstGeom prst="rect">
              <a:avLst/>
            </a:prstGeom>
            <a:noFill/>
            <a:ln w="9525">
              <a:noFill/>
              <a:miter lim="800000"/>
              <a:headEnd/>
              <a:tailEnd/>
            </a:ln>
          </p:spPr>
          <p:txBody>
            <a:bodyPr wrap="square">
              <a:spAutoFit/>
            </a:bodyPr>
            <a:lstStyle>
              <a:defPPr>
                <a:defRPr lang="zh-CN"/>
              </a:defPPr>
              <a:lvl1pPr>
                <a:defRPr kumimoji="1" sz="2800" b="1">
                  <a:solidFill>
                    <a:srgbClr val="CC0000"/>
                  </a:solidFill>
                  <a:latin typeface="Times New Roman" pitchFamily="18" charset="0"/>
                  <a:ea typeface="宋体" pitchFamily="2" charset="-122"/>
                </a:defRPr>
              </a:lvl1pPr>
            </a:lstStyle>
            <a:p>
              <a:r>
                <a:rPr lang="zh-CN" altLang="en-US" sz="2100"/>
                <a:t>解</a:t>
              </a:r>
              <a:r>
                <a:rPr lang="en-US" altLang="zh-CN" sz="2100"/>
                <a:t>:</a:t>
              </a:r>
              <a:endParaRPr lang="zh-CN" altLang="en-US" sz="2100" dirty="0"/>
            </a:p>
          </p:txBody>
        </p:sp>
        <p:graphicFrame>
          <p:nvGraphicFramePr>
            <p:cNvPr id="57352" name="Object 8"/>
            <p:cNvGraphicFramePr>
              <a:graphicFrameLocks noChangeAspect="1"/>
            </p:cNvGraphicFramePr>
            <p:nvPr>
              <p:extLst>
                <p:ext uri="{D42A27DB-BD31-4B8C-83A1-F6EECF244321}">
                  <p14:modId xmlns:p14="http://schemas.microsoft.com/office/powerpoint/2010/main" val="78170939"/>
                </p:ext>
              </p:extLst>
            </p:nvPr>
          </p:nvGraphicFramePr>
          <p:xfrm>
            <a:off x="4580243" y="1500528"/>
            <a:ext cx="935440" cy="795124"/>
          </p:xfrm>
          <a:graphic>
            <a:graphicData uri="http://schemas.openxmlformats.org/presentationml/2006/ole">
              <mc:AlternateContent xmlns:mc="http://schemas.openxmlformats.org/markup-compatibility/2006">
                <mc:Choice xmlns:v="urn:schemas-microsoft-com:vml" Requires="v">
                  <p:oleObj spid="_x0000_s289637" name="公式" r:id="rId10" imgW="507960" imgH="431640" progId="Equation.3">
                    <p:embed/>
                  </p:oleObj>
                </mc:Choice>
                <mc:Fallback>
                  <p:oleObj name="公式" r:id="rId10" imgW="507960" imgH="431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80243" y="1500528"/>
                          <a:ext cx="935440" cy="795124"/>
                        </a:xfrm>
                        <a:prstGeom prst="rect">
                          <a:avLst/>
                        </a:prstGeom>
                        <a:noFill/>
                        <a:extLst/>
                      </p:spPr>
                    </p:pic>
                  </p:oleObj>
                </mc:Fallback>
              </mc:AlternateContent>
            </a:graphicData>
          </a:graphic>
        </p:graphicFrame>
        <p:graphicFrame>
          <p:nvGraphicFramePr>
            <p:cNvPr id="57355" name="Object 11"/>
            <p:cNvGraphicFramePr>
              <a:graphicFrameLocks noChangeAspect="1"/>
            </p:cNvGraphicFramePr>
            <p:nvPr>
              <p:extLst>
                <p:ext uri="{D42A27DB-BD31-4B8C-83A1-F6EECF244321}">
                  <p14:modId xmlns:p14="http://schemas.microsoft.com/office/powerpoint/2010/main" val="2703416841"/>
                </p:ext>
              </p:extLst>
            </p:nvPr>
          </p:nvGraphicFramePr>
          <p:xfrm>
            <a:off x="6403441" y="1626551"/>
            <a:ext cx="1420528" cy="431714"/>
          </p:xfrm>
          <a:graphic>
            <a:graphicData uri="http://schemas.openxmlformats.org/presentationml/2006/ole">
              <mc:AlternateContent xmlns:mc="http://schemas.openxmlformats.org/markup-compatibility/2006">
                <mc:Choice xmlns:v="urn:schemas-microsoft-com:vml" Requires="v">
                  <p:oleObj spid="_x0000_s289638" name="公式" r:id="rId12" imgW="711000" imgH="215640" progId="Equation.3">
                    <p:embed/>
                  </p:oleObj>
                </mc:Choice>
                <mc:Fallback>
                  <p:oleObj name="公式" r:id="rId12" imgW="711000" imgH="2156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03441" y="1626551"/>
                          <a:ext cx="1420528" cy="4317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6" name="Text Box 12"/>
            <p:cNvSpPr txBox="1">
              <a:spLocks noChangeArrowheads="1"/>
            </p:cNvSpPr>
            <p:nvPr/>
          </p:nvSpPr>
          <p:spPr bwMode="auto">
            <a:xfrm>
              <a:off x="1655676" y="1692037"/>
              <a:ext cx="3402806" cy="415498"/>
            </a:xfrm>
            <a:prstGeom prst="rect">
              <a:avLst/>
            </a:prstGeom>
            <a:noFill/>
            <a:ln w="9525">
              <a:noFill/>
              <a:miter lim="800000"/>
              <a:headEnd/>
              <a:tailEnd/>
            </a:ln>
          </p:spPr>
          <p:txBody>
            <a:bodyPr>
              <a:spAutoFit/>
            </a:bodyPr>
            <a:lstStyle/>
            <a:p>
              <a:r>
                <a:rPr lang="zh-CN" altLang="en-US" sz="2100" b="1">
                  <a:solidFill>
                    <a:srgbClr val="000000"/>
                  </a:solidFill>
                  <a:latin typeface="Times New Roman" pitchFamily="18" charset="0"/>
                </a:rPr>
                <a:t>根据</a:t>
              </a:r>
              <a:r>
                <a:rPr kumimoji="1" lang="zh-CN" altLang="en-US" sz="2100" b="1">
                  <a:solidFill>
                    <a:srgbClr val="000000"/>
                  </a:solidFill>
                  <a:latin typeface="Times New Roman" pitchFamily="18" charset="0"/>
                </a:rPr>
                <a:t>等压过程方程，有</a:t>
              </a:r>
            </a:p>
          </p:txBody>
        </p:sp>
        <p:sp>
          <p:nvSpPr>
            <p:cNvPr id="57357" name="AutoShape 13"/>
            <p:cNvSpPr>
              <a:spLocks noChangeArrowheads="1"/>
            </p:cNvSpPr>
            <p:nvPr/>
          </p:nvSpPr>
          <p:spPr bwMode="auto">
            <a:xfrm>
              <a:off x="5716806" y="1771207"/>
              <a:ext cx="553225" cy="163719"/>
            </a:xfrm>
            <a:prstGeom prst="rightArrow">
              <a:avLst>
                <a:gd name="adj1" fmla="val 50000"/>
                <a:gd name="adj2" fmla="val 84478"/>
              </a:avLst>
            </a:prstGeom>
            <a:solidFill>
              <a:schemeClr val="accent1"/>
            </a:solidFill>
            <a:ln w="9525">
              <a:solidFill>
                <a:schemeClr val="tx1"/>
              </a:solidFill>
              <a:miter lim="800000"/>
              <a:headEnd/>
              <a:tailEnd/>
            </a:ln>
          </p:spPr>
          <p:txBody>
            <a:bodyPr wrap="none" anchor="ctr"/>
            <a:lstStyle/>
            <a:p>
              <a:pPr algn="ctr"/>
              <a:endParaRPr lang="zh-CN" altLang="en-US" b="1">
                <a:solidFill>
                  <a:srgbClr val="FFFFFF"/>
                </a:solidFill>
                <a:latin typeface="Times New Roman" pitchFamily="18" charset="0"/>
              </a:endParaRPr>
            </a:p>
          </p:txBody>
        </p:sp>
      </p:grpSp>
      <p:sp>
        <p:nvSpPr>
          <p:cNvPr id="57358" name="Text Box 14"/>
          <p:cNvSpPr txBox="1">
            <a:spLocks noChangeArrowheads="1"/>
          </p:cNvSpPr>
          <p:nvPr/>
        </p:nvSpPr>
        <p:spPr bwMode="auto">
          <a:xfrm>
            <a:off x="1669257" y="3203882"/>
            <a:ext cx="3164649" cy="415498"/>
          </a:xfrm>
          <a:prstGeom prst="rect">
            <a:avLst/>
          </a:prstGeom>
          <a:noFill/>
          <a:ln w="9525">
            <a:noFill/>
            <a:miter lim="800000"/>
            <a:headEnd/>
            <a:tailEnd/>
          </a:ln>
        </p:spPr>
        <p:txBody>
          <a:bodyPr wrap="none">
            <a:spAutoFit/>
          </a:bodyPr>
          <a:lstStyle/>
          <a:p>
            <a:r>
              <a:rPr lang="zh-CN" altLang="en-US" sz="2100" b="1">
                <a:solidFill>
                  <a:srgbClr val="000000"/>
                </a:solidFill>
                <a:latin typeface="Times New Roman" pitchFamily="18" charset="0"/>
              </a:rPr>
              <a:t>因为是双原子气体</a:t>
            </a:r>
            <a:r>
              <a:rPr kumimoji="1" lang="zh-CN" altLang="en-US" sz="2100" b="1">
                <a:solidFill>
                  <a:srgbClr val="000000"/>
                </a:solidFill>
                <a:latin typeface="Times New Roman" pitchFamily="18" charset="0"/>
              </a:rPr>
              <a:t>，所以</a:t>
            </a:r>
          </a:p>
        </p:txBody>
      </p:sp>
      <p:graphicFrame>
        <p:nvGraphicFramePr>
          <p:cNvPr id="57359" name="Object 15"/>
          <p:cNvGraphicFramePr>
            <a:graphicFrameLocks noChangeAspect="1"/>
          </p:cNvGraphicFramePr>
          <p:nvPr>
            <p:extLst>
              <p:ext uri="{D42A27DB-BD31-4B8C-83A1-F6EECF244321}">
                <p14:modId xmlns:p14="http://schemas.microsoft.com/office/powerpoint/2010/main" val="4040922323"/>
              </p:ext>
            </p:extLst>
          </p:nvPr>
        </p:nvGraphicFramePr>
        <p:xfrm>
          <a:off x="4736862" y="3222445"/>
          <a:ext cx="1578968" cy="434569"/>
        </p:xfrm>
        <a:graphic>
          <a:graphicData uri="http://schemas.openxmlformats.org/presentationml/2006/ole">
            <mc:AlternateContent xmlns:mc="http://schemas.openxmlformats.org/markup-compatibility/2006">
              <mc:Choice xmlns:v="urn:schemas-microsoft-com:vml" Requires="v">
                <p:oleObj spid="_x0000_s289639" name="公式" r:id="rId14" imgW="876240" imgH="241200" progId="Equation.DSMT4">
                  <p:embed/>
                </p:oleObj>
              </mc:Choice>
              <mc:Fallback>
                <p:oleObj name="公式" r:id="rId14" imgW="876240" imgH="2412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36862" y="3222445"/>
                        <a:ext cx="1578968" cy="434569"/>
                      </a:xfrm>
                      <a:prstGeom prst="rect">
                        <a:avLst/>
                      </a:prstGeom>
                      <a:noFill/>
                      <a:extLst/>
                    </p:spPr>
                  </p:pic>
                </p:oleObj>
              </mc:Fallback>
            </mc:AlternateContent>
          </a:graphicData>
        </a:graphic>
      </p:graphicFrame>
      <p:graphicFrame>
        <p:nvGraphicFramePr>
          <p:cNvPr id="57360" name="Object 16"/>
          <p:cNvGraphicFramePr>
            <a:graphicFrameLocks noChangeAspect="1"/>
          </p:cNvGraphicFramePr>
          <p:nvPr>
            <p:extLst>
              <p:ext uri="{D42A27DB-BD31-4B8C-83A1-F6EECF244321}">
                <p14:modId xmlns:p14="http://schemas.microsoft.com/office/powerpoint/2010/main" val="1278987277"/>
              </p:ext>
            </p:extLst>
          </p:nvPr>
        </p:nvGraphicFramePr>
        <p:xfrm>
          <a:off x="2028875" y="2607255"/>
          <a:ext cx="1783806" cy="418050"/>
        </p:xfrm>
        <a:graphic>
          <a:graphicData uri="http://schemas.openxmlformats.org/presentationml/2006/ole">
            <mc:AlternateContent xmlns:mc="http://schemas.openxmlformats.org/markup-compatibility/2006">
              <mc:Choice xmlns:v="urn:schemas-microsoft-com:vml" Requires="v">
                <p:oleObj spid="_x0000_s289640" name="Equation" r:id="rId16" imgW="977760" imgH="228600" progId="Equation.DSMT4">
                  <p:embed/>
                </p:oleObj>
              </mc:Choice>
              <mc:Fallback>
                <p:oleObj name="Equation" r:id="rId16" imgW="977760" imgH="2286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28875" y="2607255"/>
                        <a:ext cx="1783806" cy="418050"/>
                      </a:xfrm>
                      <a:prstGeom prst="rect">
                        <a:avLst/>
                      </a:prstGeom>
                      <a:noFill/>
                      <a:extLst/>
                    </p:spPr>
                  </p:pic>
                </p:oleObj>
              </mc:Fallback>
            </mc:AlternateContent>
          </a:graphicData>
        </a:graphic>
      </p:graphicFrame>
      <p:graphicFrame>
        <p:nvGraphicFramePr>
          <p:cNvPr id="18" name="Object 7"/>
          <p:cNvGraphicFramePr>
            <a:graphicFrameLocks noChangeAspect="1"/>
          </p:cNvGraphicFramePr>
          <p:nvPr>
            <p:extLst>
              <p:ext uri="{D42A27DB-BD31-4B8C-83A1-F6EECF244321}">
                <p14:modId xmlns:p14="http://schemas.microsoft.com/office/powerpoint/2010/main" val="11946281"/>
              </p:ext>
            </p:extLst>
          </p:nvPr>
        </p:nvGraphicFramePr>
        <p:xfrm>
          <a:off x="5558433" y="2626341"/>
          <a:ext cx="1473083" cy="379878"/>
        </p:xfrm>
        <a:graphic>
          <a:graphicData uri="http://schemas.openxmlformats.org/presentationml/2006/ole">
            <mc:AlternateContent xmlns:mc="http://schemas.openxmlformats.org/markup-compatibility/2006">
              <mc:Choice xmlns:v="urn:schemas-microsoft-com:vml" Requires="v">
                <p:oleObj spid="_x0000_s289641" name="Equation" r:id="rId18" imgW="787320" imgH="203040" progId="Equation.DSMT4">
                  <p:embed/>
                </p:oleObj>
              </mc:Choice>
              <mc:Fallback>
                <p:oleObj name="Equation" r:id="rId18" imgW="787320" imgH="203040" progId="Equation.DSMT4">
                  <p:embed/>
                  <p:pic>
                    <p:nvPicPr>
                      <p:cNvPr id="57351" name="Object 7"/>
                      <p:cNvPicPr>
                        <a:picLocks noChangeAspect="1" noChangeArrowheads="1"/>
                      </p:cNvPicPr>
                      <p:nvPr/>
                    </p:nvPicPr>
                    <p:blipFill>
                      <a:blip r:embed="rId19"/>
                      <a:srcRect/>
                      <a:stretch>
                        <a:fillRect/>
                      </a:stretch>
                    </p:blipFill>
                    <p:spPr bwMode="auto">
                      <a:xfrm>
                        <a:off x="5558433" y="2626341"/>
                        <a:ext cx="1473083" cy="379878"/>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8044904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360"/>
                                        </p:tgtEl>
                                        <p:attrNameLst>
                                          <p:attrName>style.visibility</p:attrName>
                                        </p:attrNameLst>
                                      </p:cBhvr>
                                      <p:to>
                                        <p:strVal val="visible"/>
                                      </p:to>
                                    </p:set>
                                    <p:animEffect transition="in" filter="wipe(left)">
                                      <p:cBhvr>
                                        <p:cTn id="12" dur="500"/>
                                        <p:tgtEl>
                                          <p:spTgt spid="573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7351"/>
                                        </p:tgtEl>
                                        <p:attrNameLst>
                                          <p:attrName>style.visibility</p:attrName>
                                        </p:attrNameLst>
                                      </p:cBhvr>
                                      <p:to>
                                        <p:strVal val="visible"/>
                                      </p:to>
                                    </p:set>
                                    <p:animEffect transition="in" filter="wipe(left)">
                                      <p:cBhvr>
                                        <p:cTn id="17" dur="500"/>
                                        <p:tgtEl>
                                          <p:spTgt spid="573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358"/>
                                        </p:tgtEl>
                                        <p:attrNameLst>
                                          <p:attrName>style.visibility</p:attrName>
                                        </p:attrNameLst>
                                      </p:cBhvr>
                                      <p:to>
                                        <p:strVal val="visible"/>
                                      </p:to>
                                    </p:set>
                                    <p:animEffect transition="in" filter="wipe(left)">
                                      <p:cBhvr>
                                        <p:cTn id="27" dur="500"/>
                                        <p:tgtEl>
                                          <p:spTgt spid="5735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7359"/>
                                        </p:tgtEl>
                                        <p:attrNameLst>
                                          <p:attrName>style.visibility</p:attrName>
                                        </p:attrNameLst>
                                      </p:cBhvr>
                                      <p:to>
                                        <p:strVal val="visible"/>
                                      </p:to>
                                    </p:set>
                                    <p:animEffect transition="in" filter="wipe(left)">
                                      <p:cBhvr>
                                        <p:cTn id="32" dur="500"/>
                                        <p:tgtEl>
                                          <p:spTgt spid="5735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7354"/>
                                        </p:tgtEl>
                                        <p:attrNameLst>
                                          <p:attrName>style.visibility</p:attrName>
                                        </p:attrNameLst>
                                      </p:cBhvr>
                                      <p:to>
                                        <p:strVal val="visible"/>
                                      </p:to>
                                    </p:set>
                                    <p:animEffect transition="in" filter="wipe(left)">
                                      <p:cBhvr>
                                        <p:cTn id="37" dur="500"/>
                                        <p:tgtEl>
                                          <p:spTgt spid="5735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7353"/>
                                        </p:tgtEl>
                                        <p:attrNameLst>
                                          <p:attrName>style.visibility</p:attrName>
                                        </p:attrNameLst>
                                      </p:cBhvr>
                                      <p:to>
                                        <p:strVal val="visible"/>
                                      </p:to>
                                    </p:set>
                                    <p:animEffect transition="in" filter="wipe(left)">
                                      <p:cBhvr>
                                        <p:cTn id="42" dur="500"/>
                                        <p:tgtEl>
                                          <p:spTgt spid="57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8"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5be41a01111b0a13efdd4084ea1324137afeb8"/>
</p:tagLst>
</file>

<file path=ppt/theme/theme1.xml><?xml version="1.0" encoding="utf-8"?>
<a:theme xmlns:a="http://schemas.openxmlformats.org/drawingml/2006/main" name="2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默认设计模板">
  <a:themeElements>
    <a:clrScheme name="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00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outerShdw dist="74053" dir="8942175" algn="ctr" rotWithShape="0">
            <a:srgbClr val="111111"/>
          </a:outerShdw>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outerShdw dist="74053" dir="8942175" algn="ctr" rotWithShape="0">
            <a:srgbClr val="111111"/>
          </a:outerShdw>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Sumi Painting">
  <a:themeElements>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fontScheme name="Sumi Painting">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b"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4400" b="1" i="0" u="none" strike="noStrike" cap="none" normalizeH="0" baseline="0" smtClean="0">
            <a:ln>
              <a:noFill/>
            </a:ln>
            <a:solidFill>
              <a:srgbClr val="000066"/>
            </a:solidFill>
            <a:effectLst>
              <a:outerShdw blurRad="38100" dist="38100" dir="2700000" algn="tl">
                <a:srgbClr val="000000">
                  <a:alpha val="43137"/>
                </a:srgbClr>
              </a:outerShdw>
            </a:effectLst>
            <a:latin typeface="Tahoma"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b"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4400" b="1" i="0" u="none" strike="noStrike" cap="none" normalizeH="0" baseline="0" smtClean="0">
            <a:ln>
              <a:noFill/>
            </a:ln>
            <a:solidFill>
              <a:srgbClr val="000066"/>
            </a:solidFill>
            <a:effectLst>
              <a:outerShdw blurRad="38100" dist="38100" dir="2700000" algn="tl">
                <a:srgbClr val="000000">
                  <a:alpha val="43137"/>
                </a:srgbClr>
              </a:outerShdw>
            </a:effectLst>
            <a:latin typeface="Tahoma" pitchFamily="34" charset="0"/>
            <a:ea typeface="宋体" pitchFamily="2" charset="-122"/>
          </a:defRPr>
        </a:defPPr>
      </a:lstStyle>
    </a:lnDef>
  </a:objectDefaults>
  <a:extraClrSchemeLst>
    <a:extraClrScheme>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2">
        <a:dk1>
          <a:srgbClr val="545472"/>
        </a:dk1>
        <a:lt1>
          <a:srgbClr val="FFFFFF"/>
        </a:lt1>
        <a:dk2>
          <a:srgbClr val="892D5B"/>
        </a:dk2>
        <a:lt2>
          <a:srgbClr val="68A7BE"/>
        </a:lt2>
        <a:accent1>
          <a:srgbClr val="CAACCC"/>
        </a:accent1>
        <a:accent2>
          <a:srgbClr val="A7CCD9"/>
        </a:accent2>
        <a:accent3>
          <a:srgbClr val="FFFFFF"/>
        </a:accent3>
        <a:accent4>
          <a:srgbClr val="464660"/>
        </a:accent4>
        <a:accent5>
          <a:srgbClr val="E1D2E2"/>
        </a:accent5>
        <a:accent6>
          <a:srgbClr val="97B9C4"/>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3">
        <a:dk1>
          <a:srgbClr val="000000"/>
        </a:dk1>
        <a:lt1>
          <a:srgbClr val="FFFFFF"/>
        </a:lt1>
        <a:dk2>
          <a:srgbClr val="000000"/>
        </a:dk2>
        <a:lt2>
          <a:srgbClr val="333333"/>
        </a:lt2>
        <a:accent1>
          <a:srgbClr val="B2B2B2"/>
        </a:accent1>
        <a:accent2>
          <a:srgbClr val="DDDDDD"/>
        </a:accent2>
        <a:accent3>
          <a:srgbClr val="FFFFFF"/>
        </a:accent3>
        <a:accent4>
          <a:srgbClr val="000000"/>
        </a:accent4>
        <a:accent5>
          <a:srgbClr val="D5D5D5"/>
        </a:accent5>
        <a:accent6>
          <a:srgbClr val="C8C8C8"/>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Sumi Painting 4">
        <a:dk1>
          <a:srgbClr val="545472"/>
        </a:dk1>
        <a:lt1>
          <a:srgbClr val="FFFFFF"/>
        </a:lt1>
        <a:dk2>
          <a:srgbClr val="892D5B"/>
        </a:dk2>
        <a:lt2>
          <a:srgbClr val="AC3872"/>
        </a:lt2>
        <a:accent1>
          <a:srgbClr val="660066"/>
        </a:accent1>
        <a:accent2>
          <a:srgbClr val="E2A6C4"/>
        </a:accent2>
        <a:accent3>
          <a:srgbClr val="FFFFFF"/>
        </a:accent3>
        <a:accent4>
          <a:srgbClr val="464660"/>
        </a:accent4>
        <a:accent5>
          <a:srgbClr val="B8AAB8"/>
        </a:accent5>
        <a:accent6>
          <a:srgbClr val="CD96B1"/>
        </a:accent6>
        <a:hlink>
          <a:srgbClr val="8585FF"/>
        </a:hlink>
        <a:folHlink>
          <a:srgbClr val="563EE8"/>
        </a:folHlink>
      </a:clrScheme>
      <a:clrMap bg1="lt1" tx1="dk1" bg2="lt2" tx2="dk2" accent1="accent1" accent2="accent2" accent3="accent3" accent4="accent4" accent5="accent5" accent6="accent6" hlink="hlink" folHlink="folHlink"/>
    </a:extraClrScheme>
    <a:extraClrScheme>
      <a:clrScheme name="Sumi Painting 5">
        <a:dk1>
          <a:srgbClr val="545472"/>
        </a:dk1>
        <a:lt1>
          <a:srgbClr val="FFFFFF"/>
        </a:lt1>
        <a:dk2>
          <a:srgbClr val="892D5B"/>
        </a:dk2>
        <a:lt2>
          <a:srgbClr val="515BA7"/>
        </a:lt2>
        <a:accent1>
          <a:srgbClr val="8BD8E7"/>
        </a:accent1>
        <a:accent2>
          <a:srgbClr val="A5AAD3"/>
        </a:accent2>
        <a:accent3>
          <a:srgbClr val="FFFFFF"/>
        </a:accent3>
        <a:accent4>
          <a:srgbClr val="464660"/>
        </a:accent4>
        <a:accent5>
          <a:srgbClr val="C4E9F1"/>
        </a:accent5>
        <a:accent6>
          <a:srgbClr val="959ABF"/>
        </a:accent6>
        <a:hlink>
          <a:srgbClr val="B78AFA"/>
        </a:hlink>
        <a:folHlink>
          <a:srgbClr val="A0A5D0"/>
        </a:folHlink>
      </a:clrScheme>
      <a:clrMap bg1="lt1" tx1="dk1" bg2="lt2" tx2="dk2" accent1="accent1" accent2="accent2" accent3="accent3" accent4="accent4" accent5="accent5" accent6="accent6" hlink="hlink" folHlink="folHlink"/>
    </a:extraClrScheme>
    <a:extraClrScheme>
      <a:clrScheme name="Sumi Painting 6">
        <a:dk1>
          <a:srgbClr val="545472"/>
        </a:dk1>
        <a:lt1>
          <a:srgbClr val="FFFFFF"/>
        </a:lt1>
        <a:dk2>
          <a:srgbClr val="37467F"/>
        </a:dk2>
        <a:lt2>
          <a:srgbClr val="547A3C"/>
        </a:lt2>
        <a:accent1>
          <a:srgbClr val="8BD8E7"/>
        </a:accent1>
        <a:accent2>
          <a:srgbClr val="B7D3A5"/>
        </a:accent2>
        <a:accent3>
          <a:srgbClr val="FFFFFF"/>
        </a:accent3>
        <a:accent4>
          <a:srgbClr val="464660"/>
        </a:accent4>
        <a:accent5>
          <a:srgbClr val="C4E9F1"/>
        </a:accent5>
        <a:accent6>
          <a:srgbClr val="A6BF95"/>
        </a:accent6>
        <a:hlink>
          <a:srgbClr val="619147"/>
        </a:hlink>
        <a:folHlink>
          <a:srgbClr val="94BE7C"/>
        </a:folHlink>
      </a:clrScheme>
      <a:clrMap bg1="lt1" tx1="dk1" bg2="lt2" tx2="dk2" accent1="accent1" accent2="accent2" accent3="accent3" accent4="accent4" accent5="accent5" accent6="accent6" hlink="hlink" folHlink="folHlink"/>
    </a:extraClrScheme>
    <a:extraClrScheme>
      <a:clrScheme name="Sumi Painting 7">
        <a:dk1>
          <a:srgbClr val="545472"/>
        </a:dk1>
        <a:lt1>
          <a:srgbClr val="FFFFFF"/>
        </a:lt1>
        <a:dk2>
          <a:srgbClr val="655851"/>
        </a:dk2>
        <a:lt2>
          <a:srgbClr val="B49234"/>
        </a:lt2>
        <a:accent1>
          <a:srgbClr val="F8C684"/>
        </a:accent1>
        <a:accent2>
          <a:srgbClr val="E1CE97"/>
        </a:accent2>
        <a:accent3>
          <a:srgbClr val="FFFFFF"/>
        </a:accent3>
        <a:accent4>
          <a:srgbClr val="464660"/>
        </a:accent4>
        <a:accent5>
          <a:srgbClr val="FBDFC2"/>
        </a:accent5>
        <a:accent6>
          <a:srgbClr val="CCBA88"/>
        </a:accent6>
        <a:hlink>
          <a:srgbClr val="7C6148"/>
        </a:hlink>
        <a:folHlink>
          <a:srgbClr val="8E856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_默认设计模板">
  <a:themeElements>
    <a:clrScheme name="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00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outerShdw dist="74053" dir="8942175" algn="ctr" rotWithShape="0">
            <a:srgbClr val="111111"/>
          </a:outerShdw>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outerShdw dist="74053" dir="8942175" algn="ctr" rotWithShape="0">
            <a:srgbClr val="111111"/>
          </a:outerShdw>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2019</TotalTime>
  <Words>794</Words>
  <Application>Microsoft Office PowerPoint</Application>
  <PresentationFormat>全屏显示(16:9)</PresentationFormat>
  <Paragraphs>122</Paragraphs>
  <Slides>25</Slides>
  <Notes>3</Notes>
  <HiddenSlides>1</HiddenSlides>
  <MMClips>3</MMClips>
  <ScaleCrop>false</ScaleCrop>
  <HeadingPairs>
    <vt:vector size="8" baseType="variant">
      <vt:variant>
        <vt:lpstr>已用的字体</vt:lpstr>
      </vt:variant>
      <vt:variant>
        <vt:i4>6</vt:i4>
      </vt:variant>
      <vt:variant>
        <vt:lpstr>主题</vt:lpstr>
      </vt:variant>
      <vt:variant>
        <vt:i4>10</vt:i4>
      </vt:variant>
      <vt:variant>
        <vt:lpstr>嵌入 OLE 服务器</vt:lpstr>
      </vt:variant>
      <vt:variant>
        <vt:i4>3</vt:i4>
      </vt:variant>
      <vt:variant>
        <vt:lpstr>幻灯片标题</vt:lpstr>
      </vt:variant>
      <vt:variant>
        <vt:i4>25</vt:i4>
      </vt:variant>
    </vt:vector>
  </HeadingPairs>
  <TitlesOfParts>
    <vt:vector size="44" baseType="lpstr">
      <vt:lpstr>宋体</vt:lpstr>
      <vt:lpstr>Arial</vt:lpstr>
      <vt:lpstr>Calibri</vt:lpstr>
      <vt:lpstr>Tahoma</vt:lpstr>
      <vt:lpstr>Times New Roman</vt:lpstr>
      <vt:lpstr>Wingdings</vt:lpstr>
      <vt:lpstr>2_第六版母版</vt:lpstr>
      <vt:lpstr>3_第六版母版</vt:lpstr>
      <vt:lpstr>4_第六版母版</vt:lpstr>
      <vt:lpstr>5_第六版母版</vt:lpstr>
      <vt:lpstr>6_第六版母版</vt:lpstr>
      <vt:lpstr>7_第六版母版</vt:lpstr>
      <vt:lpstr>默认设计模板</vt:lpstr>
      <vt:lpstr>Sumi Painting</vt:lpstr>
      <vt:lpstr>2_默认设计模板</vt:lpstr>
      <vt:lpstr>1_默认设计模板</vt:lpstr>
      <vt:lpstr>Equation</vt:lpstr>
      <vt:lpstr>公式</vt:lpstr>
      <vt:lpstr>MathType 6.7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江南大学理学院物理系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13-1 准静态过程 功 热量</dc:title>
  <dc:creator>何跃娟</dc:creator>
  <cp:lastModifiedBy>Administrator</cp:lastModifiedBy>
  <cp:revision>324</cp:revision>
  <dcterms:created xsi:type="dcterms:W3CDTF">2005-09-11T15:39:18Z</dcterms:created>
  <dcterms:modified xsi:type="dcterms:W3CDTF">2024-05-28T11:38:21Z</dcterms:modified>
</cp:coreProperties>
</file>