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 id="2147483664" r:id="rId2"/>
    <p:sldMasterId id="2147483690" r:id="rId3"/>
  </p:sldMasterIdLst>
  <p:notesMasterIdLst>
    <p:notesMasterId r:id="rId37"/>
  </p:notesMasterIdLst>
  <p:handoutMasterIdLst>
    <p:handoutMasterId r:id="rId38"/>
  </p:handoutMasterIdLst>
  <p:sldIdLst>
    <p:sldId id="309" r:id="rId4"/>
    <p:sldId id="317" r:id="rId5"/>
    <p:sldId id="322" r:id="rId6"/>
    <p:sldId id="277" r:id="rId7"/>
    <p:sldId id="278" r:id="rId8"/>
    <p:sldId id="280" r:id="rId9"/>
    <p:sldId id="281" r:id="rId10"/>
    <p:sldId id="284" r:id="rId11"/>
    <p:sldId id="315" r:id="rId12"/>
    <p:sldId id="316" r:id="rId13"/>
    <p:sldId id="321" r:id="rId14"/>
    <p:sldId id="286" r:id="rId15"/>
    <p:sldId id="287" r:id="rId16"/>
    <p:sldId id="288" r:id="rId17"/>
    <p:sldId id="289" r:id="rId18"/>
    <p:sldId id="290" r:id="rId19"/>
    <p:sldId id="291" r:id="rId20"/>
    <p:sldId id="292" r:id="rId21"/>
    <p:sldId id="293" r:id="rId22"/>
    <p:sldId id="294" r:id="rId23"/>
    <p:sldId id="295" r:id="rId24"/>
    <p:sldId id="296" r:id="rId25"/>
    <p:sldId id="310" r:id="rId26"/>
    <p:sldId id="311" r:id="rId27"/>
    <p:sldId id="312" r:id="rId28"/>
    <p:sldId id="313" r:id="rId29"/>
    <p:sldId id="301" r:id="rId30"/>
    <p:sldId id="303" r:id="rId31"/>
    <p:sldId id="304" r:id="rId32"/>
    <p:sldId id="305" r:id="rId33"/>
    <p:sldId id="306" r:id="rId34"/>
    <p:sldId id="307" r:id="rId35"/>
    <p:sldId id="320" r:id="rId36"/>
  </p:sldIdLst>
  <p:sldSz cx="9144000" cy="5143500" type="screen16x9"/>
  <p:notesSz cx="6858000" cy="9144000"/>
  <p:custDataLst>
    <p:tags r:id="rId39"/>
  </p:custDataLst>
  <p:defaultTextStyle>
    <a:defPPr>
      <a:defRPr lang="zh-CN"/>
    </a:defPPr>
    <a:lvl1pPr algn="l" rtl="0" fontAlgn="base">
      <a:spcBef>
        <a:spcPct val="0"/>
      </a:spcBef>
      <a:spcAft>
        <a:spcPct val="0"/>
      </a:spcAft>
      <a:defRPr b="1" kern="1200">
        <a:solidFill>
          <a:schemeClr val="tx1"/>
        </a:solidFill>
        <a:latin typeface="Arial" charset="0"/>
        <a:ea typeface="宋体" pitchFamily="2" charset="-122"/>
        <a:cs typeface="+mn-cs"/>
      </a:defRPr>
    </a:lvl1pPr>
    <a:lvl2pPr marL="457200" algn="l" rtl="0" fontAlgn="base">
      <a:spcBef>
        <a:spcPct val="0"/>
      </a:spcBef>
      <a:spcAft>
        <a:spcPct val="0"/>
      </a:spcAft>
      <a:defRPr b="1" kern="1200">
        <a:solidFill>
          <a:schemeClr val="tx1"/>
        </a:solidFill>
        <a:latin typeface="Arial" charset="0"/>
        <a:ea typeface="宋体" pitchFamily="2" charset="-122"/>
        <a:cs typeface="+mn-cs"/>
      </a:defRPr>
    </a:lvl2pPr>
    <a:lvl3pPr marL="914400" algn="l" rtl="0" fontAlgn="base">
      <a:spcBef>
        <a:spcPct val="0"/>
      </a:spcBef>
      <a:spcAft>
        <a:spcPct val="0"/>
      </a:spcAft>
      <a:defRPr b="1" kern="1200">
        <a:solidFill>
          <a:schemeClr val="tx1"/>
        </a:solidFill>
        <a:latin typeface="Arial" charset="0"/>
        <a:ea typeface="宋体" pitchFamily="2" charset="-122"/>
        <a:cs typeface="+mn-cs"/>
      </a:defRPr>
    </a:lvl3pPr>
    <a:lvl4pPr marL="1371600" algn="l" rtl="0" fontAlgn="base">
      <a:spcBef>
        <a:spcPct val="0"/>
      </a:spcBef>
      <a:spcAft>
        <a:spcPct val="0"/>
      </a:spcAft>
      <a:defRPr b="1" kern="1200">
        <a:solidFill>
          <a:schemeClr val="tx1"/>
        </a:solidFill>
        <a:latin typeface="Arial" charset="0"/>
        <a:ea typeface="宋体" pitchFamily="2" charset="-122"/>
        <a:cs typeface="+mn-cs"/>
      </a:defRPr>
    </a:lvl4pPr>
    <a:lvl5pPr marL="1828800" algn="l" rtl="0" fontAlgn="base">
      <a:spcBef>
        <a:spcPct val="0"/>
      </a:spcBef>
      <a:spcAft>
        <a:spcPct val="0"/>
      </a:spcAft>
      <a:defRPr b="1" kern="1200">
        <a:solidFill>
          <a:schemeClr val="tx1"/>
        </a:solidFill>
        <a:latin typeface="Arial" charset="0"/>
        <a:ea typeface="宋体" pitchFamily="2" charset="-122"/>
        <a:cs typeface="+mn-cs"/>
      </a:defRPr>
    </a:lvl5pPr>
    <a:lvl6pPr marL="2286000" algn="l" defTabSz="914400" rtl="0" eaLnBrk="1" latinLnBrk="0" hangingPunct="1">
      <a:defRPr b="1" kern="1200">
        <a:solidFill>
          <a:schemeClr val="tx1"/>
        </a:solidFill>
        <a:latin typeface="Arial" charset="0"/>
        <a:ea typeface="宋体" pitchFamily="2" charset="-122"/>
        <a:cs typeface="+mn-cs"/>
      </a:defRPr>
    </a:lvl6pPr>
    <a:lvl7pPr marL="2743200" algn="l" defTabSz="914400" rtl="0" eaLnBrk="1" latinLnBrk="0" hangingPunct="1">
      <a:defRPr b="1" kern="1200">
        <a:solidFill>
          <a:schemeClr val="tx1"/>
        </a:solidFill>
        <a:latin typeface="Arial" charset="0"/>
        <a:ea typeface="宋体" pitchFamily="2" charset="-122"/>
        <a:cs typeface="+mn-cs"/>
      </a:defRPr>
    </a:lvl7pPr>
    <a:lvl8pPr marL="3200400" algn="l" defTabSz="914400" rtl="0" eaLnBrk="1" latinLnBrk="0" hangingPunct="1">
      <a:defRPr b="1" kern="1200">
        <a:solidFill>
          <a:schemeClr val="tx1"/>
        </a:solidFill>
        <a:latin typeface="Arial" charset="0"/>
        <a:ea typeface="宋体" pitchFamily="2" charset="-122"/>
        <a:cs typeface="+mn-cs"/>
      </a:defRPr>
    </a:lvl8pPr>
    <a:lvl9pPr marL="3657600" algn="l" defTabSz="914400" rtl="0" eaLnBrk="1" latinLnBrk="0" hangingPunct="1">
      <a:defRPr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33"/>
    <a:srgbClr val="0000FF"/>
    <a:srgbClr val="000066"/>
    <a:srgbClr val="CC0000"/>
    <a:srgbClr val="A50021"/>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55" autoAdjust="0"/>
    <p:restoredTop sz="95057" autoAdjust="0"/>
  </p:normalViewPr>
  <p:slideViewPr>
    <p:cSldViewPr snapToGrid="0">
      <p:cViewPr>
        <p:scale>
          <a:sx n="100" d="100"/>
          <a:sy n="100" d="100"/>
        </p:scale>
        <p:origin x="1578" y="552"/>
      </p:cViewPr>
      <p:guideLst>
        <p:guide orient="horz" pos="162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1" d="100"/>
          <a:sy n="61" d="100"/>
        </p:scale>
        <p:origin x="-1757" y="-86"/>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1.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9"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4"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image" Target="../media/image30.wmf"/><Relationship Id="rId7" Type="http://schemas.openxmlformats.org/officeDocument/2006/relationships/image" Target="../media/image34.w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image" Target="../media/image38.wmf"/><Relationship Id="rId7" Type="http://schemas.openxmlformats.org/officeDocument/2006/relationships/image" Target="../media/image31.wmf"/><Relationship Id="rId2" Type="http://schemas.openxmlformats.org/officeDocument/2006/relationships/image" Target="../media/image37.wmf"/><Relationship Id="rId1" Type="http://schemas.openxmlformats.org/officeDocument/2006/relationships/image" Target="../media/image36.wmf"/><Relationship Id="rId6" Type="http://schemas.openxmlformats.org/officeDocument/2006/relationships/image" Target="../media/image30.wmf"/><Relationship Id="rId5" Type="http://schemas.openxmlformats.org/officeDocument/2006/relationships/image" Target="../media/image29.wmf"/><Relationship Id="rId4"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 Id="rId6" Type="http://schemas.openxmlformats.org/officeDocument/2006/relationships/image" Target="../media/image48.wmf"/><Relationship Id="rId5" Type="http://schemas.openxmlformats.org/officeDocument/2006/relationships/image" Target="../media/image47.wmf"/><Relationship Id="rId4" Type="http://schemas.openxmlformats.org/officeDocument/2006/relationships/image" Target="../media/image46.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image" Target="../media/image51.wmf"/><Relationship Id="rId7" Type="http://schemas.openxmlformats.org/officeDocument/2006/relationships/image" Target="../media/image55.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5" Type="http://schemas.openxmlformats.org/officeDocument/2006/relationships/image" Target="../media/image53.wmf"/><Relationship Id="rId10" Type="http://schemas.openxmlformats.org/officeDocument/2006/relationships/image" Target="../media/image58.wmf"/><Relationship Id="rId4" Type="http://schemas.openxmlformats.org/officeDocument/2006/relationships/image" Target="../media/image52.wmf"/><Relationship Id="rId9" Type="http://schemas.openxmlformats.org/officeDocument/2006/relationships/image" Target="../media/image5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0.wmf"/><Relationship Id="rId7" Type="http://schemas.openxmlformats.org/officeDocument/2006/relationships/image" Target="../media/image63.wmf"/><Relationship Id="rId2" Type="http://schemas.openxmlformats.org/officeDocument/2006/relationships/image" Target="../media/image59.wmf"/><Relationship Id="rId1" Type="http://schemas.openxmlformats.org/officeDocument/2006/relationships/image" Target="../media/image51.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65.wmf"/><Relationship Id="rId7" Type="http://schemas.openxmlformats.org/officeDocument/2006/relationships/image" Target="../media/image50.wmf"/><Relationship Id="rId2" Type="http://schemas.openxmlformats.org/officeDocument/2006/relationships/image" Target="../media/image51.wmf"/><Relationship Id="rId1" Type="http://schemas.openxmlformats.org/officeDocument/2006/relationships/image" Target="../media/image64.wmf"/><Relationship Id="rId6" Type="http://schemas.openxmlformats.org/officeDocument/2006/relationships/image" Target="../media/image59.wmf"/><Relationship Id="rId5" Type="http://schemas.openxmlformats.org/officeDocument/2006/relationships/image" Target="../media/image67.wmf"/><Relationship Id="rId4" Type="http://schemas.openxmlformats.org/officeDocument/2006/relationships/image" Target="../media/image66.wmf"/><Relationship Id="rId9" Type="http://schemas.openxmlformats.org/officeDocument/2006/relationships/image" Target="../media/image63.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image" Target="../media/image50.wmf"/><Relationship Id="rId7" Type="http://schemas.openxmlformats.org/officeDocument/2006/relationships/image" Target="../media/image71.wmf"/><Relationship Id="rId2" Type="http://schemas.openxmlformats.org/officeDocument/2006/relationships/image" Target="../media/image68.wmf"/><Relationship Id="rId1" Type="http://schemas.openxmlformats.org/officeDocument/2006/relationships/image" Target="../media/image51.wmf"/><Relationship Id="rId6" Type="http://schemas.openxmlformats.org/officeDocument/2006/relationships/image" Target="../media/image70.wmf"/><Relationship Id="rId5" Type="http://schemas.openxmlformats.org/officeDocument/2006/relationships/image" Target="../media/image53.wmf"/><Relationship Id="rId10" Type="http://schemas.openxmlformats.org/officeDocument/2006/relationships/image" Target="../media/image74.wmf"/><Relationship Id="rId4" Type="http://schemas.openxmlformats.org/officeDocument/2006/relationships/image" Target="../media/image69.wmf"/><Relationship Id="rId9" Type="http://schemas.openxmlformats.org/officeDocument/2006/relationships/image" Target="../media/image7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1.wmf"/><Relationship Id="rId1" Type="http://schemas.openxmlformats.org/officeDocument/2006/relationships/image" Target="../media/image76.wmf"/><Relationship Id="rId5" Type="http://schemas.openxmlformats.org/officeDocument/2006/relationships/image" Target="../media/image77.wmf"/><Relationship Id="rId4" Type="http://schemas.openxmlformats.org/officeDocument/2006/relationships/image" Target="../media/image50.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image" Target="../media/image80.wmf"/><Relationship Id="rId7" Type="http://schemas.openxmlformats.org/officeDocument/2006/relationships/image" Target="../media/image81.wmf"/><Relationship Id="rId2" Type="http://schemas.openxmlformats.org/officeDocument/2006/relationships/image" Target="../media/image79.wmf"/><Relationship Id="rId1" Type="http://schemas.openxmlformats.org/officeDocument/2006/relationships/image" Target="../media/image78.wmf"/><Relationship Id="rId6" Type="http://schemas.openxmlformats.org/officeDocument/2006/relationships/image" Target="../media/image50.wmf"/><Relationship Id="rId5" Type="http://schemas.openxmlformats.org/officeDocument/2006/relationships/image" Target="../media/image59.wmf"/><Relationship Id="rId4" Type="http://schemas.openxmlformats.org/officeDocument/2006/relationships/image" Target="../media/image5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83.wmf"/><Relationship Id="rId4" Type="http://schemas.openxmlformats.org/officeDocument/2006/relationships/image" Target="../media/image80.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image" Target="../media/image88.wmf"/><Relationship Id="rId7" Type="http://schemas.openxmlformats.org/officeDocument/2006/relationships/image" Target="../media/image91.wmf"/><Relationship Id="rId2" Type="http://schemas.openxmlformats.org/officeDocument/2006/relationships/image" Target="../media/image87.wmf"/><Relationship Id="rId1" Type="http://schemas.openxmlformats.org/officeDocument/2006/relationships/image" Target="../media/image86.wmf"/><Relationship Id="rId6" Type="http://schemas.openxmlformats.org/officeDocument/2006/relationships/image" Target="../media/image50.wmf"/><Relationship Id="rId5" Type="http://schemas.openxmlformats.org/officeDocument/2006/relationships/image" Target="../media/image90.wmf"/><Relationship Id="rId4" Type="http://schemas.openxmlformats.org/officeDocument/2006/relationships/image" Target="../media/image8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 Id="rId4" Type="http://schemas.openxmlformats.org/officeDocument/2006/relationships/image" Target="../media/image9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99.wmf"/><Relationship Id="rId7" Type="http://schemas.openxmlformats.org/officeDocument/2006/relationships/image" Target="../media/image50.wmf"/><Relationship Id="rId2" Type="http://schemas.openxmlformats.org/officeDocument/2006/relationships/image" Target="../media/image98.wmf"/><Relationship Id="rId1" Type="http://schemas.openxmlformats.org/officeDocument/2006/relationships/image" Target="../media/image97.wmf"/><Relationship Id="rId6" Type="http://schemas.openxmlformats.org/officeDocument/2006/relationships/image" Target="../media/image59.wmf"/><Relationship Id="rId5" Type="http://schemas.openxmlformats.org/officeDocument/2006/relationships/image" Target="../media/image51.wmf"/><Relationship Id="rId4" Type="http://schemas.openxmlformats.org/officeDocument/2006/relationships/image" Target="../media/image100.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image" Target="../media/image51.wmf"/><Relationship Id="rId7" Type="http://schemas.openxmlformats.org/officeDocument/2006/relationships/image" Target="../media/image105.wmf"/><Relationship Id="rId12" Type="http://schemas.openxmlformats.org/officeDocument/2006/relationships/image" Target="../media/image109.wmf"/><Relationship Id="rId2" Type="http://schemas.openxmlformats.org/officeDocument/2006/relationships/image" Target="../media/image102.wmf"/><Relationship Id="rId1" Type="http://schemas.openxmlformats.org/officeDocument/2006/relationships/image" Target="../media/image101.wmf"/><Relationship Id="rId6" Type="http://schemas.openxmlformats.org/officeDocument/2006/relationships/image" Target="../media/image104.wmf"/><Relationship Id="rId11" Type="http://schemas.openxmlformats.org/officeDocument/2006/relationships/image" Target="../media/image108.wmf"/><Relationship Id="rId5" Type="http://schemas.openxmlformats.org/officeDocument/2006/relationships/image" Target="../media/image50.wmf"/><Relationship Id="rId10" Type="http://schemas.openxmlformats.org/officeDocument/2006/relationships/image" Target="../media/image107.wmf"/><Relationship Id="rId4" Type="http://schemas.openxmlformats.org/officeDocument/2006/relationships/image" Target="../media/image103.wmf"/><Relationship Id="rId9" Type="http://schemas.openxmlformats.org/officeDocument/2006/relationships/image" Target="../media/image10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12.wmf"/><Relationship Id="rId7" Type="http://schemas.openxmlformats.org/officeDocument/2006/relationships/image" Target="../media/image115.wmf"/><Relationship Id="rId2" Type="http://schemas.openxmlformats.org/officeDocument/2006/relationships/image" Target="../media/image111.wmf"/><Relationship Id="rId1" Type="http://schemas.openxmlformats.org/officeDocument/2006/relationships/image" Target="../media/image110.wmf"/><Relationship Id="rId6" Type="http://schemas.openxmlformats.org/officeDocument/2006/relationships/image" Target="../media/image114.wmf"/><Relationship Id="rId5" Type="http://schemas.openxmlformats.org/officeDocument/2006/relationships/image" Target="../media/image113.wmf"/><Relationship Id="rId4" Type="http://schemas.openxmlformats.org/officeDocument/2006/relationships/image" Target="../media/image59.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59.wmf"/><Relationship Id="rId1" Type="http://schemas.openxmlformats.org/officeDocument/2006/relationships/image" Target="../media/image116.wmf"/><Relationship Id="rId4" Type="http://schemas.openxmlformats.org/officeDocument/2006/relationships/image" Target="../media/image118.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 Id="rId6" Type="http://schemas.openxmlformats.org/officeDocument/2006/relationships/image" Target="../media/image124.wmf"/><Relationship Id="rId5" Type="http://schemas.openxmlformats.org/officeDocument/2006/relationships/image" Target="../media/image123.wmf"/><Relationship Id="rId4" Type="http://schemas.openxmlformats.org/officeDocument/2006/relationships/image" Target="../media/image12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29.wmf"/><Relationship Id="rId1" Type="http://schemas.openxmlformats.org/officeDocument/2006/relationships/image" Target="../media/image128.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32.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36.wmf"/><Relationship Id="rId7" Type="http://schemas.openxmlformats.org/officeDocument/2006/relationships/image" Target="../media/image139.wmf"/><Relationship Id="rId2" Type="http://schemas.openxmlformats.org/officeDocument/2006/relationships/image" Target="../media/image135.wmf"/><Relationship Id="rId1" Type="http://schemas.openxmlformats.org/officeDocument/2006/relationships/image" Target="../media/image134.wmf"/><Relationship Id="rId6" Type="http://schemas.openxmlformats.org/officeDocument/2006/relationships/image" Target="../media/image132.wmf"/><Relationship Id="rId5" Type="http://schemas.openxmlformats.org/officeDocument/2006/relationships/image" Target="../media/image138.wmf"/><Relationship Id="rId4" Type="http://schemas.openxmlformats.org/officeDocument/2006/relationships/image" Target="../media/image137.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5.wmf"/><Relationship Id="rId5" Type="http://schemas.openxmlformats.org/officeDocument/2006/relationships/image" Target="../media/image144.wmf"/><Relationship Id="rId4" Type="http://schemas.openxmlformats.org/officeDocument/2006/relationships/image" Target="../media/image143.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142.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7.wmf"/><Relationship Id="rId5" Type="http://schemas.openxmlformats.org/officeDocument/2006/relationships/image" Target="../media/image144.wmf"/><Relationship Id="rId4" Type="http://schemas.openxmlformats.org/officeDocument/2006/relationships/image" Target="../media/image14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3F621F2-1BDA-4C99-ADD9-562D71461DFE}" type="datetimeFigureOut">
              <a:rPr lang="zh-CN" altLang="en-US"/>
              <a:pPr>
                <a:defRPr/>
              </a:pPr>
              <a:t>2024/5/24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05310480-A3D4-4B9C-AF8F-CA7F2CD056C9}" type="slidenum">
              <a:rPr lang="zh-CN" altLang="en-US"/>
              <a:pPr>
                <a:defRPr/>
              </a:pPr>
              <a:t>‹#›</a:t>
            </a:fld>
            <a:endParaRPr lang="zh-CN" altLang="en-US"/>
          </a:p>
        </p:txBody>
      </p:sp>
    </p:spTree>
    <p:extLst>
      <p:ext uri="{BB962C8B-B14F-4D97-AF65-F5344CB8AC3E}">
        <p14:creationId xmlns:p14="http://schemas.microsoft.com/office/powerpoint/2010/main" val="6294538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vl1pPr>
          </a:lstStyle>
          <a:p>
            <a:pPr>
              <a:defRPr/>
            </a:pPr>
            <a:endParaRPr lang="en-US" altLang="zh-CN"/>
          </a:p>
        </p:txBody>
      </p:sp>
      <p:sp>
        <p:nvSpPr>
          <p:cNvPr id="71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71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vl1pPr>
          </a:lstStyle>
          <a:p>
            <a:pPr>
              <a:defRPr/>
            </a:pPr>
            <a:endParaRPr lang="en-US" altLang="zh-CN"/>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pPr>
              <a:defRPr/>
            </a:pPr>
            <a:fld id="{E57BF616-F129-4142-A309-08916086080E}" type="slidenum">
              <a:rPr lang="en-US" altLang="zh-CN"/>
              <a:pPr>
                <a:defRPr/>
              </a:pPr>
              <a:t>‹#›</a:t>
            </a:fld>
            <a:endParaRPr lang="en-US" altLang="zh-CN"/>
          </a:p>
        </p:txBody>
      </p:sp>
    </p:spTree>
    <p:extLst>
      <p:ext uri="{BB962C8B-B14F-4D97-AF65-F5344CB8AC3E}">
        <p14:creationId xmlns:p14="http://schemas.microsoft.com/office/powerpoint/2010/main" val="41748747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备注占位符 2"/>
          <p:cNvSpPr>
            <a:spLocks noGrp="1"/>
          </p:cNvSpPr>
          <p:nvPr>
            <p:ph type="body" idx="1"/>
          </p:nvPr>
        </p:nvSpPr>
        <p:spPr>
          <a:noFill/>
          <a:ln/>
        </p:spPr>
        <p:txBody>
          <a:bodyPr/>
          <a:lstStyle/>
          <a:p>
            <a:endParaRPr lang="zh-CN" altLang="en-US" smtClean="0"/>
          </a:p>
        </p:txBody>
      </p:sp>
      <p:sp>
        <p:nvSpPr>
          <p:cNvPr id="34819" name="灯片编号占位符 3"/>
          <p:cNvSpPr>
            <a:spLocks noGrp="1"/>
          </p:cNvSpPr>
          <p:nvPr>
            <p:ph type="sldNum" sz="quarter" idx="5"/>
          </p:nvPr>
        </p:nvSpPr>
        <p:spPr>
          <a:noFill/>
        </p:spPr>
        <p:txBody>
          <a:bodyPr/>
          <a:lstStyle/>
          <a:p>
            <a:fld id="{A7439D9D-9265-4CE7-8D0E-938317A182F4}" type="slidenum">
              <a:rPr lang="en-US" altLang="zh-CN" smtClean="0"/>
              <a:pPr/>
              <a:t>1</a:t>
            </a:fld>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xfrm>
            <a:off x="381000" y="685800"/>
            <a:ext cx="6096000" cy="3429000"/>
          </a:xfrm>
          <a:ln/>
        </p:spPr>
      </p:sp>
      <p:sp>
        <p:nvSpPr>
          <p:cNvPr id="35843" name="备注占位符 2"/>
          <p:cNvSpPr>
            <a:spLocks noGrp="1"/>
          </p:cNvSpPr>
          <p:nvPr>
            <p:ph type="body" idx="1"/>
          </p:nvPr>
        </p:nvSpPr>
        <p:spPr>
          <a:noFill/>
          <a:ln/>
        </p:spPr>
        <p:txBody>
          <a:bodyPr/>
          <a:lstStyle/>
          <a:p>
            <a:endParaRPr lang="zh-CN" altLang="en-US" smtClean="0"/>
          </a:p>
        </p:txBody>
      </p:sp>
      <p:sp>
        <p:nvSpPr>
          <p:cNvPr id="35844" name="灯片编号占位符 3"/>
          <p:cNvSpPr>
            <a:spLocks noGrp="1"/>
          </p:cNvSpPr>
          <p:nvPr>
            <p:ph type="sldNum" sz="quarter" idx="5"/>
          </p:nvPr>
        </p:nvSpPr>
        <p:spPr>
          <a:noFill/>
        </p:spPr>
        <p:txBody>
          <a:bodyPr/>
          <a:lstStyle/>
          <a:p>
            <a:fld id="{4C0BBC6F-C183-4ED8-8D4B-680EC93299D0}" type="slidenum">
              <a:rPr lang="en-US" altLang="zh-CN" smtClean="0"/>
              <a:pPr/>
              <a:t>4</a:t>
            </a:fld>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了解气体的分子速率分布对我们理解气体的行为和性质有着重要的意义。</a:t>
            </a:r>
            <a:endParaRPr lang="en-US" altLang="zh-CN" dirty="0" smtClean="0"/>
          </a:p>
          <a:p>
            <a:r>
              <a:rPr lang="zh-CN" altLang="en-US" dirty="0" smtClean="0"/>
              <a:t>例如，在工业生产中，我们需要知道气体的扩散速率，以便设计合适的设备和工艺，从而优化生产过程。</a:t>
            </a:r>
            <a:endParaRPr lang="en-US" altLang="zh-CN" dirty="0" smtClean="0"/>
          </a:p>
          <a:p>
            <a:endParaRPr lang="zh-CN" altLang="en-US" dirty="0" smtClean="0"/>
          </a:p>
          <a:p>
            <a:r>
              <a:rPr lang="zh-CN" altLang="en-US" dirty="0" smtClean="0"/>
              <a:t>此外，通过了解污染物分子的速率分布，我们可以推测它们在大气中的传播和扩散情况，从而采取相应的措施来控制</a:t>
            </a:r>
            <a:r>
              <a:rPr lang="zh-CN" altLang="en-US" smtClean="0"/>
              <a:t>污染物的传播</a:t>
            </a:r>
            <a:r>
              <a:rPr lang="zh-CN" altLang="en-US" dirty="0" smtClean="0"/>
              <a:t>范围。</a:t>
            </a:r>
            <a:endParaRPr lang="zh-CN" altLang="en-US" dirty="0"/>
          </a:p>
        </p:txBody>
      </p:sp>
      <p:sp>
        <p:nvSpPr>
          <p:cNvPr id="4" name="灯片编号占位符 3"/>
          <p:cNvSpPr>
            <a:spLocks noGrp="1"/>
          </p:cNvSpPr>
          <p:nvPr>
            <p:ph type="sldNum" sz="quarter" idx="10"/>
          </p:nvPr>
        </p:nvSpPr>
        <p:spPr/>
        <p:txBody>
          <a:bodyPr/>
          <a:lstStyle/>
          <a:p>
            <a:pPr>
              <a:defRPr/>
            </a:pPr>
            <a:fld id="{E57BF616-F129-4142-A309-08916086080E}" type="slidenum">
              <a:rPr lang="en-US" altLang="zh-CN" smtClean="0"/>
              <a:pPr>
                <a:defRPr/>
              </a:pPr>
              <a:t>11</a:t>
            </a:fld>
            <a:endParaRPr lang="en-US" altLang="zh-CN"/>
          </a:p>
        </p:txBody>
      </p:sp>
    </p:spTree>
    <p:extLst>
      <p:ext uri="{BB962C8B-B14F-4D97-AF65-F5344CB8AC3E}">
        <p14:creationId xmlns:p14="http://schemas.microsoft.com/office/powerpoint/2010/main" val="2504684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smtClean="0"/>
              <a:t>面积表示百分比 才有可比性，否则分子总数不同</a:t>
            </a:r>
            <a:r>
              <a:rPr lang="zh-CN" altLang="en-US" baseline="0" smtClean="0"/>
              <a:t> 面积不同 不好比较</a:t>
            </a:r>
            <a:endParaRPr lang="zh-CN" altLang="en-US"/>
          </a:p>
        </p:txBody>
      </p:sp>
      <p:sp>
        <p:nvSpPr>
          <p:cNvPr id="4" name="灯片编号占位符 3"/>
          <p:cNvSpPr>
            <a:spLocks noGrp="1"/>
          </p:cNvSpPr>
          <p:nvPr>
            <p:ph type="sldNum" sz="quarter" idx="10"/>
          </p:nvPr>
        </p:nvSpPr>
        <p:spPr/>
        <p:txBody>
          <a:bodyPr/>
          <a:lstStyle/>
          <a:p>
            <a:pPr>
              <a:defRPr/>
            </a:pPr>
            <a:fld id="{E57BF616-F129-4142-A309-08916086080E}" type="slidenum">
              <a:rPr lang="en-US" altLang="zh-CN" smtClean="0"/>
              <a:pPr>
                <a:defRPr/>
              </a:pPr>
              <a:t>13</a:t>
            </a:fld>
            <a:endParaRPr lang="en-US" altLang="zh-CN"/>
          </a:p>
        </p:txBody>
      </p:sp>
    </p:spTree>
    <p:extLst>
      <p:ext uri="{BB962C8B-B14F-4D97-AF65-F5344CB8AC3E}">
        <p14:creationId xmlns:p14="http://schemas.microsoft.com/office/powerpoint/2010/main" val="4228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05979"/>
            <a:ext cx="8229600" cy="4388644"/>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baseline="-25000"/>
            </a:lvl1pPr>
          </a:lstStyle>
          <a:p>
            <a:pPr>
              <a:defRPr/>
            </a:pPr>
            <a:endParaRPr lang="en-US" altLang="zh-CN"/>
          </a:p>
        </p:txBody>
      </p:sp>
      <p:sp>
        <p:nvSpPr>
          <p:cNvPr id="5" name="页脚占位符 4"/>
          <p:cNvSpPr>
            <a:spLocks noGrp="1"/>
          </p:cNvSpPr>
          <p:nvPr>
            <p:ph type="ftr" sz="quarter" idx="11"/>
          </p:nvPr>
        </p:nvSpPr>
        <p:spPr/>
        <p:txBody>
          <a:bodyPr/>
          <a:lstStyle>
            <a:lvl1pPr>
              <a:defRPr baseline="-25000"/>
            </a:lvl1pPr>
          </a:lstStyle>
          <a:p>
            <a:pPr>
              <a:defRPr/>
            </a:pPr>
            <a:endParaRPr lang="en-US" altLang="zh-CN"/>
          </a:p>
        </p:txBody>
      </p:sp>
      <p:sp>
        <p:nvSpPr>
          <p:cNvPr id="6" name="灯片编号占位符 5"/>
          <p:cNvSpPr>
            <a:spLocks noGrp="1"/>
          </p:cNvSpPr>
          <p:nvPr>
            <p:ph type="sldNum" sz="quarter" idx="12"/>
          </p:nvPr>
        </p:nvSpPr>
        <p:spPr/>
        <p:txBody>
          <a:bodyPr/>
          <a:lstStyle>
            <a:lvl1pPr>
              <a:defRPr baseline="-25000"/>
            </a:lvl1pPr>
          </a:lstStyle>
          <a:p>
            <a:pPr>
              <a:defRPr/>
            </a:pPr>
            <a:fld id="{075863AB-80B2-4537-A8A6-924570C0FD20}" type="slidenum">
              <a:rPr lang="en-US" altLang="zh-CN"/>
              <a:pPr>
                <a:defRPr/>
              </a:pPr>
              <a:t>‹#›</a:t>
            </a:fld>
            <a:endParaRPr lang="en-US" altLang="zh-CN"/>
          </a:p>
        </p:txBody>
      </p:sp>
    </p:spTree>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baseline="-25000"/>
            </a:lvl1pPr>
          </a:lstStyle>
          <a:p>
            <a:pPr>
              <a:defRPr/>
            </a:pPr>
            <a:endParaRPr lang="en-US" altLang="zh-CN"/>
          </a:p>
        </p:txBody>
      </p:sp>
      <p:sp>
        <p:nvSpPr>
          <p:cNvPr id="5" name="页脚占位符 4"/>
          <p:cNvSpPr>
            <a:spLocks noGrp="1"/>
          </p:cNvSpPr>
          <p:nvPr>
            <p:ph type="ftr" sz="quarter" idx="11"/>
          </p:nvPr>
        </p:nvSpPr>
        <p:spPr/>
        <p:txBody>
          <a:bodyPr/>
          <a:lstStyle>
            <a:lvl1pPr>
              <a:defRPr baseline="-25000"/>
            </a:lvl1pPr>
          </a:lstStyle>
          <a:p>
            <a:pPr>
              <a:defRPr/>
            </a:pPr>
            <a:endParaRPr lang="en-US" altLang="zh-CN"/>
          </a:p>
        </p:txBody>
      </p:sp>
      <p:sp>
        <p:nvSpPr>
          <p:cNvPr id="6" name="灯片编号占位符 5"/>
          <p:cNvSpPr>
            <a:spLocks noGrp="1"/>
          </p:cNvSpPr>
          <p:nvPr>
            <p:ph type="sldNum" sz="quarter" idx="12"/>
          </p:nvPr>
        </p:nvSpPr>
        <p:spPr/>
        <p:txBody>
          <a:bodyPr/>
          <a:lstStyle>
            <a:lvl1pPr>
              <a:defRPr baseline="-25000"/>
            </a:lvl1pPr>
          </a:lstStyle>
          <a:p>
            <a:pPr>
              <a:defRPr/>
            </a:pPr>
            <a:fld id="{546390EE-5686-4DEA-B719-0A1D1C479FEA}" type="slidenum">
              <a:rPr lang="en-US" altLang="zh-CN"/>
              <a:pPr>
                <a:defRPr/>
              </a:pPr>
              <a:t>‹#›</a:t>
            </a:fld>
            <a:endParaRPr lang="en-US" altLang="zh-CN"/>
          </a:p>
        </p:txBody>
      </p:sp>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baseline="-25000"/>
            </a:lvl1pPr>
          </a:lstStyle>
          <a:p>
            <a:pPr>
              <a:defRPr/>
            </a:pPr>
            <a:endParaRPr lang="en-US" altLang="zh-CN"/>
          </a:p>
        </p:txBody>
      </p:sp>
      <p:sp>
        <p:nvSpPr>
          <p:cNvPr id="5" name="页脚占位符 4"/>
          <p:cNvSpPr>
            <a:spLocks noGrp="1"/>
          </p:cNvSpPr>
          <p:nvPr>
            <p:ph type="ftr" sz="quarter" idx="11"/>
          </p:nvPr>
        </p:nvSpPr>
        <p:spPr/>
        <p:txBody>
          <a:bodyPr/>
          <a:lstStyle>
            <a:lvl1pPr>
              <a:defRPr baseline="-25000"/>
            </a:lvl1pPr>
          </a:lstStyle>
          <a:p>
            <a:pPr>
              <a:defRPr/>
            </a:pPr>
            <a:endParaRPr lang="en-US" altLang="zh-CN"/>
          </a:p>
        </p:txBody>
      </p:sp>
      <p:sp>
        <p:nvSpPr>
          <p:cNvPr id="6" name="灯片编号占位符 5"/>
          <p:cNvSpPr>
            <a:spLocks noGrp="1"/>
          </p:cNvSpPr>
          <p:nvPr>
            <p:ph type="sldNum" sz="quarter" idx="12"/>
          </p:nvPr>
        </p:nvSpPr>
        <p:spPr/>
        <p:txBody>
          <a:bodyPr/>
          <a:lstStyle>
            <a:lvl1pPr>
              <a:defRPr baseline="-25000"/>
            </a:lvl1pPr>
          </a:lstStyle>
          <a:p>
            <a:pPr>
              <a:defRPr/>
            </a:pPr>
            <a:fld id="{AF37822C-8542-49A7-8219-5F75087F616F}" type="slidenum">
              <a:rPr lang="en-US" altLang="zh-CN"/>
              <a:pPr>
                <a:defRPr/>
              </a:pPr>
              <a:t>‹#›</a:t>
            </a:fld>
            <a:endParaRPr lang="en-US" altLang="zh-CN"/>
          </a:p>
        </p:txBody>
      </p:sp>
    </p:spTree>
  </p:cSld>
  <p:clrMapOvr>
    <a:masterClrMapping/>
  </p:clrMapOvr>
  <p:transition>
    <p:rand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485900"/>
            <a:ext cx="3810000" cy="30861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baseline="-25000"/>
            </a:lvl1pPr>
          </a:lstStyle>
          <a:p>
            <a:pPr>
              <a:defRPr/>
            </a:pPr>
            <a:endParaRPr lang="en-US" altLang="zh-CN"/>
          </a:p>
        </p:txBody>
      </p:sp>
      <p:sp>
        <p:nvSpPr>
          <p:cNvPr id="6" name="页脚占位符 5"/>
          <p:cNvSpPr>
            <a:spLocks noGrp="1"/>
          </p:cNvSpPr>
          <p:nvPr>
            <p:ph type="ftr" sz="quarter" idx="11"/>
          </p:nvPr>
        </p:nvSpPr>
        <p:spPr/>
        <p:txBody>
          <a:bodyPr/>
          <a:lstStyle>
            <a:lvl1pPr>
              <a:defRPr baseline="-25000"/>
            </a:lvl1pPr>
          </a:lstStyle>
          <a:p>
            <a:pPr>
              <a:defRPr/>
            </a:pPr>
            <a:endParaRPr lang="en-US" altLang="zh-CN"/>
          </a:p>
        </p:txBody>
      </p:sp>
      <p:sp>
        <p:nvSpPr>
          <p:cNvPr id="7" name="灯片编号占位符 6"/>
          <p:cNvSpPr>
            <a:spLocks noGrp="1"/>
          </p:cNvSpPr>
          <p:nvPr>
            <p:ph type="sldNum" sz="quarter" idx="12"/>
          </p:nvPr>
        </p:nvSpPr>
        <p:spPr/>
        <p:txBody>
          <a:bodyPr/>
          <a:lstStyle>
            <a:lvl1pPr>
              <a:defRPr baseline="-25000"/>
            </a:lvl1pPr>
          </a:lstStyle>
          <a:p>
            <a:pPr>
              <a:defRPr/>
            </a:pPr>
            <a:fld id="{48A7E11A-E593-4F9D-8F96-3416EE87E876}" type="slidenum">
              <a:rPr lang="en-US" altLang="zh-CN"/>
              <a:pPr>
                <a:defRPr/>
              </a:pPr>
              <a:t>‹#›</a:t>
            </a:fld>
            <a:endParaRPr lang="en-US" altLang="zh-CN"/>
          </a:p>
        </p:txBody>
      </p:sp>
    </p:spTree>
  </p:cSld>
  <p:clrMapOvr>
    <a:masterClrMapping/>
  </p:clrMapOvr>
  <p:transition>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baseline="-25000"/>
            </a:lvl1pPr>
          </a:lstStyle>
          <a:p>
            <a:pPr>
              <a:defRPr/>
            </a:pPr>
            <a:endParaRPr lang="en-US" altLang="zh-CN"/>
          </a:p>
        </p:txBody>
      </p:sp>
      <p:sp>
        <p:nvSpPr>
          <p:cNvPr id="8" name="页脚占位符 7"/>
          <p:cNvSpPr>
            <a:spLocks noGrp="1"/>
          </p:cNvSpPr>
          <p:nvPr>
            <p:ph type="ftr" sz="quarter" idx="11"/>
          </p:nvPr>
        </p:nvSpPr>
        <p:spPr/>
        <p:txBody>
          <a:bodyPr/>
          <a:lstStyle>
            <a:lvl1pPr>
              <a:defRPr baseline="-25000"/>
            </a:lvl1pPr>
          </a:lstStyle>
          <a:p>
            <a:pPr>
              <a:defRPr/>
            </a:pPr>
            <a:endParaRPr lang="en-US" altLang="zh-CN"/>
          </a:p>
        </p:txBody>
      </p:sp>
      <p:sp>
        <p:nvSpPr>
          <p:cNvPr id="9" name="灯片编号占位符 8"/>
          <p:cNvSpPr>
            <a:spLocks noGrp="1"/>
          </p:cNvSpPr>
          <p:nvPr>
            <p:ph type="sldNum" sz="quarter" idx="12"/>
          </p:nvPr>
        </p:nvSpPr>
        <p:spPr/>
        <p:txBody>
          <a:bodyPr/>
          <a:lstStyle>
            <a:lvl1pPr>
              <a:defRPr baseline="-25000"/>
            </a:lvl1pPr>
          </a:lstStyle>
          <a:p>
            <a:pPr>
              <a:defRPr/>
            </a:pPr>
            <a:fld id="{EEA2200F-C7E1-4B33-910B-76FDF52CD75E}" type="slidenum">
              <a:rPr lang="en-US" altLang="zh-CN"/>
              <a:pPr>
                <a:defRPr/>
              </a:pPr>
              <a:t>‹#›</a:t>
            </a:fld>
            <a:endParaRPr lang="en-US" altLang="zh-CN"/>
          </a:p>
        </p:txBody>
      </p:sp>
    </p:spTree>
  </p:cSld>
  <p:clrMapOvr>
    <a:masterClrMapping/>
  </p:clrMapOvr>
  <p:transition>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baseline="-25000"/>
            </a:lvl1pPr>
          </a:lstStyle>
          <a:p>
            <a:pPr>
              <a:defRPr/>
            </a:pPr>
            <a:endParaRPr lang="en-US" altLang="zh-CN"/>
          </a:p>
        </p:txBody>
      </p:sp>
      <p:sp>
        <p:nvSpPr>
          <p:cNvPr id="4" name="页脚占位符 3"/>
          <p:cNvSpPr>
            <a:spLocks noGrp="1"/>
          </p:cNvSpPr>
          <p:nvPr>
            <p:ph type="ftr" sz="quarter" idx="11"/>
          </p:nvPr>
        </p:nvSpPr>
        <p:spPr/>
        <p:txBody>
          <a:bodyPr/>
          <a:lstStyle>
            <a:lvl1pPr>
              <a:defRPr baseline="-25000"/>
            </a:lvl1pPr>
          </a:lstStyle>
          <a:p>
            <a:pPr>
              <a:defRPr/>
            </a:pPr>
            <a:endParaRPr lang="en-US" altLang="zh-CN"/>
          </a:p>
        </p:txBody>
      </p:sp>
      <p:sp>
        <p:nvSpPr>
          <p:cNvPr id="5" name="灯片编号占位符 4"/>
          <p:cNvSpPr>
            <a:spLocks noGrp="1"/>
          </p:cNvSpPr>
          <p:nvPr>
            <p:ph type="sldNum" sz="quarter" idx="12"/>
          </p:nvPr>
        </p:nvSpPr>
        <p:spPr/>
        <p:txBody>
          <a:bodyPr/>
          <a:lstStyle>
            <a:lvl1pPr>
              <a:defRPr baseline="-25000"/>
            </a:lvl1pPr>
          </a:lstStyle>
          <a:p>
            <a:pPr>
              <a:defRPr/>
            </a:pPr>
            <a:fld id="{634E44A8-2791-4B18-ADD1-6052B8F26E8C}" type="slidenum">
              <a:rPr lang="en-US" altLang="zh-CN"/>
              <a:pPr>
                <a:defRPr/>
              </a:pPr>
              <a:t>‹#›</a:t>
            </a:fld>
            <a:endParaRPr lang="en-US" altLang="zh-CN"/>
          </a:p>
        </p:txBody>
      </p:sp>
    </p:spTree>
  </p:cSld>
  <p:clrMapOvr>
    <a:masterClrMapping/>
  </p:clrMapOvr>
  <p:transition>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baseline="-25000"/>
            </a:lvl1pPr>
          </a:lstStyle>
          <a:p>
            <a:pPr>
              <a:defRPr/>
            </a:pPr>
            <a:endParaRPr lang="en-US" altLang="zh-CN"/>
          </a:p>
        </p:txBody>
      </p:sp>
      <p:sp>
        <p:nvSpPr>
          <p:cNvPr id="3" name="页脚占位符 2"/>
          <p:cNvSpPr>
            <a:spLocks noGrp="1"/>
          </p:cNvSpPr>
          <p:nvPr>
            <p:ph type="ftr" sz="quarter" idx="11"/>
          </p:nvPr>
        </p:nvSpPr>
        <p:spPr/>
        <p:txBody>
          <a:bodyPr/>
          <a:lstStyle>
            <a:lvl1pPr>
              <a:defRPr baseline="-25000"/>
            </a:lvl1pPr>
          </a:lstStyle>
          <a:p>
            <a:pPr>
              <a:defRPr/>
            </a:pPr>
            <a:endParaRPr lang="en-US" altLang="zh-CN"/>
          </a:p>
        </p:txBody>
      </p:sp>
      <p:sp>
        <p:nvSpPr>
          <p:cNvPr id="4" name="灯片编号占位符 3"/>
          <p:cNvSpPr>
            <a:spLocks noGrp="1"/>
          </p:cNvSpPr>
          <p:nvPr>
            <p:ph type="sldNum" sz="quarter" idx="12"/>
          </p:nvPr>
        </p:nvSpPr>
        <p:spPr/>
        <p:txBody>
          <a:bodyPr/>
          <a:lstStyle>
            <a:lvl1pPr>
              <a:defRPr baseline="-25000"/>
            </a:lvl1pPr>
          </a:lstStyle>
          <a:p>
            <a:pPr>
              <a:defRPr/>
            </a:pPr>
            <a:fld id="{88A4B717-7079-4647-B7C8-30451B4AE345}" type="slidenum">
              <a:rPr lang="en-US" altLang="zh-CN"/>
              <a:pPr>
                <a:defRPr/>
              </a:pPr>
              <a:t>‹#›</a:t>
            </a:fld>
            <a:endParaRPr lang="en-US" altLang="zh-CN"/>
          </a:p>
        </p:txBody>
      </p:sp>
    </p:spTree>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baseline="-25000"/>
            </a:lvl1pPr>
          </a:lstStyle>
          <a:p>
            <a:pPr>
              <a:defRPr/>
            </a:pPr>
            <a:endParaRPr lang="en-US" altLang="zh-CN"/>
          </a:p>
        </p:txBody>
      </p:sp>
      <p:sp>
        <p:nvSpPr>
          <p:cNvPr id="6" name="页脚占位符 5"/>
          <p:cNvSpPr>
            <a:spLocks noGrp="1"/>
          </p:cNvSpPr>
          <p:nvPr>
            <p:ph type="ftr" sz="quarter" idx="11"/>
          </p:nvPr>
        </p:nvSpPr>
        <p:spPr/>
        <p:txBody>
          <a:bodyPr/>
          <a:lstStyle>
            <a:lvl1pPr>
              <a:defRPr baseline="-25000"/>
            </a:lvl1pPr>
          </a:lstStyle>
          <a:p>
            <a:pPr>
              <a:defRPr/>
            </a:pPr>
            <a:endParaRPr lang="en-US" altLang="zh-CN"/>
          </a:p>
        </p:txBody>
      </p:sp>
      <p:sp>
        <p:nvSpPr>
          <p:cNvPr id="7" name="灯片编号占位符 6"/>
          <p:cNvSpPr>
            <a:spLocks noGrp="1"/>
          </p:cNvSpPr>
          <p:nvPr>
            <p:ph type="sldNum" sz="quarter" idx="12"/>
          </p:nvPr>
        </p:nvSpPr>
        <p:spPr/>
        <p:txBody>
          <a:bodyPr/>
          <a:lstStyle>
            <a:lvl1pPr>
              <a:defRPr baseline="-25000"/>
            </a:lvl1pPr>
          </a:lstStyle>
          <a:p>
            <a:pPr>
              <a:defRPr/>
            </a:pPr>
            <a:fld id="{BD9546A6-CD7A-48C5-B3FB-868E7C87FCF8}" type="slidenum">
              <a:rPr lang="en-US" altLang="zh-CN"/>
              <a:pPr>
                <a:defRPr/>
              </a:pPr>
              <a:t>‹#›</a:t>
            </a:fld>
            <a:endParaRPr lang="en-US" altLang="zh-CN"/>
          </a:p>
        </p:txBody>
      </p:sp>
    </p:spTree>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smtClean="0"/>
          </a:p>
        </p:txBody>
      </p:sp>
      <p:sp>
        <p:nvSpPr>
          <p:cNvPr id="4" name="文本占位符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baseline="-25000"/>
            </a:lvl1pPr>
          </a:lstStyle>
          <a:p>
            <a:pPr>
              <a:defRPr/>
            </a:pPr>
            <a:endParaRPr lang="en-US" altLang="zh-CN"/>
          </a:p>
        </p:txBody>
      </p:sp>
      <p:sp>
        <p:nvSpPr>
          <p:cNvPr id="6" name="页脚占位符 5"/>
          <p:cNvSpPr>
            <a:spLocks noGrp="1"/>
          </p:cNvSpPr>
          <p:nvPr>
            <p:ph type="ftr" sz="quarter" idx="11"/>
          </p:nvPr>
        </p:nvSpPr>
        <p:spPr/>
        <p:txBody>
          <a:bodyPr/>
          <a:lstStyle>
            <a:lvl1pPr>
              <a:defRPr baseline="-25000"/>
            </a:lvl1pPr>
          </a:lstStyle>
          <a:p>
            <a:pPr>
              <a:defRPr/>
            </a:pPr>
            <a:endParaRPr lang="en-US" altLang="zh-CN"/>
          </a:p>
        </p:txBody>
      </p:sp>
      <p:sp>
        <p:nvSpPr>
          <p:cNvPr id="7" name="灯片编号占位符 6"/>
          <p:cNvSpPr>
            <a:spLocks noGrp="1"/>
          </p:cNvSpPr>
          <p:nvPr>
            <p:ph type="sldNum" sz="quarter" idx="12"/>
          </p:nvPr>
        </p:nvSpPr>
        <p:spPr/>
        <p:txBody>
          <a:bodyPr/>
          <a:lstStyle>
            <a:lvl1pPr>
              <a:defRPr baseline="-25000"/>
            </a:lvl1pPr>
          </a:lstStyle>
          <a:p>
            <a:pPr>
              <a:defRPr/>
            </a:pPr>
            <a:fld id="{6C921948-A900-419D-8DCA-E067CFC8B3C2}" type="slidenum">
              <a:rPr lang="en-US" altLang="zh-CN"/>
              <a:pPr>
                <a:defRPr/>
              </a:pPr>
              <a:t>‹#›</a:t>
            </a:fld>
            <a:endParaRPr lang="en-US" altLang="zh-CN"/>
          </a:p>
        </p:txBody>
      </p:sp>
    </p:spTree>
  </p:cSld>
  <p:clrMapOvr>
    <a:masterClrMapping/>
  </p:clrMapOvr>
  <p:transition>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baseline="-25000"/>
            </a:lvl1pPr>
          </a:lstStyle>
          <a:p>
            <a:pPr>
              <a:defRPr/>
            </a:pPr>
            <a:endParaRPr lang="en-US" altLang="zh-CN"/>
          </a:p>
        </p:txBody>
      </p:sp>
      <p:sp>
        <p:nvSpPr>
          <p:cNvPr id="5" name="页脚占位符 4"/>
          <p:cNvSpPr>
            <a:spLocks noGrp="1"/>
          </p:cNvSpPr>
          <p:nvPr>
            <p:ph type="ftr" sz="quarter" idx="11"/>
          </p:nvPr>
        </p:nvSpPr>
        <p:spPr/>
        <p:txBody>
          <a:bodyPr/>
          <a:lstStyle>
            <a:lvl1pPr>
              <a:defRPr baseline="-25000"/>
            </a:lvl1pPr>
          </a:lstStyle>
          <a:p>
            <a:pPr>
              <a:defRPr/>
            </a:pPr>
            <a:endParaRPr lang="en-US" altLang="zh-CN"/>
          </a:p>
        </p:txBody>
      </p:sp>
      <p:sp>
        <p:nvSpPr>
          <p:cNvPr id="6" name="灯片编号占位符 5"/>
          <p:cNvSpPr>
            <a:spLocks noGrp="1"/>
          </p:cNvSpPr>
          <p:nvPr>
            <p:ph type="sldNum" sz="quarter" idx="12"/>
          </p:nvPr>
        </p:nvSpPr>
        <p:spPr/>
        <p:txBody>
          <a:bodyPr/>
          <a:lstStyle>
            <a:lvl1pPr>
              <a:defRPr baseline="-25000"/>
            </a:lvl1pPr>
          </a:lstStyle>
          <a:p>
            <a:pPr>
              <a:defRPr/>
            </a:pPr>
            <a:fld id="{CC7CC6B0-69B1-4B5B-BCED-C27782EA8BEF}" type="slidenum">
              <a:rPr lang="en-US" altLang="zh-CN"/>
              <a:pPr>
                <a:defRPr/>
              </a:pPr>
              <a:t>‹#›</a:t>
            </a:fld>
            <a:endParaRPr lang="en-US" altLang="zh-CN"/>
          </a:p>
        </p:txBody>
      </p:sp>
    </p:spTree>
  </p:cSld>
  <p:clrMapOvr>
    <a:masterClrMapping/>
  </p:clrMapOvr>
  <p:transition>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4114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457200"/>
            <a:ext cx="5676900" cy="4114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baseline="-25000"/>
            </a:lvl1pPr>
          </a:lstStyle>
          <a:p>
            <a:pPr>
              <a:defRPr/>
            </a:pPr>
            <a:endParaRPr lang="en-US" altLang="zh-CN"/>
          </a:p>
        </p:txBody>
      </p:sp>
      <p:sp>
        <p:nvSpPr>
          <p:cNvPr id="5" name="页脚占位符 4"/>
          <p:cNvSpPr>
            <a:spLocks noGrp="1"/>
          </p:cNvSpPr>
          <p:nvPr>
            <p:ph type="ftr" sz="quarter" idx="11"/>
          </p:nvPr>
        </p:nvSpPr>
        <p:spPr/>
        <p:txBody>
          <a:bodyPr/>
          <a:lstStyle>
            <a:lvl1pPr>
              <a:defRPr baseline="-25000"/>
            </a:lvl1pPr>
          </a:lstStyle>
          <a:p>
            <a:pPr>
              <a:defRPr/>
            </a:pPr>
            <a:endParaRPr lang="en-US" altLang="zh-CN"/>
          </a:p>
        </p:txBody>
      </p:sp>
      <p:sp>
        <p:nvSpPr>
          <p:cNvPr id="6" name="灯片编号占位符 5"/>
          <p:cNvSpPr>
            <a:spLocks noGrp="1"/>
          </p:cNvSpPr>
          <p:nvPr>
            <p:ph type="sldNum" sz="quarter" idx="12"/>
          </p:nvPr>
        </p:nvSpPr>
        <p:spPr/>
        <p:txBody>
          <a:bodyPr/>
          <a:lstStyle>
            <a:lvl1pPr>
              <a:defRPr baseline="-25000"/>
            </a:lvl1pPr>
          </a:lstStyle>
          <a:p>
            <a:pPr>
              <a:defRPr/>
            </a:pPr>
            <a:fld id="{B5ED2CDA-37EA-413D-83D2-0D1C96076508}" type="slidenum">
              <a:rPr lang="en-US" altLang="zh-CN"/>
              <a:pPr>
                <a:defRPr/>
              </a:pPr>
              <a:t>‹#›</a:t>
            </a:fld>
            <a:endParaRPr lang="en-US" altLang="zh-CN"/>
          </a:p>
        </p:txBody>
      </p:sp>
    </p:spTree>
  </p:cSld>
  <p:clrMapOvr>
    <a:masterClrMapping/>
  </p:clrMapOvr>
  <p:transition>
    <p:rand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57200"/>
            <a:ext cx="77724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lvl1pPr>
              <a:defRPr baseline="-25000"/>
            </a:lvl1pPr>
          </a:lstStyle>
          <a:p>
            <a:pPr>
              <a:defRPr/>
            </a:pPr>
            <a:endParaRPr lang="en-US" altLang="zh-CN"/>
          </a:p>
        </p:txBody>
      </p:sp>
      <p:sp>
        <p:nvSpPr>
          <p:cNvPr id="4" name="页脚占位符 3"/>
          <p:cNvSpPr>
            <a:spLocks noGrp="1"/>
          </p:cNvSpPr>
          <p:nvPr>
            <p:ph type="ftr" sz="quarter" idx="11"/>
          </p:nvPr>
        </p:nvSpPr>
        <p:spPr/>
        <p:txBody>
          <a:bodyPr/>
          <a:lstStyle>
            <a:lvl1pPr>
              <a:defRPr baseline="-25000"/>
            </a:lvl1pPr>
          </a:lstStyle>
          <a:p>
            <a:pPr>
              <a:defRPr/>
            </a:pPr>
            <a:endParaRPr lang="en-US" altLang="zh-CN"/>
          </a:p>
        </p:txBody>
      </p:sp>
      <p:sp>
        <p:nvSpPr>
          <p:cNvPr id="5" name="灯片编号占位符 4"/>
          <p:cNvSpPr>
            <a:spLocks noGrp="1"/>
          </p:cNvSpPr>
          <p:nvPr>
            <p:ph type="sldNum" sz="quarter" idx="12"/>
          </p:nvPr>
        </p:nvSpPr>
        <p:spPr/>
        <p:txBody>
          <a:bodyPr/>
          <a:lstStyle>
            <a:lvl1pPr>
              <a:defRPr baseline="-25000"/>
            </a:lvl1pPr>
          </a:lstStyle>
          <a:p>
            <a:pPr>
              <a:defRPr/>
            </a:pPr>
            <a:fld id="{CF3DAF15-BADB-412A-A8DB-19116DCE2F4A}" type="slidenum">
              <a:rPr lang="en-US" altLang="zh-CN"/>
              <a:pPr>
                <a:defRPr/>
              </a:pPr>
              <a:t>‹#›</a:t>
            </a:fld>
            <a:endParaRPr lang="en-US"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矩形 16"/>
          <p:cNvSpPr/>
          <p:nvPr/>
        </p:nvSpPr>
        <p:spPr>
          <a:xfrm>
            <a:off x="3176" y="642938"/>
            <a:ext cx="900113" cy="485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00"/>
          </a:p>
        </p:txBody>
      </p:sp>
      <p:sp>
        <p:nvSpPr>
          <p:cNvPr id="15" name="灯片编号占位符 15"/>
          <p:cNvSpPr>
            <a:spLocks/>
          </p:cNvSpPr>
          <p:nvPr/>
        </p:nvSpPr>
        <p:spPr bwMode="auto">
          <a:xfrm>
            <a:off x="7046913" y="4893469"/>
            <a:ext cx="2133600" cy="273844"/>
          </a:xfrm>
          <a:prstGeom prst="rect">
            <a:avLst/>
          </a:prstGeom>
          <a:noFill/>
          <a:ln w="9525">
            <a:noFill/>
            <a:miter lim="800000"/>
            <a:headEnd/>
            <a:tailEnd/>
          </a:ln>
        </p:spPr>
        <p:txBody>
          <a:bodyPr anchor="ctr"/>
          <a:lstStyle>
            <a:lvl1pPr>
              <a:defRPr/>
            </a:lvl1pPr>
          </a:lstStyle>
          <a:p>
            <a:pPr algn="r">
              <a:defRPr/>
            </a:pPr>
            <a:fld id="{09A15F98-2A73-4EB4-A4F6-5B66E92AA051}" type="slidenum">
              <a:rPr lang="zh-CN" altLang="en-US" sz="1050" smtClean="0">
                <a:solidFill>
                  <a:srgbClr val="0000CC"/>
                </a:solidFill>
                <a:latin typeface="Calibri" pitchFamily="34" charset="0"/>
              </a:rPr>
              <a:pPr algn="r">
                <a:defRPr/>
              </a:pPr>
              <a:t>‹#›</a:t>
            </a:fld>
            <a:endParaRPr lang="en-US" altLang="zh-CN" sz="1050" dirty="0">
              <a:solidFill>
                <a:srgbClr val="0000CC"/>
              </a:solidFill>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33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ea typeface="宋体" pitchFamily="2" charset="-122"/>
        </a:defRPr>
      </a:lvl2pPr>
      <a:lvl3pPr algn="ctr" rtl="0" eaLnBrk="0" fontAlgn="base" hangingPunct="0">
        <a:spcBef>
          <a:spcPct val="0"/>
        </a:spcBef>
        <a:spcAft>
          <a:spcPct val="0"/>
        </a:spcAft>
        <a:defRPr sz="3300">
          <a:solidFill>
            <a:schemeClr val="tx1"/>
          </a:solidFill>
          <a:latin typeface="Calibri" pitchFamily="34" charset="0"/>
          <a:ea typeface="宋体" pitchFamily="2" charset="-122"/>
        </a:defRPr>
      </a:lvl3pPr>
      <a:lvl4pPr algn="ctr" rtl="0" eaLnBrk="0" fontAlgn="base" hangingPunct="0">
        <a:spcBef>
          <a:spcPct val="0"/>
        </a:spcBef>
        <a:spcAft>
          <a:spcPct val="0"/>
        </a:spcAft>
        <a:defRPr sz="3300">
          <a:solidFill>
            <a:schemeClr val="tx1"/>
          </a:solidFill>
          <a:latin typeface="Calibri" pitchFamily="34" charset="0"/>
          <a:ea typeface="宋体" pitchFamily="2" charset="-122"/>
        </a:defRPr>
      </a:lvl4pPr>
      <a:lvl5pPr algn="ctr" rtl="0" eaLnBrk="0" fontAlgn="base" hangingPunct="0">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a:solidFill>
            <a:schemeClr val="tx1"/>
          </a:solidFill>
          <a:latin typeface="+mn-lt"/>
          <a:ea typeface="+mn-ea"/>
        </a:defRPr>
      </a:lvl2pPr>
      <a:lvl3pPr marL="857250" indent="-171450" algn="l" rtl="0" eaLnBrk="0" fontAlgn="base" hangingPunct="0">
        <a:spcBef>
          <a:spcPct val="20000"/>
        </a:spcBef>
        <a:spcAft>
          <a:spcPct val="0"/>
        </a:spcAft>
        <a:buFont typeface="Arial" charset="0"/>
        <a:buChar char="•"/>
        <a:defRPr sz="1800">
          <a:solidFill>
            <a:schemeClr val="tx1"/>
          </a:solidFill>
          <a:latin typeface="+mn-lt"/>
          <a:ea typeface="+mn-ea"/>
        </a:defRPr>
      </a:lvl3pPr>
      <a:lvl4pPr marL="1200150" indent="-171450" algn="l" rtl="0" eaLnBrk="0" fontAlgn="base" hangingPunct="0">
        <a:spcBef>
          <a:spcPct val="20000"/>
        </a:spcBef>
        <a:spcAft>
          <a:spcPct val="0"/>
        </a:spcAft>
        <a:buFont typeface="Arial" charset="0"/>
        <a:buChar char="–"/>
        <a:defRPr sz="1500">
          <a:solidFill>
            <a:schemeClr val="tx1"/>
          </a:solidFill>
          <a:latin typeface="+mn-lt"/>
          <a:ea typeface="+mn-ea"/>
        </a:defRPr>
      </a:lvl4pPr>
      <a:lvl5pPr marL="1543050" indent="-171450" algn="l" rtl="0" eaLnBrk="0" fontAlgn="base" hangingPunct="0">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矩形 16"/>
          <p:cNvSpPr/>
          <p:nvPr/>
        </p:nvSpPr>
        <p:spPr>
          <a:xfrm>
            <a:off x="3176" y="642938"/>
            <a:ext cx="900113" cy="485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100">
              <a:solidFill>
                <a:srgbClr val="FFFFFF"/>
              </a:solidFill>
            </a:endParaRPr>
          </a:p>
        </p:txBody>
      </p:sp>
      <p:sp>
        <p:nvSpPr>
          <p:cNvPr id="15" name="灯片编号占位符 15"/>
          <p:cNvSpPr>
            <a:spLocks/>
          </p:cNvSpPr>
          <p:nvPr/>
        </p:nvSpPr>
        <p:spPr bwMode="auto">
          <a:xfrm>
            <a:off x="7046913" y="4893469"/>
            <a:ext cx="2133600" cy="273844"/>
          </a:xfrm>
          <a:prstGeom prst="rect">
            <a:avLst/>
          </a:prstGeom>
          <a:noFill/>
          <a:ln w="9525">
            <a:noFill/>
            <a:miter lim="800000"/>
            <a:headEnd/>
            <a:tailEnd/>
          </a:ln>
        </p:spPr>
        <p:txBody>
          <a:bodyPr anchor="ctr"/>
          <a:lstStyle>
            <a:lvl1pPr>
              <a:defRPr/>
            </a:lvl1pPr>
          </a:lstStyle>
          <a:p>
            <a:pPr algn="r">
              <a:defRPr/>
            </a:pPr>
            <a:fld id="{E33091F0-02DF-468D-8506-5021C0C842D3}" type="slidenum">
              <a:rPr lang="zh-CN" altLang="en-US" sz="1050" smtClean="0">
                <a:solidFill>
                  <a:srgbClr val="0000CC"/>
                </a:solidFill>
                <a:latin typeface="Calibri" pitchFamily="34" charset="0"/>
              </a:rPr>
              <a:pPr algn="r">
                <a:defRPr/>
              </a:pPr>
              <a:t>‹#›</a:t>
            </a:fld>
            <a:endParaRPr lang="en-US" altLang="zh-CN" sz="1050" dirty="0">
              <a:solidFill>
                <a:srgbClr val="0000CC"/>
              </a:solidFill>
              <a:latin typeface="Calibri" pitchFamily="34" charset="0"/>
            </a:endParaRPr>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timing>
    <p:tnLst>
      <p:par>
        <p:cTn id="1" dur="indefinite" restart="never" nodeType="tmRoot"/>
      </p:par>
    </p:tnLst>
  </p:timing>
  <p:hf hdr="0" ftr="0" dt="0"/>
  <p:txStyles>
    <p:titleStyle>
      <a:lvl1pPr algn="ctr" rtl="0" eaLnBrk="0" fontAlgn="base" hangingPunct="0">
        <a:spcBef>
          <a:spcPct val="0"/>
        </a:spcBef>
        <a:spcAft>
          <a:spcPct val="0"/>
        </a:spcAft>
        <a:defRPr sz="3300">
          <a:solidFill>
            <a:schemeClr val="tx1"/>
          </a:solidFill>
          <a:latin typeface="+mj-lt"/>
          <a:ea typeface="+mj-ea"/>
          <a:cs typeface="+mj-cs"/>
        </a:defRPr>
      </a:lvl1pPr>
      <a:lvl2pPr algn="ctr" rtl="0" eaLnBrk="0" fontAlgn="base" hangingPunct="0">
        <a:spcBef>
          <a:spcPct val="0"/>
        </a:spcBef>
        <a:spcAft>
          <a:spcPct val="0"/>
        </a:spcAft>
        <a:defRPr sz="3300">
          <a:solidFill>
            <a:schemeClr val="tx1"/>
          </a:solidFill>
          <a:latin typeface="Calibri" pitchFamily="34" charset="0"/>
          <a:ea typeface="宋体" pitchFamily="2" charset="-122"/>
        </a:defRPr>
      </a:lvl2pPr>
      <a:lvl3pPr algn="ctr" rtl="0" eaLnBrk="0" fontAlgn="base" hangingPunct="0">
        <a:spcBef>
          <a:spcPct val="0"/>
        </a:spcBef>
        <a:spcAft>
          <a:spcPct val="0"/>
        </a:spcAft>
        <a:defRPr sz="3300">
          <a:solidFill>
            <a:schemeClr val="tx1"/>
          </a:solidFill>
          <a:latin typeface="Calibri" pitchFamily="34" charset="0"/>
          <a:ea typeface="宋体" pitchFamily="2" charset="-122"/>
        </a:defRPr>
      </a:lvl3pPr>
      <a:lvl4pPr algn="ctr" rtl="0" eaLnBrk="0" fontAlgn="base" hangingPunct="0">
        <a:spcBef>
          <a:spcPct val="0"/>
        </a:spcBef>
        <a:spcAft>
          <a:spcPct val="0"/>
        </a:spcAft>
        <a:defRPr sz="3300">
          <a:solidFill>
            <a:schemeClr val="tx1"/>
          </a:solidFill>
          <a:latin typeface="Calibri" pitchFamily="34" charset="0"/>
          <a:ea typeface="宋体" pitchFamily="2" charset="-122"/>
        </a:defRPr>
      </a:lvl4pPr>
      <a:lvl5pPr algn="ctr" rtl="0" eaLnBrk="0" fontAlgn="base" hangingPunct="0">
        <a:spcBef>
          <a:spcPct val="0"/>
        </a:spcBef>
        <a:spcAft>
          <a:spcPct val="0"/>
        </a:spcAft>
        <a:defRPr sz="3300">
          <a:solidFill>
            <a:schemeClr val="tx1"/>
          </a:solidFill>
          <a:latin typeface="Calibri" pitchFamily="34" charset="0"/>
          <a:ea typeface="宋体" pitchFamily="2" charset="-122"/>
        </a:defRPr>
      </a:lvl5pPr>
      <a:lvl6pPr marL="342900" algn="ctr" rtl="0" fontAlgn="base">
        <a:spcBef>
          <a:spcPct val="0"/>
        </a:spcBef>
        <a:spcAft>
          <a:spcPct val="0"/>
        </a:spcAft>
        <a:defRPr sz="3300">
          <a:solidFill>
            <a:schemeClr val="tx1"/>
          </a:solidFill>
          <a:latin typeface="Calibri" pitchFamily="34" charset="0"/>
          <a:ea typeface="宋体" pitchFamily="2" charset="-122"/>
        </a:defRPr>
      </a:lvl6pPr>
      <a:lvl7pPr marL="685800" algn="ctr" rtl="0" fontAlgn="base">
        <a:spcBef>
          <a:spcPct val="0"/>
        </a:spcBef>
        <a:spcAft>
          <a:spcPct val="0"/>
        </a:spcAft>
        <a:defRPr sz="3300">
          <a:solidFill>
            <a:schemeClr val="tx1"/>
          </a:solidFill>
          <a:latin typeface="Calibri" pitchFamily="34" charset="0"/>
          <a:ea typeface="宋体" pitchFamily="2" charset="-122"/>
        </a:defRPr>
      </a:lvl7pPr>
      <a:lvl8pPr marL="1028700" algn="ctr" rtl="0" fontAlgn="base">
        <a:spcBef>
          <a:spcPct val="0"/>
        </a:spcBef>
        <a:spcAft>
          <a:spcPct val="0"/>
        </a:spcAft>
        <a:defRPr sz="3300">
          <a:solidFill>
            <a:schemeClr val="tx1"/>
          </a:solidFill>
          <a:latin typeface="Calibri" pitchFamily="34" charset="0"/>
          <a:ea typeface="宋体" pitchFamily="2" charset="-122"/>
        </a:defRPr>
      </a:lvl8pPr>
      <a:lvl9pPr marL="1371600" algn="ctr" rtl="0" fontAlgn="base">
        <a:spcBef>
          <a:spcPct val="0"/>
        </a:spcBef>
        <a:spcAft>
          <a:spcPct val="0"/>
        </a:spcAft>
        <a:defRPr sz="3300">
          <a:solidFill>
            <a:schemeClr val="tx1"/>
          </a:solidFill>
          <a:latin typeface="Calibri" pitchFamily="34" charset="0"/>
          <a:ea typeface="宋体" pitchFamily="2" charset="-122"/>
        </a:defRPr>
      </a:lvl9pPr>
    </p:titleStyle>
    <p:bodyStyle>
      <a:lvl1pPr marL="257175" indent="-257175"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Font typeface="Arial" charset="0"/>
        <a:buChar char="–"/>
        <a:defRPr sz="2100">
          <a:solidFill>
            <a:schemeClr val="tx1"/>
          </a:solidFill>
          <a:latin typeface="+mn-lt"/>
          <a:ea typeface="+mn-ea"/>
        </a:defRPr>
      </a:lvl2pPr>
      <a:lvl3pPr marL="857250" indent="-171450" algn="l" rtl="0" eaLnBrk="0" fontAlgn="base" hangingPunct="0">
        <a:spcBef>
          <a:spcPct val="20000"/>
        </a:spcBef>
        <a:spcAft>
          <a:spcPct val="0"/>
        </a:spcAft>
        <a:buFont typeface="Arial" charset="0"/>
        <a:buChar char="•"/>
        <a:defRPr sz="1800">
          <a:solidFill>
            <a:schemeClr val="tx1"/>
          </a:solidFill>
          <a:latin typeface="+mn-lt"/>
          <a:ea typeface="+mn-ea"/>
        </a:defRPr>
      </a:lvl3pPr>
      <a:lvl4pPr marL="1200150" indent="-171450" algn="l" rtl="0" eaLnBrk="0" fontAlgn="base" hangingPunct="0">
        <a:spcBef>
          <a:spcPct val="20000"/>
        </a:spcBef>
        <a:spcAft>
          <a:spcPct val="0"/>
        </a:spcAft>
        <a:buFont typeface="Arial" charset="0"/>
        <a:buChar char="–"/>
        <a:defRPr sz="1500">
          <a:solidFill>
            <a:schemeClr val="tx1"/>
          </a:solidFill>
          <a:latin typeface="+mn-lt"/>
          <a:ea typeface="+mn-ea"/>
        </a:defRPr>
      </a:lvl4pPr>
      <a:lvl5pPr marL="1543050" indent="-171450" algn="l" rtl="0" eaLnBrk="0" fontAlgn="base" hangingPunct="0">
        <a:spcBef>
          <a:spcPct val="20000"/>
        </a:spcBef>
        <a:spcAft>
          <a:spcPct val="0"/>
        </a:spcAft>
        <a:buFont typeface="Arial" charset="0"/>
        <a:buChar char="»"/>
        <a:defRPr sz="1500">
          <a:solidFill>
            <a:schemeClr val="tx1"/>
          </a:solidFill>
          <a:latin typeface="+mn-lt"/>
          <a:ea typeface="+mn-ea"/>
        </a:defRPr>
      </a:lvl5pPr>
      <a:lvl6pPr marL="1885950" indent="-171450" algn="l" rtl="0" fontAlgn="base">
        <a:spcBef>
          <a:spcPct val="20000"/>
        </a:spcBef>
        <a:spcAft>
          <a:spcPct val="0"/>
        </a:spcAft>
        <a:buFont typeface="Arial" charset="0"/>
        <a:buChar char="»"/>
        <a:defRPr sz="1500">
          <a:solidFill>
            <a:schemeClr val="tx1"/>
          </a:solidFill>
          <a:latin typeface="+mn-lt"/>
          <a:ea typeface="+mn-ea"/>
        </a:defRPr>
      </a:lvl6pPr>
      <a:lvl7pPr marL="2228850" indent="-171450" algn="l" rtl="0" fontAlgn="base">
        <a:spcBef>
          <a:spcPct val="20000"/>
        </a:spcBef>
        <a:spcAft>
          <a:spcPct val="0"/>
        </a:spcAft>
        <a:buFont typeface="Arial" charset="0"/>
        <a:buChar char="»"/>
        <a:defRPr sz="1500">
          <a:solidFill>
            <a:schemeClr val="tx1"/>
          </a:solidFill>
          <a:latin typeface="+mn-lt"/>
          <a:ea typeface="+mn-ea"/>
        </a:defRPr>
      </a:lvl7pPr>
      <a:lvl8pPr marL="2571750" indent="-171450" algn="l" rtl="0" fontAlgn="base">
        <a:spcBef>
          <a:spcPct val="20000"/>
        </a:spcBef>
        <a:spcAft>
          <a:spcPct val="0"/>
        </a:spcAft>
        <a:buFont typeface="Arial" charset="0"/>
        <a:buChar char="»"/>
        <a:defRPr sz="1500">
          <a:solidFill>
            <a:schemeClr val="tx1"/>
          </a:solidFill>
          <a:latin typeface="+mn-lt"/>
          <a:ea typeface="+mn-ea"/>
        </a:defRPr>
      </a:lvl8pPr>
      <a:lvl9pPr marL="2914650" indent="-171450" algn="l" rtl="0" fontAlgn="base">
        <a:spcBef>
          <a:spcPct val="20000"/>
        </a:spcBef>
        <a:spcAft>
          <a:spcPct val="0"/>
        </a:spcAft>
        <a:buFont typeface="Arial" charset="0"/>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bwMode="auto">
          <a:xfrm>
            <a:off x="685800" y="457200"/>
            <a:ext cx="7772400" cy="8572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55299" name="Rectangle 3"/>
          <p:cNvSpPr>
            <a:spLocks noGrp="1" noChangeArrowheads="1"/>
          </p:cNvSpPr>
          <p:nvPr>
            <p:ph type="body" idx="1"/>
          </p:nvPr>
        </p:nvSpPr>
        <p:spPr bwMode="auto">
          <a:xfrm>
            <a:off x="685800" y="1485900"/>
            <a:ext cx="7772400" cy="30861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37220" name="Rectangle 4"/>
          <p:cNvSpPr>
            <a:spLocks noGrp="1" noChangeArrowheads="1"/>
          </p:cNvSpPr>
          <p:nvPr>
            <p:ph type="dt" sz="half" idx="2"/>
          </p:nvPr>
        </p:nvSpPr>
        <p:spPr bwMode="auto">
          <a:xfrm>
            <a:off x="685800" y="4686300"/>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1" sz="1050" b="0" baseline="0">
                <a:solidFill>
                  <a:srgbClr val="000000"/>
                </a:solidFill>
              </a:defRPr>
            </a:lvl1pPr>
          </a:lstStyle>
          <a:p>
            <a:pPr>
              <a:defRPr/>
            </a:pPr>
            <a:endParaRPr lang="en-US" altLang="zh-CN">
              <a:latin typeface="Times New Roman" pitchFamily="18" charset="0"/>
            </a:endParaRPr>
          </a:p>
        </p:txBody>
      </p:sp>
      <p:sp>
        <p:nvSpPr>
          <p:cNvPr id="137221" name="Rectangle 5"/>
          <p:cNvSpPr>
            <a:spLocks noGrp="1" noChangeArrowheads="1"/>
          </p:cNvSpPr>
          <p:nvPr>
            <p:ph type="ftr" sz="quarter" idx="3"/>
          </p:nvPr>
        </p:nvSpPr>
        <p:spPr bwMode="auto">
          <a:xfrm>
            <a:off x="3124200" y="4686300"/>
            <a:ext cx="28956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kumimoji="1" sz="1050" b="0" baseline="0">
                <a:solidFill>
                  <a:srgbClr val="000000"/>
                </a:solidFill>
              </a:defRPr>
            </a:lvl1pPr>
          </a:lstStyle>
          <a:p>
            <a:pPr>
              <a:defRPr/>
            </a:pPr>
            <a:endParaRPr lang="en-US" altLang="zh-CN">
              <a:latin typeface="Times New Roman" pitchFamily="18" charset="0"/>
            </a:endParaRPr>
          </a:p>
        </p:txBody>
      </p:sp>
      <p:sp>
        <p:nvSpPr>
          <p:cNvPr id="137222" name="Rectangle 6"/>
          <p:cNvSpPr>
            <a:spLocks noGrp="1" noChangeArrowheads="1"/>
          </p:cNvSpPr>
          <p:nvPr>
            <p:ph type="sldNum" sz="quarter" idx="4"/>
          </p:nvPr>
        </p:nvSpPr>
        <p:spPr bwMode="auto">
          <a:xfrm>
            <a:off x="7308850" y="4948238"/>
            <a:ext cx="19050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1" sz="1050" b="0" baseline="0">
                <a:solidFill>
                  <a:srgbClr val="000000"/>
                </a:solidFill>
              </a:defRPr>
            </a:lvl1pPr>
          </a:lstStyle>
          <a:p>
            <a:pPr>
              <a:defRPr/>
            </a:pPr>
            <a:fld id="{A966114E-3A94-4D12-B868-2C425F35D03C}" type="slidenum">
              <a:rPr lang="en-US" altLang="zh-CN">
                <a:latin typeface="Times New Roman" pitchFamily="18" charset="0"/>
              </a:rPr>
              <a:pPr>
                <a:defRPr/>
              </a:pPr>
              <a:t>‹#›</a:t>
            </a:fld>
            <a:endParaRPr lang="en-US" altLang="zh-CN">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ransition>
    <p:random/>
  </p:transition>
  <p:hf hdr="0" ftr="0" dt="0"/>
  <p:txStyles>
    <p:titleStyle>
      <a:lvl1pPr algn="ctr" rtl="0" eaLnBrk="0" fontAlgn="base" hangingPunct="0">
        <a:spcBef>
          <a:spcPct val="0"/>
        </a:spcBef>
        <a:spcAft>
          <a:spcPct val="0"/>
        </a:spcAft>
        <a:defRPr sz="3300">
          <a:solidFill>
            <a:schemeClr val="tx2"/>
          </a:solidFill>
          <a:latin typeface="+mj-lt"/>
          <a:ea typeface="+mj-ea"/>
          <a:cs typeface="+mj-cs"/>
        </a:defRPr>
      </a:lvl1pPr>
      <a:lvl2pPr algn="ctr" rtl="0" eaLnBrk="0" fontAlgn="base" hangingPunct="0">
        <a:spcBef>
          <a:spcPct val="0"/>
        </a:spcBef>
        <a:spcAft>
          <a:spcPct val="0"/>
        </a:spcAft>
        <a:defRPr sz="33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33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33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3300">
          <a:solidFill>
            <a:schemeClr val="tx2"/>
          </a:solidFill>
          <a:latin typeface="Times New Roman" pitchFamily="18" charset="0"/>
          <a:ea typeface="宋体" pitchFamily="2" charset="-122"/>
        </a:defRPr>
      </a:lvl5pPr>
      <a:lvl6pPr marL="342900" algn="ctr" rtl="0" fontAlgn="base">
        <a:spcBef>
          <a:spcPct val="0"/>
        </a:spcBef>
        <a:spcAft>
          <a:spcPct val="0"/>
        </a:spcAft>
        <a:defRPr sz="3300">
          <a:solidFill>
            <a:schemeClr val="tx2"/>
          </a:solidFill>
          <a:latin typeface="Times New Roman" pitchFamily="18" charset="0"/>
          <a:ea typeface="宋体" pitchFamily="2" charset="-122"/>
        </a:defRPr>
      </a:lvl6pPr>
      <a:lvl7pPr marL="685800" algn="ctr" rtl="0" fontAlgn="base">
        <a:spcBef>
          <a:spcPct val="0"/>
        </a:spcBef>
        <a:spcAft>
          <a:spcPct val="0"/>
        </a:spcAft>
        <a:defRPr sz="3300">
          <a:solidFill>
            <a:schemeClr val="tx2"/>
          </a:solidFill>
          <a:latin typeface="Times New Roman" pitchFamily="18" charset="0"/>
          <a:ea typeface="宋体" pitchFamily="2" charset="-122"/>
        </a:defRPr>
      </a:lvl7pPr>
      <a:lvl8pPr marL="1028700" algn="ctr" rtl="0" fontAlgn="base">
        <a:spcBef>
          <a:spcPct val="0"/>
        </a:spcBef>
        <a:spcAft>
          <a:spcPct val="0"/>
        </a:spcAft>
        <a:defRPr sz="3300">
          <a:solidFill>
            <a:schemeClr val="tx2"/>
          </a:solidFill>
          <a:latin typeface="Times New Roman" pitchFamily="18" charset="0"/>
          <a:ea typeface="宋体" pitchFamily="2" charset="-122"/>
        </a:defRPr>
      </a:lvl8pPr>
      <a:lvl9pPr marL="1371600" algn="ctr" rtl="0" fontAlgn="base">
        <a:spcBef>
          <a:spcPct val="0"/>
        </a:spcBef>
        <a:spcAft>
          <a:spcPct val="0"/>
        </a:spcAft>
        <a:defRPr sz="3300">
          <a:solidFill>
            <a:schemeClr val="tx2"/>
          </a:solidFill>
          <a:latin typeface="Times New Roman" pitchFamily="18" charset="0"/>
          <a:ea typeface="宋体" pitchFamily="2" charset="-122"/>
        </a:defRPr>
      </a:lvl9pPr>
    </p:titleStyle>
    <p:bodyStyle>
      <a:lvl1pPr marL="257175" indent="-257175" algn="l" rtl="0" eaLnBrk="0" fontAlgn="base" hangingPunct="0">
        <a:spcBef>
          <a:spcPct val="20000"/>
        </a:spcBef>
        <a:spcAft>
          <a:spcPct val="0"/>
        </a:spcAft>
        <a:buChar char="•"/>
        <a:defRPr sz="2400">
          <a:solidFill>
            <a:schemeClr val="tx1"/>
          </a:solidFill>
          <a:latin typeface="+mn-lt"/>
          <a:ea typeface="+mn-ea"/>
          <a:cs typeface="+mn-cs"/>
        </a:defRPr>
      </a:lvl1pPr>
      <a:lvl2pPr marL="557213" indent="-214313" algn="l" rtl="0" eaLnBrk="0" fontAlgn="base" hangingPunct="0">
        <a:spcBef>
          <a:spcPct val="20000"/>
        </a:spcBef>
        <a:spcAft>
          <a:spcPct val="0"/>
        </a:spcAft>
        <a:buChar char="–"/>
        <a:defRPr sz="2100">
          <a:solidFill>
            <a:schemeClr val="tx1"/>
          </a:solidFill>
          <a:latin typeface="+mn-lt"/>
          <a:ea typeface="+mn-ea"/>
        </a:defRPr>
      </a:lvl2pPr>
      <a:lvl3pPr marL="857250" indent="-171450" algn="l" rtl="0" eaLnBrk="0" fontAlgn="base" hangingPunct="0">
        <a:spcBef>
          <a:spcPct val="20000"/>
        </a:spcBef>
        <a:spcAft>
          <a:spcPct val="0"/>
        </a:spcAft>
        <a:buChar char="•"/>
        <a:defRPr sz="1800">
          <a:solidFill>
            <a:schemeClr val="tx1"/>
          </a:solidFill>
          <a:latin typeface="+mn-lt"/>
          <a:ea typeface="+mn-ea"/>
        </a:defRPr>
      </a:lvl3pPr>
      <a:lvl4pPr marL="1200150" indent="-171450" algn="l" rtl="0" eaLnBrk="0" fontAlgn="base" hangingPunct="0">
        <a:spcBef>
          <a:spcPct val="20000"/>
        </a:spcBef>
        <a:spcAft>
          <a:spcPct val="0"/>
        </a:spcAft>
        <a:buChar char="–"/>
        <a:defRPr sz="1500">
          <a:solidFill>
            <a:schemeClr val="tx1"/>
          </a:solidFill>
          <a:latin typeface="+mn-lt"/>
          <a:ea typeface="+mn-ea"/>
        </a:defRPr>
      </a:lvl4pPr>
      <a:lvl5pPr marL="1543050" indent="-171450" algn="l" rtl="0" eaLnBrk="0" fontAlgn="base" hangingPunct="0">
        <a:spcBef>
          <a:spcPct val="20000"/>
        </a:spcBef>
        <a:spcAft>
          <a:spcPct val="0"/>
        </a:spcAft>
        <a:buChar char="»"/>
        <a:defRPr sz="1500">
          <a:solidFill>
            <a:schemeClr val="tx1"/>
          </a:solidFill>
          <a:latin typeface="+mn-lt"/>
          <a:ea typeface="+mn-ea"/>
        </a:defRPr>
      </a:lvl5pPr>
      <a:lvl6pPr marL="1885950" indent="-171450" algn="l" rtl="0" fontAlgn="base">
        <a:spcBef>
          <a:spcPct val="20000"/>
        </a:spcBef>
        <a:spcAft>
          <a:spcPct val="0"/>
        </a:spcAft>
        <a:buChar char="»"/>
        <a:defRPr sz="1500">
          <a:solidFill>
            <a:schemeClr val="tx1"/>
          </a:solidFill>
          <a:latin typeface="+mn-lt"/>
          <a:ea typeface="+mn-ea"/>
        </a:defRPr>
      </a:lvl6pPr>
      <a:lvl7pPr marL="2228850" indent="-171450" algn="l" rtl="0" fontAlgn="base">
        <a:spcBef>
          <a:spcPct val="20000"/>
        </a:spcBef>
        <a:spcAft>
          <a:spcPct val="0"/>
        </a:spcAft>
        <a:buChar char="»"/>
        <a:defRPr sz="1500">
          <a:solidFill>
            <a:schemeClr val="tx1"/>
          </a:solidFill>
          <a:latin typeface="+mn-lt"/>
          <a:ea typeface="+mn-ea"/>
        </a:defRPr>
      </a:lvl7pPr>
      <a:lvl8pPr marL="2571750" indent="-171450" algn="l" rtl="0" fontAlgn="base">
        <a:spcBef>
          <a:spcPct val="20000"/>
        </a:spcBef>
        <a:spcAft>
          <a:spcPct val="0"/>
        </a:spcAft>
        <a:buChar char="»"/>
        <a:defRPr sz="1500">
          <a:solidFill>
            <a:schemeClr val="tx1"/>
          </a:solidFill>
          <a:latin typeface="+mn-lt"/>
          <a:ea typeface="+mn-ea"/>
        </a:defRPr>
      </a:lvl8pPr>
      <a:lvl9pPr marL="2914650" indent="-171450" algn="l"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3.jp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oleObject" Target="../embeddings/oleObject7.bin"/><Relationship Id="rId18" Type="http://schemas.openxmlformats.org/officeDocument/2006/relationships/image" Target="../media/image12.wmf"/><Relationship Id="rId3" Type="http://schemas.openxmlformats.org/officeDocument/2006/relationships/notesSlide" Target="../notesSlides/notesSlide2.xml"/><Relationship Id="rId21" Type="http://schemas.openxmlformats.org/officeDocument/2006/relationships/oleObject" Target="../embeddings/oleObject11.bin"/><Relationship Id="rId7" Type="http://schemas.openxmlformats.org/officeDocument/2006/relationships/image" Target="../media/image7.wmf"/><Relationship Id="rId12" Type="http://schemas.openxmlformats.org/officeDocument/2006/relationships/image" Target="../media/image9.wmf"/><Relationship Id="rId17" Type="http://schemas.openxmlformats.org/officeDocument/2006/relationships/oleObject" Target="../embeddings/oleObject9.bin"/><Relationship Id="rId2" Type="http://schemas.openxmlformats.org/officeDocument/2006/relationships/slideLayout" Target="../slideLayouts/slideLayout7.xml"/><Relationship Id="rId16" Type="http://schemas.openxmlformats.org/officeDocument/2006/relationships/image" Target="../media/image11.wmf"/><Relationship Id="rId20" Type="http://schemas.openxmlformats.org/officeDocument/2006/relationships/image" Target="../media/image13.wmf"/><Relationship Id="rId1" Type="http://schemas.openxmlformats.org/officeDocument/2006/relationships/vmlDrawing" Target="../drawings/vmlDrawing3.vml"/><Relationship Id="rId6" Type="http://schemas.openxmlformats.org/officeDocument/2006/relationships/oleObject" Target="../embeddings/oleObject4.bin"/><Relationship Id="rId11" Type="http://schemas.openxmlformats.org/officeDocument/2006/relationships/oleObject" Target="../embeddings/oleObject6.bin"/><Relationship Id="rId5" Type="http://schemas.openxmlformats.org/officeDocument/2006/relationships/image" Target="../media/image1.wmf"/><Relationship Id="rId15" Type="http://schemas.openxmlformats.org/officeDocument/2006/relationships/oleObject" Target="../embeddings/oleObject8.bin"/><Relationship Id="rId10" Type="http://schemas.openxmlformats.org/officeDocument/2006/relationships/image" Target="../media/image8.wmf"/><Relationship Id="rId19" Type="http://schemas.openxmlformats.org/officeDocument/2006/relationships/oleObject" Target="../embeddings/oleObject10.bin"/><Relationship Id="rId4" Type="http://schemas.openxmlformats.org/officeDocument/2006/relationships/oleObject" Target="../embeddings/oleObject1.bin"/><Relationship Id="rId9" Type="http://schemas.openxmlformats.org/officeDocument/2006/relationships/oleObject" Target="../embeddings/oleObject5.bin"/><Relationship Id="rId14" Type="http://schemas.openxmlformats.org/officeDocument/2006/relationships/image" Target="../media/image10.wmf"/><Relationship Id="rId22" Type="http://schemas.openxmlformats.org/officeDocument/2006/relationships/image" Target="../media/image14.wmf"/></Relationships>
</file>

<file path=ppt/slides/_rels/slide5.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video" Target="../media/media1.mp4"/><Relationship Id="rId7" Type="http://schemas.openxmlformats.org/officeDocument/2006/relationships/oleObject" Target="../embeddings/oleObject12.bin"/><Relationship Id="rId12" Type="http://schemas.openxmlformats.org/officeDocument/2006/relationships/image" Target="../media/image17.wmf"/><Relationship Id="rId2" Type="http://schemas.microsoft.com/office/2007/relationships/media" Target="../media/media1.mp4"/><Relationship Id="rId1" Type="http://schemas.openxmlformats.org/officeDocument/2006/relationships/vmlDrawing" Target="../drawings/vmlDrawing4.vml"/><Relationship Id="rId6" Type="http://schemas.openxmlformats.org/officeDocument/2006/relationships/image" Target="../media/image6.png"/><Relationship Id="rId11" Type="http://schemas.openxmlformats.org/officeDocument/2006/relationships/oleObject" Target="../embeddings/oleObject14.bin"/><Relationship Id="rId5" Type="http://schemas.openxmlformats.org/officeDocument/2006/relationships/image" Target="../media/image18.png"/><Relationship Id="rId10" Type="http://schemas.openxmlformats.org/officeDocument/2006/relationships/image" Target="../media/image16.wmf"/><Relationship Id="rId4" Type="http://schemas.openxmlformats.org/officeDocument/2006/relationships/slideLayout" Target="../slideLayouts/slideLayout7.xml"/><Relationship Id="rId9" Type="http://schemas.openxmlformats.org/officeDocument/2006/relationships/oleObject" Target="../embeddings/oleObject13.bin"/></Relationships>
</file>

<file path=ppt/slides/_rels/slide6.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5.bin"/><Relationship Id="rId7"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0.wmf"/><Relationship Id="rId5" Type="http://schemas.openxmlformats.org/officeDocument/2006/relationships/oleObject" Target="../embeddings/oleObject16.bin"/><Relationship Id="rId4" Type="http://schemas.openxmlformats.org/officeDocument/2006/relationships/image" Target="../media/image19.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8.bin"/><Relationship Id="rId7" Type="http://schemas.openxmlformats.org/officeDocument/2006/relationships/image" Target="../media/image23.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9.bin"/><Relationship Id="rId5" Type="http://schemas.openxmlformats.org/officeDocument/2006/relationships/image" Target="../media/image6.png"/><Relationship Id="rId4" Type="http://schemas.openxmlformats.org/officeDocument/2006/relationships/image" Target="../media/image22.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oleObject" Target="../embeddings/oleObject20.bin"/><Relationship Id="rId7" Type="http://schemas.openxmlformats.org/officeDocument/2006/relationships/image" Target="../media/image25.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21.bin"/><Relationship Id="rId11" Type="http://schemas.openxmlformats.org/officeDocument/2006/relationships/image" Target="../media/image27.wmf"/><Relationship Id="rId5" Type="http://schemas.openxmlformats.org/officeDocument/2006/relationships/image" Target="../media/image6.png"/><Relationship Id="rId10" Type="http://schemas.openxmlformats.org/officeDocument/2006/relationships/oleObject" Target="../embeddings/oleObject23.bin"/><Relationship Id="rId4" Type="http://schemas.openxmlformats.org/officeDocument/2006/relationships/image" Target="../media/image24.wmf"/><Relationship Id="rId9" Type="http://schemas.openxmlformats.org/officeDocument/2006/relationships/image" Target="../media/image26.wmf"/></Relationships>
</file>

<file path=ppt/slides/_rels/slide9.x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oleObject" Target="../embeddings/oleObject29.bin"/><Relationship Id="rId18" Type="http://schemas.openxmlformats.org/officeDocument/2006/relationships/image" Target="../media/image35.wmf"/><Relationship Id="rId3" Type="http://schemas.openxmlformats.org/officeDocument/2006/relationships/oleObject" Target="../embeddings/oleObject24.bin"/><Relationship Id="rId7" Type="http://schemas.openxmlformats.org/officeDocument/2006/relationships/oleObject" Target="../embeddings/oleObject26.bin"/><Relationship Id="rId12" Type="http://schemas.openxmlformats.org/officeDocument/2006/relationships/image" Target="../media/image32.wmf"/><Relationship Id="rId17" Type="http://schemas.openxmlformats.org/officeDocument/2006/relationships/oleObject" Target="../embeddings/oleObject31.bin"/><Relationship Id="rId2" Type="http://schemas.openxmlformats.org/officeDocument/2006/relationships/slideLayout" Target="../slideLayouts/slideLayout30.xml"/><Relationship Id="rId16" Type="http://schemas.openxmlformats.org/officeDocument/2006/relationships/image" Target="../media/image34.wmf"/><Relationship Id="rId1" Type="http://schemas.openxmlformats.org/officeDocument/2006/relationships/vmlDrawing" Target="../drawings/vmlDrawing8.vml"/><Relationship Id="rId6" Type="http://schemas.openxmlformats.org/officeDocument/2006/relationships/image" Target="../media/image29.wmf"/><Relationship Id="rId11" Type="http://schemas.openxmlformats.org/officeDocument/2006/relationships/oleObject" Target="../embeddings/oleObject28.bin"/><Relationship Id="rId5" Type="http://schemas.openxmlformats.org/officeDocument/2006/relationships/oleObject" Target="../embeddings/oleObject25.bin"/><Relationship Id="rId15" Type="http://schemas.openxmlformats.org/officeDocument/2006/relationships/oleObject" Target="../embeddings/oleObject30.bin"/><Relationship Id="rId10" Type="http://schemas.openxmlformats.org/officeDocument/2006/relationships/image" Target="../media/image31.wmf"/><Relationship Id="rId4" Type="http://schemas.openxmlformats.org/officeDocument/2006/relationships/image" Target="../media/image28.wmf"/><Relationship Id="rId9" Type="http://schemas.openxmlformats.org/officeDocument/2006/relationships/oleObject" Target="../embeddings/oleObject27.bin"/><Relationship Id="rId14" Type="http://schemas.openxmlformats.org/officeDocument/2006/relationships/image" Target="../media/image33.wmf"/></Relationships>
</file>

<file path=ppt/slides/_rels/slide10.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26.bin"/><Relationship Id="rId18" Type="http://schemas.openxmlformats.org/officeDocument/2006/relationships/image" Target="../media/image32.wmf"/><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29.wmf"/><Relationship Id="rId17" Type="http://schemas.openxmlformats.org/officeDocument/2006/relationships/oleObject" Target="../embeddings/oleObject28.bin"/><Relationship Id="rId2" Type="http://schemas.openxmlformats.org/officeDocument/2006/relationships/slideLayout" Target="../slideLayouts/slideLayout30.xml"/><Relationship Id="rId16" Type="http://schemas.openxmlformats.org/officeDocument/2006/relationships/image" Target="../media/image31.wmf"/><Relationship Id="rId1" Type="http://schemas.openxmlformats.org/officeDocument/2006/relationships/vmlDrawing" Target="../drawings/vmlDrawing9.vml"/><Relationship Id="rId6" Type="http://schemas.openxmlformats.org/officeDocument/2006/relationships/image" Target="../media/image37.wmf"/><Relationship Id="rId11" Type="http://schemas.openxmlformats.org/officeDocument/2006/relationships/oleObject" Target="../embeddings/oleObject25.bin"/><Relationship Id="rId5" Type="http://schemas.openxmlformats.org/officeDocument/2006/relationships/oleObject" Target="../embeddings/oleObject33.bin"/><Relationship Id="rId15" Type="http://schemas.openxmlformats.org/officeDocument/2006/relationships/oleObject" Target="../embeddings/oleObject27.bin"/><Relationship Id="rId10" Type="http://schemas.openxmlformats.org/officeDocument/2006/relationships/image" Target="../media/image28.wmf"/><Relationship Id="rId4" Type="http://schemas.openxmlformats.org/officeDocument/2006/relationships/image" Target="../media/image36.wmf"/><Relationship Id="rId9" Type="http://schemas.openxmlformats.org/officeDocument/2006/relationships/oleObject" Target="../embeddings/oleObject24.bin"/><Relationship Id="rId14" Type="http://schemas.openxmlformats.org/officeDocument/2006/relationships/image" Target="../media/image30.wmf"/></Relationships>
</file>

<file path=ppt/slides/_rels/slide1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45.wmf"/><Relationship Id="rId13" Type="http://schemas.openxmlformats.org/officeDocument/2006/relationships/oleObject" Target="../embeddings/oleObject40.bin"/><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47.wmf"/><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4.w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46.wmf"/><Relationship Id="rId4" Type="http://schemas.openxmlformats.org/officeDocument/2006/relationships/image" Target="../media/image43.wmf"/><Relationship Id="rId9" Type="http://schemas.openxmlformats.org/officeDocument/2006/relationships/oleObject" Target="../embeddings/oleObject38.bin"/><Relationship Id="rId14" Type="http://schemas.openxmlformats.org/officeDocument/2006/relationships/image" Target="../media/image48.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oleObject" Target="../embeddings/oleObject46.bin"/><Relationship Id="rId18" Type="http://schemas.openxmlformats.org/officeDocument/2006/relationships/image" Target="../media/image55.wmf"/><Relationship Id="rId3" Type="http://schemas.openxmlformats.org/officeDocument/2006/relationships/notesSlide" Target="../notesSlides/notesSlide4.xml"/><Relationship Id="rId21" Type="http://schemas.openxmlformats.org/officeDocument/2006/relationships/oleObject" Target="../embeddings/oleObject50.bin"/><Relationship Id="rId7" Type="http://schemas.openxmlformats.org/officeDocument/2006/relationships/image" Target="../media/image50.wmf"/><Relationship Id="rId12" Type="http://schemas.openxmlformats.org/officeDocument/2006/relationships/image" Target="../media/image52.wmf"/><Relationship Id="rId17" Type="http://schemas.openxmlformats.org/officeDocument/2006/relationships/oleObject" Target="../embeddings/oleObject48.bin"/><Relationship Id="rId2" Type="http://schemas.openxmlformats.org/officeDocument/2006/relationships/slideLayout" Target="../slideLayouts/slideLayout7.xml"/><Relationship Id="rId16" Type="http://schemas.openxmlformats.org/officeDocument/2006/relationships/image" Target="../media/image54.wmf"/><Relationship Id="rId20" Type="http://schemas.openxmlformats.org/officeDocument/2006/relationships/image" Target="../media/image56.wmf"/><Relationship Id="rId1" Type="http://schemas.openxmlformats.org/officeDocument/2006/relationships/vmlDrawing" Target="../drawings/vmlDrawing11.vml"/><Relationship Id="rId6" Type="http://schemas.openxmlformats.org/officeDocument/2006/relationships/oleObject" Target="../embeddings/oleObject42.bin"/><Relationship Id="rId11" Type="http://schemas.openxmlformats.org/officeDocument/2006/relationships/oleObject" Target="../embeddings/oleObject45.bin"/><Relationship Id="rId24" Type="http://schemas.openxmlformats.org/officeDocument/2006/relationships/image" Target="../media/image58.wmf"/><Relationship Id="rId5" Type="http://schemas.openxmlformats.org/officeDocument/2006/relationships/image" Target="../media/image49.wmf"/><Relationship Id="rId15" Type="http://schemas.openxmlformats.org/officeDocument/2006/relationships/oleObject" Target="../embeddings/oleObject47.bin"/><Relationship Id="rId23" Type="http://schemas.openxmlformats.org/officeDocument/2006/relationships/oleObject" Target="../embeddings/oleObject51.bin"/><Relationship Id="rId10" Type="http://schemas.openxmlformats.org/officeDocument/2006/relationships/oleObject" Target="../embeddings/oleObject44.bin"/><Relationship Id="rId19" Type="http://schemas.openxmlformats.org/officeDocument/2006/relationships/oleObject" Target="../embeddings/oleObject49.bin"/><Relationship Id="rId4" Type="http://schemas.openxmlformats.org/officeDocument/2006/relationships/oleObject" Target="../embeddings/oleObject41.bin"/><Relationship Id="rId9" Type="http://schemas.openxmlformats.org/officeDocument/2006/relationships/image" Target="../media/image51.wmf"/><Relationship Id="rId14" Type="http://schemas.openxmlformats.org/officeDocument/2006/relationships/image" Target="../media/image53.wmf"/><Relationship Id="rId22" Type="http://schemas.openxmlformats.org/officeDocument/2006/relationships/image" Target="../media/image57.wmf"/></Relationships>
</file>

<file path=ppt/slides/_rels/slide14.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57.bin"/><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61.wmf"/><Relationship Id="rId17" Type="http://schemas.openxmlformats.org/officeDocument/2006/relationships/image" Target="../media/image63.wmf"/><Relationship Id="rId2" Type="http://schemas.openxmlformats.org/officeDocument/2006/relationships/slideLayout" Target="../slideLayouts/slideLayout7.xml"/><Relationship Id="rId16" Type="http://schemas.openxmlformats.org/officeDocument/2006/relationships/oleObject" Target="../embeddings/oleObject59.bin"/><Relationship Id="rId1" Type="http://schemas.openxmlformats.org/officeDocument/2006/relationships/vmlDrawing" Target="../drawings/vmlDrawing12.vml"/><Relationship Id="rId6" Type="http://schemas.openxmlformats.org/officeDocument/2006/relationships/image" Target="../media/image59.wmf"/><Relationship Id="rId11" Type="http://schemas.openxmlformats.org/officeDocument/2006/relationships/oleObject" Target="../embeddings/oleObject56.bin"/><Relationship Id="rId5" Type="http://schemas.openxmlformats.org/officeDocument/2006/relationships/oleObject" Target="../embeddings/oleObject53.bin"/><Relationship Id="rId15" Type="http://schemas.openxmlformats.org/officeDocument/2006/relationships/image" Target="../media/image62.wmf"/><Relationship Id="rId10" Type="http://schemas.openxmlformats.org/officeDocument/2006/relationships/image" Target="../media/image60.wmf"/><Relationship Id="rId4" Type="http://schemas.openxmlformats.org/officeDocument/2006/relationships/image" Target="../media/image51.wmf"/><Relationship Id="rId9" Type="http://schemas.openxmlformats.org/officeDocument/2006/relationships/oleObject" Target="../embeddings/oleObject55.bin"/><Relationship Id="rId14" Type="http://schemas.openxmlformats.org/officeDocument/2006/relationships/oleObject" Target="../embeddings/oleObject58.bin"/></Relationships>
</file>

<file path=ppt/slides/_rels/slide15.xml.rels><?xml version="1.0" encoding="UTF-8" standalone="yes"?>
<Relationships xmlns="http://schemas.openxmlformats.org/package/2006/relationships"><Relationship Id="rId8" Type="http://schemas.openxmlformats.org/officeDocument/2006/relationships/image" Target="../media/image65.wmf"/><Relationship Id="rId13" Type="http://schemas.openxmlformats.org/officeDocument/2006/relationships/oleObject" Target="../embeddings/oleObject52.bin"/><Relationship Id="rId18" Type="http://schemas.openxmlformats.org/officeDocument/2006/relationships/oleObject" Target="../embeddings/oleObject57.bin"/><Relationship Id="rId3" Type="http://schemas.openxmlformats.org/officeDocument/2006/relationships/oleObject" Target="../embeddings/oleObject60.bin"/><Relationship Id="rId21" Type="http://schemas.openxmlformats.org/officeDocument/2006/relationships/oleObject" Target="../embeddings/oleObject59.bin"/><Relationship Id="rId7" Type="http://schemas.openxmlformats.org/officeDocument/2006/relationships/oleObject" Target="../embeddings/oleObject62.bin"/><Relationship Id="rId12" Type="http://schemas.openxmlformats.org/officeDocument/2006/relationships/image" Target="../media/image67.wmf"/><Relationship Id="rId17" Type="http://schemas.openxmlformats.org/officeDocument/2006/relationships/image" Target="../media/image50.wmf"/><Relationship Id="rId2" Type="http://schemas.openxmlformats.org/officeDocument/2006/relationships/slideLayout" Target="../slideLayouts/slideLayout7.xml"/><Relationship Id="rId16" Type="http://schemas.openxmlformats.org/officeDocument/2006/relationships/oleObject" Target="../embeddings/oleObject54.bin"/><Relationship Id="rId20" Type="http://schemas.openxmlformats.org/officeDocument/2006/relationships/image" Target="../media/image62.wmf"/><Relationship Id="rId1" Type="http://schemas.openxmlformats.org/officeDocument/2006/relationships/vmlDrawing" Target="../drawings/vmlDrawing13.vml"/><Relationship Id="rId6" Type="http://schemas.openxmlformats.org/officeDocument/2006/relationships/image" Target="../media/image51.wmf"/><Relationship Id="rId11" Type="http://schemas.openxmlformats.org/officeDocument/2006/relationships/oleObject" Target="../embeddings/oleObject64.bin"/><Relationship Id="rId5" Type="http://schemas.openxmlformats.org/officeDocument/2006/relationships/oleObject" Target="../embeddings/oleObject61.bin"/><Relationship Id="rId15" Type="http://schemas.openxmlformats.org/officeDocument/2006/relationships/image" Target="../media/image59.wmf"/><Relationship Id="rId10" Type="http://schemas.openxmlformats.org/officeDocument/2006/relationships/image" Target="../media/image66.wmf"/><Relationship Id="rId19" Type="http://schemas.openxmlformats.org/officeDocument/2006/relationships/oleObject" Target="../embeddings/oleObject58.bin"/><Relationship Id="rId4" Type="http://schemas.openxmlformats.org/officeDocument/2006/relationships/image" Target="../media/image64.wmf"/><Relationship Id="rId9" Type="http://schemas.openxmlformats.org/officeDocument/2006/relationships/oleObject" Target="../embeddings/oleObject63.bin"/><Relationship Id="rId14" Type="http://schemas.openxmlformats.org/officeDocument/2006/relationships/oleObject" Target="../embeddings/oleObject53.bin"/><Relationship Id="rId22" Type="http://schemas.openxmlformats.org/officeDocument/2006/relationships/image" Target="../media/image63.wmf"/></Relationships>
</file>

<file path=ppt/slides/_rels/slide16.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image" Target="../media/image53.wmf"/><Relationship Id="rId18" Type="http://schemas.openxmlformats.org/officeDocument/2006/relationships/oleObject" Target="../embeddings/oleObject72.bin"/><Relationship Id="rId3" Type="http://schemas.openxmlformats.org/officeDocument/2006/relationships/oleObject" Target="../embeddings/oleObject65.bin"/><Relationship Id="rId21" Type="http://schemas.openxmlformats.org/officeDocument/2006/relationships/image" Target="../media/image73.wmf"/><Relationship Id="rId7" Type="http://schemas.openxmlformats.org/officeDocument/2006/relationships/oleObject" Target="../embeddings/oleObject67.bin"/><Relationship Id="rId12" Type="http://schemas.openxmlformats.org/officeDocument/2006/relationships/oleObject" Target="../embeddings/oleObject69.bin"/><Relationship Id="rId17" Type="http://schemas.openxmlformats.org/officeDocument/2006/relationships/image" Target="../media/image71.wmf"/><Relationship Id="rId2" Type="http://schemas.openxmlformats.org/officeDocument/2006/relationships/slideLayout" Target="../slideLayouts/slideLayout7.xml"/><Relationship Id="rId16" Type="http://schemas.openxmlformats.org/officeDocument/2006/relationships/oleObject" Target="../embeddings/oleObject71.bin"/><Relationship Id="rId20" Type="http://schemas.openxmlformats.org/officeDocument/2006/relationships/oleObject" Target="../embeddings/oleObject73.bin"/><Relationship Id="rId1" Type="http://schemas.openxmlformats.org/officeDocument/2006/relationships/vmlDrawing" Target="../drawings/vmlDrawing14.vml"/><Relationship Id="rId6" Type="http://schemas.openxmlformats.org/officeDocument/2006/relationships/image" Target="../media/image68.wmf"/><Relationship Id="rId11" Type="http://schemas.openxmlformats.org/officeDocument/2006/relationships/image" Target="../media/image69.wmf"/><Relationship Id="rId5" Type="http://schemas.openxmlformats.org/officeDocument/2006/relationships/oleObject" Target="../embeddings/oleObject66.bin"/><Relationship Id="rId15" Type="http://schemas.openxmlformats.org/officeDocument/2006/relationships/image" Target="../media/image70.wmf"/><Relationship Id="rId23" Type="http://schemas.openxmlformats.org/officeDocument/2006/relationships/image" Target="../media/image74.wmf"/><Relationship Id="rId10" Type="http://schemas.openxmlformats.org/officeDocument/2006/relationships/oleObject" Target="../embeddings/oleObject68.bin"/><Relationship Id="rId19" Type="http://schemas.openxmlformats.org/officeDocument/2006/relationships/image" Target="../media/image72.wmf"/><Relationship Id="rId4" Type="http://schemas.openxmlformats.org/officeDocument/2006/relationships/image" Target="../media/image51.wmf"/><Relationship Id="rId9" Type="http://schemas.openxmlformats.org/officeDocument/2006/relationships/image" Target="../media/image75.jpeg"/><Relationship Id="rId14" Type="http://schemas.openxmlformats.org/officeDocument/2006/relationships/oleObject" Target="../embeddings/oleObject70.bin"/><Relationship Id="rId22" Type="http://schemas.openxmlformats.org/officeDocument/2006/relationships/oleObject" Target="../embeddings/oleObject74.bin"/></Relationships>
</file>

<file path=ppt/slides/_rels/slide17.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75.bin"/><Relationship Id="rId7" Type="http://schemas.openxmlformats.org/officeDocument/2006/relationships/oleObject" Target="../embeddings/oleObject77.bin"/><Relationship Id="rId12" Type="http://schemas.openxmlformats.org/officeDocument/2006/relationships/image" Target="../media/image77.wmf"/><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1.wmf"/><Relationship Id="rId11" Type="http://schemas.openxmlformats.org/officeDocument/2006/relationships/oleObject" Target="../embeddings/oleObject79.bin"/><Relationship Id="rId5" Type="http://schemas.openxmlformats.org/officeDocument/2006/relationships/oleObject" Target="../embeddings/oleObject76.bin"/><Relationship Id="rId10" Type="http://schemas.openxmlformats.org/officeDocument/2006/relationships/image" Target="../media/image50.wmf"/><Relationship Id="rId4" Type="http://schemas.openxmlformats.org/officeDocument/2006/relationships/image" Target="../media/image76.wmf"/><Relationship Id="rId9" Type="http://schemas.openxmlformats.org/officeDocument/2006/relationships/oleObject" Target="../embeddings/oleObject78.bin"/></Relationships>
</file>

<file path=ppt/slides/_rels/slide18.x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oleObject" Target="../embeddings/oleObject85.bin"/><Relationship Id="rId18" Type="http://schemas.openxmlformats.org/officeDocument/2006/relationships/image" Target="../media/image82.wmf"/><Relationship Id="rId3" Type="http://schemas.openxmlformats.org/officeDocument/2006/relationships/oleObject" Target="../embeddings/oleObject80.bin"/><Relationship Id="rId7" Type="http://schemas.openxmlformats.org/officeDocument/2006/relationships/oleObject" Target="../embeddings/oleObject82.bin"/><Relationship Id="rId12" Type="http://schemas.openxmlformats.org/officeDocument/2006/relationships/image" Target="../media/image59.wmf"/><Relationship Id="rId17" Type="http://schemas.openxmlformats.org/officeDocument/2006/relationships/oleObject" Target="../embeddings/oleObject87.bin"/><Relationship Id="rId2" Type="http://schemas.openxmlformats.org/officeDocument/2006/relationships/slideLayout" Target="../slideLayouts/slideLayout7.xml"/><Relationship Id="rId16" Type="http://schemas.openxmlformats.org/officeDocument/2006/relationships/image" Target="../media/image81.wmf"/><Relationship Id="rId1" Type="http://schemas.openxmlformats.org/officeDocument/2006/relationships/vmlDrawing" Target="../drawings/vmlDrawing16.vml"/><Relationship Id="rId6" Type="http://schemas.openxmlformats.org/officeDocument/2006/relationships/image" Target="../media/image79.wmf"/><Relationship Id="rId11" Type="http://schemas.openxmlformats.org/officeDocument/2006/relationships/oleObject" Target="../embeddings/oleObject84.bin"/><Relationship Id="rId5" Type="http://schemas.openxmlformats.org/officeDocument/2006/relationships/oleObject" Target="../embeddings/oleObject81.bin"/><Relationship Id="rId15" Type="http://schemas.openxmlformats.org/officeDocument/2006/relationships/oleObject" Target="../embeddings/oleObject86.bin"/><Relationship Id="rId10" Type="http://schemas.openxmlformats.org/officeDocument/2006/relationships/image" Target="../media/image51.wmf"/><Relationship Id="rId4" Type="http://schemas.openxmlformats.org/officeDocument/2006/relationships/image" Target="../media/image78.wmf"/><Relationship Id="rId9" Type="http://schemas.openxmlformats.org/officeDocument/2006/relationships/oleObject" Target="../embeddings/oleObject83.bin"/><Relationship Id="rId14" Type="http://schemas.openxmlformats.org/officeDocument/2006/relationships/image" Target="../media/image50.wmf"/></Relationships>
</file>

<file path=ppt/slides/_rels/slide19.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84.wmf"/><Relationship Id="rId5" Type="http://schemas.openxmlformats.org/officeDocument/2006/relationships/oleObject" Target="../embeddings/oleObject89.bin"/><Relationship Id="rId10" Type="http://schemas.openxmlformats.org/officeDocument/2006/relationships/image" Target="../media/image80.wmf"/><Relationship Id="rId4" Type="http://schemas.openxmlformats.org/officeDocument/2006/relationships/image" Target="../media/image83.wmf"/><Relationship Id="rId9" Type="http://schemas.openxmlformats.org/officeDocument/2006/relationships/oleObject" Target="../embeddings/oleObject91.bin"/></Relationships>
</file>

<file path=ppt/slides/_rels/slide20.xml.rels><?xml version="1.0" encoding="UTF-8" standalone="yes"?>
<Relationships xmlns="http://schemas.openxmlformats.org/package/2006/relationships"><Relationship Id="rId8" Type="http://schemas.openxmlformats.org/officeDocument/2006/relationships/image" Target="../media/image88.wmf"/><Relationship Id="rId13" Type="http://schemas.openxmlformats.org/officeDocument/2006/relationships/oleObject" Target="../embeddings/oleObject97.bin"/><Relationship Id="rId18" Type="http://schemas.openxmlformats.org/officeDocument/2006/relationships/image" Target="../media/image92.wmf"/><Relationship Id="rId3" Type="http://schemas.openxmlformats.org/officeDocument/2006/relationships/oleObject" Target="../embeddings/oleObject92.bin"/><Relationship Id="rId7" Type="http://schemas.openxmlformats.org/officeDocument/2006/relationships/oleObject" Target="../embeddings/oleObject94.bin"/><Relationship Id="rId12" Type="http://schemas.openxmlformats.org/officeDocument/2006/relationships/image" Target="../media/image90.wmf"/><Relationship Id="rId17" Type="http://schemas.openxmlformats.org/officeDocument/2006/relationships/oleObject" Target="../embeddings/oleObject99.bin"/><Relationship Id="rId2" Type="http://schemas.openxmlformats.org/officeDocument/2006/relationships/slideLayout" Target="../slideLayouts/slideLayout7.xml"/><Relationship Id="rId16" Type="http://schemas.openxmlformats.org/officeDocument/2006/relationships/image" Target="../media/image91.wmf"/><Relationship Id="rId1" Type="http://schemas.openxmlformats.org/officeDocument/2006/relationships/vmlDrawing" Target="../drawings/vmlDrawing18.vml"/><Relationship Id="rId6" Type="http://schemas.openxmlformats.org/officeDocument/2006/relationships/image" Target="../media/image87.wmf"/><Relationship Id="rId11" Type="http://schemas.openxmlformats.org/officeDocument/2006/relationships/oleObject" Target="../embeddings/oleObject96.bin"/><Relationship Id="rId5" Type="http://schemas.openxmlformats.org/officeDocument/2006/relationships/oleObject" Target="../embeddings/oleObject93.bin"/><Relationship Id="rId15" Type="http://schemas.openxmlformats.org/officeDocument/2006/relationships/oleObject" Target="../embeddings/oleObject98.bin"/><Relationship Id="rId10" Type="http://schemas.openxmlformats.org/officeDocument/2006/relationships/image" Target="../media/image89.wmf"/><Relationship Id="rId4" Type="http://schemas.openxmlformats.org/officeDocument/2006/relationships/image" Target="../media/image86.wmf"/><Relationship Id="rId9" Type="http://schemas.openxmlformats.org/officeDocument/2006/relationships/oleObject" Target="../embeddings/oleObject95.bin"/><Relationship Id="rId14" Type="http://schemas.openxmlformats.org/officeDocument/2006/relationships/image" Target="../media/image50.wmf"/></Relationships>
</file>

<file path=ppt/slides/_rels/slide21.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oleObject" Target="../embeddings/oleObject100.bin"/><Relationship Id="rId7" Type="http://schemas.openxmlformats.org/officeDocument/2006/relationships/oleObject" Target="../embeddings/oleObject102.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94.wmf"/><Relationship Id="rId5" Type="http://schemas.openxmlformats.org/officeDocument/2006/relationships/oleObject" Target="../embeddings/oleObject101.bin"/><Relationship Id="rId10" Type="http://schemas.openxmlformats.org/officeDocument/2006/relationships/image" Target="../media/image96.wmf"/><Relationship Id="rId4" Type="http://schemas.openxmlformats.org/officeDocument/2006/relationships/image" Target="../media/image93.wmf"/><Relationship Id="rId9" Type="http://schemas.openxmlformats.org/officeDocument/2006/relationships/oleObject" Target="../embeddings/oleObject103.bin"/></Relationships>
</file>

<file path=ppt/slides/_rels/slide22.xml.rels><?xml version="1.0" encoding="UTF-8" standalone="yes"?>
<Relationships xmlns="http://schemas.openxmlformats.org/package/2006/relationships"><Relationship Id="rId8" Type="http://schemas.openxmlformats.org/officeDocument/2006/relationships/image" Target="../media/image99.wmf"/><Relationship Id="rId13" Type="http://schemas.openxmlformats.org/officeDocument/2006/relationships/oleObject" Target="../embeddings/oleObject108.bin"/><Relationship Id="rId3" Type="http://schemas.openxmlformats.org/officeDocument/2006/relationships/oleObject" Target="../embeddings/oleObject104.bin"/><Relationship Id="rId7" Type="http://schemas.openxmlformats.org/officeDocument/2006/relationships/oleObject" Target="../embeddings/oleObject106.bin"/><Relationship Id="rId12" Type="http://schemas.openxmlformats.org/officeDocument/2006/relationships/image" Target="../media/image51.wmf"/><Relationship Id="rId2" Type="http://schemas.openxmlformats.org/officeDocument/2006/relationships/slideLayout" Target="../slideLayouts/slideLayout7.xml"/><Relationship Id="rId16" Type="http://schemas.openxmlformats.org/officeDocument/2006/relationships/image" Target="../media/image50.wmf"/><Relationship Id="rId1" Type="http://schemas.openxmlformats.org/officeDocument/2006/relationships/vmlDrawing" Target="../drawings/vmlDrawing20.vml"/><Relationship Id="rId6" Type="http://schemas.openxmlformats.org/officeDocument/2006/relationships/image" Target="../media/image98.wmf"/><Relationship Id="rId11" Type="http://schemas.openxmlformats.org/officeDocument/2006/relationships/oleObject" Target="../embeddings/oleObject83.bin"/><Relationship Id="rId5" Type="http://schemas.openxmlformats.org/officeDocument/2006/relationships/oleObject" Target="../embeddings/oleObject105.bin"/><Relationship Id="rId15" Type="http://schemas.openxmlformats.org/officeDocument/2006/relationships/oleObject" Target="../embeddings/oleObject85.bin"/><Relationship Id="rId10" Type="http://schemas.openxmlformats.org/officeDocument/2006/relationships/image" Target="../media/image100.wmf"/><Relationship Id="rId4" Type="http://schemas.openxmlformats.org/officeDocument/2006/relationships/image" Target="../media/image97.wmf"/><Relationship Id="rId9" Type="http://schemas.openxmlformats.org/officeDocument/2006/relationships/oleObject" Target="../embeddings/oleObject107.bin"/><Relationship Id="rId14" Type="http://schemas.openxmlformats.org/officeDocument/2006/relationships/image" Target="../media/image59.wmf"/></Relationships>
</file>

<file path=ppt/slides/_rels/slide23.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114.bin"/><Relationship Id="rId18" Type="http://schemas.openxmlformats.org/officeDocument/2006/relationships/oleObject" Target="../embeddings/oleObject117.bin"/><Relationship Id="rId26" Type="http://schemas.openxmlformats.org/officeDocument/2006/relationships/image" Target="../media/image108.wmf"/><Relationship Id="rId3" Type="http://schemas.openxmlformats.org/officeDocument/2006/relationships/oleObject" Target="../embeddings/oleObject109.bin"/><Relationship Id="rId21" Type="http://schemas.openxmlformats.org/officeDocument/2006/relationships/oleObject" Target="../embeddings/oleObject119.bin"/><Relationship Id="rId7" Type="http://schemas.openxmlformats.org/officeDocument/2006/relationships/oleObject" Target="../embeddings/oleObject111.bin"/><Relationship Id="rId12" Type="http://schemas.openxmlformats.org/officeDocument/2006/relationships/image" Target="../media/image50.wmf"/><Relationship Id="rId17" Type="http://schemas.openxmlformats.org/officeDocument/2006/relationships/oleObject" Target="../embeddings/oleObject116.bin"/><Relationship Id="rId25" Type="http://schemas.openxmlformats.org/officeDocument/2006/relationships/oleObject" Target="../embeddings/oleObject121.bin"/><Relationship Id="rId2" Type="http://schemas.openxmlformats.org/officeDocument/2006/relationships/slideLayout" Target="../slideLayouts/slideLayout18.xml"/><Relationship Id="rId16" Type="http://schemas.openxmlformats.org/officeDocument/2006/relationships/image" Target="../media/image105.wmf"/><Relationship Id="rId20" Type="http://schemas.openxmlformats.org/officeDocument/2006/relationships/oleObject" Target="../embeddings/oleObject118.bin"/><Relationship Id="rId1" Type="http://schemas.openxmlformats.org/officeDocument/2006/relationships/vmlDrawing" Target="../drawings/vmlDrawing21.vml"/><Relationship Id="rId6" Type="http://schemas.openxmlformats.org/officeDocument/2006/relationships/image" Target="../media/image102.wmf"/><Relationship Id="rId11" Type="http://schemas.openxmlformats.org/officeDocument/2006/relationships/oleObject" Target="../embeddings/oleObject113.bin"/><Relationship Id="rId24" Type="http://schemas.openxmlformats.org/officeDocument/2006/relationships/image" Target="../media/image107.wmf"/><Relationship Id="rId5" Type="http://schemas.openxmlformats.org/officeDocument/2006/relationships/oleObject" Target="../embeddings/oleObject110.bin"/><Relationship Id="rId15" Type="http://schemas.openxmlformats.org/officeDocument/2006/relationships/oleObject" Target="../embeddings/oleObject115.bin"/><Relationship Id="rId23" Type="http://schemas.openxmlformats.org/officeDocument/2006/relationships/oleObject" Target="../embeddings/oleObject120.bin"/><Relationship Id="rId28" Type="http://schemas.openxmlformats.org/officeDocument/2006/relationships/image" Target="../media/image109.wmf"/><Relationship Id="rId10" Type="http://schemas.openxmlformats.org/officeDocument/2006/relationships/image" Target="../media/image103.wmf"/><Relationship Id="rId19" Type="http://schemas.openxmlformats.org/officeDocument/2006/relationships/image" Target="../media/image59.wmf"/><Relationship Id="rId4" Type="http://schemas.openxmlformats.org/officeDocument/2006/relationships/image" Target="../media/image101.wmf"/><Relationship Id="rId9" Type="http://schemas.openxmlformats.org/officeDocument/2006/relationships/oleObject" Target="../embeddings/oleObject112.bin"/><Relationship Id="rId14" Type="http://schemas.openxmlformats.org/officeDocument/2006/relationships/image" Target="../media/image104.wmf"/><Relationship Id="rId22" Type="http://schemas.openxmlformats.org/officeDocument/2006/relationships/image" Target="../media/image106.wmf"/><Relationship Id="rId27" Type="http://schemas.openxmlformats.org/officeDocument/2006/relationships/oleObject" Target="../embeddings/oleObject122.bin"/></Relationships>
</file>

<file path=ppt/slides/_rels/slide24.xml.rels><?xml version="1.0" encoding="UTF-8" standalone="yes"?>
<Relationships xmlns="http://schemas.openxmlformats.org/package/2006/relationships"><Relationship Id="rId8" Type="http://schemas.openxmlformats.org/officeDocument/2006/relationships/image" Target="../media/image112.wmf"/><Relationship Id="rId13" Type="http://schemas.openxmlformats.org/officeDocument/2006/relationships/oleObject" Target="../embeddings/oleObject128.bin"/><Relationship Id="rId3" Type="http://schemas.openxmlformats.org/officeDocument/2006/relationships/oleObject" Target="../embeddings/oleObject123.bin"/><Relationship Id="rId7" Type="http://schemas.openxmlformats.org/officeDocument/2006/relationships/oleObject" Target="../embeddings/oleObject125.bin"/><Relationship Id="rId12" Type="http://schemas.openxmlformats.org/officeDocument/2006/relationships/image" Target="../media/image113.wmf"/><Relationship Id="rId2" Type="http://schemas.openxmlformats.org/officeDocument/2006/relationships/slideLayout" Target="../slideLayouts/slideLayout18.xml"/><Relationship Id="rId16" Type="http://schemas.openxmlformats.org/officeDocument/2006/relationships/image" Target="../media/image115.wmf"/><Relationship Id="rId1" Type="http://schemas.openxmlformats.org/officeDocument/2006/relationships/vmlDrawing" Target="../drawings/vmlDrawing22.vml"/><Relationship Id="rId6" Type="http://schemas.openxmlformats.org/officeDocument/2006/relationships/image" Target="../media/image111.wmf"/><Relationship Id="rId11" Type="http://schemas.openxmlformats.org/officeDocument/2006/relationships/oleObject" Target="../embeddings/oleObject127.bin"/><Relationship Id="rId5" Type="http://schemas.openxmlformats.org/officeDocument/2006/relationships/oleObject" Target="../embeddings/oleObject124.bin"/><Relationship Id="rId15" Type="http://schemas.openxmlformats.org/officeDocument/2006/relationships/oleObject" Target="../embeddings/oleObject129.bin"/><Relationship Id="rId10" Type="http://schemas.openxmlformats.org/officeDocument/2006/relationships/image" Target="../media/image59.wmf"/><Relationship Id="rId4" Type="http://schemas.openxmlformats.org/officeDocument/2006/relationships/image" Target="../media/image110.wmf"/><Relationship Id="rId9" Type="http://schemas.openxmlformats.org/officeDocument/2006/relationships/oleObject" Target="../embeddings/oleObject126.bin"/><Relationship Id="rId14" Type="http://schemas.openxmlformats.org/officeDocument/2006/relationships/image" Target="../media/image114.wmf"/></Relationships>
</file>

<file path=ppt/slides/_rels/slide25.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oleObject" Target="../embeddings/oleObject130.bin"/><Relationship Id="rId7" Type="http://schemas.openxmlformats.org/officeDocument/2006/relationships/oleObject" Target="../embeddings/oleObject132.bin"/><Relationship Id="rId2" Type="http://schemas.openxmlformats.org/officeDocument/2006/relationships/slideLayout" Target="../slideLayouts/slideLayout18.xml"/><Relationship Id="rId1" Type="http://schemas.openxmlformats.org/officeDocument/2006/relationships/vmlDrawing" Target="../drawings/vmlDrawing23.vml"/><Relationship Id="rId6" Type="http://schemas.openxmlformats.org/officeDocument/2006/relationships/image" Target="../media/image59.wmf"/><Relationship Id="rId5" Type="http://schemas.openxmlformats.org/officeDocument/2006/relationships/oleObject" Target="../embeddings/oleObject131.bin"/><Relationship Id="rId10" Type="http://schemas.openxmlformats.org/officeDocument/2006/relationships/image" Target="../media/image118.wmf"/><Relationship Id="rId4" Type="http://schemas.openxmlformats.org/officeDocument/2006/relationships/image" Target="../media/image116.wmf"/><Relationship Id="rId9" Type="http://schemas.openxmlformats.org/officeDocument/2006/relationships/oleObject" Target="../embeddings/oleObject133.bin"/></Relationships>
</file>

<file path=ppt/slides/_rels/slide26.xml.rels><?xml version="1.0" encoding="UTF-8" standalone="yes"?>
<Relationships xmlns="http://schemas.openxmlformats.org/package/2006/relationships"><Relationship Id="rId8" Type="http://schemas.openxmlformats.org/officeDocument/2006/relationships/image" Target="../media/image121.wmf"/><Relationship Id="rId13" Type="http://schemas.openxmlformats.org/officeDocument/2006/relationships/oleObject" Target="../embeddings/oleObject139.bin"/><Relationship Id="rId3" Type="http://schemas.openxmlformats.org/officeDocument/2006/relationships/oleObject" Target="../embeddings/oleObject134.bin"/><Relationship Id="rId7" Type="http://schemas.openxmlformats.org/officeDocument/2006/relationships/oleObject" Target="../embeddings/oleObject136.bin"/><Relationship Id="rId12" Type="http://schemas.openxmlformats.org/officeDocument/2006/relationships/image" Target="../media/image123.wmf"/><Relationship Id="rId2" Type="http://schemas.openxmlformats.org/officeDocument/2006/relationships/slideLayout" Target="../slideLayouts/slideLayout18.xml"/><Relationship Id="rId1" Type="http://schemas.openxmlformats.org/officeDocument/2006/relationships/vmlDrawing" Target="../drawings/vmlDrawing24.vml"/><Relationship Id="rId6" Type="http://schemas.openxmlformats.org/officeDocument/2006/relationships/image" Target="../media/image120.wmf"/><Relationship Id="rId11" Type="http://schemas.openxmlformats.org/officeDocument/2006/relationships/oleObject" Target="../embeddings/oleObject138.bin"/><Relationship Id="rId5" Type="http://schemas.openxmlformats.org/officeDocument/2006/relationships/oleObject" Target="../embeddings/oleObject135.bin"/><Relationship Id="rId10" Type="http://schemas.openxmlformats.org/officeDocument/2006/relationships/image" Target="../media/image122.wmf"/><Relationship Id="rId4" Type="http://schemas.openxmlformats.org/officeDocument/2006/relationships/image" Target="../media/image119.wmf"/><Relationship Id="rId9" Type="http://schemas.openxmlformats.org/officeDocument/2006/relationships/oleObject" Target="../embeddings/oleObject137.bin"/><Relationship Id="rId14" Type="http://schemas.openxmlformats.org/officeDocument/2006/relationships/image" Target="../media/image124.wmf"/></Relationships>
</file>

<file path=ppt/slides/_rels/slide27.xml.rels><?xml version="1.0" encoding="UTF-8" standalone="yes"?>
<Relationships xmlns="http://schemas.openxmlformats.org/package/2006/relationships"><Relationship Id="rId3" Type="http://schemas.openxmlformats.org/officeDocument/2006/relationships/image" Target="../media/image126.png"/><Relationship Id="rId7" Type="http://schemas.openxmlformats.org/officeDocument/2006/relationships/image" Target="../media/image125.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40.bin"/><Relationship Id="rId5" Type="http://schemas.microsoft.com/office/2007/relationships/hdphoto" Target="../media/hdphoto2.wdp"/><Relationship Id="rId4" Type="http://schemas.openxmlformats.org/officeDocument/2006/relationships/image" Target="../media/image127.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129.wmf"/><Relationship Id="rId5" Type="http://schemas.openxmlformats.org/officeDocument/2006/relationships/oleObject" Target="../embeddings/oleObject142.bin"/><Relationship Id="rId4" Type="http://schemas.openxmlformats.org/officeDocument/2006/relationships/image" Target="../media/image128.wmf"/></Relationships>
</file>

<file path=ppt/slides/_rels/slide29.xml.rels><?xml version="1.0" encoding="UTF-8" standalone="yes"?>
<Relationships xmlns="http://schemas.openxmlformats.org/package/2006/relationships"><Relationship Id="rId3" Type="http://schemas.openxmlformats.org/officeDocument/2006/relationships/video" Target="../media/media2.mp4"/><Relationship Id="rId7" Type="http://schemas.openxmlformats.org/officeDocument/2006/relationships/image" Target="../media/image131.png"/><Relationship Id="rId2" Type="http://schemas.microsoft.com/office/2007/relationships/media" Target="../media/media2.mp4"/><Relationship Id="rId1" Type="http://schemas.openxmlformats.org/officeDocument/2006/relationships/vmlDrawing" Target="../drawings/vmlDrawing27.vml"/><Relationship Id="rId6" Type="http://schemas.openxmlformats.org/officeDocument/2006/relationships/image" Target="../media/image130.wmf"/><Relationship Id="rId5" Type="http://schemas.openxmlformats.org/officeDocument/2006/relationships/oleObject" Target="../embeddings/oleObject143.bin"/><Relationship Id="rId4"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44.bin"/><Relationship Id="rId2" Type="http://schemas.openxmlformats.org/officeDocument/2006/relationships/slideLayout" Target="../slideLayouts/slideLayout4.xml"/><Relationship Id="rId1" Type="http://schemas.openxmlformats.org/officeDocument/2006/relationships/vmlDrawing" Target="../drawings/vmlDrawing28.vml"/><Relationship Id="rId6" Type="http://schemas.openxmlformats.org/officeDocument/2006/relationships/image" Target="../media/image133.png"/><Relationship Id="rId5" Type="http://schemas.openxmlformats.org/officeDocument/2006/relationships/image" Target="../media/image6.png"/><Relationship Id="rId4" Type="http://schemas.openxmlformats.org/officeDocument/2006/relationships/image" Target="../media/image132.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47.bin"/><Relationship Id="rId13" Type="http://schemas.openxmlformats.org/officeDocument/2006/relationships/image" Target="../media/image138.wmf"/><Relationship Id="rId3" Type="http://schemas.openxmlformats.org/officeDocument/2006/relationships/image" Target="../media/image6.png"/><Relationship Id="rId7" Type="http://schemas.openxmlformats.org/officeDocument/2006/relationships/image" Target="../media/image135.wmf"/><Relationship Id="rId12" Type="http://schemas.openxmlformats.org/officeDocument/2006/relationships/oleObject" Target="../embeddings/oleObject149.bin"/><Relationship Id="rId17" Type="http://schemas.openxmlformats.org/officeDocument/2006/relationships/image" Target="../media/image139.wmf"/><Relationship Id="rId2" Type="http://schemas.openxmlformats.org/officeDocument/2006/relationships/slideLayout" Target="../slideLayouts/slideLayout7.xml"/><Relationship Id="rId16" Type="http://schemas.openxmlformats.org/officeDocument/2006/relationships/oleObject" Target="../embeddings/oleObject151.bin"/><Relationship Id="rId1" Type="http://schemas.openxmlformats.org/officeDocument/2006/relationships/vmlDrawing" Target="../drawings/vmlDrawing29.vml"/><Relationship Id="rId6" Type="http://schemas.openxmlformats.org/officeDocument/2006/relationships/oleObject" Target="../embeddings/oleObject146.bin"/><Relationship Id="rId11" Type="http://schemas.openxmlformats.org/officeDocument/2006/relationships/image" Target="../media/image137.wmf"/><Relationship Id="rId5" Type="http://schemas.openxmlformats.org/officeDocument/2006/relationships/image" Target="../media/image134.wmf"/><Relationship Id="rId15" Type="http://schemas.openxmlformats.org/officeDocument/2006/relationships/image" Target="../media/image132.wmf"/><Relationship Id="rId10" Type="http://schemas.openxmlformats.org/officeDocument/2006/relationships/oleObject" Target="../embeddings/oleObject148.bin"/><Relationship Id="rId4" Type="http://schemas.openxmlformats.org/officeDocument/2006/relationships/oleObject" Target="../embeddings/oleObject145.bin"/><Relationship Id="rId9" Type="http://schemas.openxmlformats.org/officeDocument/2006/relationships/image" Target="../media/image136.wmf"/><Relationship Id="rId14" Type="http://schemas.openxmlformats.org/officeDocument/2006/relationships/oleObject" Target="../embeddings/oleObject150.bin"/></Relationships>
</file>

<file path=ppt/slides/_rels/slide32.x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oleObject" Target="../embeddings/oleObject157.bin"/><Relationship Id="rId3" Type="http://schemas.openxmlformats.org/officeDocument/2006/relationships/oleObject" Target="../embeddings/oleObject152.bin"/><Relationship Id="rId7" Type="http://schemas.openxmlformats.org/officeDocument/2006/relationships/oleObject" Target="../embeddings/oleObject154.bin"/><Relationship Id="rId12" Type="http://schemas.openxmlformats.org/officeDocument/2006/relationships/image" Target="../media/image144.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41.wmf"/><Relationship Id="rId11" Type="http://schemas.openxmlformats.org/officeDocument/2006/relationships/oleObject" Target="../embeddings/oleObject156.bin"/><Relationship Id="rId5" Type="http://schemas.openxmlformats.org/officeDocument/2006/relationships/oleObject" Target="../embeddings/oleObject153.bin"/><Relationship Id="rId10" Type="http://schemas.openxmlformats.org/officeDocument/2006/relationships/image" Target="../media/image143.wmf"/><Relationship Id="rId4" Type="http://schemas.openxmlformats.org/officeDocument/2006/relationships/image" Target="../media/image140.wmf"/><Relationship Id="rId9" Type="http://schemas.openxmlformats.org/officeDocument/2006/relationships/oleObject" Target="../embeddings/oleObject155.bin"/><Relationship Id="rId14" Type="http://schemas.openxmlformats.org/officeDocument/2006/relationships/image" Target="../media/image145.wmf"/></Relationships>
</file>

<file path=ppt/slides/_rels/slide33.x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oleObject" Target="../embeddings/oleObject163.bin"/><Relationship Id="rId3" Type="http://schemas.openxmlformats.org/officeDocument/2006/relationships/oleObject" Target="../embeddings/oleObject158.bin"/><Relationship Id="rId7" Type="http://schemas.openxmlformats.org/officeDocument/2006/relationships/oleObject" Target="../embeddings/oleObject160.bin"/><Relationship Id="rId12" Type="http://schemas.openxmlformats.org/officeDocument/2006/relationships/image" Target="../media/image144.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141.wmf"/><Relationship Id="rId11" Type="http://schemas.openxmlformats.org/officeDocument/2006/relationships/oleObject" Target="../embeddings/oleObject162.bin"/><Relationship Id="rId5" Type="http://schemas.openxmlformats.org/officeDocument/2006/relationships/oleObject" Target="../embeddings/oleObject159.bin"/><Relationship Id="rId10" Type="http://schemas.openxmlformats.org/officeDocument/2006/relationships/image" Target="../media/image146.wmf"/><Relationship Id="rId4" Type="http://schemas.openxmlformats.org/officeDocument/2006/relationships/image" Target="../media/image140.wmf"/><Relationship Id="rId9" Type="http://schemas.openxmlformats.org/officeDocument/2006/relationships/oleObject" Target="../embeddings/oleObject161.bin"/><Relationship Id="rId14" Type="http://schemas.openxmlformats.org/officeDocument/2006/relationships/image" Target="../media/image147.wmf"/></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ext Box 4"/>
          <p:cNvSpPr txBox="1">
            <a:spLocks noChangeArrowheads="1"/>
          </p:cNvSpPr>
          <p:nvPr/>
        </p:nvSpPr>
        <p:spPr bwMode="auto">
          <a:xfrm>
            <a:off x="1787033" y="2304292"/>
            <a:ext cx="4906566" cy="415498"/>
          </a:xfrm>
          <a:prstGeom prst="rect">
            <a:avLst/>
          </a:prstGeom>
          <a:noFill/>
          <a:ln w="9525">
            <a:noFill/>
            <a:miter lim="800000"/>
            <a:headEnd/>
            <a:tailEnd/>
          </a:ln>
        </p:spPr>
        <p:txBody>
          <a:bodyPr wrap="square">
            <a:spAutoFit/>
          </a:bodyPr>
          <a:lstStyle/>
          <a:p>
            <a:r>
              <a:rPr kumimoji="1" lang="en-US" altLang="zh-CN" sz="2100" dirty="0">
                <a:solidFill>
                  <a:srgbClr val="000000"/>
                </a:solidFill>
                <a:latin typeface="Times New Roman" pitchFamily="18" charset="0"/>
              </a:rPr>
              <a:t>§12.6  </a:t>
            </a:r>
            <a:r>
              <a:rPr kumimoji="1" lang="zh-CN" altLang="en-US" sz="2100" dirty="0">
                <a:solidFill>
                  <a:srgbClr val="000000"/>
                </a:solidFill>
                <a:latin typeface="Times New Roman" pitchFamily="18" charset="0"/>
              </a:rPr>
              <a:t>麦克斯韦气体分子速率分布律</a:t>
            </a:r>
          </a:p>
        </p:txBody>
      </p:sp>
      <p:sp>
        <p:nvSpPr>
          <p:cNvPr id="10" name="Text Box 5"/>
          <p:cNvSpPr txBox="1">
            <a:spLocks noChangeArrowheads="1"/>
          </p:cNvSpPr>
          <p:nvPr/>
        </p:nvSpPr>
        <p:spPr bwMode="auto">
          <a:xfrm>
            <a:off x="1787033" y="3632006"/>
            <a:ext cx="5940029" cy="415498"/>
          </a:xfrm>
          <a:prstGeom prst="rect">
            <a:avLst/>
          </a:prstGeom>
          <a:noFill/>
          <a:ln w="9525">
            <a:noFill/>
            <a:miter lim="800000"/>
            <a:headEnd/>
            <a:tailEnd/>
          </a:ln>
        </p:spPr>
        <p:txBody>
          <a:bodyPr wrap="square">
            <a:spAutoFit/>
          </a:bodyPr>
          <a:lstStyle/>
          <a:p>
            <a:pPr>
              <a:buClr>
                <a:srgbClr val="FF9900"/>
              </a:buClr>
              <a:buFont typeface="Wingdings" pitchFamily="2" charset="2"/>
              <a:buNone/>
            </a:pPr>
            <a:r>
              <a:rPr kumimoji="1" lang="en-US" altLang="zh-CN" sz="2100" dirty="0">
                <a:solidFill>
                  <a:srgbClr val="000000"/>
                </a:solidFill>
                <a:latin typeface="Times New Roman" pitchFamily="18" charset="0"/>
              </a:rPr>
              <a:t>§12.8  </a:t>
            </a:r>
            <a:r>
              <a:rPr kumimoji="1" lang="zh-CN" altLang="en-US" sz="2100" dirty="0">
                <a:solidFill>
                  <a:srgbClr val="000000"/>
                </a:solidFill>
                <a:latin typeface="Times New Roman" pitchFamily="18" charset="0"/>
              </a:rPr>
              <a:t>气体分子的平均碰撞次数、平均自由程</a:t>
            </a:r>
          </a:p>
        </p:txBody>
      </p:sp>
      <p:sp>
        <p:nvSpPr>
          <p:cNvPr id="11" name="Text Box 6"/>
          <p:cNvSpPr txBox="1">
            <a:spLocks noChangeArrowheads="1"/>
          </p:cNvSpPr>
          <p:nvPr/>
        </p:nvSpPr>
        <p:spPr bwMode="auto">
          <a:xfrm>
            <a:off x="1629871" y="2968150"/>
            <a:ext cx="4400551" cy="415498"/>
          </a:xfrm>
          <a:prstGeom prst="rect">
            <a:avLst/>
          </a:prstGeom>
          <a:noFill/>
          <a:ln w="9525">
            <a:noFill/>
            <a:miter lim="800000"/>
            <a:headEnd/>
            <a:tailEnd/>
          </a:ln>
        </p:spPr>
        <p:txBody>
          <a:bodyPr>
            <a:spAutoFit/>
          </a:bodyPr>
          <a:lstStyle/>
          <a:p>
            <a:pPr>
              <a:buClr>
                <a:srgbClr val="FF9900"/>
              </a:buClr>
              <a:buFont typeface="Wingdings" pitchFamily="2" charset="2"/>
              <a:buNone/>
            </a:pPr>
            <a:r>
              <a:rPr kumimoji="1" lang="en-US" altLang="zh-CN" sz="2100">
                <a:solidFill>
                  <a:srgbClr val="000000"/>
                </a:solidFill>
                <a:latin typeface="Times New Roman" pitchFamily="18" charset="0"/>
              </a:rPr>
              <a:t>*§</a:t>
            </a:r>
            <a:r>
              <a:rPr kumimoji="1" lang="en-US" altLang="zh-CN" sz="2100" dirty="0">
                <a:solidFill>
                  <a:srgbClr val="000000"/>
                </a:solidFill>
                <a:latin typeface="Times New Roman" pitchFamily="18" charset="0"/>
              </a:rPr>
              <a:t>12.7  </a:t>
            </a:r>
            <a:r>
              <a:rPr kumimoji="1" lang="zh-CN" altLang="en-US" sz="2100" dirty="0">
                <a:solidFill>
                  <a:srgbClr val="000000"/>
                </a:solidFill>
                <a:latin typeface="Times New Roman" pitchFamily="18" charset="0"/>
              </a:rPr>
              <a:t>波耳兹曼能量分布律</a:t>
            </a:r>
          </a:p>
        </p:txBody>
      </p:sp>
      <p:sp>
        <p:nvSpPr>
          <p:cNvPr id="12" name="Text Box 8"/>
          <p:cNvSpPr txBox="1">
            <a:spLocks noChangeArrowheads="1"/>
          </p:cNvSpPr>
          <p:nvPr/>
        </p:nvSpPr>
        <p:spPr bwMode="auto">
          <a:xfrm>
            <a:off x="1787033" y="1636864"/>
            <a:ext cx="5263754" cy="415498"/>
          </a:xfrm>
          <a:prstGeom prst="rect">
            <a:avLst/>
          </a:prstGeom>
          <a:noFill/>
          <a:ln w="9525">
            <a:noFill/>
            <a:miter lim="800000"/>
            <a:headEnd/>
            <a:tailEnd/>
          </a:ln>
        </p:spPr>
        <p:txBody>
          <a:bodyPr wrap="square">
            <a:spAutoFit/>
          </a:bodyPr>
          <a:lstStyle/>
          <a:p>
            <a:r>
              <a:rPr kumimoji="1" lang="en-US" altLang="zh-CN" sz="2100" dirty="0">
                <a:solidFill>
                  <a:srgbClr val="000000"/>
                </a:solidFill>
                <a:latin typeface="Times New Roman" pitchFamily="18" charset="0"/>
              </a:rPr>
              <a:t>§12.5  </a:t>
            </a:r>
            <a:r>
              <a:rPr lang="zh-CN" altLang="en-US" sz="2100" dirty="0"/>
              <a:t>能量均分定理、理想气体的内能</a:t>
            </a:r>
            <a:endParaRPr kumimoji="1" lang="zh-CN" altLang="en-US" sz="2100" dirty="0">
              <a:solidFill>
                <a:srgbClr val="000000"/>
              </a:solidFill>
              <a:latin typeface="Times New Roman" pitchFamily="18" charset="0"/>
            </a:endParaRPr>
          </a:p>
        </p:txBody>
      </p:sp>
      <p:sp>
        <p:nvSpPr>
          <p:cNvPr id="13" name="Text Box 9"/>
          <p:cNvSpPr txBox="1">
            <a:spLocks noChangeArrowheads="1"/>
          </p:cNvSpPr>
          <p:nvPr/>
        </p:nvSpPr>
        <p:spPr bwMode="auto">
          <a:xfrm>
            <a:off x="2390680" y="716737"/>
            <a:ext cx="4644629" cy="507831"/>
          </a:xfrm>
          <a:prstGeom prst="rect">
            <a:avLst/>
          </a:prstGeom>
          <a:noFill/>
          <a:ln w="9525">
            <a:noFill/>
            <a:miter lim="800000"/>
            <a:headEnd/>
            <a:tailEnd/>
          </a:ln>
        </p:spPr>
        <p:txBody>
          <a:bodyPr>
            <a:spAutoFit/>
          </a:bodyPr>
          <a:lstStyle/>
          <a:p>
            <a:pPr algn="ctr"/>
            <a:r>
              <a:rPr kumimoji="1" lang="zh-CN" altLang="en-US" sz="2700" dirty="0">
                <a:solidFill>
                  <a:srgbClr val="000000"/>
                </a:solidFill>
                <a:latin typeface="宋体" pitchFamily="2" charset="-122"/>
              </a:rPr>
              <a:t>第十二章  气体动理论</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7"/>
          <p:cNvSpPr txBox="1">
            <a:spLocks noChangeArrowheads="1"/>
          </p:cNvSpPr>
          <p:nvPr/>
        </p:nvSpPr>
        <p:spPr bwMode="auto">
          <a:xfrm>
            <a:off x="1665960" y="293539"/>
            <a:ext cx="5861298" cy="415498"/>
          </a:xfrm>
          <a:prstGeom prst="rect">
            <a:avLst/>
          </a:prstGeom>
          <a:noFill/>
          <a:ln w="9525">
            <a:noFill/>
            <a:miter lim="800000"/>
            <a:headEnd/>
            <a:tailEnd/>
          </a:ln>
        </p:spPr>
        <p:txBody>
          <a:bodyPr wrap="square">
            <a:spAutoFit/>
          </a:bodyPr>
          <a:lstStyle/>
          <a:p>
            <a:pPr algn="ctr">
              <a:spcBef>
                <a:spcPct val="50000"/>
              </a:spcBef>
            </a:pPr>
            <a:r>
              <a:rPr lang="en-US" altLang="zh-CN" sz="2100" dirty="0">
                <a:latin typeface="Times New Roman" panose="02020603050405020304" pitchFamily="18" charset="0"/>
                <a:ea typeface="+mn-ea"/>
                <a:cs typeface="Times New Roman" panose="02020603050405020304" pitchFamily="18" charset="0"/>
              </a:rPr>
              <a:t>§ 12.5   </a:t>
            </a:r>
            <a:r>
              <a:rPr lang="zh-CN" altLang="en-US" sz="2100" dirty="0">
                <a:latin typeface="Times New Roman" panose="02020603050405020304" pitchFamily="18" charset="0"/>
                <a:ea typeface="+mn-ea"/>
                <a:cs typeface="Times New Roman" panose="02020603050405020304" pitchFamily="18" charset="0"/>
              </a:rPr>
              <a:t>能量均分定理、理想气体的内能</a:t>
            </a:r>
          </a:p>
        </p:txBody>
      </p:sp>
      <p:graphicFrame>
        <p:nvGraphicFramePr>
          <p:cNvPr id="23" name="Object 3"/>
          <p:cNvGraphicFramePr>
            <a:graphicFrameLocks noChangeAspect="1"/>
          </p:cNvGraphicFramePr>
          <p:nvPr>
            <p:extLst>
              <p:ext uri="{D42A27DB-BD31-4B8C-83A1-F6EECF244321}">
                <p14:modId xmlns:p14="http://schemas.microsoft.com/office/powerpoint/2010/main" val="1072620336"/>
              </p:ext>
            </p:extLst>
          </p:nvPr>
        </p:nvGraphicFramePr>
        <p:xfrm>
          <a:off x="1788051" y="1213153"/>
          <a:ext cx="2392091" cy="798518"/>
        </p:xfrm>
        <a:graphic>
          <a:graphicData uri="http://schemas.openxmlformats.org/presentationml/2006/ole">
            <mc:AlternateContent xmlns:mc="http://schemas.openxmlformats.org/markup-compatibility/2006">
              <mc:Choice xmlns:v="urn:schemas-microsoft-com:vml" Requires="v">
                <p:oleObj spid="_x0000_s72874" name="Equation" r:id="rId3" imgW="1180800" imgH="393480" progId="Equation.DSMT4">
                  <p:embed/>
                </p:oleObj>
              </mc:Choice>
              <mc:Fallback>
                <p:oleObj name="Equation" r:id="rId3" imgW="1180800" imgH="393480" progId="Equation.DSMT4">
                  <p:embed/>
                  <p:pic>
                    <p:nvPicPr>
                      <p:cNvPr id="29699" name="Object 3"/>
                      <p:cNvPicPr>
                        <a:picLocks noChangeAspect="1" noChangeArrowheads="1"/>
                      </p:cNvPicPr>
                      <p:nvPr/>
                    </p:nvPicPr>
                    <p:blipFill>
                      <a:blip r:embed="rId4"/>
                      <a:srcRect/>
                      <a:stretch>
                        <a:fillRect/>
                      </a:stretch>
                    </p:blipFill>
                    <p:spPr bwMode="auto">
                      <a:xfrm>
                        <a:off x="1788051" y="1213153"/>
                        <a:ext cx="2392091" cy="798518"/>
                      </a:xfrm>
                      <a:prstGeom prst="rect">
                        <a:avLst/>
                      </a:prstGeom>
                      <a:noFill/>
                      <a:extLst/>
                    </p:spPr>
                  </p:pic>
                </p:oleObj>
              </mc:Fallback>
            </mc:AlternateContent>
          </a:graphicData>
        </a:graphic>
      </p:graphicFrame>
      <p:sp>
        <p:nvSpPr>
          <p:cNvPr id="24" name="Text Box 4"/>
          <p:cNvSpPr txBox="1">
            <a:spLocks noChangeArrowheads="1"/>
          </p:cNvSpPr>
          <p:nvPr/>
        </p:nvSpPr>
        <p:spPr bwMode="auto">
          <a:xfrm>
            <a:off x="4457700" y="1387627"/>
            <a:ext cx="3543300" cy="415498"/>
          </a:xfrm>
          <a:prstGeom prst="rect">
            <a:avLst/>
          </a:prstGeom>
          <a:noFill/>
          <a:ln w="6350">
            <a:noFill/>
            <a:miter lim="800000"/>
            <a:headEnd/>
            <a:tailEnd/>
          </a:ln>
        </p:spPr>
        <p:txBody>
          <a:bodyPr>
            <a:spAutoFit/>
          </a:bodyPr>
          <a:lstStyle/>
          <a:p>
            <a:pPr>
              <a:spcBef>
                <a:spcPct val="50000"/>
              </a:spcBef>
            </a:pPr>
            <a:r>
              <a:rPr lang="en-US" altLang="zh-CN" sz="2100" dirty="0">
                <a:solidFill>
                  <a:srgbClr val="1C1C1C"/>
                </a:solidFill>
                <a:latin typeface="Times New Roman" panose="02020603050405020304" pitchFamily="18" charset="0"/>
                <a:ea typeface="+mn-ea"/>
                <a:cs typeface="Times New Roman" panose="02020603050405020304" pitchFamily="18" charset="0"/>
              </a:rPr>
              <a:t> </a:t>
            </a:r>
            <a:r>
              <a:rPr lang="zh-CN" altLang="en-US" sz="2100" dirty="0">
                <a:solidFill>
                  <a:srgbClr val="1C1C1C"/>
                </a:solidFill>
                <a:latin typeface="Times New Roman" panose="02020603050405020304" pitchFamily="18" charset="0"/>
                <a:ea typeface="+mn-ea"/>
                <a:cs typeface="Times New Roman" panose="02020603050405020304" pitchFamily="18" charset="0"/>
              </a:rPr>
              <a:t>分子</a:t>
            </a:r>
            <a:r>
              <a:rPr lang="zh-CN" altLang="en-US" sz="2100" dirty="0">
                <a:solidFill>
                  <a:srgbClr val="0000FF"/>
                </a:solidFill>
                <a:latin typeface="Times New Roman" panose="02020603050405020304" pitchFamily="18" charset="0"/>
                <a:ea typeface="+mn-ea"/>
                <a:cs typeface="Times New Roman" panose="02020603050405020304" pitchFamily="18" charset="0"/>
              </a:rPr>
              <a:t>平</a:t>
            </a:r>
            <a:r>
              <a:rPr lang="zh-CN" altLang="en-US" sz="2100" dirty="0">
                <a:latin typeface="Times New Roman" panose="02020603050405020304" pitchFamily="18" charset="0"/>
                <a:ea typeface="+mn-ea"/>
                <a:cs typeface="Times New Roman" panose="02020603050405020304" pitchFamily="18" charset="0"/>
              </a:rPr>
              <a:t>均</a:t>
            </a:r>
            <a:r>
              <a:rPr lang="zh-CN" altLang="en-US" sz="2100" dirty="0">
                <a:solidFill>
                  <a:srgbClr val="0000FF"/>
                </a:solidFill>
                <a:latin typeface="Times New Roman" panose="02020603050405020304" pitchFamily="18" charset="0"/>
                <a:ea typeface="+mn-ea"/>
                <a:cs typeface="Times New Roman" panose="02020603050405020304" pitchFamily="18" charset="0"/>
              </a:rPr>
              <a:t>平</a:t>
            </a:r>
            <a:r>
              <a:rPr lang="zh-CN" altLang="en-US" sz="2100" dirty="0">
                <a:latin typeface="Times New Roman" panose="02020603050405020304" pitchFamily="18" charset="0"/>
                <a:ea typeface="+mn-ea"/>
                <a:cs typeface="Times New Roman" panose="02020603050405020304" pitchFamily="18" charset="0"/>
              </a:rPr>
              <a:t>动</a:t>
            </a:r>
            <a:r>
              <a:rPr lang="zh-CN" altLang="en-US" sz="2100">
                <a:solidFill>
                  <a:srgbClr val="0000FF"/>
                </a:solidFill>
                <a:latin typeface="Times New Roman" panose="02020603050405020304" pitchFamily="18" charset="0"/>
                <a:ea typeface="+mn-ea"/>
                <a:cs typeface="Times New Roman" panose="02020603050405020304" pitchFamily="18" charset="0"/>
              </a:rPr>
              <a:t>动</a:t>
            </a:r>
            <a:r>
              <a:rPr lang="zh-CN" altLang="en-US" sz="2100">
                <a:latin typeface="Times New Roman" panose="02020603050405020304" pitchFamily="18" charset="0"/>
                <a:ea typeface="+mn-ea"/>
                <a:cs typeface="Times New Roman" panose="02020603050405020304" pitchFamily="18" charset="0"/>
              </a:rPr>
              <a:t>能</a:t>
            </a:r>
            <a:endParaRPr lang="zh-CN" altLang="en-US" sz="2100" dirty="0">
              <a:latin typeface="Times New Roman" panose="02020603050405020304" pitchFamily="18" charset="0"/>
              <a:ea typeface="+mn-ea"/>
              <a:cs typeface="Times New Roman" panose="02020603050405020304" pitchFamily="18" charset="0"/>
            </a:endParaRPr>
          </a:p>
        </p:txBody>
      </p:sp>
      <p:sp>
        <p:nvSpPr>
          <p:cNvPr id="25" name="Text Box 4"/>
          <p:cNvSpPr txBox="1">
            <a:spLocks noChangeArrowheads="1"/>
          </p:cNvSpPr>
          <p:nvPr/>
        </p:nvSpPr>
        <p:spPr bwMode="auto">
          <a:xfrm>
            <a:off x="1650206" y="2316314"/>
            <a:ext cx="6243638" cy="415498"/>
          </a:xfrm>
          <a:prstGeom prst="rect">
            <a:avLst/>
          </a:prstGeom>
          <a:noFill/>
          <a:ln w="6350">
            <a:noFill/>
            <a:miter lim="800000"/>
            <a:headEnd/>
            <a:tailEnd/>
          </a:ln>
        </p:spPr>
        <p:txBody>
          <a:bodyPr wrap="square">
            <a:spAutoFit/>
          </a:bodyPr>
          <a:lstStyle/>
          <a:p>
            <a:pPr>
              <a:spcBef>
                <a:spcPct val="50000"/>
              </a:spcBef>
            </a:pPr>
            <a:r>
              <a:rPr lang="en-US" altLang="zh-CN" sz="2100" dirty="0">
                <a:latin typeface="Times New Roman" panose="02020603050405020304" pitchFamily="18" charset="0"/>
                <a:ea typeface="+mn-ea"/>
                <a:cs typeface="Times New Roman" panose="02020603050405020304" pitchFamily="18" charset="0"/>
              </a:rPr>
              <a:t> </a:t>
            </a:r>
            <a:r>
              <a:rPr lang="zh-CN" altLang="en-US" sz="2100">
                <a:latin typeface="Times New Roman" panose="02020603050405020304" pitchFamily="18" charset="0"/>
                <a:ea typeface="+mn-ea"/>
                <a:cs typeface="Times New Roman" panose="02020603050405020304" pitchFamily="18" charset="0"/>
              </a:rPr>
              <a:t>分子除了平动，还有什么运动？有没有能量？</a:t>
            </a:r>
            <a:endParaRPr lang="zh-CN" altLang="en-US" sz="2100" dirty="0">
              <a:latin typeface="Times New Roman" panose="02020603050405020304" pitchFamily="18" charset="0"/>
              <a:ea typeface="+mn-ea"/>
              <a:cs typeface="Times New Roman" panose="02020603050405020304" pitchFamily="18" charset="0"/>
            </a:endParaRPr>
          </a:p>
        </p:txBody>
      </p:sp>
      <p:pic>
        <p:nvPicPr>
          <p:cNvPr id="4" name="图片 3"/>
          <p:cNvPicPr>
            <a:picLocks noChangeAspect="1"/>
          </p:cNvPicPr>
          <p:nvPr/>
        </p:nvPicPr>
        <p:blipFill>
          <a:blip r:embed="rId5">
            <a:clrChange>
              <a:clrFrom>
                <a:srgbClr val="EDF6F7"/>
              </a:clrFrom>
              <a:clrTo>
                <a:srgbClr val="EDF6F7">
                  <a:alpha val="0"/>
                </a:srgbClr>
              </a:clrTo>
            </a:clrChange>
            <a:extLst>
              <a:ext uri="{BEBA8EAE-BF5A-486C-A8C5-ECC9F3942E4B}">
                <a14:imgProps xmlns:a14="http://schemas.microsoft.com/office/drawing/2010/main">
                  <a14:imgLayer r:embed="rId6">
                    <a14:imgEffect>
                      <a14:backgroundRemoval t="0" b="100000" l="0" r="100000">
                        <a14:foregroundMark x1="85484" y1="86047" x2="87634" y2="80066"/>
                        <a14:foregroundMark x1="54301" y1="4319" x2="54301" y2="4319"/>
                        <a14:foregroundMark x1="34409" y1="1661" x2="34409" y2="1661"/>
                        <a14:foregroundMark x1="17204" y1="56146" x2="17204" y2="56146"/>
                        <a14:foregroundMark x1="13441" y1="91030" x2="13441" y2="91030"/>
                        <a14:foregroundMark x1="55376" y1="91362" x2="55376" y2="91362"/>
                        <a14:foregroundMark x1="72581" y1="42525" x2="72581" y2="42525"/>
                        <a14:foregroundMark x1="27957" y1="23588" x2="27957" y2="23588"/>
                        <a14:backgroundMark x1="16129" y1="11296" x2="15591" y2="997"/>
                        <a14:backgroundMark x1="90860" y1="9635" x2="90860" y2="9635"/>
                        <a14:backgroundMark x1="94624" y1="97674" x2="94624" y2="97674"/>
                        <a14:backgroundMark x1="3763" y1="69435" x2="3763" y2="69435"/>
                      </a14:backgroundRemoval>
                    </a14:imgEffect>
                  </a14:imgLayer>
                </a14:imgProps>
              </a:ext>
            </a:extLst>
          </a:blip>
          <a:stretch>
            <a:fillRect/>
          </a:stretch>
        </p:blipFill>
        <p:spPr>
          <a:xfrm>
            <a:off x="2207419" y="3164682"/>
            <a:ext cx="1004278" cy="1625203"/>
          </a:xfrm>
          <a:prstGeom prst="rect">
            <a:avLst/>
          </a:prstGeom>
        </p:spPr>
      </p:pic>
      <p:pic>
        <p:nvPicPr>
          <p:cNvPr id="7" name="图片 6"/>
          <p:cNvPicPr>
            <a:picLocks noChangeAspect="1"/>
          </p:cNvPicPr>
          <p:nvPr/>
        </p:nvPicPr>
        <p:blipFill rotWithShape="1">
          <a:blip r:embed="rId7">
            <a:extLst>
              <a:ext uri="{28A0092B-C50C-407E-A947-70E740481C1C}">
                <a14:useLocalDpi xmlns:a14="http://schemas.microsoft.com/office/drawing/2010/main" val="0"/>
              </a:ext>
            </a:extLst>
          </a:blip>
          <a:srcRect t="21200" b="10267"/>
          <a:stretch/>
        </p:blipFill>
        <p:spPr>
          <a:xfrm>
            <a:off x="3636169" y="2971800"/>
            <a:ext cx="3571875" cy="1835944"/>
          </a:xfrm>
          <a:prstGeom prst="rect">
            <a:avLst/>
          </a:prstGeom>
        </p:spPr>
      </p:pic>
    </p:spTree>
    <p:extLst>
      <p:ext uri="{BB962C8B-B14F-4D97-AF65-F5344CB8AC3E}">
        <p14:creationId xmlns:p14="http://schemas.microsoft.com/office/powerpoint/2010/main" val="2154532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vertic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00" name="Group 14"/>
          <p:cNvGrpSpPr>
            <a:grpSpLocks/>
          </p:cNvGrpSpPr>
          <p:nvPr/>
        </p:nvGrpSpPr>
        <p:grpSpPr bwMode="auto">
          <a:xfrm>
            <a:off x="1259792" y="1677718"/>
            <a:ext cx="7108032" cy="1062038"/>
            <a:chOff x="475" y="1094"/>
            <a:chExt cx="5970" cy="892"/>
          </a:xfrm>
        </p:grpSpPr>
        <p:sp>
          <p:nvSpPr>
            <p:cNvPr id="4107" name="Text Box 5"/>
            <p:cNvSpPr txBox="1">
              <a:spLocks noChangeArrowheads="1"/>
            </p:cNvSpPr>
            <p:nvPr/>
          </p:nvSpPr>
          <p:spPr bwMode="auto">
            <a:xfrm>
              <a:off x="475" y="1094"/>
              <a:ext cx="5970" cy="892"/>
            </a:xfrm>
            <a:prstGeom prst="rect">
              <a:avLst/>
            </a:prstGeom>
            <a:noFill/>
            <a:ln w="28575">
              <a:noFill/>
              <a:miter lim="800000"/>
              <a:headEnd/>
              <a:tailEnd/>
            </a:ln>
          </p:spPr>
          <p:txBody>
            <a:bodyPr wrap="square">
              <a:spAutoFit/>
            </a:bodyPr>
            <a:lstStyle/>
            <a:p>
              <a:pPr>
                <a:lnSpc>
                  <a:spcPct val="150000"/>
                </a:lnSpc>
                <a:spcBef>
                  <a:spcPct val="50000"/>
                </a:spcBef>
              </a:pPr>
              <a:r>
                <a:rPr lang="zh-CN" altLang="en-US" sz="2100" dirty="0">
                  <a:solidFill>
                    <a:srgbClr val="1C1C1C"/>
                  </a:solidFill>
                  <a:latin typeface="Times New Roman" panose="02020603050405020304" pitchFamily="18" charset="0"/>
                  <a:ea typeface="+mn-ea"/>
                  <a:cs typeface="Times New Roman" panose="02020603050405020304" pitchFamily="18" charset="0"/>
                </a:rPr>
                <a:t>         分子能量中独立的</a:t>
              </a:r>
              <a:r>
                <a:rPr lang="zh-CN" altLang="en-US" sz="2100" dirty="0">
                  <a:solidFill>
                    <a:srgbClr val="0000FF"/>
                  </a:solidFill>
                  <a:latin typeface="Times New Roman" panose="02020603050405020304" pitchFamily="18" charset="0"/>
                  <a:ea typeface="+mn-ea"/>
                  <a:cs typeface="Times New Roman" panose="02020603050405020304" pitchFamily="18" charset="0"/>
                </a:rPr>
                <a:t>速度</a:t>
              </a:r>
              <a:r>
                <a:rPr lang="zh-CN" altLang="en-US" sz="2100" dirty="0">
                  <a:solidFill>
                    <a:srgbClr val="1C1C1C"/>
                  </a:solidFill>
                  <a:latin typeface="Times New Roman" panose="02020603050405020304" pitchFamily="18" charset="0"/>
                  <a:ea typeface="+mn-ea"/>
                  <a:cs typeface="Times New Roman" panose="02020603050405020304" pitchFamily="18" charset="0"/>
                </a:rPr>
                <a:t>和</a:t>
              </a:r>
              <a:r>
                <a:rPr lang="zh-CN" altLang="en-US" sz="2100" dirty="0">
                  <a:solidFill>
                    <a:srgbClr val="0000FF"/>
                  </a:solidFill>
                  <a:latin typeface="Times New Roman" panose="02020603050405020304" pitchFamily="18" charset="0"/>
                  <a:ea typeface="+mn-ea"/>
                  <a:cs typeface="Times New Roman" panose="02020603050405020304" pitchFamily="18" charset="0"/>
                </a:rPr>
                <a:t>坐标</a:t>
              </a:r>
              <a:r>
                <a:rPr lang="zh-CN" altLang="en-US" sz="2100" dirty="0">
                  <a:solidFill>
                    <a:srgbClr val="1C1C1C"/>
                  </a:solidFill>
                  <a:latin typeface="Times New Roman" panose="02020603050405020304" pitchFamily="18" charset="0"/>
                  <a:ea typeface="+mn-ea"/>
                  <a:cs typeface="Times New Roman" panose="02020603050405020304" pitchFamily="18" charset="0"/>
                </a:rPr>
                <a:t>的二次方项</a:t>
              </a:r>
              <a:r>
                <a:rPr lang="zh-CN" altLang="en-US" sz="2100" dirty="0">
                  <a:solidFill>
                    <a:srgbClr val="0000FF"/>
                  </a:solidFill>
                  <a:latin typeface="Times New Roman" panose="02020603050405020304" pitchFamily="18" charset="0"/>
                  <a:ea typeface="+mn-ea"/>
                  <a:cs typeface="Times New Roman" panose="02020603050405020304" pitchFamily="18" charset="0"/>
                </a:rPr>
                <a:t>数目</a:t>
              </a:r>
              <a:r>
                <a:rPr lang="zh-CN" altLang="en-US" sz="2100" dirty="0">
                  <a:solidFill>
                    <a:srgbClr val="1C1C1C"/>
                  </a:solidFill>
                  <a:latin typeface="Times New Roman" panose="02020603050405020304" pitchFamily="18" charset="0"/>
                  <a:ea typeface="+mn-ea"/>
                  <a:cs typeface="Times New Roman" panose="02020603050405020304" pitchFamily="18" charset="0"/>
                </a:rPr>
                <a:t>叫做分子能量</a:t>
              </a:r>
              <a:r>
                <a:rPr lang="zh-CN" altLang="en-US" sz="2100" dirty="0">
                  <a:solidFill>
                    <a:srgbClr val="0000FF"/>
                  </a:solidFill>
                  <a:latin typeface="Times New Roman" panose="02020603050405020304" pitchFamily="18" charset="0"/>
                  <a:ea typeface="+mn-ea"/>
                  <a:cs typeface="Times New Roman" panose="02020603050405020304" pitchFamily="18" charset="0"/>
                </a:rPr>
                <a:t>自由度</a:t>
              </a:r>
              <a:r>
                <a:rPr lang="zh-CN" altLang="en-US" sz="2100" dirty="0">
                  <a:solidFill>
                    <a:srgbClr val="1C1C1C"/>
                  </a:solidFill>
                  <a:latin typeface="Times New Roman" panose="02020603050405020304" pitchFamily="18" charset="0"/>
                  <a:ea typeface="+mn-ea"/>
                  <a:cs typeface="Times New Roman" panose="02020603050405020304" pitchFamily="18" charset="0"/>
                </a:rPr>
                <a:t>的数目</a:t>
              </a:r>
              <a:r>
                <a:rPr lang="en-US" altLang="zh-CN" sz="2100" dirty="0">
                  <a:solidFill>
                    <a:srgbClr val="1C1C1C"/>
                  </a:solidFill>
                  <a:latin typeface="Times New Roman" panose="02020603050405020304" pitchFamily="18" charset="0"/>
                  <a:ea typeface="+mn-ea"/>
                  <a:cs typeface="Times New Roman" panose="02020603050405020304" pitchFamily="18" charset="0"/>
                </a:rPr>
                <a:t>,  </a:t>
              </a:r>
              <a:r>
                <a:rPr lang="zh-CN" altLang="en-US" sz="2100" dirty="0">
                  <a:solidFill>
                    <a:srgbClr val="1C1C1C"/>
                  </a:solidFill>
                  <a:latin typeface="Times New Roman" panose="02020603050405020304" pitchFamily="18" charset="0"/>
                  <a:ea typeface="+mn-ea"/>
                  <a:cs typeface="Times New Roman" panose="02020603050405020304" pitchFamily="18" charset="0"/>
                </a:rPr>
                <a:t>简称自由度，用符号    表示</a:t>
              </a:r>
              <a:r>
                <a:rPr lang="en-US" altLang="zh-CN" sz="2100" dirty="0">
                  <a:solidFill>
                    <a:srgbClr val="1C1C1C"/>
                  </a:solidFill>
                  <a:latin typeface="Times New Roman" panose="02020603050405020304" pitchFamily="18" charset="0"/>
                  <a:ea typeface="+mn-ea"/>
                  <a:cs typeface="Times New Roman" panose="02020603050405020304" pitchFamily="18" charset="0"/>
                </a:rPr>
                <a:t>.</a:t>
              </a:r>
            </a:p>
          </p:txBody>
        </p:sp>
        <p:graphicFrame>
          <p:nvGraphicFramePr>
            <p:cNvPr id="4099" name="Object 6"/>
            <p:cNvGraphicFramePr>
              <a:graphicFrameLocks noChangeAspect="1"/>
            </p:cNvGraphicFramePr>
            <p:nvPr>
              <p:extLst>
                <p:ext uri="{D42A27DB-BD31-4B8C-83A1-F6EECF244321}">
                  <p14:modId xmlns:p14="http://schemas.microsoft.com/office/powerpoint/2010/main" val="296475441"/>
                </p:ext>
              </p:extLst>
            </p:nvPr>
          </p:nvGraphicFramePr>
          <p:xfrm>
            <a:off x="4843" y="1595"/>
            <a:ext cx="156" cy="312"/>
          </p:xfrm>
          <a:graphic>
            <a:graphicData uri="http://schemas.openxmlformats.org/presentationml/2006/ole">
              <mc:AlternateContent xmlns:mc="http://schemas.openxmlformats.org/markup-compatibility/2006">
                <mc:Choice xmlns:v="urn:schemas-microsoft-com:vml" Requires="v">
                  <p:oleObj spid="_x0000_s79986" name="Equation" r:id="rId3" imgW="114120" imgH="228600" progId="Equation.3">
                    <p:embed/>
                  </p:oleObj>
                </mc:Choice>
                <mc:Fallback>
                  <p:oleObj name="Equation" r:id="rId3" imgW="114120" imgH="228600" progId="Equation.3">
                    <p:embed/>
                    <p:pic>
                      <p:nvPicPr>
                        <p:cNvPr id="409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43" y="1595"/>
                          <a:ext cx="156" cy="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15"/>
          <p:cNvGrpSpPr>
            <a:grpSpLocks/>
          </p:cNvGrpSpPr>
          <p:nvPr/>
        </p:nvGrpSpPr>
        <p:grpSpPr bwMode="auto">
          <a:xfrm>
            <a:off x="1975676" y="3081347"/>
            <a:ext cx="3349811" cy="431448"/>
            <a:chOff x="839" y="1970"/>
            <a:chExt cx="2383" cy="307"/>
          </a:xfrm>
        </p:grpSpPr>
        <p:graphicFrame>
          <p:nvGraphicFramePr>
            <p:cNvPr id="4098" name="Object 8"/>
            <p:cNvGraphicFramePr>
              <a:graphicFrameLocks noChangeAspect="1"/>
            </p:cNvGraphicFramePr>
            <p:nvPr>
              <p:extLst>
                <p:ext uri="{D42A27DB-BD31-4B8C-83A1-F6EECF244321}">
                  <p14:modId xmlns:p14="http://schemas.microsoft.com/office/powerpoint/2010/main" val="1997470568"/>
                </p:ext>
              </p:extLst>
            </p:nvPr>
          </p:nvGraphicFramePr>
          <p:xfrm>
            <a:off x="2178" y="1970"/>
            <a:ext cx="1044" cy="307"/>
          </p:xfrm>
          <a:graphic>
            <a:graphicData uri="http://schemas.openxmlformats.org/presentationml/2006/ole">
              <mc:AlternateContent xmlns:mc="http://schemas.openxmlformats.org/markup-compatibility/2006">
                <mc:Choice xmlns:v="urn:schemas-microsoft-com:vml" Requires="v">
                  <p:oleObj spid="_x0000_s79987" name="Equation" r:id="rId5" imgW="711000" imgH="164880" progId="Equation.DSMT4">
                    <p:embed/>
                  </p:oleObj>
                </mc:Choice>
                <mc:Fallback>
                  <p:oleObj name="Equation" r:id="rId5" imgW="711000" imgH="164880" progId="Equation.DSMT4">
                    <p:embed/>
                    <p:pic>
                      <p:nvPicPr>
                        <p:cNvPr id="4098" name="Object 8"/>
                        <p:cNvPicPr>
                          <a:picLocks noChangeAspect="1" noChangeArrowheads="1"/>
                        </p:cNvPicPr>
                        <p:nvPr/>
                      </p:nvPicPr>
                      <p:blipFill>
                        <a:blip r:embed="rId6"/>
                        <a:srcRect/>
                        <a:stretch>
                          <a:fillRect/>
                        </a:stretch>
                      </p:blipFill>
                      <p:spPr bwMode="auto">
                        <a:xfrm>
                          <a:off x="2178" y="1970"/>
                          <a:ext cx="1044" cy="307"/>
                        </a:xfrm>
                        <a:prstGeom prst="rect">
                          <a:avLst/>
                        </a:prstGeom>
                        <a:noFill/>
                        <a:extLst/>
                      </p:spPr>
                    </p:pic>
                  </p:oleObj>
                </mc:Fallback>
              </mc:AlternateContent>
            </a:graphicData>
          </a:graphic>
        </p:graphicFrame>
        <p:sp>
          <p:nvSpPr>
            <p:cNvPr id="4106" name="Text Box 9"/>
            <p:cNvSpPr txBox="1">
              <a:spLocks noChangeArrowheads="1"/>
            </p:cNvSpPr>
            <p:nvPr/>
          </p:nvSpPr>
          <p:spPr bwMode="auto">
            <a:xfrm>
              <a:off x="839" y="1979"/>
              <a:ext cx="2019" cy="296"/>
            </a:xfrm>
            <a:prstGeom prst="rect">
              <a:avLst/>
            </a:prstGeom>
            <a:noFill/>
            <a:ln w="28575">
              <a:noFill/>
              <a:miter lim="800000"/>
              <a:headEnd/>
              <a:tailEnd/>
            </a:ln>
          </p:spPr>
          <p:txBody>
            <a:bodyPr>
              <a:spAutoFit/>
            </a:bodyPr>
            <a:lstStyle/>
            <a:p>
              <a:pPr>
                <a:spcBef>
                  <a:spcPct val="50000"/>
                </a:spcBef>
                <a:buFontTx/>
                <a:buBlip>
                  <a:blip r:embed="rId7"/>
                </a:buBlip>
              </a:pP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自由度数目</a:t>
              </a:r>
            </a:p>
          </p:txBody>
        </p:sp>
      </p:grpSp>
      <p:sp>
        <p:nvSpPr>
          <p:cNvPr id="12" name="Text Box 7"/>
          <p:cNvSpPr txBox="1">
            <a:spLocks noChangeArrowheads="1"/>
          </p:cNvSpPr>
          <p:nvPr/>
        </p:nvSpPr>
        <p:spPr bwMode="auto">
          <a:xfrm>
            <a:off x="1726416" y="319017"/>
            <a:ext cx="5861298" cy="415498"/>
          </a:xfrm>
          <a:prstGeom prst="rect">
            <a:avLst/>
          </a:prstGeom>
          <a:noFill/>
          <a:ln w="9525">
            <a:noFill/>
            <a:miter lim="800000"/>
            <a:headEnd/>
            <a:tailEnd/>
          </a:ln>
        </p:spPr>
        <p:txBody>
          <a:bodyPr wrap="square">
            <a:spAutoFit/>
          </a:bodyPr>
          <a:lstStyle/>
          <a:p>
            <a:pPr algn="ctr">
              <a:spcBef>
                <a:spcPct val="50000"/>
              </a:spcBef>
            </a:pPr>
            <a:r>
              <a:rPr lang="en-US" altLang="zh-CN" sz="2100" dirty="0">
                <a:latin typeface="Times New Roman" panose="02020603050405020304" pitchFamily="18" charset="0"/>
                <a:ea typeface="+mn-ea"/>
                <a:cs typeface="Times New Roman" panose="02020603050405020304" pitchFamily="18" charset="0"/>
              </a:rPr>
              <a:t>§ 12.5   </a:t>
            </a:r>
            <a:r>
              <a:rPr lang="zh-CN" altLang="en-US" sz="2100" dirty="0">
                <a:latin typeface="Times New Roman" panose="02020603050405020304" pitchFamily="18" charset="0"/>
                <a:ea typeface="+mn-ea"/>
                <a:cs typeface="Times New Roman" panose="02020603050405020304" pitchFamily="18" charset="0"/>
              </a:rPr>
              <a:t>能量均分定理、理想气体的内能</a:t>
            </a:r>
          </a:p>
        </p:txBody>
      </p:sp>
      <p:sp>
        <p:nvSpPr>
          <p:cNvPr id="13" name="Text Box 2"/>
          <p:cNvSpPr txBox="1">
            <a:spLocks noChangeArrowheads="1"/>
          </p:cNvSpPr>
          <p:nvPr/>
        </p:nvSpPr>
        <p:spPr bwMode="auto">
          <a:xfrm>
            <a:off x="1309513" y="1240515"/>
            <a:ext cx="2539604" cy="415498"/>
          </a:xfrm>
          <a:prstGeom prst="rect">
            <a:avLst/>
          </a:prstGeom>
          <a:noFill/>
          <a:ln w="9525">
            <a:noFill/>
            <a:miter lim="800000"/>
            <a:headEnd/>
            <a:tailEnd/>
          </a:ln>
        </p:spPr>
        <p:txBody>
          <a:bodyPr>
            <a:spAutoFit/>
          </a:bodyPr>
          <a:lstStyle/>
          <a:p>
            <a:pPr>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一、自由度 </a:t>
            </a:r>
          </a:p>
        </p:txBody>
      </p:sp>
      <p:grpSp>
        <p:nvGrpSpPr>
          <p:cNvPr id="18" name="组合 17"/>
          <p:cNvGrpSpPr/>
          <p:nvPr/>
        </p:nvGrpSpPr>
        <p:grpSpPr>
          <a:xfrm>
            <a:off x="3827490" y="3497580"/>
            <a:ext cx="507831" cy="1101384"/>
            <a:chOff x="3679901" y="4663440"/>
            <a:chExt cx="677108" cy="1468512"/>
          </a:xfrm>
        </p:grpSpPr>
        <p:sp>
          <p:nvSpPr>
            <p:cNvPr id="2" name="TextBox 1"/>
            <p:cNvSpPr txBox="1"/>
            <p:nvPr/>
          </p:nvSpPr>
          <p:spPr>
            <a:xfrm>
              <a:off x="3679901" y="5303520"/>
              <a:ext cx="677108" cy="828432"/>
            </a:xfrm>
            <a:prstGeom prst="rect">
              <a:avLst/>
            </a:prstGeom>
            <a:noFill/>
            <a:ln>
              <a:solidFill>
                <a:srgbClr val="0000FF"/>
              </a:solidFill>
            </a:ln>
          </p:spPr>
          <p:txBody>
            <a:bodyPr vert="eaVert" wrap="none" rtlCol="0">
              <a:spAutoFit/>
            </a:bodyPr>
            <a:lstStyle/>
            <a:p>
              <a:r>
                <a:rPr lang="zh-CN" altLang="en-US" sz="2100" dirty="0">
                  <a:latin typeface="+mn-ea"/>
                  <a:ea typeface="+mn-ea"/>
                </a:rPr>
                <a:t>平动</a:t>
              </a:r>
            </a:p>
          </p:txBody>
        </p:sp>
        <p:cxnSp>
          <p:nvCxnSpPr>
            <p:cNvPr id="6" name="直接箭头连接符 5"/>
            <p:cNvCxnSpPr>
              <a:stCxn id="2" idx="0"/>
            </p:cNvCxnSpPr>
            <p:nvPr/>
          </p:nvCxnSpPr>
          <p:spPr bwMode="auto">
            <a:xfrm flipV="1">
              <a:off x="4018456" y="4663440"/>
              <a:ext cx="324945" cy="640080"/>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grpSp>
      <p:grpSp>
        <p:nvGrpSpPr>
          <p:cNvPr id="22" name="组合 21"/>
          <p:cNvGrpSpPr/>
          <p:nvPr/>
        </p:nvGrpSpPr>
        <p:grpSpPr>
          <a:xfrm>
            <a:off x="5240236" y="3511296"/>
            <a:ext cx="507831" cy="1087668"/>
            <a:chOff x="5499557" y="4681728"/>
            <a:chExt cx="677108" cy="1450224"/>
          </a:xfrm>
        </p:grpSpPr>
        <p:sp>
          <p:nvSpPr>
            <p:cNvPr id="17" name="TextBox 16"/>
            <p:cNvSpPr txBox="1"/>
            <p:nvPr/>
          </p:nvSpPr>
          <p:spPr>
            <a:xfrm>
              <a:off x="5499557" y="5303520"/>
              <a:ext cx="677108" cy="828432"/>
            </a:xfrm>
            <a:prstGeom prst="rect">
              <a:avLst/>
            </a:prstGeom>
            <a:noFill/>
            <a:ln>
              <a:solidFill>
                <a:srgbClr val="0000FF"/>
              </a:solidFill>
            </a:ln>
          </p:spPr>
          <p:txBody>
            <a:bodyPr vert="eaVert" wrap="none" rtlCol="0">
              <a:spAutoFit/>
            </a:bodyPr>
            <a:lstStyle/>
            <a:p>
              <a:r>
                <a:rPr lang="zh-CN" altLang="en-US" sz="2100" dirty="0">
                  <a:latin typeface="+mn-ea"/>
                  <a:ea typeface="+mn-ea"/>
                </a:rPr>
                <a:t>振动</a:t>
              </a:r>
            </a:p>
          </p:txBody>
        </p:sp>
        <p:cxnSp>
          <p:nvCxnSpPr>
            <p:cNvPr id="20" name="直接箭头连接符 19"/>
            <p:cNvCxnSpPr>
              <a:stCxn id="17" idx="0"/>
            </p:cNvCxnSpPr>
            <p:nvPr/>
          </p:nvCxnSpPr>
          <p:spPr bwMode="auto">
            <a:xfrm flipH="1" flipV="1">
              <a:off x="5522977" y="4681728"/>
              <a:ext cx="315135" cy="621792"/>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grpSp>
      <p:grpSp>
        <p:nvGrpSpPr>
          <p:cNvPr id="19" name="组合 18"/>
          <p:cNvGrpSpPr/>
          <p:nvPr/>
        </p:nvGrpSpPr>
        <p:grpSpPr>
          <a:xfrm>
            <a:off x="4516720" y="3556635"/>
            <a:ext cx="507831" cy="1042329"/>
            <a:chOff x="4589729" y="4742180"/>
            <a:chExt cx="677108" cy="1389772"/>
          </a:xfrm>
        </p:grpSpPr>
        <p:sp>
          <p:nvSpPr>
            <p:cNvPr id="16" name="TextBox 15"/>
            <p:cNvSpPr txBox="1"/>
            <p:nvPr/>
          </p:nvSpPr>
          <p:spPr>
            <a:xfrm>
              <a:off x="4589729" y="5303520"/>
              <a:ext cx="677108" cy="828432"/>
            </a:xfrm>
            <a:prstGeom prst="rect">
              <a:avLst/>
            </a:prstGeom>
            <a:noFill/>
            <a:ln>
              <a:solidFill>
                <a:srgbClr val="0000FF"/>
              </a:solidFill>
            </a:ln>
          </p:spPr>
          <p:txBody>
            <a:bodyPr vert="eaVert" wrap="none" rtlCol="0">
              <a:spAutoFit/>
            </a:bodyPr>
            <a:lstStyle/>
            <a:p>
              <a:r>
                <a:rPr lang="zh-CN" altLang="en-US" sz="2100" dirty="0">
                  <a:latin typeface="+mn-ea"/>
                  <a:ea typeface="+mn-ea"/>
                </a:rPr>
                <a:t>转动</a:t>
              </a:r>
            </a:p>
          </p:txBody>
        </p:sp>
        <p:cxnSp>
          <p:nvCxnSpPr>
            <p:cNvPr id="21" name="直接箭头连接符 20"/>
            <p:cNvCxnSpPr/>
            <p:nvPr/>
          </p:nvCxnSpPr>
          <p:spPr bwMode="auto">
            <a:xfrm flipH="1" flipV="1">
              <a:off x="4960620" y="4742180"/>
              <a:ext cx="7585" cy="561340"/>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grpSp>
    </p:spTree>
    <p:extLst>
      <p:ext uri="{BB962C8B-B14F-4D97-AF65-F5344CB8AC3E}">
        <p14:creationId xmlns:p14="http://schemas.microsoft.com/office/powerpoint/2010/main" val="834310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wipe(left)">
                                      <p:cBhvr>
                                        <p:cTn id="7" dur="500"/>
                                        <p:tgtEl>
                                          <p:spTgt spid="410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down)">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down)">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9" name="Object 3"/>
          <p:cNvGraphicFramePr>
            <a:graphicFrameLocks noChangeAspect="1"/>
          </p:cNvGraphicFramePr>
          <p:nvPr>
            <p:extLst>
              <p:ext uri="{D42A27DB-BD31-4B8C-83A1-F6EECF244321}">
                <p14:modId xmlns:p14="http://schemas.microsoft.com/office/powerpoint/2010/main" val="1247289018"/>
              </p:ext>
            </p:extLst>
          </p:nvPr>
        </p:nvGraphicFramePr>
        <p:xfrm>
          <a:off x="1535245" y="1643017"/>
          <a:ext cx="2392091" cy="798518"/>
        </p:xfrm>
        <a:graphic>
          <a:graphicData uri="http://schemas.openxmlformats.org/presentationml/2006/ole">
            <mc:AlternateContent xmlns:mc="http://schemas.openxmlformats.org/markup-compatibility/2006">
              <mc:Choice xmlns:v="urn:schemas-microsoft-com:vml" Requires="v">
                <p:oleObj spid="_x0000_s81229" name="Equation" r:id="rId4" imgW="1180800" imgH="393480" progId="Equation.DSMT4">
                  <p:embed/>
                </p:oleObj>
              </mc:Choice>
              <mc:Fallback>
                <p:oleObj name="Equation" r:id="rId4" imgW="1180800" imgH="393480" progId="Equation.DSMT4">
                  <p:embed/>
                  <p:pic>
                    <p:nvPicPr>
                      <p:cNvPr id="0" name="Object 3"/>
                      <p:cNvPicPr>
                        <a:picLocks noChangeAspect="1" noChangeArrowheads="1"/>
                      </p:cNvPicPr>
                      <p:nvPr/>
                    </p:nvPicPr>
                    <p:blipFill>
                      <a:blip r:embed="rId5"/>
                      <a:srcRect/>
                      <a:stretch>
                        <a:fillRect/>
                      </a:stretch>
                    </p:blipFill>
                    <p:spPr bwMode="auto">
                      <a:xfrm>
                        <a:off x="1535245" y="1643017"/>
                        <a:ext cx="2392091" cy="798518"/>
                      </a:xfrm>
                      <a:prstGeom prst="rect">
                        <a:avLst/>
                      </a:prstGeom>
                      <a:noFill/>
                      <a:extLst/>
                    </p:spPr>
                  </p:pic>
                </p:oleObj>
              </mc:Fallback>
            </mc:AlternateContent>
          </a:graphicData>
        </a:graphic>
      </p:graphicFrame>
      <p:graphicFrame>
        <p:nvGraphicFramePr>
          <p:cNvPr id="29700" name="Object 4"/>
          <p:cNvGraphicFramePr>
            <a:graphicFrameLocks noChangeAspect="1"/>
          </p:cNvGraphicFramePr>
          <p:nvPr>
            <p:extLst>
              <p:ext uri="{D42A27DB-BD31-4B8C-83A1-F6EECF244321}">
                <p14:modId xmlns:p14="http://schemas.microsoft.com/office/powerpoint/2010/main" val="1355895592"/>
              </p:ext>
            </p:extLst>
          </p:nvPr>
        </p:nvGraphicFramePr>
        <p:xfrm>
          <a:off x="5794195" y="2722593"/>
          <a:ext cx="2357106" cy="646722"/>
        </p:xfrm>
        <a:graphic>
          <a:graphicData uri="http://schemas.openxmlformats.org/presentationml/2006/ole">
            <mc:AlternateContent xmlns:mc="http://schemas.openxmlformats.org/markup-compatibility/2006">
              <mc:Choice xmlns:v="urn:schemas-microsoft-com:vml" Requires="v">
                <p:oleObj spid="_x0000_s81230" name="Equation" r:id="rId6" imgW="2019240" imgH="609480" progId="Equation.DSMT4">
                  <p:embed/>
                </p:oleObj>
              </mc:Choice>
              <mc:Fallback>
                <p:oleObj name="Equation" r:id="rId6" imgW="2019240" imgH="60948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94195" y="2722593"/>
                        <a:ext cx="2357106" cy="646722"/>
                      </a:xfrm>
                      <a:prstGeom prst="rect">
                        <a:avLst/>
                      </a:prstGeom>
                      <a:noFill/>
                      <a:ln>
                        <a:solidFill>
                          <a:srgbClr val="FF0000"/>
                        </a:solidFill>
                      </a:ln>
                      <a:extLst/>
                    </p:spPr>
                  </p:pic>
                </p:oleObj>
              </mc:Fallback>
            </mc:AlternateContent>
          </a:graphicData>
        </a:graphic>
      </p:graphicFrame>
      <p:sp>
        <p:nvSpPr>
          <p:cNvPr id="1042" name="Rectangle 7"/>
          <p:cNvSpPr>
            <a:spLocks noChangeArrowheads="1"/>
          </p:cNvSpPr>
          <p:nvPr/>
        </p:nvSpPr>
        <p:spPr bwMode="auto">
          <a:xfrm>
            <a:off x="1150180" y="432005"/>
            <a:ext cx="3771900" cy="461665"/>
          </a:xfrm>
          <a:prstGeom prst="rect">
            <a:avLst/>
          </a:prstGeom>
          <a:noFill/>
          <a:ln w="28575">
            <a:noFill/>
            <a:miter lim="800000"/>
            <a:headEnd/>
            <a:tailEnd/>
          </a:ln>
        </p:spPr>
        <p:txBody>
          <a:bodyPr>
            <a:spAutoFit/>
          </a:bodyPr>
          <a:lstStyle/>
          <a:p>
            <a:pPr>
              <a:buFontTx/>
              <a:buBlip>
                <a:blip r:embed="rId8"/>
              </a:buBlip>
            </a:pPr>
            <a:r>
              <a:rPr lang="en-US" altLang="zh-CN" sz="2100" dirty="0">
                <a:solidFill>
                  <a:srgbClr val="1C1C1C"/>
                </a:solidFill>
                <a:latin typeface="Times New Roman" panose="02020603050405020304" pitchFamily="18" charset="0"/>
                <a:ea typeface="+mn-ea"/>
                <a:cs typeface="Times New Roman" panose="02020603050405020304" pitchFamily="18" charset="0"/>
              </a:rPr>
              <a:t>  </a:t>
            </a:r>
            <a:r>
              <a:rPr lang="zh-CN" altLang="en-US" sz="2400" dirty="0">
                <a:solidFill>
                  <a:srgbClr val="C00000"/>
                </a:solidFill>
                <a:latin typeface="Times New Roman" panose="02020603050405020304" pitchFamily="18" charset="0"/>
                <a:ea typeface="+mn-ea"/>
                <a:cs typeface="Times New Roman" panose="02020603050405020304" pitchFamily="18" charset="0"/>
              </a:rPr>
              <a:t>单</a:t>
            </a:r>
            <a:r>
              <a:rPr lang="zh-CN" altLang="en-US" sz="2400" dirty="0">
                <a:solidFill>
                  <a:srgbClr val="1C1C1C"/>
                </a:solidFill>
                <a:latin typeface="Times New Roman" panose="02020603050405020304" pitchFamily="18" charset="0"/>
                <a:ea typeface="+mn-ea"/>
                <a:cs typeface="Times New Roman" panose="02020603050405020304" pitchFamily="18" charset="0"/>
              </a:rPr>
              <a:t>原子分子</a:t>
            </a:r>
          </a:p>
        </p:txBody>
      </p:sp>
      <p:grpSp>
        <p:nvGrpSpPr>
          <p:cNvPr id="1036" name="Group 9"/>
          <p:cNvGrpSpPr>
            <a:grpSpLocks/>
          </p:cNvGrpSpPr>
          <p:nvPr/>
        </p:nvGrpSpPr>
        <p:grpSpPr bwMode="auto">
          <a:xfrm>
            <a:off x="6229798" y="533688"/>
            <a:ext cx="1620441" cy="1637109"/>
            <a:chOff x="3888" y="720"/>
            <a:chExt cx="1361" cy="1375"/>
          </a:xfrm>
        </p:grpSpPr>
        <p:sp>
          <p:nvSpPr>
            <p:cNvPr id="1038" name="Line 11"/>
            <p:cNvSpPr>
              <a:spLocks noChangeShapeType="1"/>
            </p:cNvSpPr>
            <p:nvPr/>
          </p:nvSpPr>
          <p:spPr bwMode="auto">
            <a:xfrm>
              <a:off x="4416" y="864"/>
              <a:ext cx="0" cy="672"/>
            </a:xfrm>
            <a:prstGeom prst="line">
              <a:avLst/>
            </a:prstGeom>
            <a:noFill/>
            <a:ln w="19050">
              <a:solidFill>
                <a:srgbClr val="000000"/>
              </a:solidFill>
              <a:round/>
              <a:headEnd type="triangle" w="sm" len="lg"/>
              <a:tailEnd/>
            </a:ln>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1039" name="Line 12"/>
            <p:cNvSpPr>
              <a:spLocks noChangeShapeType="1"/>
            </p:cNvSpPr>
            <p:nvPr/>
          </p:nvSpPr>
          <p:spPr bwMode="auto">
            <a:xfrm flipH="1">
              <a:off x="4416" y="1536"/>
              <a:ext cx="720" cy="0"/>
            </a:xfrm>
            <a:prstGeom prst="line">
              <a:avLst/>
            </a:prstGeom>
            <a:noFill/>
            <a:ln w="19050">
              <a:solidFill>
                <a:srgbClr val="000000"/>
              </a:solidFill>
              <a:round/>
              <a:headEnd type="triangle" w="sm" len="lg"/>
              <a:tailEnd/>
            </a:ln>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1040" name="Line 13"/>
            <p:cNvSpPr>
              <a:spLocks noChangeShapeType="1"/>
            </p:cNvSpPr>
            <p:nvPr/>
          </p:nvSpPr>
          <p:spPr bwMode="auto">
            <a:xfrm flipV="1">
              <a:off x="3888" y="1536"/>
              <a:ext cx="528" cy="336"/>
            </a:xfrm>
            <a:prstGeom prst="line">
              <a:avLst/>
            </a:prstGeom>
            <a:noFill/>
            <a:ln w="19050">
              <a:solidFill>
                <a:srgbClr val="000000"/>
              </a:solidFill>
              <a:round/>
              <a:headEnd type="triangle" w="sm" len="lg"/>
              <a:tailEnd/>
            </a:ln>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sp>
          <p:nvSpPr>
            <p:cNvPr id="1041" name="Oval 14"/>
            <p:cNvSpPr>
              <a:spLocks noChangeArrowheads="1"/>
            </p:cNvSpPr>
            <p:nvPr/>
          </p:nvSpPr>
          <p:spPr bwMode="auto">
            <a:xfrm>
              <a:off x="4320" y="1440"/>
              <a:ext cx="192" cy="192"/>
            </a:xfrm>
            <a:prstGeom prst="ellipse">
              <a:avLst/>
            </a:prstGeom>
            <a:gradFill rotWithShape="0">
              <a:gsLst>
                <a:gs pos="0">
                  <a:srgbClr val="FF0000"/>
                </a:gs>
                <a:gs pos="100000">
                  <a:srgbClr val="8F0000"/>
                </a:gs>
              </a:gsLst>
              <a:path path="shape">
                <a:fillToRect l="50000" t="50000" r="50000" b="50000"/>
              </a:path>
            </a:gradFill>
            <a:ln w="9525">
              <a:solidFill>
                <a:schemeClr val="tx1"/>
              </a:solidFill>
              <a:round/>
              <a:headEnd/>
              <a:tailEnd/>
            </a:ln>
          </p:spPr>
          <p:txBody>
            <a:bodyPr wrap="none" anchor="ctr"/>
            <a:lstStyle/>
            <a:p>
              <a:endParaRPr lang="zh-CN" altLang="en-US">
                <a:latin typeface="Times New Roman" panose="02020603050405020304" pitchFamily="18" charset="0"/>
                <a:ea typeface="+mn-ea"/>
                <a:cs typeface="Times New Roman" panose="02020603050405020304" pitchFamily="18" charset="0"/>
              </a:endParaRPr>
            </a:p>
          </p:txBody>
        </p:sp>
        <p:graphicFrame>
          <p:nvGraphicFramePr>
            <p:cNvPr id="1029" name="Object 15"/>
            <p:cNvGraphicFramePr>
              <a:graphicFrameLocks noChangeAspect="1"/>
            </p:cNvGraphicFramePr>
            <p:nvPr/>
          </p:nvGraphicFramePr>
          <p:xfrm>
            <a:off x="4992" y="1584"/>
            <a:ext cx="257" cy="313"/>
          </p:xfrm>
          <a:graphic>
            <a:graphicData uri="http://schemas.openxmlformats.org/presentationml/2006/ole">
              <mc:AlternateContent xmlns:mc="http://schemas.openxmlformats.org/markup-compatibility/2006">
                <mc:Choice xmlns:v="urn:schemas-microsoft-com:vml" Requires="v">
                  <p:oleObj spid="_x0000_s81231" name="Equation" r:id="rId9" imgW="139680" imgH="164880" progId="Equation.3">
                    <p:embed/>
                  </p:oleObj>
                </mc:Choice>
                <mc:Fallback>
                  <p:oleObj name="Equation" r:id="rId9" imgW="139680" imgH="16488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992" y="1584"/>
                          <a:ext cx="257" cy="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0" name="Object 16"/>
            <p:cNvGraphicFramePr>
              <a:graphicFrameLocks noChangeAspect="1"/>
            </p:cNvGraphicFramePr>
            <p:nvPr/>
          </p:nvGraphicFramePr>
          <p:xfrm>
            <a:off x="4176" y="720"/>
            <a:ext cx="257" cy="265"/>
          </p:xfrm>
          <a:graphic>
            <a:graphicData uri="http://schemas.openxmlformats.org/presentationml/2006/ole">
              <mc:AlternateContent xmlns:mc="http://schemas.openxmlformats.org/markup-compatibility/2006">
                <mc:Choice xmlns:v="urn:schemas-microsoft-com:vml" Requires="v">
                  <p:oleObj spid="_x0000_s81232" name="Equation" r:id="rId11" imgW="126720" imgH="126720" progId="Equation.3">
                    <p:embed/>
                  </p:oleObj>
                </mc:Choice>
                <mc:Fallback>
                  <p:oleObj name="Equation" r:id="rId11" imgW="126720" imgH="12672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76" y="720"/>
                          <a:ext cx="257" cy="2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17"/>
            <p:cNvGraphicFramePr>
              <a:graphicFrameLocks noChangeAspect="1"/>
            </p:cNvGraphicFramePr>
            <p:nvPr/>
          </p:nvGraphicFramePr>
          <p:xfrm>
            <a:off x="3984" y="1824"/>
            <a:ext cx="239" cy="271"/>
          </p:xfrm>
          <a:graphic>
            <a:graphicData uri="http://schemas.openxmlformats.org/presentationml/2006/ole">
              <mc:AlternateContent xmlns:mc="http://schemas.openxmlformats.org/markup-compatibility/2006">
                <mc:Choice xmlns:v="urn:schemas-microsoft-com:vml" Requires="v">
                  <p:oleObj spid="_x0000_s81233" name="Equation" r:id="rId13" imgW="126720" imgH="139680" progId="Equation.3">
                    <p:embed/>
                  </p:oleObj>
                </mc:Choice>
                <mc:Fallback>
                  <p:oleObj name="Equation" r:id="rId13" imgW="126720" imgH="13968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984" y="1824"/>
                          <a:ext cx="239" cy="2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18"/>
            <p:cNvGraphicFramePr>
              <a:graphicFrameLocks noChangeAspect="1"/>
            </p:cNvGraphicFramePr>
            <p:nvPr/>
          </p:nvGraphicFramePr>
          <p:xfrm>
            <a:off x="4368" y="1608"/>
            <a:ext cx="187" cy="216"/>
          </p:xfrm>
          <a:graphic>
            <a:graphicData uri="http://schemas.openxmlformats.org/presentationml/2006/ole">
              <mc:AlternateContent xmlns:mc="http://schemas.openxmlformats.org/markup-compatibility/2006">
                <mc:Choice xmlns:v="urn:schemas-microsoft-com:vml" Requires="v">
                  <p:oleObj spid="_x0000_s81234" name="Equation" r:id="rId15" imgW="164880" imgH="190440" progId="Equation.3">
                    <p:embed/>
                  </p:oleObj>
                </mc:Choice>
                <mc:Fallback>
                  <p:oleObj name="Equation" r:id="rId15" imgW="164880" imgH="190440"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68" y="1608"/>
                          <a:ext cx="187" cy="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Text Box 4"/>
          <p:cNvSpPr txBox="1">
            <a:spLocks noChangeArrowheads="1"/>
          </p:cNvSpPr>
          <p:nvPr/>
        </p:nvSpPr>
        <p:spPr bwMode="auto">
          <a:xfrm>
            <a:off x="1432302" y="1031679"/>
            <a:ext cx="3543300" cy="461665"/>
          </a:xfrm>
          <a:prstGeom prst="rect">
            <a:avLst/>
          </a:prstGeom>
          <a:noFill/>
          <a:ln w="6350">
            <a:noFill/>
            <a:miter lim="800000"/>
            <a:headEnd/>
            <a:tailEnd/>
          </a:ln>
        </p:spPr>
        <p:txBody>
          <a:bodyPr>
            <a:spAutoFit/>
          </a:bodyPr>
          <a:lstStyle/>
          <a:p>
            <a:pPr>
              <a:spcBef>
                <a:spcPct val="50000"/>
              </a:spcBef>
            </a:pPr>
            <a:r>
              <a:rPr lang="en-US" altLang="zh-CN" sz="2400" dirty="0">
                <a:solidFill>
                  <a:srgbClr val="1C1C1C"/>
                </a:solidFill>
                <a:latin typeface="Times New Roman" panose="02020603050405020304" pitchFamily="18" charset="0"/>
                <a:ea typeface="+mn-ea"/>
                <a:cs typeface="Times New Roman" panose="02020603050405020304" pitchFamily="18" charset="0"/>
              </a:rPr>
              <a:t> </a:t>
            </a:r>
            <a:r>
              <a:rPr lang="zh-CN" altLang="en-US" sz="2400" dirty="0">
                <a:solidFill>
                  <a:srgbClr val="1C1C1C"/>
                </a:solidFill>
                <a:latin typeface="Times New Roman" panose="02020603050405020304" pitchFamily="18" charset="0"/>
                <a:ea typeface="+mn-ea"/>
                <a:cs typeface="Times New Roman" panose="02020603050405020304" pitchFamily="18" charset="0"/>
              </a:rPr>
              <a:t>分子</a:t>
            </a:r>
            <a:r>
              <a:rPr lang="zh-CN" altLang="en-US" sz="2400" dirty="0">
                <a:solidFill>
                  <a:srgbClr val="0000FF"/>
                </a:solidFill>
                <a:latin typeface="Times New Roman" panose="02020603050405020304" pitchFamily="18" charset="0"/>
                <a:ea typeface="+mn-ea"/>
                <a:cs typeface="Times New Roman" panose="02020603050405020304" pitchFamily="18" charset="0"/>
              </a:rPr>
              <a:t>平</a:t>
            </a:r>
            <a:r>
              <a:rPr lang="zh-CN" altLang="en-US" sz="2400" dirty="0">
                <a:latin typeface="Times New Roman" panose="02020603050405020304" pitchFamily="18" charset="0"/>
                <a:ea typeface="+mn-ea"/>
                <a:cs typeface="Times New Roman" panose="02020603050405020304" pitchFamily="18" charset="0"/>
              </a:rPr>
              <a:t>均</a:t>
            </a:r>
            <a:r>
              <a:rPr lang="zh-CN" altLang="en-US" sz="2400" dirty="0">
                <a:solidFill>
                  <a:srgbClr val="0000FF"/>
                </a:solidFill>
                <a:latin typeface="Times New Roman" panose="02020603050405020304" pitchFamily="18" charset="0"/>
                <a:ea typeface="+mn-ea"/>
                <a:cs typeface="Times New Roman" panose="02020603050405020304" pitchFamily="18" charset="0"/>
              </a:rPr>
              <a:t>平</a:t>
            </a:r>
            <a:r>
              <a:rPr lang="zh-CN" altLang="en-US" sz="2400" dirty="0">
                <a:latin typeface="Times New Roman" panose="02020603050405020304" pitchFamily="18" charset="0"/>
                <a:ea typeface="+mn-ea"/>
                <a:cs typeface="Times New Roman" panose="02020603050405020304" pitchFamily="18" charset="0"/>
              </a:rPr>
              <a:t>动</a:t>
            </a:r>
            <a:r>
              <a:rPr lang="zh-CN" altLang="en-US" sz="2400" dirty="0">
                <a:solidFill>
                  <a:srgbClr val="0000FF"/>
                </a:solidFill>
                <a:latin typeface="Times New Roman" panose="02020603050405020304" pitchFamily="18" charset="0"/>
                <a:ea typeface="+mn-ea"/>
                <a:cs typeface="Times New Roman" panose="02020603050405020304" pitchFamily="18" charset="0"/>
              </a:rPr>
              <a:t>动</a:t>
            </a:r>
            <a:r>
              <a:rPr lang="zh-CN" altLang="en-US" sz="2400" dirty="0">
                <a:latin typeface="Times New Roman" panose="02020603050405020304" pitchFamily="18" charset="0"/>
                <a:ea typeface="+mn-ea"/>
                <a:cs typeface="Times New Roman" panose="02020603050405020304" pitchFamily="18" charset="0"/>
              </a:rPr>
              <a:t>能：</a:t>
            </a:r>
          </a:p>
        </p:txBody>
      </p:sp>
      <p:graphicFrame>
        <p:nvGraphicFramePr>
          <p:cNvPr id="27" name="Object 5"/>
          <p:cNvGraphicFramePr>
            <a:graphicFrameLocks noChangeAspect="1"/>
          </p:cNvGraphicFramePr>
          <p:nvPr>
            <p:extLst>
              <p:ext uri="{D42A27DB-BD31-4B8C-83A1-F6EECF244321}">
                <p14:modId xmlns:p14="http://schemas.microsoft.com/office/powerpoint/2010/main" val="2954002090"/>
              </p:ext>
            </p:extLst>
          </p:nvPr>
        </p:nvGraphicFramePr>
        <p:xfrm>
          <a:off x="3252205" y="440086"/>
          <a:ext cx="761238" cy="426497"/>
        </p:xfrm>
        <a:graphic>
          <a:graphicData uri="http://schemas.openxmlformats.org/presentationml/2006/ole">
            <mc:AlternateContent xmlns:mc="http://schemas.openxmlformats.org/markup-compatibility/2006">
              <mc:Choice xmlns:v="urn:schemas-microsoft-com:vml" Requires="v">
                <p:oleObj spid="_x0000_s81235" name="Equation" r:id="rId17" imgW="317160" imgH="177480" progId="Equation.DSMT4">
                  <p:embed/>
                </p:oleObj>
              </mc:Choice>
              <mc:Fallback>
                <p:oleObj name="Equation" r:id="rId17" imgW="317160" imgH="177480" progId="Equation.DSMT4">
                  <p:embed/>
                  <p:pic>
                    <p:nvPicPr>
                      <p:cNvPr id="0" name=""/>
                      <p:cNvPicPr>
                        <a:picLocks noChangeAspect="1" noChangeArrowheads="1"/>
                      </p:cNvPicPr>
                      <p:nvPr/>
                    </p:nvPicPr>
                    <p:blipFill>
                      <a:blip r:embed="rId18"/>
                      <a:srcRect/>
                      <a:stretch>
                        <a:fillRect/>
                      </a:stretch>
                    </p:blipFill>
                    <p:spPr bwMode="auto">
                      <a:xfrm>
                        <a:off x="3252205" y="440086"/>
                        <a:ext cx="761238" cy="426497"/>
                      </a:xfrm>
                      <a:prstGeom prst="rect">
                        <a:avLst/>
                      </a:prstGeom>
                      <a:noFill/>
                      <a:extLst/>
                    </p:spPr>
                  </p:pic>
                </p:oleObj>
              </mc:Fallback>
            </mc:AlternateContent>
          </a:graphicData>
        </a:graphic>
      </p:graphicFrame>
      <p:grpSp>
        <p:nvGrpSpPr>
          <p:cNvPr id="8" name="组合 7"/>
          <p:cNvGrpSpPr/>
          <p:nvPr/>
        </p:nvGrpSpPr>
        <p:grpSpPr>
          <a:xfrm>
            <a:off x="1896316" y="2175321"/>
            <a:ext cx="2988899" cy="1242060"/>
            <a:chOff x="1246245" y="2870200"/>
            <a:chExt cx="3985198" cy="1656080"/>
          </a:xfrm>
        </p:grpSpPr>
        <p:graphicFrame>
          <p:nvGraphicFramePr>
            <p:cNvPr id="21" name="Object 5"/>
            <p:cNvGraphicFramePr>
              <a:graphicFrameLocks noChangeAspect="1"/>
            </p:cNvGraphicFramePr>
            <p:nvPr>
              <p:extLst>
                <p:ext uri="{D42A27DB-BD31-4B8C-83A1-F6EECF244321}">
                  <p14:modId xmlns:p14="http://schemas.microsoft.com/office/powerpoint/2010/main" val="847357939"/>
                </p:ext>
              </p:extLst>
            </p:nvPr>
          </p:nvGraphicFramePr>
          <p:xfrm>
            <a:off x="1246245" y="3535806"/>
            <a:ext cx="3985198" cy="990474"/>
          </p:xfrm>
          <a:graphic>
            <a:graphicData uri="http://schemas.openxmlformats.org/presentationml/2006/ole">
              <mc:AlternateContent xmlns:mc="http://schemas.openxmlformats.org/markup-compatibility/2006">
                <mc:Choice xmlns:v="urn:schemas-microsoft-com:vml" Requires="v">
                  <p:oleObj spid="_x0000_s81236" name="Equation" r:id="rId19" imgW="1587240" imgH="393480" progId="Equation.DSMT4">
                    <p:embed/>
                  </p:oleObj>
                </mc:Choice>
                <mc:Fallback>
                  <p:oleObj name="Equation" r:id="rId19" imgW="1587240" imgH="393480" progId="Equation.DSMT4">
                    <p:embed/>
                    <p:pic>
                      <p:nvPicPr>
                        <p:cNvPr id="0" name=""/>
                        <p:cNvPicPr>
                          <a:picLocks noChangeAspect="1" noChangeArrowheads="1"/>
                        </p:cNvPicPr>
                        <p:nvPr/>
                      </p:nvPicPr>
                      <p:blipFill>
                        <a:blip r:embed="rId20"/>
                        <a:srcRect/>
                        <a:stretch>
                          <a:fillRect/>
                        </a:stretch>
                      </p:blipFill>
                      <p:spPr bwMode="auto">
                        <a:xfrm>
                          <a:off x="1246245" y="3535806"/>
                          <a:ext cx="3985198" cy="990474"/>
                        </a:xfrm>
                        <a:prstGeom prst="rect">
                          <a:avLst/>
                        </a:prstGeom>
                        <a:noFill/>
                        <a:ln>
                          <a:noFill/>
                        </a:ln>
                        <a:extLst/>
                      </p:spPr>
                    </p:pic>
                  </p:oleObj>
                </mc:Fallback>
              </mc:AlternateContent>
            </a:graphicData>
          </a:graphic>
        </p:graphicFrame>
        <p:cxnSp>
          <p:nvCxnSpPr>
            <p:cNvPr id="4" name="直接箭头连接符 3"/>
            <p:cNvCxnSpPr/>
            <p:nvPr/>
          </p:nvCxnSpPr>
          <p:spPr bwMode="auto">
            <a:xfrm>
              <a:off x="2453640" y="2870200"/>
              <a:ext cx="313944" cy="665480"/>
            </a:xfrm>
            <a:prstGeom prst="straightConnector1">
              <a:avLst/>
            </a:prstGeom>
            <a:solidFill>
              <a:schemeClr val="accent1"/>
            </a:solidFill>
            <a:ln w="19050" cap="flat" cmpd="sng" algn="ctr">
              <a:solidFill>
                <a:srgbClr val="990033"/>
              </a:solidFill>
              <a:prstDash val="solid"/>
              <a:round/>
              <a:headEnd type="none" w="med" len="med"/>
              <a:tailEnd type="stealth" w="lg" len="lg"/>
            </a:ln>
            <a:effectLst/>
          </p:spPr>
        </p:cxnSp>
      </p:grpSp>
      <p:grpSp>
        <p:nvGrpSpPr>
          <p:cNvPr id="13" name="组合 12"/>
          <p:cNvGrpSpPr/>
          <p:nvPr/>
        </p:nvGrpSpPr>
        <p:grpSpPr>
          <a:xfrm>
            <a:off x="1866888" y="3440053"/>
            <a:ext cx="3243838" cy="1143188"/>
            <a:chOff x="1207008" y="4556508"/>
            <a:chExt cx="4325117" cy="1524251"/>
          </a:xfrm>
        </p:grpSpPr>
        <p:graphicFrame>
          <p:nvGraphicFramePr>
            <p:cNvPr id="29701" name="Object 5"/>
            <p:cNvGraphicFramePr>
              <a:graphicFrameLocks noChangeAspect="1"/>
            </p:cNvGraphicFramePr>
            <p:nvPr>
              <p:extLst>
                <p:ext uri="{D42A27DB-BD31-4B8C-83A1-F6EECF244321}">
                  <p14:modId xmlns:p14="http://schemas.microsoft.com/office/powerpoint/2010/main" val="1557370209"/>
                </p:ext>
              </p:extLst>
            </p:nvPr>
          </p:nvGraphicFramePr>
          <p:xfrm>
            <a:off x="1207008" y="5198744"/>
            <a:ext cx="4325117" cy="882015"/>
          </p:xfrm>
          <a:graphic>
            <a:graphicData uri="http://schemas.openxmlformats.org/presentationml/2006/ole">
              <mc:AlternateContent xmlns:mc="http://schemas.openxmlformats.org/markup-compatibility/2006">
                <mc:Choice xmlns:v="urn:schemas-microsoft-com:vml" Requires="v">
                  <p:oleObj spid="_x0000_s81237" name="Equation" r:id="rId21" imgW="1930320" imgH="393480" progId="Equation.DSMT4">
                    <p:embed/>
                  </p:oleObj>
                </mc:Choice>
                <mc:Fallback>
                  <p:oleObj name="Equation" r:id="rId21" imgW="1930320" imgH="393480" progId="Equation.DSMT4">
                    <p:embed/>
                    <p:pic>
                      <p:nvPicPr>
                        <p:cNvPr id="0" name="Object 5"/>
                        <p:cNvPicPr>
                          <a:picLocks noChangeAspect="1" noChangeArrowheads="1"/>
                        </p:cNvPicPr>
                        <p:nvPr/>
                      </p:nvPicPr>
                      <p:blipFill>
                        <a:blip r:embed="rId22"/>
                        <a:srcRect/>
                        <a:stretch>
                          <a:fillRect/>
                        </a:stretch>
                      </p:blipFill>
                      <p:spPr bwMode="auto">
                        <a:xfrm>
                          <a:off x="1207008" y="5198744"/>
                          <a:ext cx="4325117" cy="882015"/>
                        </a:xfrm>
                        <a:prstGeom prst="rect">
                          <a:avLst/>
                        </a:prstGeom>
                        <a:noFill/>
                        <a:ln>
                          <a:noFill/>
                        </a:ln>
                        <a:extLst/>
                      </p:spPr>
                    </p:pic>
                  </p:oleObj>
                </mc:Fallback>
              </mc:AlternateContent>
            </a:graphicData>
          </a:graphic>
        </p:graphicFrame>
        <p:cxnSp>
          <p:nvCxnSpPr>
            <p:cNvPr id="26" name="直接箭头连接符 25"/>
            <p:cNvCxnSpPr>
              <a:stCxn id="21" idx="2"/>
            </p:cNvCxnSpPr>
            <p:nvPr/>
          </p:nvCxnSpPr>
          <p:spPr bwMode="auto">
            <a:xfrm flipH="1">
              <a:off x="2995152" y="4556508"/>
              <a:ext cx="1868" cy="655320"/>
            </a:xfrm>
            <a:prstGeom prst="straightConnector1">
              <a:avLst/>
            </a:prstGeom>
            <a:solidFill>
              <a:schemeClr val="accent1"/>
            </a:solidFill>
            <a:ln w="19050" cap="flat" cmpd="sng" algn="ctr">
              <a:solidFill>
                <a:srgbClr val="990033"/>
              </a:solidFill>
              <a:prstDash val="solid"/>
              <a:round/>
              <a:headEnd type="none" w="med" len="med"/>
              <a:tailEnd type="stealth"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3" presetClass="entr" presetSubtype="5" fill="hold" nodeType="afterEffect">
                                  <p:stCondLst>
                                    <p:cond delay="0"/>
                                  </p:stCondLst>
                                  <p:childTnLst>
                                    <p:set>
                                      <p:cBhvr>
                                        <p:cTn id="10" dur="1" fill="hold">
                                          <p:stCondLst>
                                            <p:cond delay="0"/>
                                          </p:stCondLst>
                                        </p:cTn>
                                        <p:tgtEl>
                                          <p:spTgt spid="29699"/>
                                        </p:tgtEl>
                                        <p:attrNameLst>
                                          <p:attrName>style.visibility</p:attrName>
                                        </p:attrNameLst>
                                      </p:cBhvr>
                                      <p:to>
                                        <p:strVal val="visible"/>
                                      </p:to>
                                    </p:set>
                                    <p:animEffect transition="in" filter="blinds(vertical)">
                                      <p:cBhvr>
                                        <p:cTn id="11" dur="500"/>
                                        <p:tgtEl>
                                          <p:spTgt spid="2969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up)">
                                      <p:cBhvr>
                                        <p:cTn id="16" dur="500"/>
                                        <p:tgtEl>
                                          <p:spTgt spid="8"/>
                                        </p:tgtEl>
                                      </p:cBhvr>
                                    </p:animEffect>
                                  </p:childTnLst>
                                </p:cTn>
                              </p:par>
                            </p:childTnLst>
                          </p:cTn>
                        </p:par>
                        <p:par>
                          <p:cTn id="17" fill="hold">
                            <p:stCondLst>
                              <p:cond delay="500"/>
                            </p:stCondLst>
                            <p:childTnLst>
                              <p:par>
                                <p:cTn id="18" presetID="3" presetClass="entr" presetSubtype="5" fill="hold" nodeType="after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blinds(vertical)">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nodeType="clickEffect">
                                  <p:stCondLst>
                                    <p:cond delay="0"/>
                                  </p:stCondLst>
                                  <p:childTnLst>
                                    <p:set>
                                      <p:cBhvr>
                                        <p:cTn id="24" dur="1" fill="hold">
                                          <p:stCondLst>
                                            <p:cond delay="0"/>
                                          </p:stCondLst>
                                        </p:cTn>
                                        <p:tgtEl>
                                          <p:spTgt spid="29700"/>
                                        </p:tgtEl>
                                        <p:attrNameLst>
                                          <p:attrName>style.visibility</p:attrName>
                                        </p:attrNameLst>
                                      </p:cBhvr>
                                      <p:to>
                                        <p:strVal val="visible"/>
                                      </p:to>
                                    </p:set>
                                    <p:animEffect transition="in" filter="blinds(vertical)">
                                      <p:cBhvr>
                                        <p:cTn id="25" dur="500"/>
                                        <p:tgtEl>
                                          <p:spTgt spid="2970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up)">
                                      <p:cBhvr>
                                        <p:cTn id="3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自由度">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5"/>
          <a:stretch>
            <a:fillRect/>
          </a:stretch>
        </p:blipFill>
        <p:spPr>
          <a:xfrm>
            <a:off x="5095001" y="1759087"/>
            <a:ext cx="3403215" cy="3384413"/>
          </a:xfrm>
          <a:prstGeom prst="rect">
            <a:avLst/>
          </a:prstGeom>
        </p:spPr>
      </p:pic>
      <p:sp>
        <p:nvSpPr>
          <p:cNvPr id="2054" name="Text Box 2"/>
          <p:cNvSpPr txBox="1">
            <a:spLocks noChangeArrowheads="1"/>
          </p:cNvSpPr>
          <p:nvPr/>
        </p:nvSpPr>
        <p:spPr bwMode="auto">
          <a:xfrm>
            <a:off x="1001112" y="369387"/>
            <a:ext cx="3670697" cy="415498"/>
          </a:xfrm>
          <a:prstGeom prst="rect">
            <a:avLst/>
          </a:prstGeom>
          <a:noFill/>
          <a:ln w="3175">
            <a:noFill/>
            <a:miter lim="800000"/>
            <a:headEnd/>
            <a:tailEnd/>
          </a:ln>
        </p:spPr>
        <p:txBody>
          <a:bodyPr>
            <a:spAutoFit/>
          </a:bodyPr>
          <a:lstStyle/>
          <a:p>
            <a:pPr>
              <a:spcBef>
                <a:spcPct val="50000"/>
              </a:spcBef>
              <a:buFontTx/>
              <a:buBlip>
                <a:blip r:embed="rId6"/>
              </a:buBlip>
            </a:pPr>
            <a:r>
              <a:rPr lang="en-US" altLang="zh-CN" sz="2100" dirty="0">
                <a:solidFill>
                  <a:srgbClr val="1C1C1C"/>
                </a:solidFill>
              </a:rPr>
              <a:t>  </a:t>
            </a:r>
            <a:r>
              <a:rPr lang="zh-CN" altLang="en-US" sz="2100" dirty="0">
                <a:solidFill>
                  <a:srgbClr val="CC0000"/>
                </a:solidFill>
              </a:rPr>
              <a:t>刚</a:t>
            </a:r>
            <a:r>
              <a:rPr lang="zh-CN" altLang="en-US" sz="2100" dirty="0">
                <a:solidFill>
                  <a:srgbClr val="1C1C1C"/>
                </a:solidFill>
              </a:rPr>
              <a:t>性</a:t>
            </a:r>
            <a:r>
              <a:rPr lang="zh-CN" altLang="en-US" sz="2100" dirty="0">
                <a:solidFill>
                  <a:srgbClr val="CC0000"/>
                </a:solidFill>
              </a:rPr>
              <a:t>双</a:t>
            </a:r>
            <a:r>
              <a:rPr lang="zh-CN" altLang="en-US" sz="2100" dirty="0">
                <a:solidFill>
                  <a:srgbClr val="1C1C1C"/>
                </a:solidFill>
              </a:rPr>
              <a:t>原子分子</a:t>
            </a:r>
          </a:p>
        </p:txBody>
      </p:sp>
      <p:grpSp>
        <p:nvGrpSpPr>
          <p:cNvPr id="2055" name="Group 3"/>
          <p:cNvGrpSpPr>
            <a:grpSpLocks/>
          </p:cNvGrpSpPr>
          <p:nvPr/>
        </p:nvGrpSpPr>
        <p:grpSpPr bwMode="auto">
          <a:xfrm>
            <a:off x="1185603" y="1095036"/>
            <a:ext cx="4442955" cy="1219166"/>
            <a:chOff x="432" y="900"/>
            <a:chExt cx="3903" cy="1071"/>
          </a:xfrm>
        </p:grpSpPr>
        <p:sp>
          <p:nvSpPr>
            <p:cNvPr id="2058" name="Text Box 4"/>
            <p:cNvSpPr txBox="1">
              <a:spLocks noChangeArrowheads="1"/>
            </p:cNvSpPr>
            <p:nvPr/>
          </p:nvSpPr>
          <p:spPr bwMode="auto">
            <a:xfrm>
              <a:off x="432" y="900"/>
              <a:ext cx="2976" cy="365"/>
            </a:xfrm>
            <a:prstGeom prst="rect">
              <a:avLst/>
            </a:prstGeom>
            <a:noFill/>
            <a:ln w="6350">
              <a:noFill/>
              <a:miter lim="800000"/>
              <a:headEnd/>
              <a:tailEnd/>
            </a:ln>
          </p:spPr>
          <p:txBody>
            <a:bodyPr>
              <a:spAutoFit/>
            </a:bodyPr>
            <a:lstStyle/>
            <a:p>
              <a:pPr>
                <a:spcBef>
                  <a:spcPct val="50000"/>
                </a:spcBef>
              </a:pPr>
              <a:r>
                <a:rPr lang="en-US" altLang="zh-CN" sz="2100" dirty="0">
                  <a:solidFill>
                    <a:srgbClr val="1C1C1C"/>
                  </a:solidFill>
                </a:rPr>
                <a:t> </a:t>
              </a:r>
              <a:r>
                <a:rPr lang="zh-CN" altLang="en-US" sz="2100" dirty="0">
                  <a:solidFill>
                    <a:srgbClr val="1C1C1C"/>
                  </a:solidFill>
                </a:rPr>
                <a:t>分子</a:t>
              </a:r>
              <a:r>
                <a:rPr lang="zh-CN" altLang="en-US" sz="2100" dirty="0">
                  <a:solidFill>
                    <a:srgbClr val="0000FF"/>
                  </a:solidFill>
                </a:rPr>
                <a:t>平</a:t>
              </a:r>
              <a:r>
                <a:rPr lang="zh-CN" altLang="en-US" sz="2100" dirty="0"/>
                <a:t>均</a:t>
              </a:r>
              <a:r>
                <a:rPr lang="zh-CN" altLang="en-US" sz="2100" dirty="0">
                  <a:solidFill>
                    <a:srgbClr val="0000FF"/>
                  </a:solidFill>
                </a:rPr>
                <a:t>平</a:t>
              </a:r>
              <a:r>
                <a:rPr lang="zh-CN" altLang="en-US" sz="2100" dirty="0"/>
                <a:t>动</a:t>
              </a:r>
              <a:r>
                <a:rPr lang="zh-CN" altLang="en-US" sz="2100" dirty="0">
                  <a:solidFill>
                    <a:srgbClr val="0000FF"/>
                  </a:solidFill>
                </a:rPr>
                <a:t>动</a:t>
              </a:r>
              <a:r>
                <a:rPr lang="zh-CN" altLang="en-US" sz="2100" dirty="0"/>
                <a:t>能</a:t>
              </a:r>
              <a:r>
                <a:rPr lang="en-US" altLang="zh-CN" sz="2100" dirty="0"/>
                <a:t>:</a:t>
              </a:r>
              <a:endParaRPr lang="zh-CN" altLang="en-US" sz="2100" dirty="0"/>
            </a:p>
          </p:txBody>
        </p:sp>
        <p:graphicFrame>
          <p:nvGraphicFramePr>
            <p:cNvPr id="2053" name="Object 5"/>
            <p:cNvGraphicFramePr>
              <a:graphicFrameLocks noChangeAspect="1"/>
            </p:cNvGraphicFramePr>
            <p:nvPr>
              <p:extLst>
                <p:ext uri="{D42A27DB-BD31-4B8C-83A1-F6EECF244321}">
                  <p14:modId xmlns:p14="http://schemas.microsoft.com/office/powerpoint/2010/main" val="2476129859"/>
                </p:ext>
              </p:extLst>
            </p:nvPr>
          </p:nvGraphicFramePr>
          <p:xfrm>
            <a:off x="799" y="1363"/>
            <a:ext cx="3536" cy="608"/>
          </p:xfrm>
          <a:graphic>
            <a:graphicData uri="http://schemas.openxmlformats.org/presentationml/2006/ole">
              <mc:AlternateContent xmlns:mc="http://schemas.openxmlformats.org/markup-compatibility/2006">
                <mc:Choice xmlns:v="urn:schemas-microsoft-com:vml" Requires="v">
                  <p:oleObj spid="_x0000_s2630" name="Equation" r:id="rId7" imgW="3720960" imgH="723600" progId="Equation.DSMT4">
                    <p:embed/>
                  </p:oleObj>
                </mc:Choice>
                <mc:Fallback>
                  <p:oleObj name="Equation" r:id="rId7" imgW="3720960" imgH="723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9" y="1363"/>
                          <a:ext cx="3536" cy="608"/>
                        </a:xfrm>
                        <a:prstGeom prst="rect">
                          <a:avLst/>
                        </a:prstGeom>
                        <a:noFill/>
                        <a:extLst/>
                      </p:spPr>
                    </p:pic>
                  </p:oleObj>
                </mc:Fallback>
              </mc:AlternateContent>
            </a:graphicData>
          </a:graphic>
        </p:graphicFrame>
      </p:grpSp>
      <p:grpSp>
        <p:nvGrpSpPr>
          <p:cNvPr id="3" name="Group 6"/>
          <p:cNvGrpSpPr>
            <a:grpSpLocks/>
          </p:cNvGrpSpPr>
          <p:nvPr/>
        </p:nvGrpSpPr>
        <p:grpSpPr bwMode="auto">
          <a:xfrm>
            <a:off x="1254183" y="2968154"/>
            <a:ext cx="3200400" cy="1315641"/>
            <a:chOff x="480" y="2304"/>
            <a:chExt cx="2688" cy="1105"/>
          </a:xfrm>
        </p:grpSpPr>
        <p:sp>
          <p:nvSpPr>
            <p:cNvPr id="2057" name="Rectangle 7"/>
            <p:cNvSpPr>
              <a:spLocks noChangeArrowheads="1"/>
            </p:cNvSpPr>
            <p:nvPr/>
          </p:nvSpPr>
          <p:spPr bwMode="auto">
            <a:xfrm>
              <a:off x="480" y="2304"/>
              <a:ext cx="2688" cy="349"/>
            </a:xfrm>
            <a:prstGeom prst="rect">
              <a:avLst/>
            </a:prstGeom>
            <a:noFill/>
            <a:ln w="6350">
              <a:noFill/>
              <a:miter lim="800000"/>
              <a:headEnd/>
              <a:tailEnd/>
            </a:ln>
          </p:spPr>
          <p:txBody>
            <a:bodyPr>
              <a:spAutoFit/>
            </a:bodyPr>
            <a:lstStyle/>
            <a:p>
              <a:pPr>
                <a:spcBef>
                  <a:spcPct val="50000"/>
                </a:spcBef>
              </a:pPr>
              <a:r>
                <a:rPr lang="zh-CN" altLang="en-US" sz="2100" dirty="0">
                  <a:solidFill>
                    <a:srgbClr val="1C1C1C"/>
                  </a:solidFill>
                </a:rPr>
                <a:t>分子</a:t>
              </a:r>
              <a:r>
                <a:rPr lang="zh-CN" altLang="en-US" sz="2100" dirty="0">
                  <a:solidFill>
                    <a:srgbClr val="0000FF"/>
                  </a:solidFill>
                </a:rPr>
                <a:t>平</a:t>
              </a:r>
              <a:r>
                <a:rPr lang="zh-CN" altLang="en-US" sz="2100" dirty="0"/>
                <a:t>均</a:t>
              </a:r>
              <a:r>
                <a:rPr lang="zh-CN" altLang="en-US" sz="2100" dirty="0">
                  <a:solidFill>
                    <a:srgbClr val="0000FF"/>
                  </a:solidFill>
                </a:rPr>
                <a:t>转</a:t>
              </a:r>
              <a:r>
                <a:rPr lang="zh-CN" altLang="en-US" sz="2100" dirty="0"/>
                <a:t>动</a:t>
              </a:r>
              <a:r>
                <a:rPr lang="zh-CN" altLang="en-US" sz="2100" dirty="0">
                  <a:solidFill>
                    <a:srgbClr val="0000FF"/>
                  </a:solidFill>
                </a:rPr>
                <a:t>动</a:t>
              </a:r>
              <a:r>
                <a:rPr lang="zh-CN" altLang="en-US" sz="2100" dirty="0"/>
                <a:t>能</a:t>
              </a:r>
              <a:r>
                <a:rPr lang="en-US" altLang="zh-CN" sz="2100" dirty="0"/>
                <a:t>:</a:t>
              </a:r>
              <a:endParaRPr lang="zh-CN" altLang="en-US" sz="2100" dirty="0"/>
            </a:p>
          </p:txBody>
        </p:sp>
        <p:graphicFrame>
          <p:nvGraphicFramePr>
            <p:cNvPr id="2052" name="Object 8"/>
            <p:cNvGraphicFramePr>
              <a:graphicFrameLocks noChangeAspect="1"/>
            </p:cNvGraphicFramePr>
            <p:nvPr>
              <p:extLst>
                <p:ext uri="{D42A27DB-BD31-4B8C-83A1-F6EECF244321}">
                  <p14:modId xmlns:p14="http://schemas.microsoft.com/office/powerpoint/2010/main" val="3897488950"/>
                </p:ext>
              </p:extLst>
            </p:nvPr>
          </p:nvGraphicFramePr>
          <p:xfrm>
            <a:off x="771" y="2811"/>
            <a:ext cx="2094" cy="598"/>
          </p:xfrm>
          <a:graphic>
            <a:graphicData uri="http://schemas.openxmlformats.org/presentationml/2006/ole">
              <mc:AlternateContent xmlns:mc="http://schemas.openxmlformats.org/markup-compatibility/2006">
                <mc:Choice xmlns:v="urn:schemas-microsoft-com:vml" Requires="v">
                  <p:oleObj spid="_x0000_s2631" name="Equation" r:id="rId9" imgW="2120760" imgH="609480" progId="Equation.3">
                    <p:embed/>
                  </p:oleObj>
                </mc:Choice>
                <mc:Fallback>
                  <p:oleObj name="Equation" r:id="rId9" imgW="2120760" imgH="60948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1" y="2811"/>
                          <a:ext cx="2094" cy="598"/>
                        </a:xfrm>
                        <a:prstGeom prst="rect">
                          <a:avLst/>
                        </a:prstGeom>
                        <a:noFill/>
                        <a:extLst/>
                      </p:spPr>
                    </p:pic>
                  </p:oleObj>
                </mc:Fallback>
              </mc:AlternateContent>
            </a:graphicData>
          </a:graphic>
        </p:graphicFrame>
      </p:grpSp>
      <p:graphicFrame>
        <p:nvGraphicFramePr>
          <p:cNvPr id="2" name="对象 1"/>
          <p:cNvGraphicFramePr>
            <a:graphicFrameLocks noChangeAspect="1"/>
          </p:cNvGraphicFramePr>
          <p:nvPr>
            <p:extLst>
              <p:ext uri="{D42A27DB-BD31-4B8C-83A1-F6EECF244321}">
                <p14:modId xmlns:p14="http://schemas.microsoft.com/office/powerpoint/2010/main" val="2010371269"/>
              </p:ext>
            </p:extLst>
          </p:nvPr>
        </p:nvGraphicFramePr>
        <p:xfrm>
          <a:off x="3444751" y="362924"/>
          <a:ext cx="760809" cy="395288"/>
        </p:xfrm>
        <a:graphic>
          <a:graphicData uri="http://schemas.openxmlformats.org/presentationml/2006/ole">
            <mc:AlternateContent xmlns:mc="http://schemas.openxmlformats.org/markup-compatibility/2006">
              <mc:Choice xmlns:v="urn:schemas-microsoft-com:vml" Requires="v">
                <p:oleObj spid="_x0000_s2632" name="Equation" r:id="rId11" imgW="317160" imgH="164880" progId="Equation.DSMT4">
                  <p:embed/>
                </p:oleObj>
              </mc:Choice>
              <mc:Fallback>
                <p:oleObj name="Equation" r:id="rId11" imgW="317160" imgH="164880" progId="Equation.DSMT4">
                  <p:embed/>
                  <p:pic>
                    <p:nvPicPr>
                      <p:cNvPr id="0" name="Object 5"/>
                      <p:cNvPicPr>
                        <a:picLocks noChangeAspect="1" noChangeArrowheads="1"/>
                      </p:cNvPicPr>
                      <p:nvPr/>
                    </p:nvPicPr>
                    <p:blipFill>
                      <a:blip r:embed="rId12"/>
                      <a:srcRect/>
                      <a:stretch>
                        <a:fillRect/>
                      </a:stretch>
                    </p:blipFill>
                    <p:spPr bwMode="auto">
                      <a:xfrm>
                        <a:off x="3444751" y="362924"/>
                        <a:ext cx="760809"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3" presetClass="entr" presetSubtype="5"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vertical)">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2" restart="whenNotActive" fill="hold" evtFilter="cancelBubble" nodeType="interactiveSeq">
                <p:stCondLst>
                  <p:cond evt="onClick" delay="0">
                    <p:tgtEl>
                      <p:spTgt spid="7"/>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7"/>
                                        </p:tgtEl>
                                      </p:cBhvr>
                                    </p:cmd>
                                  </p:childTnLst>
                                </p:cTn>
                              </p:par>
                            </p:childTnLst>
                          </p:cTn>
                        </p:par>
                      </p:childTnLst>
                    </p:cTn>
                  </p:par>
                </p:childTnLst>
              </p:cTn>
              <p:nextCondLst>
                <p:cond evt="onClick" delay="0">
                  <p:tgtEl>
                    <p:spTgt spid="7"/>
                  </p:tgtEl>
                </p:cond>
              </p:nextCondLst>
            </p:seq>
            <p:video>
              <p:cMediaNode vol="80000">
                <p:cTn id="17" fill="hold" display="0">
                  <p:stCondLst>
                    <p:cond delay="indefinite"/>
                  </p:stCondLst>
                </p:cTn>
                <p:tgtEl>
                  <p:spTgt spid="7"/>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Text Box 4"/>
          <p:cNvSpPr txBox="1">
            <a:spLocks noChangeArrowheads="1"/>
          </p:cNvSpPr>
          <p:nvPr/>
        </p:nvSpPr>
        <p:spPr bwMode="auto">
          <a:xfrm>
            <a:off x="2736056" y="519112"/>
            <a:ext cx="4882754" cy="415498"/>
          </a:xfrm>
          <a:prstGeom prst="rect">
            <a:avLst/>
          </a:prstGeom>
          <a:noFill/>
          <a:ln w="28575">
            <a:noFill/>
            <a:miter lim="800000"/>
            <a:headEnd/>
            <a:tailEnd/>
          </a:ln>
        </p:spPr>
        <p:txBody>
          <a:bodyPr>
            <a:spAutoFit/>
          </a:bodyPr>
          <a:lstStyle/>
          <a:p>
            <a:pPr>
              <a:spcBef>
                <a:spcPct val="50000"/>
              </a:spcBef>
            </a:pPr>
            <a:r>
              <a:rPr lang="en-US" altLang="zh-CN" sz="2100" dirty="0">
                <a:solidFill>
                  <a:srgbClr val="CC0000"/>
                </a:solidFill>
                <a:latin typeface="Times New Roman" panose="02020603050405020304" pitchFamily="18" charset="0"/>
                <a:ea typeface="+mn-ea"/>
                <a:cs typeface="Times New Roman" panose="02020603050405020304" pitchFamily="18" charset="0"/>
              </a:rPr>
              <a:t>      </a:t>
            </a:r>
            <a:r>
              <a:rPr lang="zh-CN" altLang="en-US" sz="2100" dirty="0">
                <a:solidFill>
                  <a:srgbClr val="CC0000"/>
                </a:solidFill>
                <a:latin typeface="Times New Roman" panose="02020603050405020304" pitchFamily="18" charset="0"/>
                <a:ea typeface="+mn-ea"/>
                <a:cs typeface="Times New Roman" panose="02020603050405020304" pitchFamily="18" charset="0"/>
              </a:rPr>
              <a:t>刚性</a:t>
            </a:r>
            <a:r>
              <a:rPr lang="zh-CN" altLang="en-US" sz="2100" dirty="0">
                <a:solidFill>
                  <a:srgbClr val="1C1C1C"/>
                </a:solidFill>
                <a:latin typeface="Times New Roman" panose="02020603050405020304" pitchFamily="18" charset="0"/>
                <a:ea typeface="+mn-ea"/>
                <a:cs typeface="Times New Roman" panose="02020603050405020304" pitchFamily="18" charset="0"/>
              </a:rPr>
              <a:t>分子能量自由度   </a:t>
            </a:r>
          </a:p>
        </p:txBody>
      </p:sp>
      <p:grpSp>
        <p:nvGrpSpPr>
          <p:cNvPr id="26" name="组合 25"/>
          <p:cNvGrpSpPr/>
          <p:nvPr/>
        </p:nvGrpSpPr>
        <p:grpSpPr>
          <a:xfrm>
            <a:off x="1366813" y="1368410"/>
            <a:ext cx="6432689" cy="2525546"/>
            <a:chOff x="160013" y="2025714"/>
            <a:chExt cx="8576918" cy="3367394"/>
          </a:xfrm>
        </p:grpSpPr>
        <p:sp>
          <p:nvSpPr>
            <p:cNvPr id="32800" name="Rectangle 32"/>
            <p:cNvSpPr>
              <a:spLocks noChangeArrowheads="1"/>
            </p:cNvSpPr>
            <p:nvPr/>
          </p:nvSpPr>
          <p:spPr bwMode="auto">
            <a:xfrm>
              <a:off x="168411" y="2061354"/>
              <a:ext cx="8545008" cy="3305144"/>
            </a:xfrm>
            <a:prstGeom prst="rect">
              <a:avLst/>
            </a:prstGeom>
            <a:noFill/>
            <a:ln w="9525">
              <a:solidFill>
                <a:schemeClr val="tx1"/>
              </a:solidFill>
              <a:miter lim="800000"/>
              <a:headEnd/>
              <a:tailEnd/>
            </a:ln>
            <a:effectLst/>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28" name="Text Box 3"/>
            <p:cNvSpPr txBox="1">
              <a:spLocks noChangeArrowheads="1"/>
            </p:cNvSpPr>
            <p:nvPr/>
          </p:nvSpPr>
          <p:spPr bwMode="auto">
            <a:xfrm>
              <a:off x="336864" y="2900117"/>
              <a:ext cx="8136903" cy="2492991"/>
            </a:xfrm>
            <a:prstGeom prst="rect">
              <a:avLst/>
            </a:prstGeom>
            <a:noFill/>
            <a:ln w="28575">
              <a:noFill/>
              <a:miter lim="800000"/>
              <a:headEnd/>
              <a:tailEnd/>
            </a:ln>
          </p:spPr>
          <p:txBody>
            <a:bodyPr wrap="square">
              <a:spAutoFit/>
            </a:bodyPr>
            <a:lstStyle/>
            <a:p>
              <a:pPr>
                <a:lnSpc>
                  <a:spcPct val="150000"/>
                </a:lnSpc>
                <a:spcBef>
                  <a:spcPct val="50000"/>
                </a:spcBef>
                <a:defRPr/>
              </a:pPr>
              <a:r>
                <a:rPr lang="zh-CN" altLang="en-US" sz="2100" dirty="0">
                  <a:solidFill>
                    <a:srgbClr val="CC0000"/>
                  </a:solidFill>
                  <a:latin typeface="Times New Roman" panose="02020603050405020304" pitchFamily="18" charset="0"/>
                  <a:ea typeface="+mn-ea"/>
                  <a:cs typeface="Times New Roman" panose="02020603050405020304" pitchFamily="18" charset="0"/>
                </a:rPr>
                <a:t>单</a:t>
              </a:r>
              <a:r>
                <a:rPr lang="zh-CN" altLang="en-US" sz="2100" dirty="0">
                  <a:solidFill>
                    <a:srgbClr val="1C1C1C"/>
                  </a:solidFill>
                  <a:latin typeface="Times New Roman" panose="02020603050405020304" pitchFamily="18" charset="0"/>
                  <a:ea typeface="+mn-ea"/>
                  <a:cs typeface="Times New Roman" panose="02020603050405020304" pitchFamily="18" charset="0"/>
                </a:rPr>
                <a:t>原子分子</a:t>
              </a:r>
              <a:r>
                <a:rPr lang="zh-CN" altLang="en-US" sz="2100" dirty="0">
                  <a:latin typeface="Times New Roman" panose="02020603050405020304" pitchFamily="18" charset="0"/>
                  <a:ea typeface="+mn-ea"/>
                  <a:cs typeface="Times New Roman" panose="02020603050405020304" pitchFamily="18" charset="0"/>
                </a:rPr>
                <a:t>             </a:t>
              </a:r>
              <a:r>
                <a:rPr lang="en-US" altLang="zh-CN" sz="2100" dirty="0">
                  <a:solidFill>
                    <a:srgbClr val="1C1C1C"/>
                  </a:solidFill>
                  <a:latin typeface="Times New Roman" panose="02020603050405020304" pitchFamily="18" charset="0"/>
                  <a:ea typeface="+mn-ea"/>
                  <a:cs typeface="Times New Roman" panose="02020603050405020304" pitchFamily="18" charset="0"/>
                </a:rPr>
                <a:t>3                     0                    3</a:t>
              </a:r>
            </a:p>
            <a:p>
              <a:pPr>
                <a:lnSpc>
                  <a:spcPct val="150000"/>
                </a:lnSpc>
                <a:spcBef>
                  <a:spcPct val="50000"/>
                </a:spcBef>
                <a:defRPr/>
              </a:pPr>
              <a:r>
                <a:rPr lang="zh-CN" altLang="en-US" sz="2100" dirty="0">
                  <a:solidFill>
                    <a:srgbClr val="CC0000"/>
                  </a:solidFill>
                  <a:latin typeface="Times New Roman" panose="02020603050405020304" pitchFamily="18" charset="0"/>
                  <a:ea typeface="+mn-ea"/>
                  <a:cs typeface="Times New Roman" panose="02020603050405020304" pitchFamily="18" charset="0"/>
                </a:rPr>
                <a:t>双</a:t>
              </a:r>
              <a:r>
                <a:rPr lang="zh-CN" altLang="en-US" sz="2100" dirty="0">
                  <a:solidFill>
                    <a:srgbClr val="1C1C1C"/>
                  </a:solidFill>
                  <a:latin typeface="Times New Roman" panose="02020603050405020304" pitchFamily="18" charset="0"/>
                  <a:ea typeface="+mn-ea"/>
                  <a:cs typeface="Times New Roman" panose="02020603050405020304" pitchFamily="18" charset="0"/>
                </a:rPr>
                <a:t>原子分子             </a:t>
              </a:r>
              <a:r>
                <a:rPr lang="en-US" altLang="zh-CN" sz="2100" dirty="0">
                  <a:solidFill>
                    <a:srgbClr val="1C1C1C"/>
                  </a:solidFill>
                  <a:latin typeface="Times New Roman" panose="02020603050405020304" pitchFamily="18" charset="0"/>
                  <a:ea typeface="+mn-ea"/>
                  <a:cs typeface="Times New Roman" panose="02020603050405020304" pitchFamily="18" charset="0"/>
                </a:rPr>
                <a:t>3                     2                    5</a:t>
              </a:r>
            </a:p>
            <a:p>
              <a:pPr>
                <a:lnSpc>
                  <a:spcPct val="150000"/>
                </a:lnSpc>
                <a:spcBef>
                  <a:spcPct val="50000"/>
                </a:spcBef>
                <a:defRPr/>
              </a:pPr>
              <a:r>
                <a:rPr lang="zh-CN" altLang="en-US" sz="2100" dirty="0">
                  <a:solidFill>
                    <a:srgbClr val="CC0000"/>
                  </a:solidFill>
                  <a:latin typeface="Times New Roman" panose="02020603050405020304" pitchFamily="18" charset="0"/>
                  <a:ea typeface="+mn-ea"/>
                  <a:cs typeface="Times New Roman" panose="02020603050405020304" pitchFamily="18" charset="0"/>
                </a:rPr>
                <a:t>多</a:t>
              </a:r>
              <a:r>
                <a:rPr lang="zh-CN" altLang="en-US" sz="2100" dirty="0">
                  <a:solidFill>
                    <a:srgbClr val="1C1C1C"/>
                  </a:solidFill>
                  <a:latin typeface="Times New Roman" panose="02020603050405020304" pitchFamily="18" charset="0"/>
                  <a:ea typeface="+mn-ea"/>
                  <a:cs typeface="Times New Roman" panose="02020603050405020304" pitchFamily="18" charset="0"/>
                </a:rPr>
                <a:t>原子分子             </a:t>
              </a:r>
              <a:r>
                <a:rPr lang="en-US" altLang="zh-CN" sz="2100" dirty="0">
                  <a:solidFill>
                    <a:srgbClr val="1C1C1C"/>
                  </a:solidFill>
                  <a:latin typeface="Times New Roman" panose="02020603050405020304" pitchFamily="18" charset="0"/>
                  <a:ea typeface="+mn-ea"/>
                  <a:cs typeface="Times New Roman" panose="02020603050405020304" pitchFamily="18" charset="0"/>
                </a:rPr>
                <a:t>3                     3                    6</a:t>
              </a:r>
            </a:p>
          </p:txBody>
        </p:sp>
        <p:graphicFrame>
          <p:nvGraphicFramePr>
            <p:cNvPr id="5122" name="Object 5"/>
            <p:cNvGraphicFramePr>
              <a:graphicFrameLocks noChangeAspect="1"/>
            </p:cNvGraphicFramePr>
            <p:nvPr>
              <p:extLst>
                <p:ext uri="{D42A27DB-BD31-4B8C-83A1-F6EECF244321}">
                  <p14:modId xmlns:p14="http://schemas.microsoft.com/office/powerpoint/2010/main" val="2296401205"/>
                </p:ext>
              </p:extLst>
            </p:nvPr>
          </p:nvGraphicFramePr>
          <p:xfrm>
            <a:off x="3324784" y="2218350"/>
            <a:ext cx="290945" cy="531677"/>
          </p:xfrm>
          <a:graphic>
            <a:graphicData uri="http://schemas.openxmlformats.org/presentationml/2006/ole">
              <mc:AlternateContent xmlns:mc="http://schemas.openxmlformats.org/markup-compatibility/2006">
                <mc:Choice xmlns:v="urn:schemas-microsoft-com:vml" Requires="v">
                  <p:oleObj spid="_x0000_s5581" name="公式" r:id="rId3" imgW="88560" imgH="152280" progId="Equation.3">
                    <p:embed/>
                  </p:oleObj>
                </mc:Choice>
                <mc:Fallback>
                  <p:oleObj name="公式" r:id="rId3" imgW="88560" imgH="1522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4784" y="2218350"/>
                          <a:ext cx="290945" cy="531677"/>
                        </a:xfrm>
                        <a:prstGeom prst="rect">
                          <a:avLst/>
                        </a:prstGeom>
                        <a:noFill/>
                        <a:extLst/>
                      </p:spPr>
                    </p:pic>
                  </p:oleObj>
                </mc:Fallback>
              </mc:AlternateContent>
            </a:graphicData>
          </a:graphic>
        </p:graphicFrame>
        <p:graphicFrame>
          <p:nvGraphicFramePr>
            <p:cNvPr id="5123" name="Object 6"/>
            <p:cNvGraphicFramePr>
              <a:graphicFrameLocks noChangeAspect="1"/>
            </p:cNvGraphicFramePr>
            <p:nvPr>
              <p:extLst>
                <p:ext uri="{D42A27DB-BD31-4B8C-83A1-F6EECF244321}">
                  <p14:modId xmlns:p14="http://schemas.microsoft.com/office/powerpoint/2010/main" val="3830976071"/>
                </p:ext>
              </p:extLst>
            </p:nvPr>
          </p:nvGraphicFramePr>
          <p:xfrm>
            <a:off x="5357971" y="2258657"/>
            <a:ext cx="388420" cy="460787"/>
          </p:xfrm>
          <a:graphic>
            <a:graphicData uri="http://schemas.openxmlformats.org/presentationml/2006/ole">
              <mc:AlternateContent xmlns:mc="http://schemas.openxmlformats.org/markup-compatibility/2006">
                <mc:Choice xmlns:v="urn:schemas-microsoft-com:vml" Requires="v">
                  <p:oleObj spid="_x0000_s5582" name="公式" r:id="rId5" imgW="114120" imgH="126720" progId="Equation.3">
                    <p:embed/>
                  </p:oleObj>
                </mc:Choice>
                <mc:Fallback>
                  <p:oleObj name="公式" r:id="rId5" imgW="114120" imgH="12672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7971" y="2258657"/>
                          <a:ext cx="388420" cy="460787"/>
                        </a:xfrm>
                        <a:prstGeom prst="rect">
                          <a:avLst/>
                        </a:prstGeom>
                        <a:noFill/>
                        <a:extLst/>
                      </p:spPr>
                    </p:pic>
                  </p:oleObj>
                </mc:Fallback>
              </mc:AlternateContent>
            </a:graphicData>
          </a:graphic>
        </p:graphicFrame>
        <p:graphicFrame>
          <p:nvGraphicFramePr>
            <p:cNvPr id="5124" name="Object 7"/>
            <p:cNvGraphicFramePr>
              <a:graphicFrameLocks noChangeAspect="1"/>
            </p:cNvGraphicFramePr>
            <p:nvPr>
              <p:extLst>
                <p:ext uri="{D42A27DB-BD31-4B8C-83A1-F6EECF244321}">
                  <p14:modId xmlns:p14="http://schemas.microsoft.com/office/powerpoint/2010/main" val="49924521"/>
                </p:ext>
              </p:extLst>
            </p:nvPr>
          </p:nvGraphicFramePr>
          <p:xfrm>
            <a:off x="7347480" y="2198197"/>
            <a:ext cx="286515" cy="567122"/>
          </p:xfrm>
          <a:graphic>
            <a:graphicData uri="http://schemas.openxmlformats.org/presentationml/2006/ole">
              <mc:AlternateContent xmlns:mc="http://schemas.openxmlformats.org/markup-compatibility/2006">
                <mc:Choice xmlns:v="urn:schemas-microsoft-com:vml" Requires="v">
                  <p:oleObj spid="_x0000_s5583" name="公式" r:id="rId7" imgW="88560" imgH="164880" progId="Equation.3">
                    <p:embed/>
                  </p:oleObj>
                </mc:Choice>
                <mc:Fallback>
                  <p:oleObj name="公式" r:id="rId7" imgW="88560" imgH="16488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47480" y="2198197"/>
                          <a:ext cx="286515" cy="567122"/>
                        </a:xfrm>
                        <a:prstGeom prst="rect">
                          <a:avLst/>
                        </a:prstGeom>
                        <a:noFill/>
                        <a:extLst/>
                      </p:spPr>
                    </p:pic>
                  </p:oleObj>
                </mc:Fallback>
              </mc:AlternateContent>
            </a:graphicData>
          </a:graphic>
        </p:graphicFrame>
        <p:sp>
          <p:nvSpPr>
            <p:cNvPr id="5129" name="Line 8"/>
            <p:cNvSpPr>
              <a:spLocks noChangeShapeType="1"/>
            </p:cNvSpPr>
            <p:nvPr/>
          </p:nvSpPr>
          <p:spPr bwMode="auto">
            <a:xfrm>
              <a:off x="160014" y="2902755"/>
              <a:ext cx="8576917" cy="0"/>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0" name="Line 9"/>
            <p:cNvSpPr>
              <a:spLocks noChangeShapeType="1"/>
            </p:cNvSpPr>
            <p:nvPr/>
          </p:nvSpPr>
          <p:spPr bwMode="auto">
            <a:xfrm>
              <a:off x="160014" y="2057995"/>
              <a:ext cx="8576917" cy="0"/>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1" name="Line 10"/>
            <p:cNvSpPr>
              <a:spLocks noChangeShapeType="1"/>
            </p:cNvSpPr>
            <p:nvPr/>
          </p:nvSpPr>
          <p:spPr bwMode="auto">
            <a:xfrm>
              <a:off x="160014" y="5344749"/>
              <a:ext cx="8576917" cy="0"/>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2" name="Line 11"/>
            <p:cNvSpPr>
              <a:spLocks noChangeShapeType="1"/>
            </p:cNvSpPr>
            <p:nvPr/>
          </p:nvSpPr>
          <p:spPr bwMode="auto">
            <a:xfrm>
              <a:off x="160014" y="4489829"/>
              <a:ext cx="8576917" cy="0"/>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3" name="Line 12"/>
            <p:cNvSpPr>
              <a:spLocks noChangeShapeType="1"/>
            </p:cNvSpPr>
            <p:nvPr/>
          </p:nvSpPr>
          <p:spPr bwMode="auto">
            <a:xfrm>
              <a:off x="160014" y="3747515"/>
              <a:ext cx="8576917" cy="0"/>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4" name="Line 13"/>
            <p:cNvSpPr>
              <a:spLocks noChangeShapeType="1"/>
            </p:cNvSpPr>
            <p:nvPr/>
          </p:nvSpPr>
          <p:spPr bwMode="auto">
            <a:xfrm>
              <a:off x="169352" y="2072238"/>
              <a:ext cx="0" cy="3276594"/>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5" name="Line 14"/>
            <p:cNvSpPr>
              <a:spLocks noChangeShapeType="1"/>
            </p:cNvSpPr>
            <p:nvPr/>
          </p:nvSpPr>
          <p:spPr bwMode="auto">
            <a:xfrm>
              <a:off x="2514593" y="2072238"/>
              <a:ext cx="0" cy="3276594"/>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6" name="Line 15"/>
            <p:cNvSpPr>
              <a:spLocks noChangeShapeType="1"/>
            </p:cNvSpPr>
            <p:nvPr/>
          </p:nvSpPr>
          <p:spPr bwMode="auto">
            <a:xfrm>
              <a:off x="4508093" y="2072238"/>
              <a:ext cx="0" cy="3276594"/>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7" name="Line 16"/>
            <p:cNvSpPr>
              <a:spLocks noChangeShapeType="1"/>
            </p:cNvSpPr>
            <p:nvPr/>
          </p:nvSpPr>
          <p:spPr bwMode="auto">
            <a:xfrm>
              <a:off x="6604038" y="2066142"/>
              <a:ext cx="0" cy="3276594"/>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8" name="Line 17"/>
            <p:cNvSpPr>
              <a:spLocks noChangeShapeType="1"/>
            </p:cNvSpPr>
            <p:nvPr/>
          </p:nvSpPr>
          <p:spPr bwMode="auto">
            <a:xfrm>
              <a:off x="8724367" y="2061790"/>
              <a:ext cx="0" cy="3276594"/>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39" name="Line 18"/>
            <p:cNvSpPr>
              <a:spLocks noChangeShapeType="1"/>
            </p:cNvSpPr>
            <p:nvPr/>
          </p:nvSpPr>
          <p:spPr bwMode="auto">
            <a:xfrm>
              <a:off x="160013" y="2066142"/>
              <a:ext cx="2322861" cy="829458"/>
            </a:xfrm>
            <a:prstGeom prst="line">
              <a:avLst/>
            </a:prstGeom>
            <a:noFill/>
            <a:ln w="28575">
              <a:solidFill>
                <a:srgbClr val="000066"/>
              </a:solidFill>
              <a:round/>
              <a:headEnd/>
              <a:tailEnd/>
            </a:ln>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5140" name="Text Box 19"/>
            <p:cNvSpPr txBox="1">
              <a:spLocks noChangeArrowheads="1"/>
            </p:cNvSpPr>
            <p:nvPr/>
          </p:nvSpPr>
          <p:spPr bwMode="auto">
            <a:xfrm>
              <a:off x="381021" y="2400166"/>
              <a:ext cx="1096015" cy="553997"/>
            </a:xfrm>
            <a:prstGeom prst="rect">
              <a:avLst/>
            </a:prstGeom>
            <a:noFill/>
            <a:ln w="28575">
              <a:noFill/>
              <a:miter lim="800000"/>
              <a:headEnd/>
              <a:tailEnd/>
            </a:ln>
          </p:spPr>
          <p:txBody>
            <a:bodyPr wrap="square">
              <a:spAutoFit/>
            </a:bodyPr>
            <a:lstStyle/>
            <a:p>
              <a:pPr>
                <a:spcBef>
                  <a:spcPct val="50000"/>
                </a:spcBef>
                <a:defRPr/>
              </a:pPr>
              <a:r>
                <a:rPr lang="zh-CN" altLang="en-US" sz="2100" dirty="0">
                  <a:solidFill>
                    <a:srgbClr val="1C1C1C"/>
                  </a:solidFill>
                  <a:latin typeface="Times New Roman" panose="02020603050405020304" pitchFamily="18" charset="0"/>
                  <a:ea typeface="+mn-ea"/>
                  <a:cs typeface="Times New Roman" panose="02020603050405020304" pitchFamily="18" charset="0"/>
                </a:rPr>
                <a:t>分子</a:t>
              </a:r>
            </a:p>
          </p:txBody>
        </p:sp>
        <p:sp>
          <p:nvSpPr>
            <p:cNvPr id="5141" name="Text Box 20"/>
            <p:cNvSpPr txBox="1">
              <a:spLocks noChangeArrowheads="1"/>
            </p:cNvSpPr>
            <p:nvPr/>
          </p:nvSpPr>
          <p:spPr bwMode="auto">
            <a:xfrm>
              <a:off x="1226030" y="2025714"/>
              <a:ext cx="1355311" cy="553997"/>
            </a:xfrm>
            <a:prstGeom prst="rect">
              <a:avLst/>
            </a:prstGeom>
            <a:noFill/>
            <a:ln w="28575">
              <a:noFill/>
              <a:miter lim="800000"/>
              <a:headEnd/>
              <a:tailEnd/>
            </a:ln>
          </p:spPr>
          <p:txBody>
            <a:bodyPr wrap="square">
              <a:spAutoFit/>
            </a:bodyPr>
            <a:lstStyle/>
            <a:p>
              <a:pPr>
                <a:spcBef>
                  <a:spcPct val="50000"/>
                </a:spcBef>
                <a:defRPr/>
              </a:pPr>
              <a:r>
                <a:rPr lang="zh-CN" altLang="en-US" sz="2100" dirty="0">
                  <a:solidFill>
                    <a:srgbClr val="1C1C1C"/>
                  </a:solidFill>
                  <a:latin typeface="Times New Roman" panose="02020603050405020304" pitchFamily="18" charset="0"/>
                  <a:ea typeface="+mn-ea"/>
                  <a:cs typeface="Times New Roman" panose="02020603050405020304" pitchFamily="18" charset="0"/>
                </a:rPr>
                <a:t>自由度</a:t>
              </a:r>
            </a:p>
          </p:txBody>
        </p:sp>
      </p:grpSp>
      <p:sp>
        <p:nvSpPr>
          <p:cNvPr id="25" name="Text Box 4"/>
          <p:cNvSpPr txBox="1">
            <a:spLocks noChangeArrowheads="1"/>
          </p:cNvSpPr>
          <p:nvPr/>
        </p:nvSpPr>
        <p:spPr bwMode="auto">
          <a:xfrm>
            <a:off x="1357598" y="4037266"/>
            <a:ext cx="4882754" cy="415498"/>
          </a:xfrm>
          <a:prstGeom prst="rect">
            <a:avLst/>
          </a:prstGeom>
          <a:noFill/>
          <a:ln w="28575">
            <a:noFill/>
            <a:miter lim="800000"/>
            <a:headEnd/>
            <a:tailEnd/>
          </a:ln>
        </p:spPr>
        <p:txBody>
          <a:bodyPr>
            <a:spAutoFit/>
          </a:bodyPr>
          <a:lstStyle/>
          <a:p>
            <a:pPr>
              <a:spcBef>
                <a:spcPct val="50000"/>
              </a:spcBef>
            </a:pPr>
            <a:r>
              <a:rPr lang="en-US" altLang="zh-CN" sz="2100" dirty="0">
                <a:solidFill>
                  <a:srgbClr val="CC0000"/>
                </a:solidFill>
                <a:latin typeface="Times New Roman" panose="02020603050405020304" pitchFamily="18" charset="0"/>
                <a:ea typeface="+mn-ea"/>
                <a:cs typeface="Times New Roman" panose="02020603050405020304" pitchFamily="18" charset="0"/>
              </a:rPr>
              <a:t>*</a:t>
            </a:r>
            <a:r>
              <a:rPr lang="zh-CN" altLang="en-US" sz="2100" dirty="0">
                <a:solidFill>
                  <a:srgbClr val="CC0000"/>
                </a:solidFill>
                <a:latin typeface="Times New Roman" panose="02020603050405020304" pitchFamily="18" charset="0"/>
                <a:ea typeface="+mn-ea"/>
                <a:cs typeface="Times New Roman" panose="02020603050405020304" pitchFamily="18" charset="0"/>
              </a:rPr>
              <a:t>非刚性分子暂不讨论</a:t>
            </a:r>
            <a:endParaRPr lang="zh-CN" altLang="en-US" sz="2100" dirty="0">
              <a:solidFill>
                <a:srgbClr val="1C1C1C"/>
              </a:solidFill>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7"/>
          <p:cNvSpPr txBox="1">
            <a:spLocks noChangeArrowheads="1"/>
          </p:cNvSpPr>
          <p:nvPr/>
        </p:nvSpPr>
        <p:spPr bwMode="auto">
          <a:xfrm>
            <a:off x="938721" y="486995"/>
            <a:ext cx="5886450" cy="415498"/>
          </a:xfrm>
          <a:prstGeom prst="rect">
            <a:avLst/>
          </a:prstGeom>
          <a:noFill/>
          <a:ln w="28575">
            <a:noFill/>
            <a:miter lim="800000"/>
            <a:headEnd/>
            <a:tailEnd/>
          </a:ln>
        </p:spPr>
        <p:txBody>
          <a:bodyPr>
            <a:spAutoFit/>
          </a:bodyPr>
          <a:lstStyle/>
          <a:p>
            <a:pPr>
              <a:spcBef>
                <a:spcPct val="50000"/>
              </a:spcBef>
            </a:pPr>
            <a:r>
              <a:rPr lang="zh-CN" altLang="en-US" sz="2100" dirty="0">
                <a:solidFill>
                  <a:srgbClr val="CC0000"/>
                </a:solidFill>
              </a:rPr>
              <a:t>二、能量均分定理</a:t>
            </a:r>
            <a:endParaRPr lang="zh-CN" altLang="en-US" sz="2100" dirty="0"/>
          </a:p>
        </p:txBody>
      </p:sp>
      <p:grpSp>
        <p:nvGrpSpPr>
          <p:cNvPr id="2" name="Group 14"/>
          <p:cNvGrpSpPr>
            <a:grpSpLocks/>
          </p:cNvGrpSpPr>
          <p:nvPr/>
        </p:nvGrpSpPr>
        <p:grpSpPr bwMode="auto">
          <a:xfrm>
            <a:off x="900458" y="974259"/>
            <a:ext cx="7670006" cy="1162051"/>
            <a:chOff x="-316" y="1408"/>
            <a:chExt cx="6442" cy="976"/>
          </a:xfrm>
        </p:grpSpPr>
        <p:sp>
          <p:nvSpPr>
            <p:cNvPr id="6152" name="Text Box 9"/>
            <p:cNvSpPr txBox="1">
              <a:spLocks noChangeArrowheads="1"/>
            </p:cNvSpPr>
            <p:nvPr/>
          </p:nvSpPr>
          <p:spPr bwMode="auto">
            <a:xfrm>
              <a:off x="-316" y="1408"/>
              <a:ext cx="6442" cy="892"/>
            </a:xfrm>
            <a:prstGeom prst="rect">
              <a:avLst/>
            </a:prstGeom>
            <a:noFill/>
            <a:ln w="28575">
              <a:noFill/>
              <a:miter lim="800000"/>
              <a:headEnd/>
              <a:tailEnd/>
            </a:ln>
          </p:spPr>
          <p:txBody>
            <a:bodyPr wrap="square">
              <a:spAutoFit/>
            </a:bodyPr>
            <a:lstStyle/>
            <a:p>
              <a:pPr>
                <a:lnSpc>
                  <a:spcPct val="150000"/>
                </a:lnSpc>
                <a:spcBef>
                  <a:spcPct val="50000"/>
                </a:spcBef>
              </a:pPr>
              <a:r>
                <a:rPr lang="en-US" altLang="zh-CN" sz="2100" dirty="0"/>
                <a:t>        </a:t>
              </a:r>
              <a:r>
                <a:rPr lang="zh-CN" altLang="en-US" sz="2100" dirty="0"/>
                <a:t>气体处于平衡态时，分子任何一个自由度的平均能量都相等，均为            ，这就是</a:t>
              </a:r>
              <a:r>
                <a:rPr lang="zh-CN" altLang="en-US" sz="2100" dirty="0">
                  <a:solidFill>
                    <a:srgbClr val="0000FF"/>
                  </a:solidFill>
                </a:rPr>
                <a:t>能量按自由度均分定理</a:t>
              </a:r>
              <a:r>
                <a:rPr lang="zh-CN" altLang="en-US" sz="2100" dirty="0">
                  <a:solidFill>
                    <a:srgbClr val="CC0000"/>
                  </a:solidFill>
                </a:rPr>
                <a:t> </a:t>
              </a:r>
              <a:r>
                <a:rPr lang="en-US" altLang="zh-CN" sz="2100" dirty="0">
                  <a:solidFill>
                    <a:schemeClr val="tx2"/>
                  </a:solidFill>
                  <a:latin typeface="Times New Roman" pitchFamily="18" charset="0"/>
                </a:rPr>
                <a:t>.</a:t>
              </a:r>
            </a:p>
          </p:txBody>
        </p:sp>
        <p:graphicFrame>
          <p:nvGraphicFramePr>
            <p:cNvPr id="6147" name="Object 10"/>
            <p:cNvGraphicFramePr>
              <a:graphicFrameLocks noChangeAspect="1"/>
            </p:cNvGraphicFramePr>
            <p:nvPr>
              <p:extLst>
                <p:ext uri="{D42A27DB-BD31-4B8C-83A1-F6EECF244321}">
                  <p14:modId xmlns:p14="http://schemas.microsoft.com/office/powerpoint/2010/main" val="4292851687"/>
                </p:ext>
              </p:extLst>
            </p:nvPr>
          </p:nvGraphicFramePr>
          <p:xfrm>
            <a:off x="719" y="1825"/>
            <a:ext cx="667" cy="559"/>
          </p:xfrm>
          <a:graphic>
            <a:graphicData uri="http://schemas.openxmlformats.org/presentationml/2006/ole">
              <mc:AlternateContent xmlns:mc="http://schemas.openxmlformats.org/markup-compatibility/2006">
                <mc:Choice xmlns:v="urn:schemas-microsoft-com:vml" Requires="v">
                  <p:oleObj spid="_x0000_s6458" name="公式" r:id="rId3" imgW="342720" imgH="393480" progId="Equation.3">
                    <p:embed/>
                  </p:oleObj>
                </mc:Choice>
                <mc:Fallback>
                  <p:oleObj name="公式" r:id="rId3" imgW="342720" imgH="39348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 y="1825"/>
                          <a:ext cx="667" cy="559"/>
                        </a:xfrm>
                        <a:prstGeom prst="rect">
                          <a:avLst/>
                        </a:prstGeom>
                        <a:noFill/>
                        <a:extLst/>
                      </p:spPr>
                    </p:pic>
                  </p:oleObj>
                </mc:Fallback>
              </mc:AlternateContent>
            </a:graphicData>
          </a:graphic>
        </p:graphicFrame>
      </p:grpSp>
      <p:grpSp>
        <p:nvGrpSpPr>
          <p:cNvPr id="3" name="Group 11"/>
          <p:cNvGrpSpPr>
            <a:grpSpLocks/>
          </p:cNvGrpSpPr>
          <p:nvPr/>
        </p:nvGrpSpPr>
        <p:grpSpPr bwMode="auto">
          <a:xfrm>
            <a:off x="1763316" y="2363904"/>
            <a:ext cx="4743450" cy="790575"/>
            <a:chOff x="432" y="3380"/>
            <a:chExt cx="3984" cy="664"/>
          </a:xfrm>
        </p:grpSpPr>
        <p:sp>
          <p:nvSpPr>
            <p:cNvPr id="6151" name="Text Box 12"/>
            <p:cNvSpPr txBox="1">
              <a:spLocks noChangeArrowheads="1"/>
            </p:cNvSpPr>
            <p:nvPr/>
          </p:nvSpPr>
          <p:spPr bwMode="auto">
            <a:xfrm>
              <a:off x="432" y="3552"/>
              <a:ext cx="3984" cy="349"/>
            </a:xfrm>
            <a:prstGeom prst="rect">
              <a:avLst/>
            </a:prstGeom>
            <a:noFill/>
            <a:ln w="28575">
              <a:noFill/>
              <a:miter lim="800000"/>
              <a:headEnd/>
              <a:tailEnd/>
            </a:ln>
          </p:spPr>
          <p:txBody>
            <a:bodyPr>
              <a:spAutoFit/>
            </a:bodyPr>
            <a:lstStyle/>
            <a:p>
              <a:pPr>
                <a:spcBef>
                  <a:spcPct val="50000"/>
                </a:spcBef>
                <a:buFontTx/>
                <a:buBlip>
                  <a:blip r:embed="rId5"/>
                </a:buBlip>
              </a:pPr>
              <a:r>
                <a:rPr lang="en-US" altLang="zh-CN" sz="2100" dirty="0">
                  <a:solidFill>
                    <a:srgbClr val="1C1C1C"/>
                  </a:solidFill>
                </a:rPr>
                <a:t>  </a:t>
              </a:r>
              <a:r>
                <a:rPr lang="zh-CN" altLang="en-US" sz="2100" dirty="0"/>
                <a:t>分子的平均能量：</a:t>
              </a:r>
            </a:p>
          </p:txBody>
        </p:sp>
        <p:graphicFrame>
          <p:nvGraphicFramePr>
            <p:cNvPr id="6146" name="Object 13"/>
            <p:cNvGraphicFramePr>
              <a:graphicFrameLocks noChangeAspect="1"/>
            </p:cNvGraphicFramePr>
            <p:nvPr>
              <p:extLst>
                <p:ext uri="{D42A27DB-BD31-4B8C-83A1-F6EECF244321}">
                  <p14:modId xmlns:p14="http://schemas.microsoft.com/office/powerpoint/2010/main" val="1533737148"/>
                </p:ext>
              </p:extLst>
            </p:nvPr>
          </p:nvGraphicFramePr>
          <p:xfrm>
            <a:off x="2549" y="3380"/>
            <a:ext cx="1129" cy="664"/>
          </p:xfrm>
          <a:graphic>
            <a:graphicData uri="http://schemas.openxmlformats.org/presentationml/2006/ole">
              <mc:AlternateContent xmlns:mc="http://schemas.openxmlformats.org/markup-compatibility/2006">
                <mc:Choice xmlns:v="urn:schemas-microsoft-com:vml" Requires="v">
                  <p:oleObj spid="_x0000_s6459" name="Equation" r:id="rId6" imgW="583920" imgH="393480" progId="Equation.DSMT4">
                    <p:embed/>
                  </p:oleObj>
                </mc:Choice>
                <mc:Fallback>
                  <p:oleObj name="Equation" r:id="rId6" imgW="583920" imgH="393480" progId="Equation.DSMT4">
                    <p:embed/>
                    <p:pic>
                      <p:nvPicPr>
                        <p:cNvPr id="0" name="Object 13"/>
                        <p:cNvPicPr>
                          <a:picLocks noChangeAspect="1" noChangeArrowheads="1"/>
                        </p:cNvPicPr>
                        <p:nvPr/>
                      </p:nvPicPr>
                      <p:blipFill>
                        <a:blip r:embed="rId7"/>
                        <a:srcRect/>
                        <a:stretch>
                          <a:fillRect/>
                        </a:stretch>
                      </p:blipFill>
                      <p:spPr bwMode="auto">
                        <a:xfrm>
                          <a:off x="2549" y="3380"/>
                          <a:ext cx="1129" cy="664"/>
                        </a:xfrm>
                        <a:prstGeom prst="rect">
                          <a:avLst/>
                        </a:prstGeom>
                        <a:noFill/>
                        <a:ln w="9525">
                          <a:noFill/>
                          <a:miter lim="800000"/>
                          <a:headEnd/>
                          <a:tailEnd/>
                        </a:ln>
                      </p:spPr>
                    </p:pic>
                  </p:oleObj>
                </mc:Fallback>
              </mc:AlternateContent>
            </a:graphicData>
          </a:graphic>
        </p:graphicFrame>
      </p:grpSp>
      <p:sp>
        <p:nvSpPr>
          <p:cNvPr id="9" name="Text Box 9"/>
          <p:cNvSpPr txBox="1">
            <a:spLocks noChangeArrowheads="1"/>
          </p:cNvSpPr>
          <p:nvPr/>
        </p:nvSpPr>
        <p:spPr bwMode="auto">
          <a:xfrm>
            <a:off x="1768650" y="3265589"/>
            <a:ext cx="6156722" cy="577081"/>
          </a:xfrm>
          <a:prstGeom prst="rect">
            <a:avLst/>
          </a:prstGeom>
          <a:noFill/>
          <a:ln w="28575">
            <a:noFill/>
            <a:miter lim="800000"/>
            <a:headEnd/>
            <a:tailEnd/>
          </a:ln>
        </p:spPr>
        <p:txBody>
          <a:bodyPr>
            <a:spAutoFit/>
          </a:bodyPr>
          <a:lstStyle/>
          <a:p>
            <a:pPr>
              <a:lnSpc>
                <a:spcPct val="150000"/>
              </a:lnSpc>
              <a:spcBef>
                <a:spcPct val="50000"/>
              </a:spcBef>
            </a:pPr>
            <a:r>
              <a:rPr lang="en-US" altLang="zh-CN" sz="2100">
                <a:solidFill>
                  <a:srgbClr val="990033"/>
                </a:solidFill>
                <a:latin typeface="Times New Roman" panose="02020603050405020304" pitchFamily="18" charset="0"/>
                <a:ea typeface="+mn-ea"/>
                <a:cs typeface="Times New Roman" panose="02020603050405020304" pitchFamily="18" charset="0"/>
              </a:rPr>
              <a:t>Q:</a:t>
            </a:r>
            <a:r>
              <a:rPr lang="zh-CN" altLang="en-US" sz="2100">
                <a:solidFill>
                  <a:srgbClr val="990033"/>
                </a:solidFill>
                <a:latin typeface="Times New Roman" panose="02020603050405020304" pitchFamily="18" charset="0"/>
                <a:ea typeface="+mn-ea"/>
                <a:cs typeface="Times New Roman" panose="02020603050405020304" pitchFamily="18" charset="0"/>
              </a:rPr>
              <a:t>能量为什么能够做到按自由度均分呢？</a:t>
            </a:r>
            <a:endParaRPr lang="en-US" altLang="zh-CN" sz="2100" dirty="0">
              <a:solidFill>
                <a:srgbClr val="990033"/>
              </a:solidFill>
              <a:latin typeface="Times New Roman" panose="02020603050405020304" pitchFamily="18" charset="0"/>
              <a:ea typeface="+mn-ea"/>
              <a:cs typeface="Times New Roman" panose="02020603050405020304" pitchFamily="18" charset="0"/>
            </a:endParaRPr>
          </a:p>
        </p:txBody>
      </p:sp>
      <p:sp>
        <p:nvSpPr>
          <p:cNvPr id="10" name="Text Box 9"/>
          <p:cNvSpPr txBox="1">
            <a:spLocks noChangeArrowheads="1"/>
          </p:cNvSpPr>
          <p:nvPr/>
        </p:nvSpPr>
        <p:spPr bwMode="auto">
          <a:xfrm>
            <a:off x="1768650" y="3844233"/>
            <a:ext cx="4632150" cy="577081"/>
          </a:xfrm>
          <a:prstGeom prst="rect">
            <a:avLst/>
          </a:prstGeom>
          <a:noFill/>
          <a:ln w="28575">
            <a:noFill/>
            <a:miter lim="800000"/>
            <a:headEnd/>
            <a:tailEnd/>
          </a:ln>
        </p:spPr>
        <p:txBody>
          <a:bodyPr wrap="square">
            <a:spAutoFit/>
          </a:bodyPr>
          <a:lstStyle/>
          <a:p>
            <a:pPr>
              <a:lnSpc>
                <a:spcPct val="150000"/>
              </a:lnSpc>
              <a:spcBef>
                <a:spcPct val="50000"/>
              </a:spcBef>
            </a:pPr>
            <a:r>
              <a:rPr lang="en-US" altLang="zh-CN" sz="2100">
                <a:solidFill>
                  <a:srgbClr val="990033"/>
                </a:solidFill>
                <a:latin typeface="Times New Roman" panose="02020603050405020304" pitchFamily="18" charset="0"/>
                <a:ea typeface="+mn-ea"/>
                <a:cs typeface="Times New Roman" panose="02020603050405020304" pitchFamily="18" charset="0"/>
              </a:rPr>
              <a:t>A:</a:t>
            </a:r>
            <a:r>
              <a:rPr lang="zh-CN" altLang="en-US" sz="2100">
                <a:solidFill>
                  <a:srgbClr val="990033"/>
                </a:solidFill>
                <a:latin typeface="Times New Roman" panose="02020603050405020304" pitchFamily="18" charset="0"/>
                <a:ea typeface="+mn-ea"/>
                <a:cs typeface="Times New Roman" panose="02020603050405020304" pitchFamily="18" charset="0"/>
              </a:rPr>
              <a:t>分子永不停息的碰撞导致的</a:t>
            </a:r>
            <a:r>
              <a:rPr lang="en-US" altLang="zh-CN" sz="2100">
                <a:solidFill>
                  <a:srgbClr val="990033"/>
                </a:solidFill>
                <a:latin typeface="Times New Roman" panose="02020603050405020304" pitchFamily="18" charset="0"/>
                <a:ea typeface="+mn-ea"/>
                <a:cs typeface="Times New Roman" panose="02020603050405020304" pitchFamily="18" charset="0"/>
              </a:rPr>
              <a:t>.</a:t>
            </a:r>
            <a:endParaRPr lang="en-US" altLang="zh-CN" sz="2100" dirty="0">
              <a:solidFill>
                <a:srgbClr val="990033"/>
              </a:solidFill>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Text Box 4"/>
          <p:cNvSpPr txBox="1">
            <a:spLocks noChangeArrowheads="1"/>
          </p:cNvSpPr>
          <p:nvPr/>
        </p:nvSpPr>
        <p:spPr bwMode="auto">
          <a:xfrm>
            <a:off x="805515" y="493617"/>
            <a:ext cx="5513785" cy="415498"/>
          </a:xfrm>
          <a:prstGeom prst="rect">
            <a:avLst/>
          </a:prstGeom>
          <a:noFill/>
          <a:ln w="28575">
            <a:noFill/>
            <a:miter lim="800000"/>
            <a:headEnd/>
            <a:tailEnd/>
          </a:ln>
        </p:spPr>
        <p:txBody>
          <a:bodyPr>
            <a:spAutoFit/>
          </a:bodyPr>
          <a:lstStyle/>
          <a:p>
            <a:pPr>
              <a:spcBef>
                <a:spcPct val="50000"/>
              </a:spcBef>
            </a:pPr>
            <a:r>
              <a:rPr lang="zh-CN" altLang="en-US" sz="2100" dirty="0">
                <a:solidFill>
                  <a:srgbClr val="CC0000"/>
                </a:solidFill>
              </a:rPr>
              <a:t>三、理想气体的内能</a:t>
            </a:r>
          </a:p>
        </p:txBody>
      </p:sp>
      <p:sp>
        <p:nvSpPr>
          <p:cNvPr id="36869" name="Text Box 5"/>
          <p:cNvSpPr txBox="1">
            <a:spLocks noChangeArrowheads="1"/>
          </p:cNvSpPr>
          <p:nvPr/>
        </p:nvSpPr>
        <p:spPr bwMode="auto">
          <a:xfrm>
            <a:off x="2179112" y="1171663"/>
            <a:ext cx="6106715" cy="443006"/>
          </a:xfrm>
          <a:prstGeom prst="rect">
            <a:avLst/>
          </a:prstGeom>
          <a:noFill/>
          <a:ln w="28575">
            <a:noFill/>
            <a:miter lim="800000"/>
            <a:headEnd/>
            <a:tailEnd/>
          </a:ln>
        </p:spPr>
        <p:txBody>
          <a:bodyPr>
            <a:spAutoFit/>
          </a:bodyPr>
          <a:lstStyle/>
          <a:p>
            <a:pPr>
              <a:lnSpc>
                <a:spcPct val="120000"/>
              </a:lnSpc>
              <a:spcBef>
                <a:spcPct val="50000"/>
              </a:spcBef>
            </a:pPr>
            <a:r>
              <a:rPr lang="zh-CN" altLang="en-US" sz="2100" dirty="0" smtClean="0">
                <a:solidFill>
                  <a:srgbClr val="1C1C1C"/>
                </a:solidFill>
              </a:rPr>
              <a:t>分子</a:t>
            </a:r>
            <a:r>
              <a:rPr lang="zh-CN" altLang="en-US" sz="2100" dirty="0">
                <a:solidFill>
                  <a:srgbClr val="0000FF"/>
                </a:solidFill>
              </a:rPr>
              <a:t>动能</a:t>
            </a:r>
            <a:r>
              <a:rPr lang="zh-CN" altLang="en-US" sz="2100" dirty="0">
                <a:solidFill>
                  <a:srgbClr val="1C1C1C"/>
                </a:solidFill>
              </a:rPr>
              <a:t>和分子内原子间的</a:t>
            </a:r>
            <a:r>
              <a:rPr lang="zh-CN" altLang="en-US" sz="2100" dirty="0">
                <a:solidFill>
                  <a:srgbClr val="0000FF"/>
                </a:solidFill>
              </a:rPr>
              <a:t>势能</a:t>
            </a:r>
            <a:r>
              <a:rPr lang="zh-CN" altLang="en-US" sz="2100" dirty="0">
                <a:solidFill>
                  <a:srgbClr val="1C1C1C"/>
                </a:solidFill>
              </a:rPr>
              <a:t>之和</a:t>
            </a:r>
            <a:r>
              <a:rPr lang="en-US" altLang="zh-CN" sz="2100" dirty="0">
                <a:solidFill>
                  <a:srgbClr val="1C1C1C"/>
                </a:solidFill>
                <a:latin typeface="Times New Roman" pitchFamily="18" charset="0"/>
              </a:rPr>
              <a:t>.</a:t>
            </a:r>
          </a:p>
        </p:txBody>
      </p:sp>
      <p:grpSp>
        <p:nvGrpSpPr>
          <p:cNvPr id="2" name="Group 6"/>
          <p:cNvGrpSpPr>
            <a:grpSpLocks/>
          </p:cNvGrpSpPr>
          <p:nvPr/>
        </p:nvGrpSpPr>
        <p:grpSpPr bwMode="auto">
          <a:xfrm>
            <a:off x="2017747" y="2038547"/>
            <a:ext cx="4938122" cy="653330"/>
            <a:chOff x="340" y="3568"/>
            <a:chExt cx="4226" cy="585"/>
          </a:xfrm>
        </p:grpSpPr>
        <p:graphicFrame>
          <p:nvGraphicFramePr>
            <p:cNvPr id="7172" name="Object 7"/>
            <p:cNvGraphicFramePr>
              <a:graphicFrameLocks noChangeAspect="1"/>
            </p:cNvGraphicFramePr>
            <p:nvPr>
              <p:extLst>
                <p:ext uri="{D42A27DB-BD31-4B8C-83A1-F6EECF244321}">
                  <p14:modId xmlns:p14="http://schemas.microsoft.com/office/powerpoint/2010/main" val="2128574185"/>
                </p:ext>
              </p:extLst>
            </p:nvPr>
          </p:nvGraphicFramePr>
          <p:xfrm>
            <a:off x="3005" y="3568"/>
            <a:ext cx="1561" cy="585"/>
          </p:xfrm>
          <a:graphic>
            <a:graphicData uri="http://schemas.openxmlformats.org/presentationml/2006/ole">
              <mc:AlternateContent xmlns:mc="http://schemas.openxmlformats.org/markup-compatibility/2006">
                <mc:Choice xmlns:v="urn:schemas-microsoft-com:vml" Requires="v">
                  <p:oleObj spid="_x0000_s7753" name="Equation" r:id="rId3" imgW="1739880" imgH="609480" progId="Equation.DSMT4">
                    <p:embed/>
                  </p:oleObj>
                </mc:Choice>
                <mc:Fallback>
                  <p:oleObj name="Equation" r:id="rId3" imgW="1739880" imgH="60948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5" y="3568"/>
                          <a:ext cx="1561" cy="585"/>
                        </a:xfrm>
                        <a:prstGeom prst="rect">
                          <a:avLst/>
                        </a:prstGeom>
                        <a:noFill/>
                        <a:ln w="6350">
                          <a:noFill/>
                          <a:miter lim="800000"/>
                          <a:headEnd/>
                          <a:tailEnd/>
                        </a:ln>
                      </p:spPr>
                    </p:pic>
                  </p:oleObj>
                </mc:Fallback>
              </mc:AlternateContent>
            </a:graphicData>
          </a:graphic>
        </p:graphicFrame>
        <p:sp>
          <p:nvSpPr>
            <p:cNvPr id="7180" name="Text Box 8"/>
            <p:cNvSpPr txBox="1">
              <a:spLocks noChangeArrowheads="1"/>
            </p:cNvSpPr>
            <p:nvPr/>
          </p:nvSpPr>
          <p:spPr bwMode="auto">
            <a:xfrm>
              <a:off x="340" y="3663"/>
              <a:ext cx="3168" cy="372"/>
            </a:xfrm>
            <a:prstGeom prst="rect">
              <a:avLst/>
            </a:prstGeom>
            <a:noFill/>
            <a:ln w="28575">
              <a:noFill/>
              <a:miter lim="800000"/>
              <a:headEnd/>
              <a:tailEnd/>
            </a:ln>
          </p:spPr>
          <p:txBody>
            <a:bodyPr>
              <a:spAutoFit/>
            </a:bodyPr>
            <a:lstStyle/>
            <a:p>
              <a:pPr>
                <a:spcBef>
                  <a:spcPct val="50000"/>
                </a:spcBef>
                <a:buFontTx/>
                <a:buBlip>
                  <a:blip r:embed="rId5"/>
                </a:buBlip>
              </a:pPr>
              <a:r>
                <a:rPr lang="en-US" altLang="zh-CN" sz="2100" b="0" dirty="0">
                  <a:solidFill>
                    <a:srgbClr val="1C1C1C"/>
                  </a:solidFill>
                  <a:latin typeface="Times New Roman" pitchFamily="18" charset="0"/>
                </a:rPr>
                <a:t> 1 mol</a:t>
              </a:r>
              <a:r>
                <a:rPr lang="en-US" altLang="zh-CN" sz="2100" dirty="0">
                  <a:solidFill>
                    <a:srgbClr val="1C1C1C"/>
                  </a:solidFill>
                </a:rPr>
                <a:t> </a:t>
              </a:r>
              <a:r>
                <a:rPr lang="zh-CN" altLang="en-US" sz="2100" dirty="0">
                  <a:solidFill>
                    <a:srgbClr val="1C1C1C"/>
                  </a:solidFill>
                </a:rPr>
                <a:t>理想气体的内能： </a:t>
              </a:r>
            </a:p>
          </p:txBody>
        </p:sp>
      </p:grpSp>
      <p:grpSp>
        <p:nvGrpSpPr>
          <p:cNvPr id="4" name="Group 16"/>
          <p:cNvGrpSpPr>
            <a:grpSpLocks/>
          </p:cNvGrpSpPr>
          <p:nvPr/>
        </p:nvGrpSpPr>
        <p:grpSpPr bwMode="auto">
          <a:xfrm>
            <a:off x="2017747" y="3857165"/>
            <a:ext cx="4483894" cy="698897"/>
            <a:chOff x="476" y="3288"/>
            <a:chExt cx="3766" cy="587"/>
          </a:xfrm>
        </p:grpSpPr>
        <p:graphicFrame>
          <p:nvGraphicFramePr>
            <p:cNvPr id="7170" name="Object 13"/>
            <p:cNvGraphicFramePr>
              <a:graphicFrameLocks noChangeAspect="1"/>
            </p:cNvGraphicFramePr>
            <p:nvPr>
              <p:extLst>
                <p:ext uri="{D42A27DB-BD31-4B8C-83A1-F6EECF244321}">
                  <p14:modId xmlns:p14="http://schemas.microsoft.com/office/powerpoint/2010/main" val="3495915538"/>
                </p:ext>
              </p:extLst>
            </p:nvPr>
          </p:nvGraphicFramePr>
          <p:xfrm>
            <a:off x="2928" y="3288"/>
            <a:ext cx="1314" cy="587"/>
          </p:xfrm>
          <a:graphic>
            <a:graphicData uri="http://schemas.openxmlformats.org/presentationml/2006/ole">
              <mc:AlternateContent xmlns:mc="http://schemas.openxmlformats.org/markup-compatibility/2006">
                <mc:Choice xmlns:v="urn:schemas-microsoft-com:vml" Requires="v">
                  <p:oleObj spid="_x0000_s7754" name="公式" r:id="rId6" imgW="799920" imgH="368280" progId="Equation.3">
                    <p:embed/>
                  </p:oleObj>
                </mc:Choice>
                <mc:Fallback>
                  <p:oleObj name="公式" r:id="rId6" imgW="799920" imgH="368280"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28" y="3288"/>
                          <a:ext cx="1314" cy="587"/>
                        </a:xfrm>
                        <a:prstGeom prst="rect">
                          <a:avLst/>
                        </a:prstGeom>
                        <a:noFill/>
                        <a:extLst/>
                      </p:spPr>
                    </p:pic>
                  </p:oleObj>
                </mc:Fallback>
              </mc:AlternateContent>
            </a:graphicData>
          </a:graphic>
        </p:graphicFrame>
        <p:sp>
          <p:nvSpPr>
            <p:cNvPr id="7178" name="Text Box 14"/>
            <p:cNvSpPr txBox="1">
              <a:spLocks noChangeArrowheads="1"/>
            </p:cNvSpPr>
            <p:nvPr/>
          </p:nvSpPr>
          <p:spPr bwMode="auto">
            <a:xfrm>
              <a:off x="476" y="3393"/>
              <a:ext cx="3224" cy="349"/>
            </a:xfrm>
            <a:prstGeom prst="rect">
              <a:avLst/>
            </a:prstGeom>
            <a:noFill/>
            <a:ln w="28575">
              <a:noFill/>
              <a:miter lim="800000"/>
              <a:headEnd/>
              <a:tailEnd/>
            </a:ln>
          </p:spPr>
          <p:txBody>
            <a:bodyPr wrap="square">
              <a:spAutoFit/>
            </a:bodyPr>
            <a:lstStyle/>
            <a:p>
              <a:pPr>
                <a:spcBef>
                  <a:spcPct val="50000"/>
                </a:spcBef>
                <a:buFontTx/>
                <a:buBlip>
                  <a:blip r:embed="rId5"/>
                </a:buBlip>
              </a:pPr>
              <a:r>
                <a:rPr lang="en-US" altLang="zh-CN" sz="2100" dirty="0">
                  <a:solidFill>
                    <a:srgbClr val="000000"/>
                  </a:solidFill>
                </a:rPr>
                <a:t>  </a:t>
              </a:r>
              <a:r>
                <a:rPr lang="zh-CN" altLang="en-US" sz="2100" dirty="0">
                  <a:solidFill>
                    <a:srgbClr val="000000"/>
                  </a:solidFill>
                </a:rPr>
                <a:t>理想气体内能变化：</a:t>
              </a:r>
              <a:r>
                <a:rPr lang="zh-CN" altLang="en-US" sz="2100" dirty="0">
                  <a:solidFill>
                    <a:srgbClr val="1C1C1C"/>
                  </a:solidFill>
                </a:rPr>
                <a:t> </a:t>
              </a:r>
            </a:p>
          </p:txBody>
        </p:sp>
      </p:grpSp>
      <p:cxnSp>
        <p:nvCxnSpPr>
          <p:cNvPr id="15" name="直接连接符 14"/>
          <p:cNvCxnSpPr/>
          <p:nvPr/>
        </p:nvCxnSpPr>
        <p:spPr bwMode="auto">
          <a:xfrm>
            <a:off x="5440334" y="1138896"/>
            <a:ext cx="648072" cy="486054"/>
          </a:xfrm>
          <a:prstGeom prst="line">
            <a:avLst/>
          </a:prstGeom>
          <a:solidFill>
            <a:schemeClr val="accent1"/>
          </a:solidFill>
          <a:ln w="76200" cap="flat" cmpd="sng" algn="ctr">
            <a:solidFill>
              <a:srgbClr val="FF0000"/>
            </a:solidFill>
            <a:prstDash val="solid"/>
            <a:round/>
            <a:headEnd type="none" w="med" len="med"/>
            <a:tailEnd type="none" w="med" len="med"/>
          </a:ln>
          <a:effectLst/>
        </p:spPr>
      </p:cxnSp>
      <p:grpSp>
        <p:nvGrpSpPr>
          <p:cNvPr id="5" name="组合 4"/>
          <p:cNvGrpSpPr/>
          <p:nvPr/>
        </p:nvGrpSpPr>
        <p:grpSpPr>
          <a:xfrm>
            <a:off x="2017747" y="2890252"/>
            <a:ext cx="4365892" cy="755047"/>
            <a:chOff x="468313" y="3904895"/>
            <a:chExt cx="5821189" cy="1006729"/>
          </a:xfrm>
        </p:grpSpPr>
        <p:grpSp>
          <p:nvGrpSpPr>
            <p:cNvPr id="3" name="Group 15"/>
            <p:cNvGrpSpPr>
              <a:grpSpLocks/>
            </p:cNvGrpSpPr>
            <p:nvPr/>
          </p:nvGrpSpPr>
          <p:grpSpPr bwMode="auto">
            <a:xfrm>
              <a:off x="468313" y="3904895"/>
              <a:ext cx="5821189" cy="1006729"/>
              <a:chOff x="476" y="2504"/>
              <a:chExt cx="3628" cy="589"/>
            </a:xfrm>
          </p:grpSpPr>
          <p:sp>
            <p:nvSpPr>
              <p:cNvPr id="7179" name="Text Box 10"/>
              <p:cNvSpPr txBox="1">
                <a:spLocks noChangeArrowheads="1"/>
              </p:cNvSpPr>
              <p:nvPr/>
            </p:nvSpPr>
            <p:spPr bwMode="auto">
              <a:xfrm>
                <a:off x="476" y="2622"/>
                <a:ext cx="3024" cy="324"/>
              </a:xfrm>
              <a:prstGeom prst="rect">
                <a:avLst/>
              </a:prstGeom>
              <a:noFill/>
              <a:ln w="28575">
                <a:noFill/>
                <a:miter lim="800000"/>
                <a:headEnd/>
                <a:tailEnd/>
              </a:ln>
            </p:spPr>
            <p:txBody>
              <a:bodyPr>
                <a:spAutoFit/>
              </a:bodyPr>
              <a:lstStyle/>
              <a:p>
                <a:pPr>
                  <a:spcBef>
                    <a:spcPct val="50000"/>
                  </a:spcBef>
                  <a:buFontTx/>
                  <a:buBlip>
                    <a:blip r:embed="rId5"/>
                  </a:buBlip>
                </a:pPr>
                <a:r>
                  <a:rPr lang="en-US" altLang="zh-CN" sz="2100" dirty="0">
                    <a:solidFill>
                      <a:srgbClr val="1C1C1C"/>
                    </a:solidFill>
                  </a:rPr>
                  <a:t> </a:t>
                </a:r>
                <a:r>
                  <a:rPr lang="en-US" altLang="zh-CN" sz="2100" b="0" dirty="0">
                    <a:solidFill>
                      <a:srgbClr val="1C1C1C"/>
                    </a:solidFill>
                    <a:latin typeface="Times New Roman" pitchFamily="18" charset="0"/>
                  </a:rPr>
                  <a:t>    mol</a:t>
                </a:r>
                <a:r>
                  <a:rPr lang="zh-CN" altLang="en-US" sz="2100" dirty="0">
                    <a:solidFill>
                      <a:srgbClr val="1C1C1C"/>
                    </a:solidFill>
                  </a:rPr>
                  <a:t>理想气体的内能：</a:t>
                </a:r>
              </a:p>
            </p:txBody>
          </p:sp>
          <p:graphicFrame>
            <p:nvGraphicFramePr>
              <p:cNvPr id="7171" name="Object 11"/>
              <p:cNvGraphicFramePr>
                <a:graphicFrameLocks noChangeAspect="1"/>
              </p:cNvGraphicFramePr>
              <p:nvPr>
                <p:extLst>
                  <p:ext uri="{D42A27DB-BD31-4B8C-83A1-F6EECF244321}">
                    <p14:modId xmlns:p14="http://schemas.microsoft.com/office/powerpoint/2010/main" val="3497718123"/>
                  </p:ext>
                </p:extLst>
              </p:nvPr>
            </p:nvGraphicFramePr>
            <p:xfrm>
              <a:off x="3024" y="2504"/>
              <a:ext cx="1080" cy="589"/>
            </p:xfrm>
            <a:graphic>
              <a:graphicData uri="http://schemas.openxmlformats.org/presentationml/2006/ole">
                <mc:AlternateContent xmlns:mc="http://schemas.openxmlformats.org/markup-compatibility/2006">
                  <mc:Choice xmlns:v="urn:schemas-microsoft-com:vml" Requires="v">
                    <p:oleObj spid="_x0000_s7755" name="Equation" r:id="rId8" imgW="672840" imgH="368280" progId="Equation.DSMT4">
                      <p:embed/>
                    </p:oleObj>
                  </mc:Choice>
                  <mc:Fallback>
                    <p:oleObj name="Equation" r:id="rId8" imgW="672840" imgH="36828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24" y="2504"/>
                            <a:ext cx="1080" cy="589"/>
                          </a:xfrm>
                          <a:prstGeom prst="rect">
                            <a:avLst/>
                          </a:prstGeom>
                          <a:noFill/>
                          <a:extLst/>
                        </p:spPr>
                      </p:pic>
                    </p:oleObj>
                  </mc:Fallback>
                </mc:AlternateContent>
              </a:graphicData>
            </a:graphic>
          </p:graphicFrame>
        </p:grpSp>
        <p:graphicFrame>
          <p:nvGraphicFramePr>
            <p:cNvPr id="14" name="Object 11"/>
            <p:cNvGraphicFramePr>
              <a:graphicFrameLocks noChangeAspect="1"/>
            </p:cNvGraphicFramePr>
            <p:nvPr>
              <p:extLst>
                <p:ext uri="{D42A27DB-BD31-4B8C-83A1-F6EECF244321}">
                  <p14:modId xmlns:p14="http://schemas.microsoft.com/office/powerpoint/2010/main" val="1692092379"/>
                </p:ext>
              </p:extLst>
            </p:nvPr>
          </p:nvGraphicFramePr>
          <p:xfrm>
            <a:off x="965645" y="4251928"/>
            <a:ext cx="339725" cy="398462"/>
          </p:xfrm>
          <a:graphic>
            <a:graphicData uri="http://schemas.openxmlformats.org/presentationml/2006/ole">
              <mc:AlternateContent xmlns:mc="http://schemas.openxmlformats.org/markup-compatibility/2006">
                <mc:Choice xmlns:v="urn:schemas-microsoft-com:vml" Requires="v">
                  <p:oleObj spid="_x0000_s7756" name="Equation" r:id="rId10" imgW="126720" imgH="139680" progId="Equation.DSMT4">
                    <p:embed/>
                  </p:oleObj>
                </mc:Choice>
                <mc:Fallback>
                  <p:oleObj name="Equation" r:id="rId10" imgW="126720" imgH="139680" progId="Equation.DSMT4">
                    <p:embed/>
                    <p:pic>
                      <p:nvPicPr>
                        <p:cNvPr id="0" name=""/>
                        <p:cNvPicPr>
                          <a:picLocks noChangeAspect="1" noChangeArrowheads="1"/>
                        </p:cNvPicPr>
                        <p:nvPr/>
                      </p:nvPicPr>
                      <p:blipFill>
                        <a:blip r:embed="rId11"/>
                        <a:srcRect/>
                        <a:stretch>
                          <a:fillRect/>
                        </a:stretch>
                      </p:blipFill>
                      <p:spPr bwMode="auto">
                        <a:xfrm>
                          <a:off x="965645" y="4251928"/>
                          <a:ext cx="339725" cy="398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4" name="灯片编号占位符 3"/>
          <p:cNvSpPr>
            <a:spLocks noGrp="1"/>
          </p:cNvSpPr>
          <p:nvPr>
            <p:ph type="sldNum" sz="quarter" idx="12"/>
          </p:nvPr>
        </p:nvSpPr>
        <p:spPr>
          <a:noFill/>
        </p:spPr>
        <p:txBody>
          <a:bodyPr/>
          <a:lstStyle/>
          <a:p>
            <a:fld id="{573F783F-D350-4523-97F4-FCE3232C604B}" type="slidenum">
              <a:rPr lang="en-US" altLang="zh-CN" smtClean="0"/>
              <a:pPr/>
              <a:t>9</a:t>
            </a:fld>
            <a:endParaRPr lang="en-US" altLang="zh-CN" smtClean="0"/>
          </a:p>
        </p:txBody>
      </p:sp>
      <p:grpSp>
        <p:nvGrpSpPr>
          <p:cNvPr id="5" name="组合 4"/>
          <p:cNvGrpSpPr/>
          <p:nvPr/>
        </p:nvGrpSpPr>
        <p:grpSpPr>
          <a:xfrm>
            <a:off x="1201450" y="455272"/>
            <a:ext cx="6561726" cy="1222554"/>
            <a:chOff x="1201450" y="259331"/>
            <a:chExt cx="6561726" cy="1222554"/>
          </a:xfrm>
        </p:grpSpPr>
        <p:sp>
          <p:nvSpPr>
            <p:cNvPr id="31755" name="Text Box 2"/>
            <p:cNvSpPr txBox="1">
              <a:spLocks noChangeArrowheads="1"/>
            </p:cNvSpPr>
            <p:nvPr/>
          </p:nvSpPr>
          <p:spPr bwMode="auto">
            <a:xfrm>
              <a:off x="1201450" y="259331"/>
              <a:ext cx="4888706" cy="415498"/>
            </a:xfrm>
            <a:prstGeom prst="rect">
              <a:avLst/>
            </a:prstGeom>
            <a:noFill/>
            <a:ln w="9525">
              <a:noFill/>
              <a:miter lim="800000"/>
              <a:headEnd/>
              <a:tailEnd/>
            </a:ln>
          </p:spPr>
          <p:txBody>
            <a:bodyPr>
              <a:spAutoFit/>
            </a:bodyPr>
            <a:lstStyle/>
            <a:p>
              <a:r>
                <a:rPr kumimoji="1" lang="zh-CN" altLang="en-US" sz="2100" dirty="0">
                  <a:solidFill>
                    <a:srgbClr val="C00000"/>
                  </a:solidFill>
                  <a:latin typeface="Times New Roman" pitchFamily="18" charset="0"/>
                </a:rPr>
                <a:t>例</a:t>
              </a:r>
              <a:r>
                <a:rPr kumimoji="1" lang="en-US" altLang="zh-CN" sz="2100" dirty="0">
                  <a:solidFill>
                    <a:srgbClr val="C00000"/>
                  </a:solidFill>
                  <a:latin typeface="Times New Roman" pitchFamily="18" charset="0"/>
                </a:rPr>
                <a:t>1  </a:t>
              </a:r>
              <a:r>
                <a:rPr kumimoji="1" lang="zh-CN" altLang="en-US" sz="2100" dirty="0">
                  <a:solidFill>
                    <a:srgbClr val="000000"/>
                  </a:solidFill>
                  <a:latin typeface="Times New Roman" pitchFamily="18" charset="0"/>
                </a:rPr>
                <a:t>指出下列各式所表示的物理意义</a:t>
              </a:r>
            </a:p>
          </p:txBody>
        </p:sp>
        <p:graphicFrame>
          <p:nvGraphicFramePr>
            <p:cNvPr id="31746" name="Object 2"/>
            <p:cNvGraphicFramePr>
              <a:graphicFrameLocks noChangeAspect="1"/>
            </p:cNvGraphicFramePr>
            <p:nvPr>
              <p:extLst>
                <p:ext uri="{D42A27DB-BD31-4B8C-83A1-F6EECF244321}">
                  <p14:modId xmlns:p14="http://schemas.microsoft.com/office/powerpoint/2010/main" val="235795603"/>
                </p:ext>
              </p:extLst>
            </p:nvPr>
          </p:nvGraphicFramePr>
          <p:xfrm>
            <a:off x="1902133" y="779885"/>
            <a:ext cx="1065656" cy="702000"/>
          </p:xfrm>
          <a:graphic>
            <a:graphicData uri="http://schemas.openxmlformats.org/presentationml/2006/ole">
              <mc:AlternateContent xmlns:mc="http://schemas.openxmlformats.org/markup-compatibility/2006">
                <mc:Choice xmlns:v="urn:schemas-microsoft-com:vml" Requires="v">
                  <p:oleObj spid="_x0000_s83146" name="Equation" r:id="rId3" imgW="596880" imgH="393480" progId="Equation.DSMT4">
                    <p:embed/>
                  </p:oleObj>
                </mc:Choice>
                <mc:Fallback>
                  <p:oleObj name="Equation" r:id="rId3" imgW="596880" imgH="393480" progId="Equation.DSMT4">
                    <p:embed/>
                    <p:pic>
                      <p:nvPicPr>
                        <p:cNvPr id="0" name="Object 2"/>
                        <p:cNvPicPr>
                          <a:picLocks noChangeAspect="1" noChangeArrowheads="1"/>
                        </p:cNvPicPr>
                        <p:nvPr/>
                      </p:nvPicPr>
                      <p:blipFill>
                        <a:blip r:embed="rId4"/>
                        <a:srcRect/>
                        <a:stretch>
                          <a:fillRect/>
                        </a:stretch>
                      </p:blipFill>
                      <p:spPr bwMode="auto">
                        <a:xfrm>
                          <a:off x="1902133" y="779885"/>
                          <a:ext cx="1065656" cy="702000"/>
                        </a:xfrm>
                        <a:prstGeom prst="rect">
                          <a:avLst/>
                        </a:prstGeom>
                        <a:noFill/>
                        <a:extLst/>
                      </p:spPr>
                    </p:pic>
                  </p:oleObj>
                </mc:Fallback>
              </mc:AlternateContent>
            </a:graphicData>
          </a:graphic>
        </p:graphicFrame>
        <p:graphicFrame>
          <p:nvGraphicFramePr>
            <p:cNvPr id="31747" name="Object 3"/>
            <p:cNvGraphicFramePr>
              <a:graphicFrameLocks noChangeAspect="1"/>
            </p:cNvGraphicFramePr>
            <p:nvPr>
              <p:extLst>
                <p:ext uri="{D42A27DB-BD31-4B8C-83A1-F6EECF244321}">
                  <p14:modId xmlns:p14="http://schemas.microsoft.com/office/powerpoint/2010/main" val="8831223"/>
                </p:ext>
              </p:extLst>
            </p:nvPr>
          </p:nvGraphicFramePr>
          <p:xfrm>
            <a:off x="2960932" y="779885"/>
            <a:ext cx="1109609" cy="702000"/>
          </p:xfrm>
          <a:graphic>
            <a:graphicData uri="http://schemas.openxmlformats.org/presentationml/2006/ole">
              <mc:AlternateContent xmlns:mc="http://schemas.openxmlformats.org/markup-compatibility/2006">
                <mc:Choice xmlns:v="urn:schemas-microsoft-com:vml" Requires="v">
                  <p:oleObj spid="_x0000_s83147" name="Equation" r:id="rId5" imgW="622080" imgH="393480" progId="Equation.DSMT4">
                    <p:embed/>
                  </p:oleObj>
                </mc:Choice>
                <mc:Fallback>
                  <p:oleObj name="Equation" r:id="rId5" imgW="622080" imgH="393480" progId="Equation.DSMT4">
                    <p:embed/>
                    <p:pic>
                      <p:nvPicPr>
                        <p:cNvPr id="0" name="Object 3"/>
                        <p:cNvPicPr>
                          <a:picLocks noChangeAspect="1" noChangeArrowheads="1"/>
                        </p:cNvPicPr>
                        <p:nvPr/>
                      </p:nvPicPr>
                      <p:blipFill>
                        <a:blip r:embed="rId6"/>
                        <a:srcRect/>
                        <a:stretch>
                          <a:fillRect/>
                        </a:stretch>
                      </p:blipFill>
                      <p:spPr bwMode="auto">
                        <a:xfrm>
                          <a:off x="2960932" y="779885"/>
                          <a:ext cx="1109609" cy="702000"/>
                        </a:xfrm>
                        <a:prstGeom prst="rect">
                          <a:avLst/>
                        </a:prstGeom>
                        <a:noFill/>
                        <a:extLst/>
                      </p:spPr>
                    </p:pic>
                  </p:oleObj>
                </mc:Fallback>
              </mc:AlternateContent>
            </a:graphicData>
          </a:graphic>
        </p:graphicFrame>
        <p:graphicFrame>
          <p:nvGraphicFramePr>
            <p:cNvPr id="31748" name="Object 4"/>
            <p:cNvGraphicFramePr>
              <a:graphicFrameLocks noChangeAspect="1"/>
            </p:cNvGraphicFramePr>
            <p:nvPr>
              <p:extLst>
                <p:ext uri="{D42A27DB-BD31-4B8C-83A1-F6EECF244321}">
                  <p14:modId xmlns:p14="http://schemas.microsoft.com/office/powerpoint/2010/main" val="443830246"/>
                </p:ext>
              </p:extLst>
            </p:nvPr>
          </p:nvGraphicFramePr>
          <p:xfrm>
            <a:off x="4094503" y="779885"/>
            <a:ext cx="1109609" cy="702000"/>
          </p:xfrm>
          <a:graphic>
            <a:graphicData uri="http://schemas.openxmlformats.org/presentationml/2006/ole">
              <mc:AlternateContent xmlns:mc="http://schemas.openxmlformats.org/markup-compatibility/2006">
                <mc:Choice xmlns:v="urn:schemas-microsoft-com:vml" Requires="v">
                  <p:oleObj spid="_x0000_s83148" name="Equation" r:id="rId7" imgW="622080" imgH="393480" progId="Equation.DSMT4">
                    <p:embed/>
                  </p:oleObj>
                </mc:Choice>
                <mc:Fallback>
                  <p:oleObj name="Equation" r:id="rId7" imgW="622080" imgH="393480" progId="Equation.DSMT4">
                    <p:embed/>
                    <p:pic>
                      <p:nvPicPr>
                        <p:cNvPr id="0" name="Object 4"/>
                        <p:cNvPicPr>
                          <a:picLocks noChangeAspect="1" noChangeArrowheads="1"/>
                        </p:cNvPicPr>
                        <p:nvPr/>
                      </p:nvPicPr>
                      <p:blipFill>
                        <a:blip r:embed="rId8"/>
                        <a:srcRect/>
                        <a:stretch>
                          <a:fillRect/>
                        </a:stretch>
                      </p:blipFill>
                      <p:spPr bwMode="auto">
                        <a:xfrm>
                          <a:off x="4094503" y="779885"/>
                          <a:ext cx="1109609" cy="702000"/>
                        </a:xfrm>
                        <a:prstGeom prst="rect">
                          <a:avLst/>
                        </a:prstGeom>
                        <a:noFill/>
                        <a:extLst/>
                      </p:spPr>
                    </p:pic>
                  </p:oleObj>
                </mc:Fallback>
              </mc:AlternateContent>
            </a:graphicData>
          </a:graphic>
        </p:graphicFrame>
        <p:graphicFrame>
          <p:nvGraphicFramePr>
            <p:cNvPr id="31749" name="Object 5"/>
            <p:cNvGraphicFramePr>
              <a:graphicFrameLocks noChangeAspect="1"/>
            </p:cNvGraphicFramePr>
            <p:nvPr>
              <p:extLst>
                <p:ext uri="{D42A27DB-BD31-4B8C-83A1-F6EECF244321}">
                  <p14:modId xmlns:p14="http://schemas.microsoft.com/office/powerpoint/2010/main" val="1603031980"/>
                </p:ext>
              </p:extLst>
            </p:nvPr>
          </p:nvGraphicFramePr>
          <p:xfrm>
            <a:off x="5193496" y="779885"/>
            <a:ext cx="1176221" cy="702000"/>
          </p:xfrm>
          <a:graphic>
            <a:graphicData uri="http://schemas.openxmlformats.org/presentationml/2006/ole">
              <mc:AlternateContent xmlns:mc="http://schemas.openxmlformats.org/markup-compatibility/2006">
                <mc:Choice xmlns:v="urn:schemas-microsoft-com:vml" Requires="v">
                  <p:oleObj spid="_x0000_s83149" name="Equation" r:id="rId9" imgW="660240" imgH="393480" progId="Equation.DSMT4">
                    <p:embed/>
                  </p:oleObj>
                </mc:Choice>
                <mc:Fallback>
                  <p:oleObj name="Equation" r:id="rId9" imgW="660240" imgH="393480" progId="Equation.DSMT4">
                    <p:embed/>
                    <p:pic>
                      <p:nvPicPr>
                        <p:cNvPr id="0" name="Object 5"/>
                        <p:cNvPicPr>
                          <a:picLocks noChangeAspect="1" noChangeArrowheads="1"/>
                        </p:cNvPicPr>
                        <p:nvPr/>
                      </p:nvPicPr>
                      <p:blipFill>
                        <a:blip r:embed="rId10"/>
                        <a:srcRect/>
                        <a:stretch>
                          <a:fillRect/>
                        </a:stretch>
                      </p:blipFill>
                      <p:spPr bwMode="auto">
                        <a:xfrm>
                          <a:off x="5193496" y="779885"/>
                          <a:ext cx="1176221" cy="702000"/>
                        </a:xfrm>
                        <a:prstGeom prst="rect">
                          <a:avLst/>
                        </a:prstGeom>
                        <a:noFill/>
                        <a:extLst/>
                      </p:spPr>
                    </p:pic>
                  </p:oleObj>
                </mc:Fallback>
              </mc:AlternateContent>
            </a:graphicData>
          </a:graphic>
        </p:graphicFrame>
        <p:graphicFrame>
          <p:nvGraphicFramePr>
            <p:cNvPr id="31750" name="Object 6"/>
            <p:cNvGraphicFramePr>
              <a:graphicFrameLocks noChangeAspect="1"/>
            </p:cNvGraphicFramePr>
            <p:nvPr>
              <p:extLst>
                <p:ext uri="{D42A27DB-BD31-4B8C-83A1-F6EECF244321}">
                  <p14:modId xmlns:p14="http://schemas.microsoft.com/office/powerpoint/2010/main" val="2459300804"/>
                </p:ext>
              </p:extLst>
            </p:nvPr>
          </p:nvGraphicFramePr>
          <p:xfrm>
            <a:off x="6359176" y="769765"/>
            <a:ext cx="1404000" cy="702000"/>
          </p:xfrm>
          <a:graphic>
            <a:graphicData uri="http://schemas.openxmlformats.org/presentationml/2006/ole">
              <mc:AlternateContent xmlns:mc="http://schemas.openxmlformats.org/markup-compatibility/2006">
                <mc:Choice xmlns:v="urn:schemas-microsoft-com:vml" Requires="v">
                  <p:oleObj spid="_x0000_s83150" name="Equation" r:id="rId11" imgW="787320" imgH="393480" progId="Equation.DSMT4">
                    <p:embed/>
                  </p:oleObj>
                </mc:Choice>
                <mc:Fallback>
                  <p:oleObj name="Equation" r:id="rId11" imgW="787320" imgH="393480" progId="Equation.DSMT4">
                    <p:embed/>
                    <p:pic>
                      <p:nvPicPr>
                        <p:cNvPr id="0" name="Object 6"/>
                        <p:cNvPicPr>
                          <a:picLocks noChangeAspect="1" noChangeArrowheads="1"/>
                        </p:cNvPicPr>
                        <p:nvPr/>
                      </p:nvPicPr>
                      <p:blipFill>
                        <a:blip r:embed="rId12"/>
                        <a:srcRect/>
                        <a:stretch>
                          <a:fillRect/>
                        </a:stretch>
                      </p:blipFill>
                      <p:spPr bwMode="auto">
                        <a:xfrm>
                          <a:off x="6359176" y="769765"/>
                          <a:ext cx="1404000" cy="702000"/>
                        </a:xfrm>
                        <a:prstGeom prst="rect">
                          <a:avLst/>
                        </a:prstGeom>
                        <a:noFill/>
                        <a:extLst/>
                      </p:spPr>
                    </p:pic>
                  </p:oleObj>
                </mc:Fallback>
              </mc:AlternateContent>
            </a:graphicData>
          </a:graphic>
        </p:graphicFrame>
      </p:grpSp>
      <p:grpSp>
        <p:nvGrpSpPr>
          <p:cNvPr id="2" name="Group 8"/>
          <p:cNvGrpSpPr>
            <a:grpSpLocks/>
          </p:cNvGrpSpPr>
          <p:nvPr/>
        </p:nvGrpSpPr>
        <p:grpSpPr bwMode="auto">
          <a:xfrm>
            <a:off x="1103375" y="1932220"/>
            <a:ext cx="7793833" cy="740569"/>
            <a:chOff x="224" y="1133"/>
            <a:chExt cx="6546" cy="622"/>
          </a:xfrm>
        </p:grpSpPr>
        <p:sp>
          <p:nvSpPr>
            <p:cNvPr id="31761" name="Text Box 9"/>
            <p:cNvSpPr txBox="1">
              <a:spLocks noChangeArrowheads="1"/>
            </p:cNvSpPr>
            <p:nvPr/>
          </p:nvSpPr>
          <p:spPr bwMode="auto">
            <a:xfrm>
              <a:off x="224" y="1176"/>
              <a:ext cx="6546" cy="485"/>
            </a:xfrm>
            <a:prstGeom prst="rect">
              <a:avLst/>
            </a:prstGeom>
            <a:noFill/>
            <a:ln w="9525">
              <a:noFill/>
              <a:miter lim="800000"/>
              <a:headEnd/>
              <a:tailEnd/>
            </a:ln>
          </p:spPr>
          <p:txBody>
            <a:bodyPr wrap="square">
              <a:spAutoFit/>
            </a:bodyPr>
            <a:lstStyle/>
            <a:p>
              <a:pPr>
                <a:lnSpc>
                  <a:spcPct val="150000"/>
                </a:lnSpc>
              </a:pPr>
              <a:r>
                <a:rPr lang="zh-CN" altLang="en-US" sz="2100" dirty="0">
                  <a:solidFill>
                    <a:srgbClr val="C00000"/>
                  </a:solidFill>
                  <a:latin typeface="Times New Roman" pitchFamily="18" charset="0"/>
                </a:rPr>
                <a:t>答：</a:t>
              </a:r>
              <a:r>
                <a:rPr lang="zh-CN" altLang="en-US" sz="2100" dirty="0">
                  <a:solidFill>
                    <a:srgbClr val="980000"/>
                  </a:solidFill>
                  <a:latin typeface="Times New Roman" pitchFamily="18" charset="0"/>
                </a:rPr>
                <a:t>                </a:t>
              </a:r>
              <a:r>
                <a:rPr lang="zh-CN" altLang="en-US" sz="2100" dirty="0">
                  <a:solidFill>
                    <a:srgbClr val="000000"/>
                  </a:solidFill>
                  <a:latin typeface="Times New Roman" pitchFamily="18" charset="0"/>
                </a:rPr>
                <a:t>表示理想气体分子</a:t>
              </a:r>
              <a:r>
                <a:rPr lang="zh-CN" altLang="en-US" sz="2100" dirty="0">
                  <a:solidFill>
                    <a:srgbClr val="C00000"/>
                  </a:solidFill>
                  <a:latin typeface="Times New Roman" pitchFamily="18" charset="0"/>
                </a:rPr>
                <a:t>每一个自由度</a:t>
              </a:r>
              <a:r>
                <a:rPr lang="zh-CN" altLang="en-US" sz="2100" dirty="0">
                  <a:solidFill>
                    <a:srgbClr val="000000"/>
                  </a:solidFill>
                  <a:latin typeface="Times New Roman" pitchFamily="18" charset="0"/>
                </a:rPr>
                <a:t>所</a:t>
              </a:r>
              <a:r>
                <a:rPr lang="zh-CN" altLang="en-US" sz="2100" dirty="0" smtClean="0">
                  <a:solidFill>
                    <a:srgbClr val="000000"/>
                  </a:solidFill>
                  <a:latin typeface="Times New Roman" pitchFamily="18" charset="0"/>
                </a:rPr>
                <a:t>具有</a:t>
              </a:r>
              <a:r>
                <a:rPr lang="zh-CN" altLang="en-US" sz="2100" dirty="0">
                  <a:solidFill>
                    <a:srgbClr val="000000"/>
                  </a:solidFill>
                  <a:latin typeface="Times New Roman" pitchFamily="18" charset="0"/>
                </a:rPr>
                <a:t>的</a:t>
              </a:r>
              <a:r>
                <a:rPr lang="zh-CN" altLang="en-US" sz="2100" dirty="0">
                  <a:solidFill>
                    <a:srgbClr val="C00000"/>
                  </a:solidFill>
                  <a:latin typeface="Times New Roman" pitchFamily="18" charset="0"/>
                </a:rPr>
                <a:t>平均能量</a:t>
              </a:r>
              <a:r>
                <a:rPr lang="zh-CN" altLang="en-US" sz="2100" dirty="0">
                  <a:solidFill>
                    <a:srgbClr val="000000"/>
                  </a:solidFill>
                  <a:latin typeface="Times New Roman" pitchFamily="18" charset="0"/>
                </a:rPr>
                <a:t>。</a:t>
              </a:r>
              <a:endParaRPr kumimoji="1" lang="zh-CN" altLang="en-US" sz="2100" dirty="0">
                <a:solidFill>
                  <a:srgbClr val="000000"/>
                </a:solidFill>
                <a:latin typeface="Times New Roman" pitchFamily="18" charset="0"/>
              </a:endParaRPr>
            </a:p>
          </p:txBody>
        </p:sp>
        <p:graphicFrame>
          <p:nvGraphicFramePr>
            <p:cNvPr id="31753" name="Object 11"/>
            <p:cNvGraphicFramePr>
              <a:graphicFrameLocks noChangeAspect="1"/>
            </p:cNvGraphicFramePr>
            <p:nvPr>
              <p:extLst>
                <p:ext uri="{D42A27DB-BD31-4B8C-83A1-F6EECF244321}">
                  <p14:modId xmlns:p14="http://schemas.microsoft.com/office/powerpoint/2010/main" val="2201178747"/>
                </p:ext>
              </p:extLst>
            </p:nvPr>
          </p:nvGraphicFramePr>
          <p:xfrm>
            <a:off x="647" y="1133"/>
            <a:ext cx="943" cy="622"/>
          </p:xfrm>
          <a:graphic>
            <a:graphicData uri="http://schemas.openxmlformats.org/presentationml/2006/ole">
              <mc:AlternateContent xmlns:mc="http://schemas.openxmlformats.org/markup-compatibility/2006">
                <mc:Choice xmlns:v="urn:schemas-microsoft-com:vml" Requires="v">
                  <p:oleObj spid="_x0000_s83151" name="Equation" r:id="rId13" imgW="596880" imgH="393480" progId="Equation.DSMT4">
                    <p:embed/>
                  </p:oleObj>
                </mc:Choice>
                <mc:Fallback>
                  <p:oleObj name="Equation" r:id="rId13" imgW="596880" imgH="393480" progId="Equation.DSMT4">
                    <p:embed/>
                    <p:pic>
                      <p:nvPicPr>
                        <p:cNvPr id="0" name="Object 11"/>
                        <p:cNvPicPr>
                          <a:picLocks noChangeAspect="1" noChangeArrowheads="1"/>
                        </p:cNvPicPr>
                        <p:nvPr/>
                      </p:nvPicPr>
                      <p:blipFill>
                        <a:blip r:embed="rId14"/>
                        <a:srcRect/>
                        <a:stretch>
                          <a:fillRect/>
                        </a:stretch>
                      </p:blipFill>
                      <p:spPr bwMode="auto">
                        <a:xfrm>
                          <a:off x="647" y="1133"/>
                          <a:ext cx="943" cy="622"/>
                        </a:xfrm>
                        <a:prstGeom prst="rect">
                          <a:avLst/>
                        </a:prstGeom>
                        <a:noFill/>
                        <a:extLst/>
                      </p:spPr>
                    </p:pic>
                  </p:oleObj>
                </mc:Fallback>
              </mc:AlternateContent>
            </a:graphicData>
          </a:graphic>
        </p:graphicFrame>
      </p:grpSp>
      <p:grpSp>
        <p:nvGrpSpPr>
          <p:cNvPr id="3" name="Group 11"/>
          <p:cNvGrpSpPr>
            <a:grpSpLocks/>
          </p:cNvGrpSpPr>
          <p:nvPr/>
        </p:nvGrpSpPr>
        <p:grpSpPr bwMode="auto">
          <a:xfrm>
            <a:off x="1232641" y="2894813"/>
            <a:ext cx="6218634" cy="762000"/>
            <a:chOff x="376" y="1837"/>
            <a:chExt cx="5223" cy="640"/>
          </a:xfrm>
        </p:grpSpPr>
        <p:sp>
          <p:nvSpPr>
            <p:cNvPr id="31760" name="Text Box 12"/>
            <p:cNvSpPr txBox="1">
              <a:spLocks noChangeArrowheads="1"/>
            </p:cNvSpPr>
            <p:nvPr/>
          </p:nvSpPr>
          <p:spPr bwMode="auto">
            <a:xfrm>
              <a:off x="376" y="1837"/>
              <a:ext cx="5223" cy="620"/>
            </a:xfrm>
            <a:prstGeom prst="rect">
              <a:avLst/>
            </a:prstGeom>
            <a:noFill/>
            <a:ln w="9525">
              <a:noFill/>
              <a:miter lim="800000"/>
              <a:headEnd/>
              <a:tailEnd/>
            </a:ln>
          </p:spPr>
          <p:txBody>
            <a:bodyPr>
              <a:spAutoFit/>
            </a:bodyPr>
            <a:lstStyle/>
            <a:p>
              <a:pPr>
                <a:lnSpc>
                  <a:spcPct val="200000"/>
                </a:lnSpc>
              </a:pPr>
              <a:r>
                <a:rPr lang="en-US" altLang="zh-CN" sz="2100" dirty="0">
                  <a:solidFill>
                    <a:srgbClr val="980000"/>
                  </a:solidFill>
                  <a:latin typeface="Times New Roman" pitchFamily="18" charset="0"/>
                </a:rPr>
                <a:t>                     </a:t>
              </a:r>
              <a:r>
                <a:rPr lang="zh-CN" altLang="en-US" sz="2100" dirty="0">
                  <a:solidFill>
                    <a:srgbClr val="000000"/>
                  </a:solidFill>
                  <a:latin typeface="Times New Roman" pitchFamily="18" charset="0"/>
                </a:rPr>
                <a:t>表示</a:t>
              </a:r>
              <a:r>
                <a:rPr lang="zh-CN" altLang="en-US" sz="2100" dirty="0">
                  <a:solidFill>
                    <a:srgbClr val="C00000"/>
                  </a:solidFill>
                  <a:latin typeface="Times New Roman" pitchFamily="18" charset="0"/>
                </a:rPr>
                <a:t>单原子分子</a:t>
              </a:r>
              <a:r>
                <a:rPr lang="zh-CN" altLang="en-US" sz="2100" dirty="0">
                  <a:solidFill>
                    <a:srgbClr val="000000"/>
                  </a:solidFill>
                  <a:latin typeface="Times New Roman" pitchFamily="18" charset="0"/>
                </a:rPr>
                <a:t>的</a:t>
              </a:r>
              <a:r>
                <a:rPr lang="zh-CN" altLang="en-US" sz="2100" dirty="0">
                  <a:solidFill>
                    <a:srgbClr val="C00000"/>
                  </a:solidFill>
                  <a:latin typeface="Times New Roman" pitchFamily="18" charset="0"/>
                </a:rPr>
                <a:t>平均能量</a:t>
              </a:r>
              <a:r>
                <a:rPr lang="zh-CN" altLang="en-US" sz="2100" dirty="0">
                  <a:solidFill>
                    <a:srgbClr val="000000"/>
                  </a:solidFill>
                  <a:latin typeface="Times New Roman" pitchFamily="18" charset="0"/>
                </a:rPr>
                <a:t>。</a:t>
              </a:r>
              <a:endParaRPr kumimoji="1" lang="zh-CN" altLang="en-US" sz="2100" dirty="0">
                <a:solidFill>
                  <a:srgbClr val="000000"/>
                </a:solidFill>
                <a:latin typeface="Times New Roman" pitchFamily="18" charset="0"/>
              </a:endParaRPr>
            </a:p>
          </p:txBody>
        </p:sp>
        <p:graphicFrame>
          <p:nvGraphicFramePr>
            <p:cNvPr id="31752" name="Object 10"/>
            <p:cNvGraphicFramePr>
              <a:graphicFrameLocks noChangeAspect="1"/>
            </p:cNvGraphicFramePr>
            <p:nvPr>
              <p:extLst>
                <p:ext uri="{D42A27DB-BD31-4B8C-83A1-F6EECF244321}">
                  <p14:modId xmlns:p14="http://schemas.microsoft.com/office/powerpoint/2010/main" val="2630579114"/>
                </p:ext>
              </p:extLst>
            </p:nvPr>
          </p:nvGraphicFramePr>
          <p:xfrm>
            <a:off x="675" y="1888"/>
            <a:ext cx="931" cy="589"/>
          </p:xfrm>
          <a:graphic>
            <a:graphicData uri="http://schemas.openxmlformats.org/presentationml/2006/ole">
              <mc:AlternateContent xmlns:mc="http://schemas.openxmlformats.org/markup-compatibility/2006">
                <mc:Choice xmlns:v="urn:schemas-microsoft-com:vml" Requires="v">
                  <p:oleObj spid="_x0000_s83152" name="Equation" r:id="rId15" imgW="622080" imgH="393480" progId="Equation.DSMT4">
                    <p:embed/>
                  </p:oleObj>
                </mc:Choice>
                <mc:Fallback>
                  <p:oleObj name="Equation" r:id="rId15" imgW="622080" imgH="393480" progId="Equation.DSMT4">
                    <p:embed/>
                    <p:pic>
                      <p:nvPicPr>
                        <p:cNvPr id="0" name="Object 10"/>
                        <p:cNvPicPr>
                          <a:picLocks noChangeAspect="1" noChangeArrowheads="1"/>
                        </p:cNvPicPr>
                        <p:nvPr/>
                      </p:nvPicPr>
                      <p:blipFill>
                        <a:blip r:embed="rId16"/>
                        <a:srcRect/>
                        <a:stretch>
                          <a:fillRect/>
                        </a:stretch>
                      </p:blipFill>
                      <p:spPr bwMode="auto">
                        <a:xfrm>
                          <a:off x="675" y="1888"/>
                          <a:ext cx="931" cy="589"/>
                        </a:xfrm>
                        <a:prstGeom prst="rect">
                          <a:avLst/>
                        </a:prstGeom>
                        <a:noFill/>
                        <a:extLst/>
                      </p:spPr>
                    </p:pic>
                  </p:oleObj>
                </mc:Fallback>
              </mc:AlternateContent>
            </a:graphicData>
          </a:graphic>
        </p:graphicFrame>
      </p:grpSp>
      <p:grpSp>
        <p:nvGrpSpPr>
          <p:cNvPr id="4" name="Group 14"/>
          <p:cNvGrpSpPr>
            <a:grpSpLocks/>
          </p:cNvGrpSpPr>
          <p:nvPr/>
        </p:nvGrpSpPr>
        <p:grpSpPr bwMode="auto">
          <a:xfrm>
            <a:off x="1271836" y="3925495"/>
            <a:ext cx="6218635" cy="717947"/>
            <a:chOff x="392" y="1663"/>
            <a:chExt cx="5223" cy="603"/>
          </a:xfrm>
        </p:grpSpPr>
        <p:sp>
          <p:nvSpPr>
            <p:cNvPr id="31759" name="Text Box 15"/>
            <p:cNvSpPr txBox="1">
              <a:spLocks noChangeArrowheads="1"/>
            </p:cNvSpPr>
            <p:nvPr/>
          </p:nvSpPr>
          <p:spPr bwMode="auto">
            <a:xfrm>
              <a:off x="392" y="1792"/>
              <a:ext cx="5223" cy="403"/>
            </a:xfrm>
            <a:prstGeom prst="rect">
              <a:avLst/>
            </a:prstGeom>
            <a:noFill/>
            <a:ln w="9525">
              <a:noFill/>
              <a:miter lim="800000"/>
              <a:headEnd/>
              <a:tailEnd/>
            </a:ln>
          </p:spPr>
          <p:txBody>
            <a:bodyPr>
              <a:spAutoFit/>
            </a:bodyPr>
            <a:lstStyle/>
            <a:p>
              <a:pPr>
                <a:lnSpc>
                  <a:spcPct val="120000"/>
                </a:lnSpc>
              </a:pPr>
              <a:r>
                <a:rPr lang="en-US" altLang="zh-CN" sz="2100" dirty="0">
                  <a:solidFill>
                    <a:srgbClr val="980000"/>
                  </a:solidFill>
                  <a:latin typeface="Times New Roman" pitchFamily="18" charset="0"/>
                </a:rPr>
                <a:t>                     </a:t>
              </a:r>
              <a:r>
                <a:rPr lang="zh-CN" altLang="en-US" sz="2100" dirty="0">
                  <a:solidFill>
                    <a:srgbClr val="000000"/>
                  </a:solidFill>
                  <a:latin typeface="Times New Roman" pitchFamily="18" charset="0"/>
                </a:rPr>
                <a:t>表示</a:t>
              </a:r>
              <a:r>
                <a:rPr lang="zh-CN" altLang="en-US" sz="2100" dirty="0">
                  <a:solidFill>
                    <a:srgbClr val="C00000"/>
                  </a:solidFill>
                  <a:latin typeface="Times New Roman" pitchFamily="18" charset="0"/>
                </a:rPr>
                <a:t>自由度为 </a:t>
              </a:r>
              <a:r>
                <a:rPr lang="en-US" altLang="zh-CN" sz="2100" i="1" dirty="0">
                  <a:solidFill>
                    <a:srgbClr val="C00000"/>
                  </a:solidFill>
                  <a:latin typeface="Times New Roman" pitchFamily="18" charset="0"/>
                </a:rPr>
                <a:t>i </a:t>
              </a:r>
              <a:r>
                <a:rPr lang="zh-CN" altLang="en-US" sz="2100" dirty="0">
                  <a:solidFill>
                    <a:srgbClr val="000000"/>
                  </a:solidFill>
                  <a:latin typeface="Times New Roman" pitchFamily="18" charset="0"/>
                </a:rPr>
                <a:t>的分子的</a:t>
              </a:r>
              <a:r>
                <a:rPr lang="zh-CN" altLang="en-US" sz="2100" dirty="0">
                  <a:solidFill>
                    <a:srgbClr val="C00000"/>
                  </a:solidFill>
                  <a:latin typeface="Times New Roman" pitchFamily="18" charset="0"/>
                </a:rPr>
                <a:t>平均能量</a:t>
              </a:r>
              <a:r>
                <a:rPr lang="zh-CN" altLang="en-US" sz="2100" dirty="0">
                  <a:solidFill>
                    <a:srgbClr val="000000"/>
                  </a:solidFill>
                  <a:latin typeface="Times New Roman" pitchFamily="18" charset="0"/>
                </a:rPr>
                <a:t>。</a:t>
              </a:r>
              <a:endParaRPr kumimoji="1" lang="zh-CN" altLang="en-US" sz="2100" dirty="0">
                <a:solidFill>
                  <a:srgbClr val="000000"/>
                </a:solidFill>
                <a:latin typeface="Times New Roman" pitchFamily="18" charset="0"/>
              </a:endParaRPr>
            </a:p>
          </p:txBody>
        </p:sp>
        <p:graphicFrame>
          <p:nvGraphicFramePr>
            <p:cNvPr id="31751" name="Object 12"/>
            <p:cNvGraphicFramePr>
              <a:graphicFrameLocks noChangeAspect="1"/>
            </p:cNvGraphicFramePr>
            <p:nvPr>
              <p:extLst>
                <p:ext uri="{D42A27DB-BD31-4B8C-83A1-F6EECF244321}">
                  <p14:modId xmlns:p14="http://schemas.microsoft.com/office/powerpoint/2010/main" val="2610516319"/>
                </p:ext>
              </p:extLst>
            </p:nvPr>
          </p:nvGraphicFramePr>
          <p:xfrm>
            <a:off x="652" y="1663"/>
            <a:ext cx="952" cy="603"/>
          </p:xfrm>
          <a:graphic>
            <a:graphicData uri="http://schemas.openxmlformats.org/presentationml/2006/ole">
              <mc:AlternateContent xmlns:mc="http://schemas.openxmlformats.org/markup-compatibility/2006">
                <mc:Choice xmlns:v="urn:schemas-microsoft-com:vml" Requires="v">
                  <p:oleObj spid="_x0000_s83153" name="Equation" r:id="rId17" imgW="622080" imgH="393480" progId="Equation.DSMT4">
                    <p:embed/>
                  </p:oleObj>
                </mc:Choice>
                <mc:Fallback>
                  <p:oleObj name="Equation" r:id="rId17" imgW="622080" imgH="393480" progId="Equation.DSMT4">
                    <p:embed/>
                    <p:pic>
                      <p:nvPicPr>
                        <p:cNvPr id="0" name="Object 12"/>
                        <p:cNvPicPr>
                          <a:picLocks noChangeAspect="1" noChangeArrowheads="1"/>
                        </p:cNvPicPr>
                        <p:nvPr/>
                      </p:nvPicPr>
                      <p:blipFill>
                        <a:blip r:embed="rId18"/>
                        <a:srcRect/>
                        <a:stretch>
                          <a:fillRect/>
                        </a:stretch>
                      </p:blipFill>
                      <p:spPr bwMode="auto">
                        <a:xfrm>
                          <a:off x="652" y="1663"/>
                          <a:ext cx="952" cy="603"/>
                        </a:xfrm>
                        <a:prstGeom prst="rect">
                          <a:avLst/>
                        </a:prstGeom>
                        <a:noFill/>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灯片编号占位符 1"/>
          <p:cNvSpPr>
            <a:spLocks noGrp="1"/>
          </p:cNvSpPr>
          <p:nvPr>
            <p:ph type="sldNum" sz="quarter" idx="12"/>
          </p:nvPr>
        </p:nvSpPr>
        <p:spPr>
          <a:noFill/>
        </p:spPr>
        <p:txBody>
          <a:bodyPr/>
          <a:lstStyle/>
          <a:p>
            <a:fld id="{058F37D9-92EF-4766-80B7-1D1B367BACB3}" type="slidenum">
              <a:rPr lang="en-US" altLang="zh-CN" smtClean="0"/>
              <a:pPr/>
              <a:t>10</a:t>
            </a:fld>
            <a:endParaRPr lang="en-US" altLang="zh-CN" smtClean="0"/>
          </a:p>
        </p:txBody>
      </p:sp>
      <p:grpSp>
        <p:nvGrpSpPr>
          <p:cNvPr id="4" name="组合 3"/>
          <p:cNvGrpSpPr/>
          <p:nvPr/>
        </p:nvGrpSpPr>
        <p:grpSpPr>
          <a:xfrm>
            <a:off x="1714311" y="2957086"/>
            <a:ext cx="5915596" cy="1106263"/>
            <a:chOff x="1174243" y="2481772"/>
            <a:chExt cx="7887461" cy="1475016"/>
          </a:xfrm>
        </p:grpSpPr>
        <p:sp>
          <p:nvSpPr>
            <p:cNvPr id="32775" name="Text Box 21"/>
            <p:cNvSpPr txBox="1">
              <a:spLocks noChangeArrowheads="1"/>
            </p:cNvSpPr>
            <p:nvPr/>
          </p:nvSpPr>
          <p:spPr bwMode="auto">
            <a:xfrm>
              <a:off x="1278574" y="2541017"/>
              <a:ext cx="7783130" cy="1415771"/>
            </a:xfrm>
            <a:prstGeom prst="rect">
              <a:avLst/>
            </a:prstGeom>
            <a:noFill/>
            <a:ln w="9525">
              <a:noFill/>
              <a:miter lim="800000"/>
              <a:headEnd/>
              <a:tailEnd/>
            </a:ln>
          </p:spPr>
          <p:txBody>
            <a:bodyPr wrap="square">
              <a:spAutoFit/>
            </a:bodyPr>
            <a:lstStyle/>
            <a:p>
              <a:pPr>
                <a:lnSpc>
                  <a:spcPct val="150000"/>
                </a:lnSpc>
              </a:pPr>
              <a:r>
                <a:rPr lang="en-US" altLang="zh-CN" sz="2100" dirty="0">
                  <a:solidFill>
                    <a:srgbClr val="980000"/>
                  </a:solidFill>
                  <a:latin typeface="Times New Roman" pitchFamily="18" charset="0"/>
                </a:rPr>
                <a:t>                     </a:t>
              </a:r>
              <a:r>
                <a:rPr lang="zh-CN" altLang="en-US" sz="2100" dirty="0">
                  <a:solidFill>
                    <a:srgbClr val="000000"/>
                  </a:solidFill>
                  <a:latin typeface="Times New Roman" pitchFamily="18" charset="0"/>
                </a:rPr>
                <a:t>表示</a:t>
              </a:r>
              <a:r>
                <a:rPr lang="zh-CN" altLang="en-US" sz="2100" dirty="0">
                  <a:solidFill>
                    <a:srgbClr val="C00000"/>
                  </a:solidFill>
                  <a:latin typeface="Times New Roman" pitchFamily="18" charset="0"/>
                </a:rPr>
                <a:t>质量为</a:t>
              </a:r>
              <a:r>
                <a:rPr lang="en-US" altLang="zh-CN" sz="2100" i="1" dirty="0">
                  <a:solidFill>
                    <a:srgbClr val="C00000"/>
                  </a:solidFill>
                  <a:latin typeface="Times New Roman" pitchFamily="18" charset="0"/>
                </a:rPr>
                <a:t>      </a:t>
              </a:r>
              <a:r>
                <a:rPr lang="zh-CN" altLang="en-US" sz="2100" dirty="0">
                  <a:solidFill>
                    <a:srgbClr val="000000"/>
                  </a:solidFill>
                  <a:latin typeface="Times New Roman" pitchFamily="18" charset="0"/>
                </a:rPr>
                <a:t>，自由度为 </a:t>
              </a:r>
              <a:r>
                <a:rPr lang="en-US" altLang="zh-CN" sz="2100" i="1" dirty="0">
                  <a:solidFill>
                    <a:srgbClr val="C00000"/>
                  </a:solidFill>
                  <a:latin typeface="Times New Roman" pitchFamily="18" charset="0"/>
                </a:rPr>
                <a:t>i</a:t>
              </a:r>
              <a:r>
                <a:rPr lang="en-US" altLang="zh-CN" sz="2100" i="1" dirty="0">
                  <a:solidFill>
                    <a:srgbClr val="FF0000"/>
                  </a:solidFill>
                  <a:latin typeface="Times New Roman" pitchFamily="18" charset="0"/>
                </a:rPr>
                <a:t> </a:t>
              </a:r>
              <a:r>
                <a:rPr lang="zh-CN" altLang="en-US" sz="2100" dirty="0">
                  <a:solidFill>
                    <a:srgbClr val="000000"/>
                  </a:solidFill>
                  <a:latin typeface="Times New Roman" pitchFamily="18" charset="0"/>
                </a:rPr>
                <a:t>的</a:t>
              </a:r>
              <a:endParaRPr lang="en-US" altLang="zh-CN" sz="2100" dirty="0">
                <a:solidFill>
                  <a:srgbClr val="000000"/>
                </a:solidFill>
                <a:latin typeface="Times New Roman" pitchFamily="18" charset="0"/>
              </a:endParaRPr>
            </a:p>
            <a:p>
              <a:pPr>
                <a:lnSpc>
                  <a:spcPct val="150000"/>
                </a:lnSpc>
              </a:pPr>
              <a:r>
                <a:rPr lang="en-US" altLang="zh-CN" sz="2100" dirty="0">
                  <a:solidFill>
                    <a:srgbClr val="000000"/>
                  </a:solidFill>
                  <a:latin typeface="Times New Roman" pitchFamily="18" charset="0"/>
                </a:rPr>
                <a:t>                     </a:t>
              </a:r>
              <a:r>
                <a:rPr lang="zh-CN" altLang="en-US" sz="2100" dirty="0">
                  <a:solidFill>
                    <a:srgbClr val="000000"/>
                  </a:solidFill>
                  <a:latin typeface="Times New Roman" pitchFamily="18" charset="0"/>
                </a:rPr>
                <a:t>理想气体的</a:t>
              </a:r>
              <a:r>
                <a:rPr lang="zh-CN" altLang="en-US" sz="2100" dirty="0">
                  <a:solidFill>
                    <a:srgbClr val="C00000"/>
                  </a:solidFill>
                  <a:latin typeface="Times New Roman" pitchFamily="18" charset="0"/>
                </a:rPr>
                <a:t>内能</a:t>
              </a:r>
              <a:r>
                <a:rPr lang="zh-CN" altLang="en-US" sz="2100" dirty="0">
                  <a:solidFill>
                    <a:srgbClr val="000000"/>
                  </a:solidFill>
                  <a:latin typeface="Times New Roman" pitchFamily="18" charset="0"/>
                </a:rPr>
                <a:t>。</a:t>
              </a:r>
              <a:endParaRPr kumimoji="1" lang="zh-CN" altLang="en-US" sz="2100" dirty="0">
                <a:solidFill>
                  <a:srgbClr val="000000"/>
                </a:solidFill>
                <a:latin typeface="Times New Roman" pitchFamily="18" charset="0"/>
              </a:endParaRPr>
            </a:p>
          </p:txBody>
        </p:sp>
        <p:graphicFrame>
          <p:nvGraphicFramePr>
            <p:cNvPr id="32770" name="Object 4"/>
            <p:cNvGraphicFramePr>
              <a:graphicFrameLocks noChangeAspect="1"/>
            </p:cNvGraphicFramePr>
            <p:nvPr>
              <p:extLst>
                <p:ext uri="{D42A27DB-BD31-4B8C-83A1-F6EECF244321}">
                  <p14:modId xmlns:p14="http://schemas.microsoft.com/office/powerpoint/2010/main" val="3291420839"/>
                </p:ext>
              </p:extLst>
            </p:nvPr>
          </p:nvGraphicFramePr>
          <p:xfrm>
            <a:off x="1174243" y="2481772"/>
            <a:ext cx="2024577" cy="936000"/>
          </p:xfrm>
          <a:graphic>
            <a:graphicData uri="http://schemas.openxmlformats.org/presentationml/2006/ole">
              <mc:AlternateContent xmlns:mc="http://schemas.openxmlformats.org/markup-compatibility/2006">
                <mc:Choice xmlns:v="urn:schemas-microsoft-com:vml" Requires="v">
                  <p:oleObj spid="_x0000_s72629" name="Equation" r:id="rId3" imgW="850680" imgH="393480" progId="Equation.DSMT4">
                    <p:embed/>
                  </p:oleObj>
                </mc:Choice>
                <mc:Fallback>
                  <p:oleObj name="Equation" r:id="rId3" imgW="850680" imgH="393480" progId="Equation.DSMT4">
                    <p:embed/>
                    <p:pic>
                      <p:nvPicPr>
                        <p:cNvPr id="0" name="Object 4"/>
                        <p:cNvPicPr>
                          <a:picLocks noChangeAspect="1" noChangeArrowheads="1"/>
                        </p:cNvPicPr>
                        <p:nvPr/>
                      </p:nvPicPr>
                      <p:blipFill>
                        <a:blip r:embed="rId4"/>
                        <a:srcRect/>
                        <a:stretch>
                          <a:fillRect/>
                        </a:stretch>
                      </p:blipFill>
                      <p:spPr bwMode="auto">
                        <a:xfrm>
                          <a:off x="1174243" y="2481772"/>
                          <a:ext cx="2024577" cy="93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4"/>
            <p:cNvGraphicFramePr>
              <a:graphicFrameLocks noChangeAspect="1"/>
            </p:cNvGraphicFramePr>
            <p:nvPr>
              <p:extLst>
                <p:ext uri="{D42A27DB-BD31-4B8C-83A1-F6EECF244321}">
                  <p14:modId xmlns:p14="http://schemas.microsoft.com/office/powerpoint/2010/main" val="2862158149"/>
                </p:ext>
              </p:extLst>
            </p:nvPr>
          </p:nvGraphicFramePr>
          <p:xfrm>
            <a:off x="5090977" y="2719200"/>
            <a:ext cx="522287" cy="457200"/>
          </p:xfrm>
          <a:graphic>
            <a:graphicData uri="http://schemas.openxmlformats.org/presentationml/2006/ole">
              <mc:AlternateContent xmlns:mc="http://schemas.openxmlformats.org/markup-compatibility/2006">
                <mc:Choice xmlns:v="urn:schemas-microsoft-com:vml" Requires="v">
                  <p:oleObj spid="_x0000_s72630" name="Equation" r:id="rId5" imgW="203040" imgH="177480" progId="Equation.DSMT4">
                    <p:embed/>
                  </p:oleObj>
                </mc:Choice>
                <mc:Fallback>
                  <p:oleObj name="Equation" r:id="rId5" imgW="203040" imgH="177480" progId="Equation.DSMT4">
                    <p:embed/>
                    <p:pic>
                      <p:nvPicPr>
                        <p:cNvPr id="0" name=""/>
                        <p:cNvPicPr>
                          <a:picLocks noChangeAspect="1" noChangeArrowheads="1"/>
                        </p:cNvPicPr>
                        <p:nvPr/>
                      </p:nvPicPr>
                      <p:blipFill>
                        <a:blip r:embed="rId6"/>
                        <a:srcRect/>
                        <a:stretch>
                          <a:fillRect/>
                        </a:stretch>
                      </p:blipFill>
                      <p:spPr bwMode="auto">
                        <a:xfrm>
                          <a:off x="5090977" y="2719200"/>
                          <a:ext cx="522287"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组合 2"/>
          <p:cNvGrpSpPr/>
          <p:nvPr/>
        </p:nvGrpSpPr>
        <p:grpSpPr>
          <a:xfrm>
            <a:off x="1201246" y="1987772"/>
            <a:ext cx="6572251" cy="702000"/>
            <a:chOff x="270701" y="2304923"/>
            <a:chExt cx="8763001" cy="936000"/>
          </a:xfrm>
        </p:grpSpPr>
        <p:sp>
          <p:nvSpPr>
            <p:cNvPr id="17" name="Text Box 9"/>
            <p:cNvSpPr txBox="1">
              <a:spLocks noChangeArrowheads="1"/>
            </p:cNvSpPr>
            <p:nvPr/>
          </p:nvSpPr>
          <p:spPr bwMode="auto">
            <a:xfrm>
              <a:off x="270701" y="2346327"/>
              <a:ext cx="8763001" cy="769441"/>
            </a:xfrm>
            <a:prstGeom prst="rect">
              <a:avLst/>
            </a:prstGeom>
            <a:noFill/>
            <a:ln w="9525">
              <a:noFill/>
              <a:miter lim="800000"/>
              <a:headEnd/>
              <a:tailEnd/>
            </a:ln>
          </p:spPr>
          <p:txBody>
            <a:bodyPr wrap="square">
              <a:spAutoFit/>
            </a:bodyPr>
            <a:lstStyle/>
            <a:p>
              <a:pPr>
                <a:lnSpc>
                  <a:spcPct val="150000"/>
                </a:lnSpc>
              </a:pPr>
              <a:r>
                <a:rPr lang="zh-CN" altLang="en-US" sz="2100" dirty="0">
                  <a:solidFill>
                    <a:srgbClr val="C00000"/>
                  </a:solidFill>
                  <a:latin typeface="Times New Roman" pitchFamily="18" charset="0"/>
                </a:rPr>
                <a:t>答：</a:t>
              </a:r>
              <a:r>
                <a:rPr lang="zh-CN" altLang="en-US" sz="2100" dirty="0">
                  <a:solidFill>
                    <a:srgbClr val="FF0000"/>
                  </a:solidFill>
                  <a:latin typeface="Times New Roman" pitchFamily="18" charset="0"/>
                </a:rPr>
                <a:t>                </a:t>
              </a:r>
              <a:r>
                <a:rPr lang="zh-CN" altLang="en-US" sz="2100" dirty="0">
                  <a:solidFill>
                    <a:srgbClr val="000000"/>
                  </a:solidFill>
                  <a:latin typeface="Times New Roman" pitchFamily="18" charset="0"/>
                </a:rPr>
                <a:t>表示自由度为 </a:t>
              </a:r>
              <a:r>
                <a:rPr lang="en-US" altLang="zh-CN" sz="2100" i="1" dirty="0">
                  <a:solidFill>
                    <a:srgbClr val="000000"/>
                  </a:solidFill>
                  <a:latin typeface="Times New Roman" pitchFamily="18" charset="0"/>
                </a:rPr>
                <a:t>i </a:t>
              </a:r>
              <a:r>
                <a:rPr lang="zh-CN" altLang="en-US" sz="2100" dirty="0">
                  <a:solidFill>
                    <a:srgbClr val="000000"/>
                  </a:solidFill>
                  <a:latin typeface="Times New Roman" pitchFamily="18" charset="0"/>
                </a:rPr>
                <a:t>的</a:t>
              </a:r>
              <a:r>
                <a:rPr lang="en-US" altLang="zh-CN" sz="2100" dirty="0">
                  <a:solidFill>
                    <a:srgbClr val="C00000"/>
                  </a:solidFill>
                  <a:latin typeface="Times New Roman" pitchFamily="18" charset="0"/>
                </a:rPr>
                <a:t>1mol</a:t>
              </a:r>
              <a:r>
                <a:rPr lang="zh-CN" altLang="en-US" sz="2100" dirty="0">
                  <a:solidFill>
                    <a:srgbClr val="C00000"/>
                  </a:solidFill>
                  <a:latin typeface="Times New Roman" pitchFamily="18" charset="0"/>
                </a:rPr>
                <a:t>理想气体的内能</a:t>
              </a:r>
              <a:r>
                <a:rPr lang="zh-CN" altLang="en-US" sz="2100" dirty="0">
                  <a:solidFill>
                    <a:srgbClr val="000000"/>
                  </a:solidFill>
                  <a:latin typeface="Times New Roman" pitchFamily="18" charset="0"/>
                </a:rPr>
                <a:t>。</a:t>
              </a:r>
              <a:endParaRPr kumimoji="1" lang="zh-CN" altLang="en-US" sz="2100" dirty="0">
                <a:solidFill>
                  <a:srgbClr val="000000"/>
                </a:solidFill>
                <a:latin typeface="Times New Roman" pitchFamily="18" charset="0"/>
              </a:endParaRPr>
            </a:p>
          </p:txBody>
        </p:sp>
        <p:graphicFrame>
          <p:nvGraphicFramePr>
            <p:cNvPr id="19" name="Object 3"/>
            <p:cNvGraphicFramePr>
              <a:graphicFrameLocks noChangeAspect="1"/>
            </p:cNvGraphicFramePr>
            <p:nvPr>
              <p:extLst>
                <p:ext uri="{D42A27DB-BD31-4B8C-83A1-F6EECF244321}">
                  <p14:modId xmlns:p14="http://schemas.microsoft.com/office/powerpoint/2010/main" val="1764676052"/>
                </p:ext>
              </p:extLst>
            </p:nvPr>
          </p:nvGraphicFramePr>
          <p:xfrm>
            <a:off x="972185" y="2304923"/>
            <a:ext cx="1572144" cy="936000"/>
          </p:xfrm>
          <a:graphic>
            <a:graphicData uri="http://schemas.openxmlformats.org/presentationml/2006/ole">
              <mc:AlternateContent xmlns:mc="http://schemas.openxmlformats.org/markup-compatibility/2006">
                <mc:Choice xmlns:v="urn:schemas-microsoft-com:vml" Requires="v">
                  <p:oleObj spid="_x0000_s72631" name="Equation" r:id="rId7" imgW="660240" imgH="393480" progId="Equation.DSMT4">
                    <p:embed/>
                  </p:oleObj>
                </mc:Choice>
                <mc:Fallback>
                  <p:oleObj name="Equation" r:id="rId7" imgW="660240" imgH="393480" progId="Equation.DSMT4">
                    <p:embed/>
                    <p:pic>
                      <p:nvPicPr>
                        <p:cNvPr id="0" name=""/>
                        <p:cNvPicPr>
                          <a:picLocks noChangeAspect="1" noChangeArrowheads="1"/>
                        </p:cNvPicPr>
                        <p:nvPr/>
                      </p:nvPicPr>
                      <p:blipFill>
                        <a:blip r:embed="rId8"/>
                        <a:srcRect/>
                        <a:stretch>
                          <a:fillRect/>
                        </a:stretch>
                      </p:blipFill>
                      <p:spPr bwMode="auto">
                        <a:xfrm>
                          <a:off x="972185" y="2304923"/>
                          <a:ext cx="1572144" cy="936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6" name="组合 15"/>
          <p:cNvGrpSpPr/>
          <p:nvPr/>
        </p:nvGrpSpPr>
        <p:grpSpPr>
          <a:xfrm>
            <a:off x="1201450" y="455272"/>
            <a:ext cx="6561726" cy="1222554"/>
            <a:chOff x="1201450" y="259331"/>
            <a:chExt cx="6561726" cy="1222554"/>
          </a:xfrm>
        </p:grpSpPr>
        <p:sp>
          <p:nvSpPr>
            <p:cNvPr id="18" name="Text Box 2"/>
            <p:cNvSpPr txBox="1">
              <a:spLocks noChangeArrowheads="1"/>
            </p:cNvSpPr>
            <p:nvPr/>
          </p:nvSpPr>
          <p:spPr bwMode="auto">
            <a:xfrm>
              <a:off x="1201450" y="259331"/>
              <a:ext cx="4888706" cy="415498"/>
            </a:xfrm>
            <a:prstGeom prst="rect">
              <a:avLst/>
            </a:prstGeom>
            <a:noFill/>
            <a:ln w="9525">
              <a:noFill/>
              <a:miter lim="800000"/>
              <a:headEnd/>
              <a:tailEnd/>
            </a:ln>
          </p:spPr>
          <p:txBody>
            <a:bodyPr>
              <a:spAutoFit/>
            </a:bodyPr>
            <a:lstStyle/>
            <a:p>
              <a:r>
                <a:rPr kumimoji="1" lang="zh-CN" altLang="en-US" sz="2100" dirty="0">
                  <a:solidFill>
                    <a:srgbClr val="C00000"/>
                  </a:solidFill>
                  <a:latin typeface="Times New Roman" pitchFamily="18" charset="0"/>
                </a:rPr>
                <a:t>例</a:t>
              </a:r>
              <a:r>
                <a:rPr kumimoji="1" lang="en-US" altLang="zh-CN" sz="2100" dirty="0">
                  <a:solidFill>
                    <a:srgbClr val="C00000"/>
                  </a:solidFill>
                  <a:latin typeface="Times New Roman" pitchFamily="18" charset="0"/>
                </a:rPr>
                <a:t>1  </a:t>
              </a:r>
              <a:r>
                <a:rPr kumimoji="1" lang="zh-CN" altLang="en-US" sz="2100" dirty="0">
                  <a:solidFill>
                    <a:srgbClr val="000000"/>
                  </a:solidFill>
                  <a:latin typeface="Times New Roman" pitchFamily="18" charset="0"/>
                </a:rPr>
                <a:t>指出下列各式所表示的物理意义</a:t>
              </a:r>
            </a:p>
          </p:txBody>
        </p:sp>
        <p:graphicFrame>
          <p:nvGraphicFramePr>
            <p:cNvPr id="26" name="Object 2"/>
            <p:cNvGraphicFramePr>
              <a:graphicFrameLocks noChangeAspect="1"/>
            </p:cNvGraphicFramePr>
            <p:nvPr>
              <p:extLst>
                <p:ext uri="{D42A27DB-BD31-4B8C-83A1-F6EECF244321}">
                  <p14:modId xmlns:p14="http://schemas.microsoft.com/office/powerpoint/2010/main" val="3040673996"/>
                </p:ext>
              </p:extLst>
            </p:nvPr>
          </p:nvGraphicFramePr>
          <p:xfrm>
            <a:off x="1902133" y="779885"/>
            <a:ext cx="1065656" cy="702000"/>
          </p:xfrm>
          <a:graphic>
            <a:graphicData uri="http://schemas.openxmlformats.org/presentationml/2006/ole">
              <mc:AlternateContent xmlns:mc="http://schemas.openxmlformats.org/markup-compatibility/2006">
                <mc:Choice xmlns:v="urn:schemas-microsoft-com:vml" Requires="v">
                  <p:oleObj spid="_x0000_s72632" name="Equation" r:id="rId9" imgW="596880" imgH="393480" progId="Equation.DSMT4">
                    <p:embed/>
                  </p:oleObj>
                </mc:Choice>
                <mc:Fallback>
                  <p:oleObj name="Equation" r:id="rId9" imgW="596880" imgH="393480" progId="Equation.DSMT4">
                    <p:embed/>
                    <p:pic>
                      <p:nvPicPr>
                        <p:cNvPr id="31746" name="Object 2"/>
                        <p:cNvPicPr>
                          <a:picLocks noChangeAspect="1" noChangeArrowheads="1"/>
                        </p:cNvPicPr>
                        <p:nvPr/>
                      </p:nvPicPr>
                      <p:blipFill>
                        <a:blip r:embed="rId10"/>
                        <a:srcRect/>
                        <a:stretch>
                          <a:fillRect/>
                        </a:stretch>
                      </p:blipFill>
                      <p:spPr bwMode="auto">
                        <a:xfrm>
                          <a:off x="1902133" y="779885"/>
                          <a:ext cx="1065656" cy="702000"/>
                        </a:xfrm>
                        <a:prstGeom prst="rect">
                          <a:avLst/>
                        </a:prstGeom>
                        <a:noFill/>
                        <a:extLst/>
                      </p:spPr>
                    </p:pic>
                  </p:oleObj>
                </mc:Fallback>
              </mc:AlternateContent>
            </a:graphicData>
          </a:graphic>
        </p:graphicFrame>
        <p:graphicFrame>
          <p:nvGraphicFramePr>
            <p:cNvPr id="27" name="Object 3"/>
            <p:cNvGraphicFramePr>
              <a:graphicFrameLocks noChangeAspect="1"/>
            </p:cNvGraphicFramePr>
            <p:nvPr>
              <p:extLst>
                <p:ext uri="{D42A27DB-BD31-4B8C-83A1-F6EECF244321}">
                  <p14:modId xmlns:p14="http://schemas.microsoft.com/office/powerpoint/2010/main" val="104022164"/>
                </p:ext>
              </p:extLst>
            </p:nvPr>
          </p:nvGraphicFramePr>
          <p:xfrm>
            <a:off x="2960932" y="779885"/>
            <a:ext cx="1109609" cy="702000"/>
          </p:xfrm>
          <a:graphic>
            <a:graphicData uri="http://schemas.openxmlformats.org/presentationml/2006/ole">
              <mc:AlternateContent xmlns:mc="http://schemas.openxmlformats.org/markup-compatibility/2006">
                <mc:Choice xmlns:v="urn:schemas-microsoft-com:vml" Requires="v">
                  <p:oleObj spid="_x0000_s72633" name="Equation" r:id="rId11" imgW="622080" imgH="393480" progId="Equation.DSMT4">
                    <p:embed/>
                  </p:oleObj>
                </mc:Choice>
                <mc:Fallback>
                  <p:oleObj name="Equation" r:id="rId11" imgW="622080" imgH="393480" progId="Equation.DSMT4">
                    <p:embed/>
                    <p:pic>
                      <p:nvPicPr>
                        <p:cNvPr id="31747" name="Object 3"/>
                        <p:cNvPicPr>
                          <a:picLocks noChangeAspect="1" noChangeArrowheads="1"/>
                        </p:cNvPicPr>
                        <p:nvPr/>
                      </p:nvPicPr>
                      <p:blipFill>
                        <a:blip r:embed="rId12"/>
                        <a:srcRect/>
                        <a:stretch>
                          <a:fillRect/>
                        </a:stretch>
                      </p:blipFill>
                      <p:spPr bwMode="auto">
                        <a:xfrm>
                          <a:off x="2960932" y="779885"/>
                          <a:ext cx="1109609" cy="702000"/>
                        </a:xfrm>
                        <a:prstGeom prst="rect">
                          <a:avLst/>
                        </a:prstGeom>
                        <a:noFill/>
                        <a:extLst/>
                      </p:spPr>
                    </p:pic>
                  </p:oleObj>
                </mc:Fallback>
              </mc:AlternateContent>
            </a:graphicData>
          </a:graphic>
        </p:graphicFrame>
        <p:graphicFrame>
          <p:nvGraphicFramePr>
            <p:cNvPr id="28" name="Object 4"/>
            <p:cNvGraphicFramePr>
              <a:graphicFrameLocks noChangeAspect="1"/>
            </p:cNvGraphicFramePr>
            <p:nvPr>
              <p:extLst>
                <p:ext uri="{D42A27DB-BD31-4B8C-83A1-F6EECF244321}">
                  <p14:modId xmlns:p14="http://schemas.microsoft.com/office/powerpoint/2010/main" val="3277839450"/>
                </p:ext>
              </p:extLst>
            </p:nvPr>
          </p:nvGraphicFramePr>
          <p:xfrm>
            <a:off x="4094503" y="779885"/>
            <a:ext cx="1109609" cy="702000"/>
          </p:xfrm>
          <a:graphic>
            <a:graphicData uri="http://schemas.openxmlformats.org/presentationml/2006/ole">
              <mc:AlternateContent xmlns:mc="http://schemas.openxmlformats.org/markup-compatibility/2006">
                <mc:Choice xmlns:v="urn:schemas-microsoft-com:vml" Requires="v">
                  <p:oleObj spid="_x0000_s72634" name="Equation" r:id="rId13" imgW="622080" imgH="393480" progId="Equation.DSMT4">
                    <p:embed/>
                  </p:oleObj>
                </mc:Choice>
                <mc:Fallback>
                  <p:oleObj name="Equation" r:id="rId13" imgW="622080" imgH="393480" progId="Equation.DSMT4">
                    <p:embed/>
                    <p:pic>
                      <p:nvPicPr>
                        <p:cNvPr id="31748" name="Object 4"/>
                        <p:cNvPicPr>
                          <a:picLocks noChangeAspect="1" noChangeArrowheads="1"/>
                        </p:cNvPicPr>
                        <p:nvPr/>
                      </p:nvPicPr>
                      <p:blipFill>
                        <a:blip r:embed="rId14"/>
                        <a:srcRect/>
                        <a:stretch>
                          <a:fillRect/>
                        </a:stretch>
                      </p:blipFill>
                      <p:spPr bwMode="auto">
                        <a:xfrm>
                          <a:off x="4094503" y="779885"/>
                          <a:ext cx="1109609" cy="702000"/>
                        </a:xfrm>
                        <a:prstGeom prst="rect">
                          <a:avLst/>
                        </a:prstGeom>
                        <a:noFill/>
                        <a:extLst/>
                      </p:spPr>
                    </p:pic>
                  </p:oleObj>
                </mc:Fallback>
              </mc:AlternateContent>
            </a:graphicData>
          </a:graphic>
        </p:graphicFrame>
        <p:graphicFrame>
          <p:nvGraphicFramePr>
            <p:cNvPr id="29" name="Object 5"/>
            <p:cNvGraphicFramePr>
              <a:graphicFrameLocks noChangeAspect="1"/>
            </p:cNvGraphicFramePr>
            <p:nvPr>
              <p:extLst>
                <p:ext uri="{D42A27DB-BD31-4B8C-83A1-F6EECF244321}">
                  <p14:modId xmlns:p14="http://schemas.microsoft.com/office/powerpoint/2010/main" val="1318745766"/>
                </p:ext>
              </p:extLst>
            </p:nvPr>
          </p:nvGraphicFramePr>
          <p:xfrm>
            <a:off x="5193496" y="779885"/>
            <a:ext cx="1176221" cy="702000"/>
          </p:xfrm>
          <a:graphic>
            <a:graphicData uri="http://schemas.openxmlformats.org/presentationml/2006/ole">
              <mc:AlternateContent xmlns:mc="http://schemas.openxmlformats.org/markup-compatibility/2006">
                <mc:Choice xmlns:v="urn:schemas-microsoft-com:vml" Requires="v">
                  <p:oleObj spid="_x0000_s72635" name="Equation" r:id="rId15" imgW="660240" imgH="393480" progId="Equation.DSMT4">
                    <p:embed/>
                  </p:oleObj>
                </mc:Choice>
                <mc:Fallback>
                  <p:oleObj name="Equation" r:id="rId15" imgW="660240" imgH="393480" progId="Equation.DSMT4">
                    <p:embed/>
                    <p:pic>
                      <p:nvPicPr>
                        <p:cNvPr id="31749" name="Object 5"/>
                        <p:cNvPicPr>
                          <a:picLocks noChangeAspect="1" noChangeArrowheads="1"/>
                        </p:cNvPicPr>
                        <p:nvPr/>
                      </p:nvPicPr>
                      <p:blipFill>
                        <a:blip r:embed="rId16"/>
                        <a:srcRect/>
                        <a:stretch>
                          <a:fillRect/>
                        </a:stretch>
                      </p:blipFill>
                      <p:spPr bwMode="auto">
                        <a:xfrm>
                          <a:off x="5193496" y="779885"/>
                          <a:ext cx="1176221" cy="702000"/>
                        </a:xfrm>
                        <a:prstGeom prst="rect">
                          <a:avLst/>
                        </a:prstGeom>
                        <a:noFill/>
                        <a:extLst/>
                      </p:spPr>
                    </p:pic>
                  </p:oleObj>
                </mc:Fallback>
              </mc:AlternateContent>
            </a:graphicData>
          </a:graphic>
        </p:graphicFrame>
        <p:graphicFrame>
          <p:nvGraphicFramePr>
            <p:cNvPr id="30" name="Object 6"/>
            <p:cNvGraphicFramePr>
              <a:graphicFrameLocks noChangeAspect="1"/>
            </p:cNvGraphicFramePr>
            <p:nvPr>
              <p:extLst>
                <p:ext uri="{D42A27DB-BD31-4B8C-83A1-F6EECF244321}">
                  <p14:modId xmlns:p14="http://schemas.microsoft.com/office/powerpoint/2010/main" val="1956068340"/>
                </p:ext>
              </p:extLst>
            </p:nvPr>
          </p:nvGraphicFramePr>
          <p:xfrm>
            <a:off x="6359176" y="769765"/>
            <a:ext cx="1404000" cy="702000"/>
          </p:xfrm>
          <a:graphic>
            <a:graphicData uri="http://schemas.openxmlformats.org/presentationml/2006/ole">
              <mc:AlternateContent xmlns:mc="http://schemas.openxmlformats.org/markup-compatibility/2006">
                <mc:Choice xmlns:v="urn:schemas-microsoft-com:vml" Requires="v">
                  <p:oleObj spid="_x0000_s72636" name="Equation" r:id="rId17" imgW="787320" imgH="393480" progId="Equation.DSMT4">
                    <p:embed/>
                  </p:oleObj>
                </mc:Choice>
                <mc:Fallback>
                  <p:oleObj name="Equation" r:id="rId17" imgW="787320" imgH="393480" progId="Equation.DSMT4">
                    <p:embed/>
                    <p:pic>
                      <p:nvPicPr>
                        <p:cNvPr id="31750" name="Object 6"/>
                        <p:cNvPicPr>
                          <a:picLocks noChangeAspect="1" noChangeArrowheads="1"/>
                        </p:cNvPicPr>
                        <p:nvPr/>
                      </p:nvPicPr>
                      <p:blipFill>
                        <a:blip r:embed="rId18"/>
                        <a:srcRect/>
                        <a:stretch>
                          <a:fillRect/>
                        </a:stretch>
                      </p:blipFill>
                      <p:spPr bwMode="auto">
                        <a:xfrm>
                          <a:off x="6359176" y="769765"/>
                          <a:ext cx="1404000" cy="702000"/>
                        </a:xfrm>
                        <a:prstGeom prst="rect">
                          <a:avLst/>
                        </a:prstGeom>
                        <a:noFill/>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Text Box 2"/>
          <p:cNvSpPr txBox="1">
            <a:spLocks noChangeArrowheads="1"/>
          </p:cNvSpPr>
          <p:nvPr/>
        </p:nvSpPr>
        <p:spPr bwMode="auto">
          <a:xfrm>
            <a:off x="1817694" y="429175"/>
            <a:ext cx="5763816" cy="415498"/>
          </a:xfrm>
          <a:prstGeom prst="rect">
            <a:avLst/>
          </a:prstGeom>
          <a:noFill/>
          <a:ln w="9525">
            <a:noFill/>
            <a:miter lim="800000"/>
            <a:headEnd/>
            <a:tailEnd/>
          </a:ln>
        </p:spPr>
        <p:txBody>
          <a:bodyPr>
            <a:spAutoFit/>
          </a:bodyPr>
          <a:lstStyle/>
          <a:p>
            <a:pPr algn="ctr">
              <a:spcBef>
                <a:spcPct val="50000"/>
              </a:spcBef>
            </a:pPr>
            <a:r>
              <a:rPr lang="en-US" altLang="zh-CN" sz="2100" dirty="0">
                <a:latin typeface="Times New Roman" panose="02020603050405020304" pitchFamily="18" charset="0"/>
                <a:ea typeface="+mn-ea"/>
                <a:cs typeface="Times New Roman" panose="02020603050405020304" pitchFamily="18" charset="0"/>
              </a:rPr>
              <a:t>§12.6   </a:t>
            </a:r>
            <a:r>
              <a:rPr lang="zh-CN" altLang="en-US" sz="2100" dirty="0">
                <a:latin typeface="Times New Roman" panose="02020603050405020304" pitchFamily="18" charset="0"/>
                <a:ea typeface="+mn-ea"/>
                <a:cs typeface="Times New Roman" panose="02020603050405020304" pitchFamily="18" charset="0"/>
              </a:rPr>
              <a:t>麦克斯韦气体分子速率分布律</a:t>
            </a:r>
          </a:p>
        </p:txBody>
      </p:sp>
      <p:pic>
        <p:nvPicPr>
          <p:cNvPr id="2" name="图片 1"/>
          <p:cNvPicPr>
            <a:picLocks noChangeAspect="1"/>
          </p:cNvPicPr>
          <p:nvPr/>
        </p:nvPicPr>
        <p:blipFill>
          <a:blip r:embed="rId3"/>
          <a:stretch>
            <a:fillRect/>
          </a:stretch>
        </p:blipFill>
        <p:spPr>
          <a:xfrm>
            <a:off x="1193006" y="1677472"/>
            <a:ext cx="4429125" cy="707231"/>
          </a:xfrm>
          <a:prstGeom prst="rect">
            <a:avLst/>
          </a:prstGeom>
        </p:spPr>
      </p:pic>
      <p:pic>
        <p:nvPicPr>
          <p:cNvPr id="3" name="图片 2"/>
          <p:cNvPicPr>
            <a:picLocks noChangeAspect="1"/>
          </p:cNvPicPr>
          <p:nvPr/>
        </p:nvPicPr>
        <p:blipFill>
          <a:blip r:embed="rId4"/>
          <a:stretch>
            <a:fillRect/>
          </a:stretch>
        </p:blipFill>
        <p:spPr>
          <a:xfrm>
            <a:off x="5836444" y="1673900"/>
            <a:ext cx="2164556" cy="714375"/>
          </a:xfrm>
          <a:prstGeom prst="rect">
            <a:avLst/>
          </a:prstGeom>
        </p:spPr>
      </p:pic>
      <p:pic>
        <p:nvPicPr>
          <p:cNvPr id="4" name="图片 3"/>
          <p:cNvPicPr>
            <a:picLocks noChangeAspect="1"/>
          </p:cNvPicPr>
          <p:nvPr/>
        </p:nvPicPr>
        <p:blipFill>
          <a:blip r:embed="rId5"/>
          <a:stretch>
            <a:fillRect/>
          </a:stretch>
        </p:blipFill>
        <p:spPr>
          <a:xfrm>
            <a:off x="1210866" y="3258026"/>
            <a:ext cx="4407694" cy="714375"/>
          </a:xfrm>
          <a:prstGeom prst="rect">
            <a:avLst/>
          </a:prstGeom>
        </p:spPr>
      </p:pic>
      <p:pic>
        <p:nvPicPr>
          <p:cNvPr id="5" name="图片 4"/>
          <p:cNvPicPr>
            <a:picLocks noChangeAspect="1"/>
          </p:cNvPicPr>
          <p:nvPr/>
        </p:nvPicPr>
        <p:blipFill>
          <a:blip r:embed="rId6"/>
          <a:stretch>
            <a:fillRect/>
          </a:stretch>
        </p:blipFill>
        <p:spPr>
          <a:xfrm>
            <a:off x="5829300" y="3279458"/>
            <a:ext cx="2171700" cy="714375"/>
          </a:xfrm>
          <a:prstGeom prst="rect">
            <a:avLst/>
          </a:prstGeom>
        </p:spPr>
      </p:pic>
    </p:spTree>
    <p:extLst>
      <p:ext uri="{BB962C8B-B14F-4D97-AF65-F5344CB8AC3E}">
        <p14:creationId xmlns:p14="http://schemas.microsoft.com/office/powerpoint/2010/main" val="898435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1" name="Text Box 5"/>
          <p:cNvSpPr txBox="1">
            <a:spLocks noChangeArrowheads="1"/>
          </p:cNvSpPr>
          <p:nvPr/>
        </p:nvSpPr>
        <p:spPr bwMode="auto">
          <a:xfrm>
            <a:off x="472309" y="890989"/>
            <a:ext cx="5745956" cy="415498"/>
          </a:xfrm>
          <a:prstGeom prst="rect">
            <a:avLst/>
          </a:prstGeom>
          <a:noFill/>
          <a:ln w="28575">
            <a:noFill/>
            <a:miter lim="800000"/>
            <a:headEnd/>
            <a:tailEnd/>
          </a:ln>
        </p:spPr>
        <p:txBody>
          <a:bodyPr>
            <a:spAutoFit/>
          </a:bodyPr>
          <a:lstStyle/>
          <a:p>
            <a:pPr>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一、测定气体分子速率分布的实验</a:t>
            </a:r>
          </a:p>
        </p:txBody>
      </p:sp>
      <p:graphicFrame>
        <p:nvGraphicFramePr>
          <p:cNvPr id="8198" name="Object 7"/>
          <p:cNvGraphicFramePr>
            <a:graphicFrameLocks noChangeAspect="1"/>
          </p:cNvGraphicFramePr>
          <p:nvPr>
            <p:extLst>
              <p:ext uri="{D42A27DB-BD31-4B8C-83A1-F6EECF244321}">
                <p14:modId xmlns:p14="http://schemas.microsoft.com/office/powerpoint/2010/main" val="4290610040"/>
              </p:ext>
            </p:extLst>
          </p:nvPr>
        </p:nvGraphicFramePr>
        <p:xfrm>
          <a:off x="1969247" y="2890624"/>
          <a:ext cx="851921" cy="1495429"/>
        </p:xfrm>
        <a:graphic>
          <a:graphicData uri="http://schemas.openxmlformats.org/presentationml/2006/ole">
            <mc:AlternateContent xmlns:mc="http://schemas.openxmlformats.org/markup-compatibility/2006">
              <mc:Choice xmlns:v="urn:schemas-microsoft-com:vml" Requires="v">
                <p:oleObj spid="_x0000_s9120" name="Equation" r:id="rId3" imgW="736560" imgH="1295280" progId="Equation.3">
                  <p:embed/>
                </p:oleObj>
              </mc:Choice>
              <mc:Fallback>
                <p:oleObj name="Equation" r:id="rId3" imgW="736560" imgH="129528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69247" y="2890624"/>
                        <a:ext cx="851921" cy="1495429"/>
                      </a:xfrm>
                      <a:prstGeom prst="rect">
                        <a:avLst/>
                      </a:prstGeom>
                      <a:noFill/>
                      <a:extLst/>
                    </p:spPr>
                  </p:pic>
                </p:oleObj>
              </mc:Fallback>
            </mc:AlternateContent>
          </a:graphicData>
        </a:graphic>
      </p:graphicFrame>
      <p:graphicFrame>
        <p:nvGraphicFramePr>
          <p:cNvPr id="8199" name="Object 8"/>
          <p:cNvGraphicFramePr>
            <a:graphicFrameLocks noChangeAspect="1"/>
          </p:cNvGraphicFramePr>
          <p:nvPr>
            <p:extLst>
              <p:ext uri="{D42A27DB-BD31-4B8C-83A1-F6EECF244321}">
                <p14:modId xmlns:p14="http://schemas.microsoft.com/office/powerpoint/2010/main" val="1099102231"/>
              </p:ext>
            </p:extLst>
          </p:nvPr>
        </p:nvGraphicFramePr>
        <p:xfrm>
          <a:off x="1969247" y="2086523"/>
          <a:ext cx="822915" cy="402863"/>
        </p:xfrm>
        <a:graphic>
          <a:graphicData uri="http://schemas.openxmlformats.org/presentationml/2006/ole">
            <mc:AlternateContent xmlns:mc="http://schemas.openxmlformats.org/markup-compatibility/2006">
              <mc:Choice xmlns:v="urn:schemas-microsoft-com:vml" Requires="v">
                <p:oleObj spid="_x0000_s9121" name="Equation" r:id="rId5" imgW="647640" imgH="317160" progId="Equation.3">
                  <p:embed/>
                </p:oleObj>
              </mc:Choice>
              <mc:Fallback>
                <p:oleObj name="Equation" r:id="rId5" imgW="647640" imgH="31716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9247" y="2086523"/>
                        <a:ext cx="822915" cy="402863"/>
                      </a:xfrm>
                      <a:prstGeom prst="rect">
                        <a:avLst/>
                      </a:prstGeom>
                      <a:noFill/>
                      <a:extLst/>
                    </p:spPr>
                  </p:pic>
                </p:oleObj>
              </mc:Fallback>
            </mc:AlternateContent>
          </a:graphicData>
        </a:graphic>
      </p:graphicFrame>
      <p:sp>
        <p:nvSpPr>
          <p:cNvPr id="8203" name="AutoShape 10"/>
          <p:cNvSpPr>
            <a:spLocks noChangeArrowheads="1"/>
          </p:cNvSpPr>
          <p:nvPr/>
        </p:nvSpPr>
        <p:spPr bwMode="auto">
          <a:xfrm rot="5380271" flipH="1">
            <a:off x="4009887" y="3029932"/>
            <a:ext cx="2345531" cy="600075"/>
          </a:xfrm>
          <a:prstGeom prst="parallelogram">
            <a:avLst>
              <a:gd name="adj" fmla="val 88562"/>
            </a:avLst>
          </a:prstGeom>
          <a:solidFill>
            <a:schemeClr val="bg1">
              <a:lumMod val="50000"/>
            </a:schemeClr>
          </a:solidFill>
          <a:ln w="19050">
            <a:solidFill>
              <a:schemeClr val="tx2"/>
            </a:solidFill>
            <a:miter lim="800000"/>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04" name="AutoShape 11"/>
          <p:cNvSpPr>
            <a:spLocks noChangeArrowheads="1"/>
          </p:cNvSpPr>
          <p:nvPr/>
        </p:nvSpPr>
        <p:spPr bwMode="auto">
          <a:xfrm rot="5380271" flipH="1">
            <a:off x="4782246" y="2733040"/>
            <a:ext cx="839391" cy="34289"/>
          </a:xfrm>
          <a:prstGeom prst="parallelogram">
            <a:avLst>
              <a:gd name="adj" fmla="val 193834"/>
            </a:avLst>
          </a:prstGeom>
          <a:solidFill>
            <a:schemeClr val="bg1"/>
          </a:solidFill>
          <a:ln w="19050">
            <a:noFill/>
            <a:miter lim="800000"/>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05" name="AutoShape 12"/>
          <p:cNvSpPr>
            <a:spLocks noChangeArrowheads="1"/>
          </p:cNvSpPr>
          <p:nvPr/>
        </p:nvSpPr>
        <p:spPr bwMode="auto">
          <a:xfrm rot="5401630">
            <a:off x="5482690" y="3014453"/>
            <a:ext cx="114300" cy="571500"/>
          </a:xfrm>
          <a:prstGeom prst="can">
            <a:avLst>
              <a:gd name="adj" fmla="val 52083"/>
            </a:avLst>
          </a:prstGeom>
          <a:gradFill rotWithShape="0">
            <a:gsLst>
              <a:gs pos="0">
                <a:srgbClr val="475E00"/>
              </a:gs>
              <a:gs pos="50000">
                <a:srgbClr val="99CC00"/>
              </a:gs>
              <a:gs pos="100000">
                <a:srgbClr val="475E00"/>
              </a:gs>
            </a:gsLst>
            <a:lin ang="5400000" scaled="1"/>
          </a:gradFill>
          <a:ln w="9525">
            <a:solidFill>
              <a:schemeClr val="tx1"/>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06" name="Oval 13"/>
          <p:cNvSpPr>
            <a:spLocks noChangeArrowheads="1"/>
          </p:cNvSpPr>
          <p:nvPr/>
        </p:nvSpPr>
        <p:spPr bwMode="auto">
          <a:xfrm>
            <a:off x="5768440" y="2500103"/>
            <a:ext cx="457200" cy="1428750"/>
          </a:xfrm>
          <a:prstGeom prst="ellipse">
            <a:avLst/>
          </a:prstGeom>
          <a:solidFill>
            <a:schemeClr val="bg1">
              <a:lumMod val="50000"/>
            </a:schemeClr>
          </a:solidFill>
          <a:ln w="19050">
            <a:solidFill>
              <a:schemeClr val="tx1"/>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07" name="AutoShape 14"/>
          <p:cNvSpPr>
            <a:spLocks noChangeArrowheads="1"/>
          </p:cNvSpPr>
          <p:nvPr/>
        </p:nvSpPr>
        <p:spPr bwMode="auto">
          <a:xfrm rot="5401630">
            <a:off x="6225640" y="3014453"/>
            <a:ext cx="114300" cy="571500"/>
          </a:xfrm>
          <a:prstGeom prst="can">
            <a:avLst>
              <a:gd name="adj" fmla="val 52083"/>
            </a:avLst>
          </a:prstGeom>
          <a:gradFill rotWithShape="0">
            <a:gsLst>
              <a:gs pos="0">
                <a:srgbClr val="475E00"/>
              </a:gs>
              <a:gs pos="50000">
                <a:srgbClr val="99CC00"/>
              </a:gs>
              <a:gs pos="100000">
                <a:srgbClr val="475E00"/>
              </a:gs>
            </a:gsLst>
            <a:lin ang="5400000" scaled="1"/>
          </a:gradFill>
          <a:ln w="9525">
            <a:solidFill>
              <a:schemeClr val="tx1"/>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08" name="Oval 15"/>
          <p:cNvSpPr>
            <a:spLocks noChangeArrowheads="1"/>
          </p:cNvSpPr>
          <p:nvPr/>
        </p:nvSpPr>
        <p:spPr bwMode="auto">
          <a:xfrm>
            <a:off x="6454240" y="2500103"/>
            <a:ext cx="457200" cy="1428750"/>
          </a:xfrm>
          <a:prstGeom prst="ellipse">
            <a:avLst/>
          </a:prstGeom>
          <a:solidFill>
            <a:schemeClr val="bg1">
              <a:lumMod val="50000"/>
            </a:schemeClr>
          </a:solidFill>
          <a:ln w="19050">
            <a:solidFill>
              <a:schemeClr val="tx1"/>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09" name="AutoShape 16"/>
          <p:cNvSpPr>
            <a:spLocks noChangeArrowheads="1"/>
          </p:cNvSpPr>
          <p:nvPr/>
        </p:nvSpPr>
        <p:spPr bwMode="auto">
          <a:xfrm rot="8735512">
            <a:off x="6551880" y="2804169"/>
            <a:ext cx="46385" cy="494110"/>
          </a:xfrm>
          <a:prstGeom prst="triangle">
            <a:avLst>
              <a:gd name="adj" fmla="val 50000"/>
            </a:avLst>
          </a:prstGeom>
          <a:solidFill>
            <a:schemeClr val="bg1"/>
          </a:solidFill>
          <a:ln w="19050">
            <a:noFill/>
            <a:miter lim="800000"/>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12" name="AutoShape 19"/>
          <p:cNvSpPr>
            <a:spLocks noChangeArrowheads="1"/>
          </p:cNvSpPr>
          <p:nvPr/>
        </p:nvSpPr>
        <p:spPr bwMode="auto">
          <a:xfrm>
            <a:off x="3825340" y="1766678"/>
            <a:ext cx="4343400" cy="2743200"/>
          </a:xfrm>
          <a:prstGeom prst="cube">
            <a:avLst>
              <a:gd name="adj" fmla="val 25000"/>
            </a:avLst>
          </a:prstGeom>
          <a:noFill/>
          <a:ln w="19050">
            <a:solidFill>
              <a:schemeClr val="tx1"/>
            </a:solidFill>
            <a:miter lim="800000"/>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13" name="Line 20"/>
          <p:cNvSpPr>
            <a:spLocks noChangeShapeType="1"/>
          </p:cNvSpPr>
          <p:nvPr/>
        </p:nvSpPr>
        <p:spPr bwMode="auto">
          <a:xfrm flipH="1">
            <a:off x="4484947" y="1750009"/>
            <a:ext cx="30956" cy="2090738"/>
          </a:xfrm>
          <a:prstGeom prst="line">
            <a:avLst/>
          </a:prstGeom>
          <a:noFill/>
          <a:ln w="0">
            <a:solidFill>
              <a:schemeClr val="bg1">
                <a:lumMod val="50000"/>
              </a:schemeClr>
            </a:solidFill>
            <a:prstDash val="lgDash"/>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14" name="Line 21"/>
          <p:cNvSpPr>
            <a:spLocks noChangeShapeType="1"/>
          </p:cNvSpPr>
          <p:nvPr/>
        </p:nvSpPr>
        <p:spPr bwMode="auto">
          <a:xfrm>
            <a:off x="4529000" y="3824078"/>
            <a:ext cx="3657600" cy="0"/>
          </a:xfrm>
          <a:prstGeom prst="line">
            <a:avLst/>
          </a:prstGeom>
          <a:noFill/>
          <a:ln w="0">
            <a:solidFill>
              <a:schemeClr val="bg1">
                <a:lumMod val="50000"/>
              </a:schemeClr>
            </a:solidFill>
            <a:prstDash val="lgDash"/>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15" name="Line 22"/>
          <p:cNvSpPr>
            <a:spLocks noChangeShapeType="1"/>
          </p:cNvSpPr>
          <p:nvPr/>
        </p:nvSpPr>
        <p:spPr bwMode="auto">
          <a:xfrm flipH="1">
            <a:off x="3814625" y="3824078"/>
            <a:ext cx="685800" cy="685800"/>
          </a:xfrm>
          <a:prstGeom prst="line">
            <a:avLst/>
          </a:prstGeom>
          <a:noFill/>
          <a:ln w="0">
            <a:solidFill>
              <a:schemeClr val="bg1">
                <a:lumMod val="50000"/>
              </a:schemeClr>
            </a:solidFill>
            <a:prstDash val="lgDash"/>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37911" name="AutoShape 23"/>
          <p:cNvSpPr>
            <a:spLocks noChangeArrowheads="1"/>
          </p:cNvSpPr>
          <p:nvPr/>
        </p:nvSpPr>
        <p:spPr bwMode="auto">
          <a:xfrm>
            <a:off x="3968215" y="2728703"/>
            <a:ext cx="657225" cy="400050"/>
          </a:xfrm>
          <a:prstGeom prst="roundRect">
            <a:avLst>
              <a:gd name="adj" fmla="val 26667"/>
            </a:avLst>
          </a:prstGeom>
          <a:gradFill rotWithShape="0">
            <a:gsLst>
              <a:gs pos="0">
                <a:srgbClr val="B2B2B2"/>
              </a:gs>
              <a:gs pos="50000">
                <a:schemeClr val="bg1"/>
              </a:gs>
              <a:gs pos="100000">
                <a:srgbClr val="B2B2B2"/>
              </a:gs>
            </a:gsLst>
            <a:lin ang="5400000" scaled="1"/>
          </a:gradFill>
          <a:ln w="19050">
            <a:solidFill>
              <a:srgbClr val="5F5F5F"/>
            </a:solidFill>
            <a:round/>
            <a:headEnd/>
            <a:tailEnd/>
          </a:ln>
          <a:effectLst/>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8217" name="AutoShape 24"/>
          <p:cNvSpPr>
            <a:spLocks noChangeArrowheads="1"/>
          </p:cNvSpPr>
          <p:nvPr/>
        </p:nvSpPr>
        <p:spPr bwMode="auto">
          <a:xfrm rot="10734736">
            <a:off x="5975306" y="2484194"/>
            <a:ext cx="41807" cy="761396"/>
          </a:xfrm>
          <a:prstGeom prst="triangle">
            <a:avLst>
              <a:gd name="adj" fmla="val 50000"/>
            </a:avLst>
          </a:prstGeom>
          <a:solidFill>
            <a:schemeClr val="bg1"/>
          </a:solidFill>
          <a:ln w="19050">
            <a:noFill/>
            <a:miter lim="800000"/>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21" name="AutoShape 28"/>
          <p:cNvSpPr>
            <a:spLocks noChangeArrowheads="1"/>
          </p:cNvSpPr>
          <p:nvPr/>
        </p:nvSpPr>
        <p:spPr bwMode="auto">
          <a:xfrm rot="8170170">
            <a:off x="7240052" y="2608451"/>
            <a:ext cx="1157288" cy="544115"/>
          </a:xfrm>
          <a:prstGeom prst="parallelogram">
            <a:avLst>
              <a:gd name="adj" fmla="val 96016"/>
            </a:avLst>
          </a:prstGeom>
          <a:solidFill>
            <a:srgbClr val="CC00FF">
              <a:alpha val="50195"/>
            </a:srgbClr>
          </a:solidFill>
          <a:ln w="19050">
            <a:solidFill>
              <a:srgbClr val="CC00FF"/>
            </a:solidFill>
            <a:miter lim="800000"/>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37917" name="AutoShape 29"/>
          <p:cNvSpPr>
            <a:spLocks noChangeArrowheads="1"/>
          </p:cNvSpPr>
          <p:nvPr/>
        </p:nvSpPr>
        <p:spPr bwMode="auto">
          <a:xfrm>
            <a:off x="5711290" y="1652378"/>
            <a:ext cx="228600" cy="400050"/>
          </a:xfrm>
          <a:prstGeom prst="can">
            <a:avLst>
              <a:gd name="adj" fmla="val 43750"/>
            </a:avLst>
          </a:prstGeom>
          <a:gradFill rotWithShape="0">
            <a:gsLst>
              <a:gs pos="0">
                <a:schemeClr val="bg1">
                  <a:gamma/>
                  <a:shade val="66275"/>
                  <a:invGamma/>
                </a:schemeClr>
              </a:gs>
              <a:gs pos="50000">
                <a:schemeClr val="bg1"/>
              </a:gs>
              <a:gs pos="100000">
                <a:schemeClr val="bg1">
                  <a:gamma/>
                  <a:shade val="66275"/>
                  <a:invGamma/>
                </a:schemeClr>
              </a:gs>
            </a:gsLst>
            <a:lin ang="0" scaled="1"/>
          </a:gradFill>
          <a:ln w="9525">
            <a:solidFill>
              <a:schemeClr val="tx1"/>
            </a:solidFill>
            <a:round/>
            <a:headEnd/>
            <a:tailEnd/>
          </a:ln>
          <a:effectLst/>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37918" name="AutoShape 30"/>
          <p:cNvSpPr>
            <a:spLocks noChangeArrowheads="1"/>
          </p:cNvSpPr>
          <p:nvPr/>
        </p:nvSpPr>
        <p:spPr bwMode="auto">
          <a:xfrm>
            <a:off x="6968590" y="1652378"/>
            <a:ext cx="228600" cy="400050"/>
          </a:xfrm>
          <a:prstGeom prst="can">
            <a:avLst>
              <a:gd name="adj" fmla="val 43750"/>
            </a:avLst>
          </a:prstGeom>
          <a:gradFill rotWithShape="0">
            <a:gsLst>
              <a:gs pos="0">
                <a:schemeClr val="bg1">
                  <a:gamma/>
                  <a:shade val="66275"/>
                  <a:invGamma/>
                </a:schemeClr>
              </a:gs>
              <a:gs pos="50000">
                <a:schemeClr val="bg1"/>
              </a:gs>
              <a:gs pos="100000">
                <a:schemeClr val="bg1">
                  <a:gamma/>
                  <a:shade val="66275"/>
                  <a:invGamma/>
                </a:schemeClr>
              </a:gs>
            </a:gsLst>
            <a:lin ang="0" scaled="1"/>
          </a:gradFill>
          <a:ln w="9525">
            <a:solidFill>
              <a:schemeClr val="tx1"/>
            </a:solidFill>
            <a:round/>
            <a:headEnd/>
            <a:tailEnd/>
          </a:ln>
          <a:effectLst/>
        </p:spPr>
        <p:txBody>
          <a:bodyPr wrap="none" anchor="ct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8224" name="Line 31"/>
          <p:cNvSpPr>
            <a:spLocks noChangeShapeType="1"/>
          </p:cNvSpPr>
          <p:nvPr/>
        </p:nvSpPr>
        <p:spPr bwMode="auto">
          <a:xfrm>
            <a:off x="5997040" y="3928853"/>
            <a:ext cx="0" cy="45720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25" name="Line 32"/>
          <p:cNvSpPr>
            <a:spLocks noChangeShapeType="1"/>
          </p:cNvSpPr>
          <p:nvPr/>
        </p:nvSpPr>
        <p:spPr bwMode="auto">
          <a:xfrm>
            <a:off x="6682840" y="3928853"/>
            <a:ext cx="0" cy="45720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26" name="Line 33"/>
          <p:cNvSpPr>
            <a:spLocks noChangeShapeType="1"/>
          </p:cNvSpPr>
          <p:nvPr/>
        </p:nvSpPr>
        <p:spPr bwMode="auto">
          <a:xfrm>
            <a:off x="5997040" y="4271753"/>
            <a:ext cx="685800" cy="0"/>
          </a:xfrm>
          <a:prstGeom prst="line">
            <a:avLst/>
          </a:prstGeom>
          <a:noFill/>
          <a:ln w="12700">
            <a:solidFill>
              <a:srgbClr val="0000FF"/>
            </a:solidFill>
            <a:prstDash val="solid"/>
            <a:round/>
            <a:headEnd type="triangle" w="sm" len="lg"/>
            <a:tailEnd type="triangle" w="sm" len="lg"/>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27" name="Line 34"/>
          <p:cNvSpPr>
            <a:spLocks noChangeShapeType="1"/>
          </p:cNvSpPr>
          <p:nvPr/>
        </p:nvSpPr>
        <p:spPr bwMode="auto">
          <a:xfrm>
            <a:off x="4625440" y="2900153"/>
            <a:ext cx="257175" cy="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28" name="Line 35"/>
          <p:cNvSpPr>
            <a:spLocks noChangeShapeType="1"/>
          </p:cNvSpPr>
          <p:nvPr/>
        </p:nvSpPr>
        <p:spPr bwMode="auto">
          <a:xfrm>
            <a:off x="5196940" y="2900153"/>
            <a:ext cx="571500" cy="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29" name="Line 36"/>
          <p:cNvSpPr>
            <a:spLocks noChangeShapeType="1"/>
          </p:cNvSpPr>
          <p:nvPr/>
        </p:nvSpPr>
        <p:spPr bwMode="auto">
          <a:xfrm>
            <a:off x="5997040" y="2900153"/>
            <a:ext cx="1808560" cy="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30" name="Line 37"/>
          <p:cNvSpPr>
            <a:spLocks noChangeShapeType="1"/>
          </p:cNvSpPr>
          <p:nvPr/>
        </p:nvSpPr>
        <p:spPr bwMode="auto">
          <a:xfrm>
            <a:off x="4625440" y="2957303"/>
            <a:ext cx="257175" cy="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31" name="Line 38"/>
          <p:cNvSpPr>
            <a:spLocks noChangeShapeType="1"/>
          </p:cNvSpPr>
          <p:nvPr/>
        </p:nvSpPr>
        <p:spPr bwMode="auto">
          <a:xfrm>
            <a:off x="5196940" y="2957303"/>
            <a:ext cx="571500" cy="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32" name="Line 39"/>
          <p:cNvSpPr>
            <a:spLocks noChangeShapeType="1"/>
          </p:cNvSpPr>
          <p:nvPr/>
        </p:nvSpPr>
        <p:spPr bwMode="auto">
          <a:xfrm>
            <a:off x="5997040" y="2957303"/>
            <a:ext cx="1808560" cy="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33" name="Line 40"/>
          <p:cNvSpPr>
            <a:spLocks noChangeShapeType="1"/>
          </p:cNvSpPr>
          <p:nvPr/>
        </p:nvSpPr>
        <p:spPr bwMode="auto">
          <a:xfrm>
            <a:off x="4625440" y="2843003"/>
            <a:ext cx="257175" cy="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34" name="Line 41"/>
          <p:cNvSpPr>
            <a:spLocks noChangeShapeType="1"/>
          </p:cNvSpPr>
          <p:nvPr/>
        </p:nvSpPr>
        <p:spPr bwMode="auto">
          <a:xfrm>
            <a:off x="5196940" y="2843003"/>
            <a:ext cx="571500" cy="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35" name="Line 42"/>
          <p:cNvSpPr>
            <a:spLocks noChangeShapeType="1"/>
          </p:cNvSpPr>
          <p:nvPr/>
        </p:nvSpPr>
        <p:spPr bwMode="auto">
          <a:xfrm>
            <a:off x="5997040" y="2843003"/>
            <a:ext cx="1808560" cy="0"/>
          </a:xfrm>
          <a:prstGeom prst="line">
            <a:avLst/>
          </a:prstGeom>
          <a:noFill/>
          <a:ln w="12700">
            <a:solidFill>
              <a:srgbClr val="0000FF"/>
            </a:solidFill>
            <a:prstDash val="sysDot"/>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8194" name="Object 43"/>
          <p:cNvGraphicFramePr>
            <a:graphicFrameLocks noChangeAspect="1"/>
          </p:cNvGraphicFramePr>
          <p:nvPr>
            <p:extLst>
              <p:ext uri="{D42A27DB-BD31-4B8C-83A1-F6EECF244321}">
                <p14:modId xmlns:p14="http://schemas.microsoft.com/office/powerpoint/2010/main" val="2594749931"/>
              </p:ext>
            </p:extLst>
          </p:nvPr>
        </p:nvGraphicFramePr>
        <p:xfrm>
          <a:off x="6237737" y="4090643"/>
          <a:ext cx="178594" cy="400050"/>
        </p:xfrm>
        <a:graphic>
          <a:graphicData uri="http://schemas.openxmlformats.org/presentationml/2006/ole">
            <mc:AlternateContent xmlns:mc="http://schemas.openxmlformats.org/markup-compatibility/2006">
              <mc:Choice xmlns:v="urn:schemas-microsoft-com:vml" Requires="v">
                <p:oleObj spid="_x0000_s9122" name="公式" r:id="rId7" imgW="114120" imgH="253800" progId="Equation.3">
                  <p:embed/>
                </p:oleObj>
              </mc:Choice>
              <mc:Fallback>
                <p:oleObj name="公式" r:id="rId7" imgW="114120" imgH="253800" progId="Equation.3">
                  <p:embed/>
                  <p:pic>
                    <p:nvPicPr>
                      <p:cNvPr id="0" name="Object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37737" y="4090643"/>
                        <a:ext cx="178594" cy="400050"/>
                      </a:xfrm>
                      <a:prstGeom prst="rect">
                        <a:avLst/>
                      </a:prstGeom>
                      <a:solidFill>
                        <a:schemeClr val="bg1"/>
                      </a:solidFill>
                      <a:extLst/>
                    </p:spPr>
                  </p:pic>
                </p:oleObj>
              </mc:Fallback>
            </mc:AlternateContent>
          </a:graphicData>
        </a:graphic>
      </p:graphicFrame>
      <p:graphicFrame>
        <p:nvGraphicFramePr>
          <p:cNvPr id="8195" name="Object 44"/>
          <p:cNvGraphicFramePr>
            <a:graphicFrameLocks noChangeAspect="1"/>
          </p:cNvGraphicFramePr>
          <p:nvPr>
            <p:extLst>
              <p:ext uri="{D42A27DB-BD31-4B8C-83A1-F6EECF244321}">
                <p14:modId xmlns:p14="http://schemas.microsoft.com/office/powerpoint/2010/main" val="983998052"/>
              </p:ext>
            </p:extLst>
          </p:nvPr>
        </p:nvGraphicFramePr>
        <p:xfrm>
          <a:off x="4151571" y="2785853"/>
          <a:ext cx="358379" cy="292894"/>
        </p:xfrm>
        <a:graphic>
          <a:graphicData uri="http://schemas.openxmlformats.org/presentationml/2006/ole">
            <mc:AlternateContent xmlns:mc="http://schemas.openxmlformats.org/markup-compatibility/2006">
              <mc:Choice xmlns:v="urn:schemas-microsoft-com:vml" Requires="v">
                <p:oleObj spid="_x0000_s9123" name="Equation" r:id="rId9" imgW="355320" imgH="291960" progId="Equation.3">
                  <p:embed/>
                </p:oleObj>
              </mc:Choice>
              <mc:Fallback>
                <p:oleObj name="Equation" r:id="rId9" imgW="355320" imgH="291960" progId="Equation.3">
                  <p:embed/>
                  <p:pic>
                    <p:nvPicPr>
                      <p:cNvPr id="0" name="Object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51571" y="2785853"/>
                        <a:ext cx="358379" cy="2928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36" name="Text Box 45"/>
          <p:cNvSpPr txBox="1">
            <a:spLocks noChangeArrowheads="1"/>
          </p:cNvSpPr>
          <p:nvPr/>
        </p:nvSpPr>
        <p:spPr bwMode="auto">
          <a:xfrm>
            <a:off x="3778953" y="3137659"/>
            <a:ext cx="1714500" cy="369332"/>
          </a:xfrm>
          <a:prstGeom prst="rect">
            <a:avLst/>
          </a:prstGeom>
          <a:noFill/>
          <a:ln w="9525">
            <a:noFill/>
            <a:miter lim="800000"/>
            <a:headEnd/>
            <a:tailEnd/>
          </a:ln>
        </p:spPr>
        <p:txBody>
          <a:bodyPr>
            <a:spAutoFit/>
          </a:bodyPr>
          <a:lstStyle/>
          <a:p>
            <a:pPr>
              <a:spcBef>
                <a:spcPct val="50000"/>
              </a:spcBef>
            </a:pPr>
            <a:r>
              <a:rPr lang="zh-CN" altLang="en-US" dirty="0">
                <a:solidFill>
                  <a:srgbClr val="010000"/>
                </a:solidFill>
                <a:latin typeface="Times New Roman" panose="02020603050405020304" pitchFamily="18" charset="0"/>
                <a:ea typeface="+mn-ea"/>
                <a:cs typeface="Times New Roman" panose="02020603050405020304" pitchFamily="18" charset="0"/>
              </a:rPr>
              <a:t>金属蒸气</a:t>
            </a:r>
          </a:p>
        </p:txBody>
      </p:sp>
      <p:sp>
        <p:nvSpPr>
          <p:cNvPr id="8237" name="Text Box 46"/>
          <p:cNvSpPr txBox="1">
            <a:spLocks noChangeArrowheads="1"/>
          </p:cNvSpPr>
          <p:nvPr/>
        </p:nvSpPr>
        <p:spPr bwMode="auto">
          <a:xfrm>
            <a:off x="7560372" y="3282391"/>
            <a:ext cx="507831" cy="1143000"/>
          </a:xfrm>
          <a:prstGeom prst="rect">
            <a:avLst/>
          </a:prstGeom>
          <a:noFill/>
          <a:ln w="9525">
            <a:noFill/>
            <a:miter lim="800000"/>
            <a:headEnd/>
            <a:tailEnd/>
          </a:ln>
        </p:spPr>
        <p:txBody>
          <a:bodyPr vert="eaVert">
            <a:spAutoFit/>
          </a:bodyPr>
          <a:lstStyle/>
          <a:p>
            <a:pPr>
              <a:spcBef>
                <a:spcPct val="50000"/>
              </a:spcBef>
            </a:pPr>
            <a:r>
              <a:rPr lang="zh-CN" altLang="en-US" sz="2100">
                <a:solidFill>
                  <a:srgbClr val="0000FF"/>
                </a:solidFill>
                <a:latin typeface="Times New Roman" panose="02020603050405020304" pitchFamily="18" charset="0"/>
                <a:ea typeface="+mn-ea"/>
                <a:cs typeface="Times New Roman" panose="02020603050405020304" pitchFamily="18" charset="0"/>
              </a:rPr>
              <a:t>显示屏</a:t>
            </a:r>
            <a:endParaRPr lang="zh-CN" altLang="en-US" sz="2100">
              <a:latin typeface="Times New Roman" panose="02020603050405020304" pitchFamily="18" charset="0"/>
              <a:ea typeface="+mn-ea"/>
              <a:cs typeface="Times New Roman" panose="02020603050405020304" pitchFamily="18" charset="0"/>
            </a:endParaRPr>
          </a:p>
        </p:txBody>
      </p:sp>
      <p:sp>
        <p:nvSpPr>
          <p:cNvPr id="8238" name="Text Box 47"/>
          <p:cNvSpPr txBox="1">
            <a:spLocks noChangeArrowheads="1"/>
          </p:cNvSpPr>
          <p:nvPr/>
        </p:nvSpPr>
        <p:spPr bwMode="auto">
          <a:xfrm>
            <a:off x="4882615" y="3185903"/>
            <a:ext cx="571500" cy="738664"/>
          </a:xfrm>
          <a:prstGeom prst="rect">
            <a:avLst/>
          </a:prstGeom>
          <a:noFill/>
          <a:ln w="9525">
            <a:noFill/>
            <a:miter lim="800000"/>
            <a:headEnd/>
            <a:tailEnd/>
          </a:ln>
        </p:spPr>
        <p:txBody>
          <a:bodyPr>
            <a:spAutoFit/>
          </a:bodyPr>
          <a:lstStyle/>
          <a:p>
            <a:pPr>
              <a:spcBef>
                <a:spcPct val="50000"/>
              </a:spcBef>
            </a:pPr>
            <a:r>
              <a:rPr lang="zh-CN" altLang="en-US" sz="2100" dirty="0">
                <a:solidFill>
                  <a:schemeClr val="bg1"/>
                </a:solidFill>
                <a:latin typeface="Times New Roman" panose="02020603050405020304" pitchFamily="18" charset="0"/>
                <a:ea typeface="+mn-ea"/>
                <a:cs typeface="Times New Roman" panose="02020603050405020304" pitchFamily="18" charset="0"/>
              </a:rPr>
              <a:t>狭缝</a:t>
            </a:r>
          </a:p>
        </p:txBody>
      </p:sp>
      <p:graphicFrame>
        <p:nvGraphicFramePr>
          <p:cNvPr id="8196" name="Object 49"/>
          <p:cNvGraphicFramePr>
            <a:graphicFrameLocks noChangeAspect="1"/>
          </p:cNvGraphicFramePr>
          <p:nvPr>
            <p:extLst>
              <p:ext uri="{D42A27DB-BD31-4B8C-83A1-F6EECF244321}">
                <p14:modId xmlns:p14="http://schemas.microsoft.com/office/powerpoint/2010/main" val="10182083"/>
              </p:ext>
            </p:extLst>
          </p:nvPr>
        </p:nvGraphicFramePr>
        <p:xfrm>
          <a:off x="7025741" y="3528803"/>
          <a:ext cx="308372" cy="273844"/>
        </p:xfrm>
        <a:graphic>
          <a:graphicData uri="http://schemas.openxmlformats.org/presentationml/2006/ole">
            <mc:AlternateContent xmlns:mc="http://schemas.openxmlformats.org/markup-compatibility/2006">
              <mc:Choice xmlns:v="urn:schemas-microsoft-com:vml" Requires="v">
                <p:oleObj spid="_x0000_s9124" name="公式" r:id="rId11" imgW="215640" imgH="190440" progId="Equation.3">
                  <p:embed/>
                </p:oleObj>
              </mc:Choice>
              <mc:Fallback>
                <p:oleObj name="公式" r:id="rId11" imgW="215640" imgH="190440" progId="Equation.3">
                  <p:embed/>
                  <p:pic>
                    <p:nvPicPr>
                      <p:cNvPr id="0" name="Object 4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5741" y="3528803"/>
                        <a:ext cx="308372" cy="2738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40" name="Line 50"/>
          <p:cNvSpPr>
            <a:spLocks noChangeShapeType="1"/>
          </p:cNvSpPr>
          <p:nvPr/>
        </p:nvSpPr>
        <p:spPr bwMode="auto">
          <a:xfrm flipH="1" flipV="1">
            <a:off x="5785109" y="2928728"/>
            <a:ext cx="211931" cy="314189"/>
          </a:xfrm>
          <a:prstGeom prst="line">
            <a:avLst/>
          </a:prstGeom>
          <a:noFill/>
          <a:ln w="19050">
            <a:solidFill>
              <a:schemeClr val="bg1"/>
            </a:solidFill>
            <a:prstDash val="dash"/>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8197" name="Object 51"/>
          <p:cNvGraphicFramePr>
            <a:graphicFrameLocks noChangeAspect="1"/>
          </p:cNvGraphicFramePr>
          <p:nvPr>
            <p:extLst>
              <p:ext uri="{D42A27DB-BD31-4B8C-83A1-F6EECF244321}">
                <p14:modId xmlns:p14="http://schemas.microsoft.com/office/powerpoint/2010/main" val="805246103"/>
              </p:ext>
            </p:extLst>
          </p:nvPr>
        </p:nvGraphicFramePr>
        <p:xfrm>
          <a:off x="5846056" y="2871579"/>
          <a:ext cx="129077" cy="197105"/>
        </p:xfrm>
        <a:graphic>
          <a:graphicData uri="http://schemas.openxmlformats.org/presentationml/2006/ole">
            <mc:AlternateContent xmlns:mc="http://schemas.openxmlformats.org/markup-compatibility/2006">
              <mc:Choice xmlns:v="urn:schemas-microsoft-com:vml" Requires="v">
                <p:oleObj spid="_x0000_s9125" name="Equation" r:id="rId13" imgW="139680" imgH="177480" progId="Equation.DSMT4">
                  <p:embed/>
                </p:oleObj>
              </mc:Choice>
              <mc:Fallback>
                <p:oleObj name="Equation" r:id="rId13" imgW="139680" imgH="177480" progId="Equation.DSMT4">
                  <p:embed/>
                  <p:pic>
                    <p:nvPicPr>
                      <p:cNvPr id="0" name="Object 51"/>
                      <p:cNvPicPr>
                        <a:picLocks noChangeAspect="1" noChangeArrowheads="1"/>
                      </p:cNvPicPr>
                      <p:nvPr/>
                    </p:nvPicPr>
                    <p:blipFill>
                      <a:blip r:embed="rId14"/>
                      <a:srcRect/>
                      <a:stretch>
                        <a:fillRect/>
                      </a:stretch>
                    </p:blipFill>
                    <p:spPr bwMode="auto">
                      <a:xfrm>
                        <a:off x="5846056" y="2871579"/>
                        <a:ext cx="129077" cy="197105"/>
                      </a:xfrm>
                      <a:prstGeom prst="rect">
                        <a:avLst/>
                      </a:prstGeom>
                      <a:noFill/>
                    </p:spPr>
                  </p:pic>
                </p:oleObj>
              </mc:Fallback>
            </mc:AlternateContent>
          </a:graphicData>
        </a:graphic>
      </p:graphicFrame>
      <p:grpSp>
        <p:nvGrpSpPr>
          <p:cNvPr id="8241" name="Group 52"/>
          <p:cNvGrpSpPr>
            <a:grpSpLocks/>
          </p:cNvGrpSpPr>
          <p:nvPr/>
        </p:nvGrpSpPr>
        <p:grpSpPr bwMode="auto">
          <a:xfrm>
            <a:off x="5825590" y="1138028"/>
            <a:ext cx="1543050" cy="571500"/>
            <a:chOff x="3336" y="1056"/>
            <a:chExt cx="1296" cy="480"/>
          </a:xfrm>
        </p:grpSpPr>
        <p:sp>
          <p:nvSpPr>
            <p:cNvPr id="8242" name="Freeform 53"/>
            <p:cNvSpPr>
              <a:spLocks/>
            </p:cNvSpPr>
            <p:nvPr/>
          </p:nvSpPr>
          <p:spPr bwMode="auto">
            <a:xfrm>
              <a:off x="3336" y="1056"/>
              <a:ext cx="1152" cy="480"/>
            </a:xfrm>
            <a:custGeom>
              <a:avLst/>
              <a:gdLst>
                <a:gd name="T0" fmla="*/ 0 w 1152"/>
                <a:gd name="T1" fmla="*/ 480 h 480"/>
                <a:gd name="T2" fmla="*/ 96 w 1152"/>
                <a:gd name="T3" fmla="*/ 336 h 480"/>
                <a:gd name="T4" fmla="*/ 96 w 1152"/>
                <a:gd name="T5" fmla="*/ 0 h 480"/>
                <a:gd name="T6" fmla="*/ 1152 w 1152"/>
                <a:gd name="T7" fmla="*/ 0 h 480"/>
                <a:gd name="T8" fmla="*/ 1152 w 1152"/>
                <a:gd name="T9" fmla="*/ 336 h 480"/>
                <a:gd name="T10" fmla="*/ 1104 w 1152"/>
                <a:gd name="T11" fmla="*/ 336 h 480"/>
                <a:gd name="T12" fmla="*/ 1056 w 1152"/>
                <a:gd name="T13" fmla="*/ 480 h 480"/>
                <a:gd name="T14" fmla="*/ 1008 w 1152"/>
                <a:gd name="T15" fmla="*/ 336 h 480"/>
                <a:gd name="T16" fmla="*/ 240 w 1152"/>
                <a:gd name="T17" fmla="*/ 336 h 480"/>
                <a:gd name="T18" fmla="*/ 0 w 1152"/>
                <a:gd name="T19" fmla="*/ 480 h 4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52"/>
                <a:gd name="T31" fmla="*/ 0 h 480"/>
                <a:gd name="T32" fmla="*/ 1152 w 1152"/>
                <a:gd name="T33" fmla="*/ 480 h 48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52" h="480">
                  <a:moveTo>
                    <a:pt x="0" y="480"/>
                  </a:moveTo>
                  <a:lnTo>
                    <a:pt x="96" y="336"/>
                  </a:lnTo>
                  <a:lnTo>
                    <a:pt x="96" y="0"/>
                  </a:lnTo>
                  <a:lnTo>
                    <a:pt x="1152" y="0"/>
                  </a:lnTo>
                  <a:lnTo>
                    <a:pt x="1152" y="336"/>
                  </a:lnTo>
                  <a:lnTo>
                    <a:pt x="1104" y="336"/>
                  </a:lnTo>
                  <a:lnTo>
                    <a:pt x="1056" y="480"/>
                  </a:lnTo>
                  <a:lnTo>
                    <a:pt x="1008" y="336"/>
                  </a:lnTo>
                  <a:lnTo>
                    <a:pt x="240" y="336"/>
                  </a:lnTo>
                  <a:lnTo>
                    <a:pt x="0" y="480"/>
                  </a:lnTo>
                  <a:close/>
                </a:path>
              </a:pathLst>
            </a:custGeom>
            <a:gradFill rotWithShape="0">
              <a:gsLst>
                <a:gs pos="0">
                  <a:srgbClr val="FFFFFF"/>
                </a:gs>
                <a:gs pos="100000">
                  <a:schemeClr val="accent1"/>
                </a:gs>
              </a:gsLst>
              <a:lin ang="5400000" scaled="1"/>
            </a:gradFill>
            <a:ln w="12700" cmpd="sng">
              <a:solidFill>
                <a:schemeClr val="tx2"/>
              </a:solidFill>
              <a:round/>
              <a:headEnd/>
              <a:tailEnd/>
            </a:ln>
          </p:spPr>
          <p:txBody>
            <a:bodyPr wrap="none"/>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43" name="Text Box 54"/>
            <p:cNvSpPr txBox="1">
              <a:spLocks noChangeArrowheads="1"/>
            </p:cNvSpPr>
            <p:nvPr/>
          </p:nvSpPr>
          <p:spPr bwMode="auto">
            <a:xfrm>
              <a:off x="3432" y="1056"/>
              <a:ext cx="1200" cy="349"/>
            </a:xfrm>
            <a:prstGeom prst="rect">
              <a:avLst/>
            </a:prstGeom>
            <a:noFill/>
            <a:ln w="9525">
              <a:noFill/>
              <a:miter lim="800000"/>
              <a:headEnd/>
              <a:tailEnd/>
            </a:ln>
          </p:spPr>
          <p:txBody>
            <a:bodyPr>
              <a:spAutoFit/>
            </a:bodyPr>
            <a:lstStyle/>
            <a:p>
              <a:pPr>
                <a:spcBef>
                  <a:spcPct val="50000"/>
                </a:spcBef>
              </a:pPr>
              <a:r>
                <a:rPr lang="zh-CN" altLang="en-US" sz="2100">
                  <a:solidFill>
                    <a:srgbClr val="000000"/>
                  </a:solidFill>
                  <a:latin typeface="Times New Roman" panose="02020603050405020304" pitchFamily="18" charset="0"/>
                  <a:ea typeface="+mn-ea"/>
                  <a:cs typeface="Times New Roman" panose="02020603050405020304" pitchFamily="18" charset="0"/>
                </a:rPr>
                <a:t>接抽气泵</a:t>
              </a:r>
            </a:p>
          </p:txBody>
        </p:sp>
      </p:grpSp>
      <p:sp>
        <p:nvSpPr>
          <p:cNvPr id="54" name="Text Box 2"/>
          <p:cNvSpPr txBox="1">
            <a:spLocks noChangeArrowheads="1"/>
          </p:cNvSpPr>
          <p:nvPr/>
        </p:nvSpPr>
        <p:spPr bwMode="auto">
          <a:xfrm>
            <a:off x="1817694" y="192955"/>
            <a:ext cx="5763816" cy="415498"/>
          </a:xfrm>
          <a:prstGeom prst="rect">
            <a:avLst/>
          </a:prstGeom>
          <a:noFill/>
          <a:ln w="9525">
            <a:noFill/>
            <a:miter lim="800000"/>
            <a:headEnd/>
            <a:tailEnd/>
          </a:ln>
        </p:spPr>
        <p:txBody>
          <a:bodyPr>
            <a:spAutoFit/>
          </a:bodyPr>
          <a:lstStyle/>
          <a:p>
            <a:pPr algn="ctr">
              <a:spcBef>
                <a:spcPct val="50000"/>
              </a:spcBef>
            </a:pPr>
            <a:r>
              <a:rPr lang="en-US" altLang="zh-CN" sz="2100" dirty="0">
                <a:latin typeface="Times New Roman" panose="02020603050405020304" pitchFamily="18" charset="0"/>
                <a:ea typeface="+mn-ea"/>
                <a:cs typeface="Times New Roman" panose="02020603050405020304" pitchFamily="18" charset="0"/>
              </a:rPr>
              <a:t>§12.6   </a:t>
            </a:r>
            <a:r>
              <a:rPr lang="zh-CN" altLang="en-US" sz="2100" dirty="0">
                <a:latin typeface="Times New Roman" panose="02020603050405020304" pitchFamily="18" charset="0"/>
                <a:ea typeface="+mn-ea"/>
                <a:cs typeface="Times New Roman" panose="02020603050405020304" pitchFamily="18" charset="0"/>
              </a:rPr>
              <a:t>麦克斯韦气体分子速率分布律</a:t>
            </a:r>
          </a:p>
        </p:txBody>
      </p:sp>
      <p:sp>
        <p:nvSpPr>
          <p:cNvPr id="55" name="AutoShape 14"/>
          <p:cNvSpPr>
            <a:spLocks noChangeArrowheads="1"/>
          </p:cNvSpPr>
          <p:nvPr/>
        </p:nvSpPr>
        <p:spPr bwMode="auto">
          <a:xfrm rot="5401630">
            <a:off x="6924974" y="3014453"/>
            <a:ext cx="114300" cy="571500"/>
          </a:xfrm>
          <a:prstGeom prst="can">
            <a:avLst>
              <a:gd name="adj" fmla="val 52083"/>
            </a:avLst>
          </a:prstGeom>
          <a:gradFill rotWithShape="0">
            <a:gsLst>
              <a:gs pos="0">
                <a:srgbClr val="475E00"/>
              </a:gs>
              <a:gs pos="50000">
                <a:srgbClr val="99CC00"/>
              </a:gs>
              <a:gs pos="100000">
                <a:srgbClr val="475E00"/>
              </a:gs>
            </a:gsLst>
            <a:lin ang="5400000" scaled="1"/>
          </a:gradFill>
          <a:ln w="9525">
            <a:solidFill>
              <a:schemeClr val="tx1"/>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8239" name="Arc 48"/>
          <p:cNvSpPr>
            <a:spLocks/>
          </p:cNvSpPr>
          <p:nvPr/>
        </p:nvSpPr>
        <p:spPr bwMode="auto">
          <a:xfrm flipH="1">
            <a:off x="7102102" y="3071603"/>
            <a:ext cx="188310" cy="400050"/>
          </a:xfrm>
          <a:custGeom>
            <a:avLst/>
            <a:gdLst>
              <a:gd name="T0" fmla="*/ 5480592 w 38399"/>
              <a:gd name="T1" fmla="*/ 172480804 h 43200"/>
              <a:gd name="T2" fmla="*/ 0 w 38399"/>
              <a:gd name="T3" fmla="*/ 817614387 h 43200"/>
              <a:gd name="T4" fmla="*/ 182660010 w 38399"/>
              <a:gd name="T5" fmla="*/ 502030960 h 43200"/>
              <a:gd name="T6" fmla="*/ 0 60000 65536"/>
              <a:gd name="T7" fmla="*/ 0 60000 65536"/>
              <a:gd name="T8" fmla="*/ 0 60000 65536"/>
              <a:gd name="T9" fmla="*/ 0 w 38399"/>
              <a:gd name="T10" fmla="*/ 0 h 43200"/>
              <a:gd name="T11" fmla="*/ 38399 w 38399"/>
              <a:gd name="T12" fmla="*/ 43200 h 43200"/>
            </a:gdLst>
            <a:ahLst/>
            <a:cxnLst>
              <a:cxn ang="T6">
                <a:pos x="T0" y="T1"/>
              </a:cxn>
              <a:cxn ang="T7">
                <a:pos x="T2" y="T3"/>
              </a:cxn>
              <a:cxn ang="T8">
                <a:pos x="T4" y="T5"/>
              </a:cxn>
            </a:cxnLst>
            <a:rect l="T9" t="T10" r="T11" b="T12"/>
            <a:pathLst>
              <a:path w="38399" h="43200" fill="none" extrusionOk="0">
                <a:moveTo>
                  <a:pt x="504" y="7421"/>
                </a:moveTo>
                <a:cubicBezTo>
                  <a:pt x="4606" y="2706"/>
                  <a:pt x="10549" y="-1"/>
                  <a:pt x="16799" y="0"/>
                </a:cubicBezTo>
                <a:cubicBezTo>
                  <a:pt x="28728" y="0"/>
                  <a:pt x="38399" y="9670"/>
                  <a:pt x="38399" y="21600"/>
                </a:cubicBezTo>
                <a:cubicBezTo>
                  <a:pt x="38399" y="33529"/>
                  <a:pt x="28728" y="43200"/>
                  <a:pt x="16799" y="43200"/>
                </a:cubicBezTo>
                <a:cubicBezTo>
                  <a:pt x="10275" y="43200"/>
                  <a:pt x="4101" y="40251"/>
                  <a:pt x="0" y="35177"/>
                </a:cubicBezTo>
              </a:path>
              <a:path w="38399" h="43200" stroke="0" extrusionOk="0">
                <a:moveTo>
                  <a:pt x="504" y="7421"/>
                </a:moveTo>
                <a:cubicBezTo>
                  <a:pt x="4606" y="2706"/>
                  <a:pt x="10549" y="-1"/>
                  <a:pt x="16799" y="0"/>
                </a:cubicBezTo>
                <a:cubicBezTo>
                  <a:pt x="28728" y="0"/>
                  <a:pt x="38399" y="9670"/>
                  <a:pt x="38399" y="21600"/>
                </a:cubicBezTo>
                <a:cubicBezTo>
                  <a:pt x="38399" y="33529"/>
                  <a:pt x="28728" y="43200"/>
                  <a:pt x="16799" y="43200"/>
                </a:cubicBezTo>
                <a:cubicBezTo>
                  <a:pt x="10275" y="43200"/>
                  <a:pt x="4101" y="40251"/>
                  <a:pt x="0" y="35177"/>
                </a:cubicBezTo>
                <a:lnTo>
                  <a:pt x="16799" y="21600"/>
                </a:lnTo>
                <a:close/>
              </a:path>
            </a:pathLst>
          </a:custGeom>
          <a:noFill/>
          <a:ln w="12700">
            <a:solidFill>
              <a:srgbClr val="990033"/>
            </a:solidFill>
            <a:round/>
            <a:headEnd type="triangle" w="sm" len="med"/>
            <a:tailEnd type="none" w="sm" len="me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199"/>
                                        </p:tgtEl>
                                        <p:attrNameLst>
                                          <p:attrName>style.visibility</p:attrName>
                                        </p:attrNameLst>
                                      </p:cBhvr>
                                      <p:to>
                                        <p:strVal val="visible"/>
                                      </p:to>
                                    </p:set>
                                    <p:animEffect transition="in" filter="wipe(down)">
                                      <p:cBhvr>
                                        <p:cTn id="7" dur="500"/>
                                        <p:tgtEl>
                                          <p:spTgt spid="81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198"/>
                                        </p:tgtEl>
                                        <p:attrNameLst>
                                          <p:attrName>style.visibility</p:attrName>
                                        </p:attrNameLst>
                                      </p:cBhvr>
                                      <p:to>
                                        <p:strVal val="visible"/>
                                      </p:to>
                                    </p:set>
                                    <p:animEffect transition="in" filter="wipe(down)">
                                      <p:cBhvr>
                                        <p:cTn id="12" dur="5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9" name="Text Box 3"/>
          <p:cNvSpPr txBox="1">
            <a:spLocks noChangeArrowheads="1"/>
          </p:cNvSpPr>
          <p:nvPr/>
        </p:nvSpPr>
        <p:spPr bwMode="auto">
          <a:xfrm>
            <a:off x="1503563" y="314110"/>
            <a:ext cx="2322910" cy="415498"/>
          </a:xfrm>
          <a:prstGeom prst="rect">
            <a:avLst/>
          </a:prstGeom>
          <a:gradFill rotWithShape="0">
            <a:gsLst>
              <a:gs pos="0">
                <a:srgbClr val="FFE1FF"/>
              </a:gs>
              <a:gs pos="50000">
                <a:srgbClr val="FFFFFF"/>
              </a:gs>
              <a:gs pos="100000">
                <a:srgbClr val="FFE1FF"/>
              </a:gs>
            </a:gsLst>
            <a:lin ang="5400000" scaled="1"/>
          </a:gradFill>
          <a:ln w="12700">
            <a:solidFill>
              <a:srgbClr val="CC00CC"/>
            </a:solidFill>
            <a:miter lim="800000"/>
            <a:headEnd/>
            <a:tailEnd/>
          </a:ln>
        </p:spPr>
        <p:txBody>
          <a:bodyPr>
            <a:spAutoFit/>
          </a:bodyPr>
          <a:lstStyle/>
          <a:p>
            <a:pPr algn="ctr">
              <a:spcBef>
                <a:spcPct val="50000"/>
              </a:spcBef>
            </a:pPr>
            <a:r>
              <a:rPr lang="zh-CN" altLang="en-US" sz="2100" dirty="0">
                <a:solidFill>
                  <a:srgbClr val="A50021"/>
                </a:solidFill>
              </a:rPr>
              <a:t>分子速率分布图</a:t>
            </a:r>
          </a:p>
        </p:txBody>
      </p:sp>
      <p:grpSp>
        <p:nvGrpSpPr>
          <p:cNvPr id="2" name="Group 95"/>
          <p:cNvGrpSpPr>
            <a:grpSpLocks/>
          </p:cNvGrpSpPr>
          <p:nvPr/>
        </p:nvGrpSpPr>
        <p:grpSpPr bwMode="auto">
          <a:xfrm>
            <a:off x="4041975" y="336828"/>
            <a:ext cx="1756172" cy="415529"/>
            <a:chOff x="2562" y="710"/>
            <a:chExt cx="1475" cy="349"/>
          </a:xfrm>
        </p:grpSpPr>
        <p:graphicFrame>
          <p:nvGraphicFramePr>
            <p:cNvPr id="9228" name="Object 5"/>
            <p:cNvGraphicFramePr>
              <a:graphicFrameLocks noChangeAspect="1"/>
            </p:cNvGraphicFramePr>
            <p:nvPr/>
          </p:nvGraphicFramePr>
          <p:xfrm>
            <a:off x="2562" y="752"/>
            <a:ext cx="272" cy="258"/>
          </p:xfrm>
          <a:graphic>
            <a:graphicData uri="http://schemas.openxmlformats.org/presentationml/2006/ole">
              <mc:AlternateContent xmlns:mc="http://schemas.openxmlformats.org/markup-compatibility/2006">
                <mc:Choice xmlns:v="urn:schemas-microsoft-com:vml" Requires="v">
                  <p:oleObj spid="_x0000_s78496" name="公式" r:id="rId4" imgW="253800" imgH="241200" progId="Equation.3">
                    <p:embed/>
                  </p:oleObj>
                </mc:Choice>
                <mc:Fallback>
                  <p:oleObj name="公式" r:id="rId4" imgW="253800" imgH="2412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2" y="752"/>
                          <a:ext cx="272" cy="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66" name="Text Box 6"/>
            <p:cNvSpPr txBox="1">
              <a:spLocks noChangeArrowheads="1"/>
            </p:cNvSpPr>
            <p:nvPr/>
          </p:nvSpPr>
          <p:spPr bwMode="auto">
            <a:xfrm>
              <a:off x="2840" y="710"/>
              <a:ext cx="1197" cy="349"/>
            </a:xfrm>
            <a:prstGeom prst="rect">
              <a:avLst/>
            </a:prstGeom>
            <a:noFill/>
            <a:ln w="9525">
              <a:noFill/>
              <a:miter lim="800000"/>
              <a:headEnd/>
              <a:tailEnd/>
            </a:ln>
          </p:spPr>
          <p:txBody>
            <a:bodyPr wrap="none">
              <a:spAutoFit/>
            </a:bodyPr>
            <a:lstStyle/>
            <a:p>
              <a:pPr>
                <a:spcBef>
                  <a:spcPct val="50000"/>
                </a:spcBef>
              </a:pPr>
              <a:r>
                <a:rPr lang="en-US" altLang="zh-CN" sz="2100" dirty="0">
                  <a:latin typeface="Times New Roman" pitchFamily="18" charset="0"/>
                </a:rPr>
                <a:t>: </a:t>
              </a:r>
              <a:r>
                <a:rPr lang="zh-CN" altLang="zh-CN" sz="2100" dirty="0">
                  <a:solidFill>
                    <a:srgbClr val="1C1C1C"/>
                  </a:solidFill>
                  <a:latin typeface="Times New Roman" pitchFamily="18" charset="0"/>
                </a:rPr>
                <a:t>分子总数</a:t>
              </a:r>
              <a:endParaRPr lang="zh-CN" altLang="en-US" sz="2100" dirty="0">
                <a:solidFill>
                  <a:srgbClr val="1C1C1C"/>
                </a:solidFill>
                <a:latin typeface="Times New Roman" pitchFamily="18" charset="0"/>
              </a:endParaRPr>
            </a:p>
          </p:txBody>
        </p:sp>
      </p:grpSp>
      <p:grpSp>
        <p:nvGrpSpPr>
          <p:cNvPr id="3" name="Group 11"/>
          <p:cNvGrpSpPr>
            <a:grpSpLocks/>
          </p:cNvGrpSpPr>
          <p:nvPr/>
        </p:nvGrpSpPr>
        <p:grpSpPr bwMode="auto">
          <a:xfrm>
            <a:off x="2243138" y="1726406"/>
            <a:ext cx="3943350" cy="1943100"/>
            <a:chOff x="1296" y="1152"/>
            <a:chExt cx="3312" cy="1776"/>
          </a:xfrm>
        </p:grpSpPr>
        <p:sp>
          <p:nvSpPr>
            <p:cNvPr id="9243" name="Rectangle 12"/>
            <p:cNvSpPr>
              <a:spLocks noChangeArrowheads="1"/>
            </p:cNvSpPr>
            <p:nvPr/>
          </p:nvSpPr>
          <p:spPr bwMode="auto">
            <a:xfrm>
              <a:off x="1296" y="2592"/>
              <a:ext cx="144" cy="336"/>
            </a:xfrm>
            <a:prstGeom prst="rect">
              <a:avLst/>
            </a:prstGeom>
            <a:noFill/>
            <a:ln w="9525">
              <a:solidFill>
                <a:srgbClr val="0000CC"/>
              </a:solidFill>
              <a:miter lim="800000"/>
              <a:headEnd/>
              <a:tailEnd/>
            </a:ln>
          </p:spPr>
          <p:txBody>
            <a:bodyPr wrap="none" anchor="ctr"/>
            <a:lstStyle/>
            <a:p>
              <a:endParaRPr lang="zh-CN" altLang="en-US" sz="2100"/>
            </a:p>
          </p:txBody>
        </p:sp>
        <p:sp>
          <p:nvSpPr>
            <p:cNvPr id="9244" name="Rectangle 13"/>
            <p:cNvSpPr>
              <a:spLocks noChangeArrowheads="1"/>
            </p:cNvSpPr>
            <p:nvPr/>
          </p:nvSpPr>
          <p:spPr bwMode="auto">
            <a:xfrm>
              <a:off x="1440" y="2256"/>
              <a:ext cx="144" cy="672"/>
            </a:xfrm>
            <a:prstGeom prst="rect">
              <a:avLst/>
            </a:prstGeom>
            <a:noFill/>
            <a:ln w="9525">
              <a:solidFill>
                <a:srgbClr val="0000CC"/>
              </a:solidFill>
              <a:miter lim="800000"/>
              <a:headEnd/>
              <a:tailEnd/>
            </a:ln>
          </p:spPr>
          <p:txBody>
            <a:bodyPr wrap="none" anchor="ctr"/>
            <a:lstStyle/>
            <a:p>
              <a:endParaRPr lang="zh-CN" altLang="en-US" sz="2100"/>
            </a:p>
          </p:txBody>
        </p:sp>
        <p:sp>
          <p:nvSpPr>
            <p:cNvPr id="9245" name="Rectangle 14"/>
            <p:cNvSpPr>
              <a:spLocks noChangeArrowheads="1"/>
            </p:cNvSpPr>
            <p:nvPr/>
          </p:nvSpPr>
          <p:spPr bwMode="auto">
            <a:xfrm>
              <a:off x="1584" y="1968"/>
              <a:ext cx="144" cy="960"/>
            </a:xfrm>
            <a:prstGeom prst="rect">
              <a:avLst/>
            </a:prstGeom>
            <a:noFill/>
            <a:ln w="9525">
              <a:solidFill>
                <a:srgbClr val="0000CC"/>
              </a:solidFill>
              <a:miter lim="800000"/>
              <a:headEnd/>
              <a:tailEnd/>
            </a:ln>
          </p:spPr>
          <p:txBody>
            <a:bodyPr wrap="none" anchor="ctr"/>
            <a:lstStyle/>
            <a:p>
              <a:endParaRPr lang="zh-CN" altLang="en-US" sz="2100"/>
            </a:p>
          </p:txBody>
        </p:sp>
        <p:sp>
          <p:nvSpPr>
            <p:cNvPr id="9246" name="Rectangle 15"/>
            <p:cNvSpPr>
              <a:spLocks noChangeArrowheads="1"/>
            </p:cNvSpPr>
            <p:nvPr/>
          </p:nvSpPr>
          <p:spPr bwMode="auto">
            <a:xfrm>
              <a:off x="1728" y="1728"/>
              <a:ext cx="144" cy="1200"/>
            </a:xfrm>
            <a:prstGeom prst="rect">
              <a:avLst/>
            </a:prstGeom>
            <a:noFill/>
            <a:ln w="9525">
              <a:solidFill>
                <a:srgbClr val="0000CC"/>
              </a:solidFill>
              <a:miter lim="800000"/>
              <a:headEnd/>
              <a:tailEnd/>
            </a:ln>
          </p:spPr>
          <p:txBody>
            <a:bodyPr wrap="none" anchor="ctr"/>
            <a:lstStyle/>
            <a:p>
              <a:endParaRPr lang="zh-CN" altLang="en-US" sz="2100"/>
            </a:p>
          </p:txBody>
        </p:sp>
        <p:sp>
          <p:nvSpPr>
            <p:cNvPr id="9247" name="Rectangle 16"/>
            <p:cNvSpPr>
              <a:spLocks noChangeArrowheads="1"/>
            </p:cNvSpPr>
            <p:nvPr/>
          </p:nvSpPr>
          <p:spPr bwMode="auto">
            <a:xfrm>
              <a:off x="1872" y="1536"/>
              <a:ext cx="144" cy="1392"/>
            </a:xfrm>
            <a:prstGeom prst="rect">
              <a:avLst/>
            </a:prstGeom>
            <a:noFill/>
            <a:ln w="9525">
              <a:solidFill>
                <a:srgbClr val="0000CC"/>
              </a:solidFill>
              <a:miter lim="800000"/>
              <a:headEnd/>
              <a:tailEnd/>
            </a:ln>
          </p:spPr>
          <p:txBody>
            <a:bodyPr wrap="none" anchor="ctr"/>
            <a:lstStyle/>
            <a:p>
              <a:endParaRPr lang="zh-CN" altLang="en-US" sz="2100"/>
            </a:p>
          </p:txBody>
        </p:sp>
        <p:sp>
          <p:nvSpPr>
            <p:cNvPr id="9248" name="Rectangle 17"/>
            <p:cNvSpPr>
              <a:spLocks noChangeArrowheads="1"/>
            </p:cNvSpPr>
            <p:nvPr/>
          </p:nvSpPr>
          <p:spPr bwMode="auto">
            <a:xfrm>
              <a:off x="2016" y="1344"/>
              <a:ext cx="144" cy="1584"/>
            </a:xfrm>
            <a:prstGeom prst="rect">
              <a:avLst/>
            </a:prstGeom>
            <a:noFill/>
            <a:ln w="9525">
              <a:solidFill>
                <a:srgbClr val="0000CC"/>
              </a:solidFill>
              <a:miter lim="800000"/>
              <a:headEnd/>
              <a:tailEnd/>
            </a:ln>
          </p:spPr>
          <p:txBody>
            <a:bodyPr wrap="none" anchor="ctr"/>
            <a:lstStyle/>
            <a:p>
              <a:endParaRPr lang="zh-CN" altLang="en-US" sz="2100"/>
            </a:p>
          </p:txBody>
        </p:sp>
        <p:sp>
          <p:nvSpPr>
            <p:cNvPr id="9249" name="Rectangle 18"/>
            <p:cNvSpPr>
              <a:spLocks noChangeArrowheads="1"/>
            </p:cNvSpPr>
            <p:nvPr/>
          </p:nvSpPr>
          <p:spPr bwMode="auto">
            <a:xfrm>
              <a:off x="2160" y="1248"/>
              <a:ext cx="144" cy="1680"/>
            </a:xfrm>
            <a:prstGeom prst="rect">
              <a:avLst/>
            </a:prstGeom>
            <a:noFill/>
            <a:ln w="9525">
              <a:solidFill>
                <a:srgbClr val="0000CC"/>
              </a:solidFill>
              <a:miter lim="800000"/>
              <a:headEnd/>
              <a:tailEnd/>
            </a:ln>
          </p:spPr>
          <p:txBody>
            <a:bodyPr wrap="none" anchor="ctr"/>
            <a:lstStyle/>
            <a:p>
              <a:endParaRPr lang="zh-CN" altLang="en-US" sz="2100"/>
            </a:p>
          </p:txBody>
        </p:sp>
        <p:sp>
          <p:nvSpPr>
            <p:cNvPr id="9250" name="Rectangle 19"/>
            <p:cNvSpPr>
              <a:spLocks noChangeArrowheads="1"/>
            </p:cNvSpPr>
            <p:nvPr/>
          </p:nvSpPr>
          <p:spPr bwMode="auto">
            <a:xfrm>
              <a:off x="2304" y="1200"/>
              <a:ext cx="144" cy="1728"/>
            </a:xfrm>
            <a:prstGeom prst="rect">
              <a:avLst/>
            </a:prstGeom>
            <a:noFill/>
            <a:ln w="9525">
              <a:solidFill>
                <a:srgbClr val="0000CC"/>
              </a:solidFill>
              <a:miter lim="800000"/>
              <a:headEnd/>
              <a:tailEnd/>
            </a:ln>
          </p:spPr>
          <p:txBody>
            <a:bodyPr wrap="none" anchor="ctr"/>
            <a:lstStyle/>
            <a:p>
              <a:endParaRPr lang="zh-CN" altLang="en-US" sz="2100"/>
            </a:p>
          </p:txBody>
        </p:sp>
        <p:sp>
          <p:nvSpPr>
            <p:cNvPr id="9251" name="Rectangle 20"/>
            <p:cNvSpPr>
              <a:spLocks noChangeArrowheads="1"/>
            </p:cNvSpPr>
            <p:nvPr/>
          </p:nvSpPr>
          <p:spPr bwMode="auto">
            <a:xfrm>
              <a:off x="2448" y="1152"/>
              <a:ext cx="144" cy="1776"/>
            </a:xfrm>
            <a:prstGeom prst="rect">
              <a:avLst/>
            </a:prstGeom>
            <a:noFill/>
            <a:ln w="9525">
              <a:solidFill>
                <a:srgbClr val="0000CC"/>
              </a:solidFill>
              <a:miter lim="800000"/>
              <a:headEnd/>
              <a:tailEnd/>
            </a:ln>
          </p:spPr>
          <p:txBody>
            <a:bodyPr wrap="none" anchor="ctr"/>
            <a:lstStyle/>
            <a:p>
              <a:endParaRPr lang="zh-CN" altLang="en-US" sz="2100"/>
            </a:p>
          </p:txBody>
        </p:sp>
        <p:sp>
          <p:nvSpPr>
            <p:cNvPr id="9252" name="Rectangle 21"/>
            <p:cNvSpPr>
              <a:spLocks noChangeArrowheads="1"/>
            </p:cNvSpPr>
            <p:nvPr/>
          </p:nvSpPr>
          <p:spPr bwMode="auto">
            <a:xfrm>
              <a:off x="2592" y="1200"/>
              <a:ext cx="144" cy="1728"/>
            </a:xfrm>
            <a:prstGeom prst="rect">
              <a:avLst/>
            </a:prstGeom>
            <a:noFill/>
            <a:ln w="9525">
              <a:solidFill>
                <a:srgbClr val="0000CC"/>
              </a:solidFill>
              <a:miter lim="800000"/>
              <a:headEnd/>
              <a:tailEnd/>
            </a:ln>
          </p:spPr>
          <p:txBody>
            <a:bodyPr wrap="none" anchor="ctr"/>
            <a:lstStyle/>
            <a:p>
              <a:endParaRPr lang="zh-CN" altLang="en-US" sz="2100"/>
            </a:p>
          </p:txBody>
        </p:sp>
        <p:sp>
          <p:nvSpPr>
            <p:cNvPr id="9253" name="Rectangle 22"/>
            <p:cNvSpPr>
              <a:spLocks noChangeArrowheads="1"/>
            </p:cNvSpPr>
            <p:nvPr/>
          </p:nvSpPr>
          <p:spPr bwMode="auto">
            <a:xfrm>
              <a:off x="2736" y="1296"/>
              <a:ext cx="144" cy="1632"/>
            </a:xfrm>
            <a:prstGeom prst="rect">
              <a:avLst/>
            </a:prstGeom>
            <a:noFill/>
            <a:ln w="9525">
              <a:solidFill>
                <a:srgbClr val="0000CC"/>
              </a:solidFill>
              <a:miter lim="800000"/>
              <a:headEnd/>
              <a:tailEnd/>
            </a:ln>
          </p:spPr>
          <p:txBody>
            <a:bodyPr wrap="none" anchor="ctr"/>
            <a:lstStyle/>
            <a:p>
              <a:endParaRPr lang="zh-CN" altLang="en-US" sz="2100"/>
            </a:p>
          </p:txBody>
        </p:sp>
        <p:sp>
          <p:nvSpPr>
            <p:cNvPr id="9254" name="Rectangle 23"/>
            <p:cNvSpPr>
              <a:spLocks noChangeArrowheads="1"/>
            </p:cNvSpPr>
            <p:nvPr/>
          </p:nvSpPr>
          <p:spPr bwMode="auto">
            <a:xfrm>
              <a:off x="2880" y="1440"/>
              <a:ext cx="144" cy="1488"/>
            </a:xfrm>
            <a:prstGeom prst="rect">
              <a:avLst/>
            </a:prstGeom>
            <a:noFill/>
            <a:ln w="9525">
              <a:solidFill>
                <a:srgbClr val="0000CC"/>
              </a:solidFill>
              <a:miter lim="800000"/>
              <a:headEnd/>
              <a:tailEnd/>
            </a:ln>
          </p:spPr>
          <p:txBody>
            <a:bodyPr wrap="none" anchor="ctr"/>
            <a:lstStyle/>
            <a:p>
              <a:endParaRPr lang="zh-CN" altLang="en-US" sz="2100"/>
            </a:p>
          </p:txBody>
        </p:sp>
        <p:sp>
          <p:nvSpPr>
            <p:cNvPr id="9255" name="Rectangle 24"/>
            <p:cNvSpPr>
              <a:spLocks noChangeArrowheads="1"/>
            </p:cNvSpPr>
            <p:nvPr/>
          </p:nvSpPr>
          <p:spPr bwMode="auto">
            <a:xfrm>
              <a:off x="3024" y="1632"/>
              <a:ext cx="144" cy="1296"/>
            </a:xfrm>
            <a:prstGeom prst="rect">
              <a:avLst/>
            </a:prstGeom>
            <a:noFill/>
            <a:ln w="9525">
              <a:solidFill>
                <a:srgbClr val="0000CC"/>
              </a:solidFill>
              <a:miter lim="800000"/>
              <a:headEnd/>
              <a:tailEnd/>
            </a:ln>
          </p:spPr>
          <p:txBody>
            <a:bodyPr wrap="none" anchor="ctr"/>
            <a:lstStyle/>
            <a:p>
              <a:endParaRPr lang="zh-CN" altLang="en-US" sz="2100"/>
            </a:p>
          </p:txBody>
        </p:sp>
        <p:sp>
          <p:nvSpPr>
            <p:cNvPr id="9256" name="Rectangle 25"/>
            <p:cNvSpPr>
              <a:spLocks noChangeArrowheads="1"/>
            </p:cNvSpPr>
            <p:nvPr/>
          </p:nvSpPr>
          <p:spPr bwMode="auto">
            <a:xfrm>
              <a:off x="3312" y="2016"/>
              <a:ext cx="144" cy="912"/>
            </a:xfrm>
            <a:prstGeom prst="rect">
              <a:avLst/>
            </a:prstGeom>
            <a:noFill/>
            <a:ln w="9525">
              <a:solidFill>
                <a:srgbClr val="0000CC"/>
              </a:solidFill>
              <a:miter lim="800000"/>
              <a:headEnd/>
              <a:tailEnd/>
            </a:ln>
          </p:spPr>
          <p:txBody>
            <a:bodyPr wrap="none" anchor="ctr"/>
            <a:lstStyle/>
            <a:p>
              <a:endParaRPr lang="zh-CN" altLang="en-US" sz="2100"/>
            </a:p>
          </p:txBody>
        </p:sp>
        <p:sp>
          <p:nvSpPr>
            <p:cNvPr id="9257" name="Rectangle 26"/>
            <p:cNvSpPr>
              <a:spLocks noChangeArrowheads="1"/>
            </p:cNvSpPr>
            <p:nvPr/>
          </p:nvSpPr>
          <p:spPr bwMode="auto">
            <a:xfrm>
              <a:off x="3456" y="2160"/>
              <a:ext cx="144" cy="768"/>
            </a:xfrm>
            <a:prstGeom prst="rect">
              <a:avLst/>
            </a:prstGeom>
            <a:noFill/>
            <a:ln w="9525">
              <a:solidFill>
                <a:srgbClr val="0000CC"/>
              </a:solidFill>
              <a:miter lim="800000"/>
              <a:headEnd/>
              <a:tailEnd/>
            </a:ln>
          </p:spPr>
          <p:txBody>
            <a:bodyPr wrap="none" anchor="ctr"/>
            <a:lstStyle/>
            <a:p>
              <a:endParaRPr lang="zh-CN" altLang="en-US" sz="2100"/>
            </a:p>
          </p:txBody>
        </p:sp>
        <p:sp>
          <p:nvSpPr>
            <p:cNvPr id="9258" name="Rectangle 27"/>
            <p:cNvSpPr>
              <a:spLocks noChangeArrowheads="1"/>
            </p:cNvSpPr>
            <p:nvPr/>
          </p:nvSpPr>
          <p:spPr bwMode="auto">
            <a:xfrm>
              <a:off x="3600" y="2304"/>
              <a:ext cx="144" cy="624"/>
            </a:xfrm>
            <a:prstGeom prst="rect">
              <a:avLst/>
            </a:prstGeom>
            <a:noFill/>
            <a:ln w="9525">
              <a:solidFill>
                <a:srgbClr val="0000CC"/>
              </a:solidFill>
              <a:miter lim="800000"/>
              <a:headEnd/>
              <a:tailEnd/>
            </a:ln>
          </p:spPr>
          <p:txBody>
            <a:bodyPr wrap="none" anchor="ctr"/>
            <a:lstStyle/>
            <a:p>
              <a:endParaRPr lang="zh-CN" altLang="en-US" sz="2100"/>
            </a:p>
          </p:txBody>
        </p:sp>
        <p:sp>
          <p:nvSpPr>
            <p:cNvPr id="9259" name="Rectangle 28"/>
            <p:cNvSpPr>
              <a:spLocks noChangeArrowheads="1"/>
            </p:cNvSpPr>
            <p:nvPr/>
          </p:nvSpPr>
          <p:spPr bwMode="auto">
            <a:xfrm>
              <a:off x="3744" y="2448"/>
              <a:ext cx="144" cy="480"/>
            </a:xfrm>
            <a:prstGeom prst="rect">
              <a:avLst/>
            </a:prstGeom>
            <a:noFill/>
            <a:ln w="9525">
              <a:solidFill>
                <a:srgbClr val="0000CC"/>
              </a:solidFill>
              <a:miter lim="800000"/>
              <a:headEnd/>
              <a:tailEnd/>
            </a:ln>
          </p:spPr>
          <p:txBody>
            <a:bodyPr wrap="none" anchor="ctr"/>
            <a:lstStyle/>
            <a:p>
              <a:endParaRPr lang="zh-CN" altLang="en-US" sz="2100"/>
            </a:p>
          </p:txBody>
        </p:sp>
        <p:sp>
          <p:nvSpPr>
            <p:cNvPr id="9260" name="Rectangle 29"/>
            <p:cNvSpPr>
              <a:spLocks noChangeArrowheads="1"/>
            </p:cNvSpPr>
            <p:nvPr/>
          </p:nvSpPr>
          <p:spPr bwMode="auto">
            <a:xfrm>
              <a:off x="3888" y="2496"/>
              <a:ext cx="144" cy="432"/>
            </a:xfrm>
            <a:prstGeom prst="rect">
              <a:avLst/>
            </a:prstGeom>
            <a:noFill/>
            <a:ln w="9525">
              <a:solidFill>
                <a:srgbClr val="0000CC"/>
              </a:solidFill>
              <a:miter lim="800000"/>
              <a:headEnd/>
              <a:tailEnd/>
            </a:ln>
          </p:spPr>
          <p:txBody>
            <a:bodyPr wrap="none" anchor="ctr"/>
            <a:lstStyle/>
            <a:p>
              <a:endParaRPr lang="zh-CN" altLang="en-US" sz="2100"/>
            </a:p>
          </p:txBody>
        </p:sp>
        <p:sp>
          <p:nvSpPr>
            <p:cNvPr id="9261" name="Rectangle 30"/>
            <p:cNvSpPr>
              <a:spLocks noChangeArrowheads="1"/>
            </p:cNvSpPr>
            <p:nvPr/>
          </p:nvSpPr>
          <p:spPr bwMode="auto">
            <a:xfrm>
              <a:off x="4032" y="2592"/>
              <a:ext cx="144" cy="336"/>
            </a:xfrm>
            <a:prstGeom prst="rect">
              <a:avLst/>
            </a:prstGeom>
            <a:noFill/>
            <a:ln w="9525">
              <a:solidFill>
                <a:srgbClr val="0000CC"/>
              </a:solidFill>
              <a:miter lim="800000"/>
              <a:headEnd/>
              <a:tailEnd/>
            </a:ln>
          </p:spPr>
          <p:txBody>
            <a:bodyPr wrap="none" anchor="ctr"/>
            <a:lstStyle/>
            <a:p>
              <a:endParaRPr lang="zh-CN" altLang="en-US" sz="2100"/>
            </a:p>
          </p:txBody>
        </p:sp>
        <p:sp>
          <p:nvSpPr>
            <p:cNvPr id="9262" name="Rectangle 31"/>
            <p:cNvSpPr>
              <a:spLocks noChangeArrowheads="1"/>
            </p:cNvSpPr>
            <p:nvPr/>
          </p:nvSpPr>
          <p:spPr bwMode="auto">
            <a:xfrm>
              <a:off x="4176" y="2640"/>
              <a:ext cx="144" cy="288"/>
            </a:xfrm>
            <a:prstGeom prst="rect">
              <a:avLst/>
            </a:prstGeom>
            <a:noFill/>
            <a:ln w="9525">
              <a:solidFill>
                <a:srgbClr val="0000CC"/>
              </a:solidFill>
              <a:miter lim="800000"/>
              <a:headEnd/>
              <a:tailEnd/>
            </a:ln>
          </p:spPr>
          <p:txBody>
            <a:bodyPr wrap="none" anchor="ctr"/>
            <a:lstStyle/>
            <a:p>
              <a:endParaRPr lang="zh-CN" altLang="en-US" sz="2100"/>
            </a:p>
          </p:txBody>
        </p:sp>
        <p:sp>
          <p:nvSpPr>
            <p:cNvPr id="9263" name="Rectangle 32"/>
            <p:cNvSpPr>
              <a:spLocks noChangeArrowheads="1"/>
            </p:cNvSpPr>
            <p:nvPr/>
          </p:nvSpPr>
          <p:spPr bwMode="auto">
            <a:xfrm>
              <a:off x="4320" y="2688"/>
              <a:ext cx="144" cy="240"/>
            </a:xfrm>
            <a:prstGeom prst="rect">
              <a:avLst/>
            </a:prstGeom>
            <a:noFill/>
            <a:ln w="9525">
              <a:solidFill>
                <a:srgbClr val="0000CC"/>
              </a:solidFill>
              <a:miter lim="800000"/>
              <a:headEnd/>
              <a:tailEnd/>
            </a:ln>
          </p:spPr>
          <p:txBody>
            <a:bodyPr wrap="none" anchor="ctr"/>
            <a:lstStyle/>
            <a:p>
              <a:endParaRPr lang="zh-CN" altLang="en-US" sz="2100"/>
            </a:p>
          </p:txBody>
        </p:sp>
        <p:sp>
          <p:nvSpPr>
            <p:cNvPr id="9264" name="Rectangle 33"/>
            <p:cNvSpPr>
              <a:spLocks noChangeArrowheads="1"/>
            </p:cNvSpPr>
            <p:nvPr/>
          </p:nvSpPr>
          <p:spPr bwMode="auto">
            <a:xfrm>
              <a:off x="4464" y="2784"/>
              <a:ext cx="144" cy="144"/>
            </a:xfrm>
            <a:prstGeom prst="rect">
              <a:avLst/>
            </a:prstGeom>
            <a:noFill/>
            <a:ln w="9525">
              <a:solidFill>
                <a:srgbClr val="0000CC"/>
              </a:solidFill>
              <a:miter lim="800000"/>
              <a:headEnd/>
              <a:tailEnd/>
            </a:ln>
          </p:spPr>
          <p:txBody>
            <a:bodyPr wrap="none" anchor="ctr"/>
            <a:lstStyle/>
            <a:p>
              <a:endParaRPr lang="zh-CN" altLang="en-US" sz="2100"/>
            </a:p>
          </p:txBody>
        </p:sp>
        <p:sp>
          <p:nvSpPr>
            <p:cNvPr id="9265" name="Rectangle 34"/>
            <p:cNvSpPr>
              <a:spLocks noChangeArrowheads="1"/>
            </p:cNvSpPr>
            <p:nvPr/>
          </p:nvSpPr>
          <p:spPr bwMode="auto">
            <a:xfrm>
              <a:off x="3168" y="1824"/>
              <a:ext cx="144" cy="1104"/>
            </a:xfrm>
            <a:prstGeom prst="rect">
              <a:avLst/>
            </a:prstGeom>
            <a:solidFill>
              <a:srgbClr val="FFFFFF"/>
            </a:solidFill>
            <a:ln w="9525">
              <a:solidFill>
                <a:srgbClr val="0000CC"/>
              </a:solidFill>
              <a:miter lim="800000"/>
              <a:headEnd/>
              <a:tailEnd/>
            </a:ln>
          </p:spPr>
          <p:txBody>
            <a:bodyPr wrap="none" anchor="ctr"/>
            <a:lstStyle/>
            <a:p>
              <a:endParaRPr lang="zh-CN" altLang="en-US" sz="2100"/>
            </a:p>
          </p:txBody>
        </p:sp>
      </p:grpSp>
      <p:grpSp>
        <p:nvGrpSpPr>
          <p:cNvPr id="9232" name="Group 35"/>
          <p:cNvGrpSpPr>
            <a:grpSpLocks/>
          </p:cNvGrpSpPr>
          <p:nvPr/>
        </p:nvGrpSpPr>
        <p:grpSpPr bwMode="auto">
          <a:xfrm>
            <a:off x="1671638" y="1383507"/>
            <a:ext cx="4857750" cy="2597944"/>
            <a:chOff x="816" y="1008"/>
            <a:chExt cx="4080" cy="2182"/>
          </a:xfrm>
        </p:grpSpPr>
        <p:sp>
          <p:nvSpPr>
            <p:cNvPr id="9241" name="Line 36"/>
            <p:cNvSpPr>
              <a:spLocks noChangeShapeType="1"/>
            </p:cNvSpPr>
            <p:nvPr/>
          </p:nvSpPr>
          <p:spPr bwMode="auto">
            <a:xfrm>
              <a:off x="1056" y="2928"/>
              <a:ext cx="3840" cy="0"/>
            </a:xfrm>
            <a:prstGeom prst="line">
              <a:avLst/>
            </a:prstGeom>
            <a:noFill/>
            <a:ln w="19050">
              <a:solidFill>
                <a:srgbClr val="000000"/>
              </a:solidFill>
              <a:round/>
              <a:headEnd/>
              <a:tailEnd type="triangle" w="sm" len="lg"/>
            </a:ln>
          </p:spPr>
          <p:txBody>
            <a:bodyPr wrap="none" anchor="ctr"/>
            <a:lstStyle/>
            <a:p>
              <a:endParaRPr lang="zh-CN" altLang="en-US" sz="2100"/>
            </a:p>
          </p:txBody>
        </p:sp>
        <p:sp>
          <p:nvSpPr>
            <p:cNvPr id="9242" name="Line 37"/>
            <p:cNvSpPr>
              <a:spLocks noChangeShapeType="1"/>
            </p:cNvSpPr>
            <p:nvPr/>
          </p:nvSpPr>
          <p:spPr bwMode="auto">
            <a:xfrm flipV="1">
              <a:off x="1056" y="1008"/>
              <a:ext cx="0" cy="1920"/>
            </a:xfrm>
            <a:prstGeom prst="line">
              <a:avLst/>
            </a:prstGeom>
            <a:noFill/>
            <a:ln w="19050">
              <a:solidFill>
                <a:srgbClr val="000000"/>
              </a:solidFill>
              <a:round/>
              <a:headEnd/>
              <a:tailEnd type="triangle" w="sm" len="lg"/>
            </a:ln>
          </p:spPr>
          <p:txBody>
            <a:bodyPr wrap="none" anchor="ctr"/>
            <a:lstStyle/>
            <a:p>
              <a:endParaRPr lang="zh-CN" altLang="en-US" sz="2100"/>
            </a:p>
          </p:txBody>
        </p:sp>
        <p:graphicFrame>
          <p:nvGraphicFramePr>
            <p:cNvPr id="9226" name="Object 39"/>
            <p:cNvGraphicFramePr>
              <a:graphicFrameLocks noChangeAspect="1"/>
            </p:cNvGraphicFramePr>
            <p:nvPr/>
          </p:nvGraphicFramePr>
          <p:xfrm>
            <a:off x="816" y="2832"/>
            <a:ext cx="261" cy="288"/>
          </p:xfrm>
          <a:graphic>
            <a:graphicData uri="http://schemas.openxmlformats.org/presentationml/2006/ole">
              <mc:AlternateContent xmlns:mc="http://schemas.openxmlformats.org/markup-compatibility/2006">
                <mc:Choice xmlns:v="urn:schemas-microsoft-com:vml" Requires="v">
                  <p:oleObj spid="_x0000_s78497" name="Equation" r:id="rId6" imgW="126720" imgH="139680" progId="Equation.3">
                    <p:embed/>
                  </p:oleObj>
                </mc:Choice>
                <mc:Fallback>
                  <p:oleObj name="Equation" r:id="rId6" imgW="126720" imgH="139680" progId="Equation.3">
                    <p:embed/>
                    <p:pic>
                      <p:nvPicPr>
                        <p:cNvPr id="0" name="Object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6" y="2832"/>
                          <a:ext cx="26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7" name="Object 40"/>
            <p:cNvGraphicFramePr>
              <a:graphicFrameLocks noChangeAspect="1"/>
            </p:cNvGraphicFramePr>
            <p:nvPr/>
          </p:nvGraphicFramePr>
          <p:xfrm>
            <a:off x="4656" y="2976"/>
            <a:ext cx="197" cy="214"/>
          </p:xfrm>
          <a:graphic>
            <a:graphicData uri="http://schemas.openxmlformats.org/presentationml/2006/ole">
              <mc:AlternateContent xmlns:mc="http://schemas.openxmlformats.org/markup-compatibility/2006">
                <mc:Choice xmlns:v="urn:schemas-microsoft-com:vml" Requires="v">
                  <p:oleObj spid="_x0000_s78498" name="Equation" r:id="rId8" imgW="177480" imgH="190440" progId="Equation.3">
                    <p:embed/>
                  </p:oleObj>
                </mc:Choice>
                <mc:Fallback>
                  <p:oleObj name="Equation" r:id="rId8" imgW="177480" imgH="190440" progId="Equation.3">
                    <p:embed/>
                    <p:pic>
                      <p:nvPicPr>
                        <p:cNvPr id="0"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56" y="2976"/>
                          <a:ext cx="197" cy="2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97"/>
          <p:cNvGrpSpPr>
            <a:grpSpLocks/>
          </p:cNvGrpSpPr>
          <p:nvPr/>
        </p:nvGrpSpPr>
        <p:grpSpPr bwMode="auto">
          <a:xfrm>
            <a:off x="4301728" y="1996679"/>
            <a:ext cx="1472803" cy="1981200"/>
            <a:chOff x="2653" y="1677"/>
            <a:chExt cx="1237" cy="1664"/>
          </a:xfrm>
        </p:grpSpPr>
        <p:graphicFrame>
          <p:nvGraphicFramePr>
            <p:cNvPr id="9222" name="Object 42"/>
            <p:cNvGraphicFramePr>
              <a:graphicFrameLocks noChangeAspect="1"/>
            </p:cNvGraphicFramePr>
            <p:nvPr/>
          </p:nvGraphicFramePr>
          <p:xfrm>
            <a:off x="2653" y="3129"/>
            <a:ext cx="197" cy="204"/>
          </p:xfrm>
          <a:graphic>
            <a:graphicData uri="http://schemas.openxmlformats.org/presentationml/2006/ole">
              <mc:AlternateContent xmlns:mc="http://schemas.openxmlformats.org/markup-compatibility/2006">
                <mc:Choice xmlns:v="urn:schemas-microsoft-com:vml" Requires="v">
                  <p:oleObj spid="_x0000_s78499" name="Equation" r:id="rId10" imgW="177480" imgH="190440" progId="Equation.3">
                    <p:embed/>
                  </p:oleObj>
                </mc:Choice>
                <mc:Fallback>
                  <p:oleObj name="Equation" r:id="rId10" imgW="177480" imgH="190440" progId="Equation.3">
                    <p:embed/>
                    <p:pic>
                      <p:nvPicPr>
                        <p:cNvPr id="0" name="Object 4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53" y="3129"/>
                          <a:ext cx="197" cy="2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3" name="Object 43"/>
            <p:cNvGraphicFramePr>
              <a:graphicFrameLocks noChangeAspect="1"/>
            </p:cNvGraphicFramePr>
            <p:nvPr/>
          </p:nvGraphicFramePr>
          <p:xfrm>
            <a:off x="2845" y="3083"/>
            <a:ext cx="720" cy="258"/>
          </p:xfrm>
          <a:graphic>
            <a:graphicData uri="http://schemas.openxmlformats.org/presentationml/2006/ole">
              <mc:AlternateContent xmlns:mc="http://schemas.openxmlformats.org/markup-compatibility/2006">
                <mc:Choice xmlns:v="urn:schemas-microsoft-com:vml" Requires="v">
                  <p:oleObj spid="_x0000_s78500" name="Equation" r:id="rId11" imgW="685800" imgH="241200" progId="Equation.3">
                    <p:embed/>
                  </p:oleObj>
                </mc:Choice>
                <mc:Fallback>
                  <p:oleObj name="Equation" r:id="rId11" imgW="685800" imgH="241200" progId="Equation.3">
                    <p:embed/>
                    <p:pic>
                      <p:nvPicPr>
                        <p:cNvPr id="0" name="Object 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5" y="3083"/>
                          <a:ext cx="720" cy="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9" name="Rectangle 44" descr="宽下对角线"/>
            <p:cNvSpPr>
              <a:spLocks noChangeArrowheads="1"/>
            </p:cNvSpPr>
            <p:nvPr/>
          </p:nvSpPr>
          <p:spPr bwMode="auto">
            <a:xfrm>
              <a:off x="2797" y="2037"/>
              <a:ext cx="144" cy="1036"/>
            </a:xfrm>
            <a:prstGeom prst="rect">
              <a:avLst/>
            </a:prstGeom>
            <a:pattFill prst="wdDnDiag">
              <a:fgClr>
                <a:schemeClr val="accent1"/>
              </a:fgClr>
              <a:bgClr>
                <a:schemeClr val="bg1">
                  <a:lumMod val="95000"/>
                </a:schemeClr>
              </a:bgClr>
            </a:pattFill>
            <a:ln w="12700">
              <a:solidFill>
                <a:srgbClr val="0000CC"/>
              </a:solidFill>
              <a:miter lim="800000"/>
              <a:headEnd/>
              <a:tailEnd/>
            </a:ln>
          </p:spPr>
          <p:txBody>
            <a:bodyPr wrap="none" anchor="ctr"/>
            <a:lstStyle/>
            <a:p>
              <a:endParaRPr lang="zh-CN" altLang="en-US" sz="2100"/>
            </a:p>
          </p:txBody>
        </p:sp>
        <p:graphicFrame>
          <p:nvGraphicFramePr>
            <p:cNvPr id="9224" name="Object 45"/>
            <p:cNvGraphicFramePr>
              <a:graphicFrameLocks noChangeAspect="1"/>
            </p:cNvGraphicFramePr>
            <p:nvPr>
              <p:extLst>
                <p:ext uri="{D42A27DB-BD31-4B8C-83A1-F6EECF244321}">
                  <p14:modId xmlns:p14="http://schemas.microsoft.com/office/powerpoint/2010/main" val="372304082"/>
                </p:ext>
              </p:extLst>
            </p:nvPr>
          </p:nvGraphicFramePr>
          <p:xfrm>
            <a:off x="3572" y="1677"/>
            <a:ext cx="318" cy="214"/>
          </p:xfrm>
          <a:graphic>
            <a:graphicData uri="http://schemas.openxmlformats.org/presentationml/2006/ole">
              <mc:AlternateContent xmlns:mc="http://schemas.openxmlformats.org/markup-compatibility/2006">
                <mc:Choice xmlns:v="urn:schemas-microsoft-com:vml" Requires="v">
                  <p:oleObj spid="_x0000_s78501" name="公式" r:id="rId13" imgW="342720" imgH="241200" progId="Equation.3">
                    <p:embed/>
                  </p:oleObj>
                </mc:Choice>
                <mc:Fallback>
                  <p:oleObj name="公式" r:id="rId13" imgW="342720" imgH="241200" progId="Equation.3">
                    <p:embed/>
                    <p:pic>
                      <p:nvPicPr>
                        <p:cNvPr id="0" name="Object 4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2" y="1677"/>
                          <a:ext cx="318" cy="214"/>
                        </a:xfrm>
                        <a:prstGeom prst="rect">
                          <a:avLst/>
                        </a:prstGeom>
                        <a:noFill/>
                        <a:ln w="19050">
                          <a:solidFill>
                            <a:schemeClr val="tx1"/>
                          </a:solidFill>
                          <a:miter lim="800000"/>
                          <a:headEnd/>
                          <a:tailEnd/>
                        </a:ln>
                        <a:extLst/>
                      </p:spPr>
                    </p:pic>
                  </p:oleObj>
                </mc:Fallback>
              </mc:AlternateContent>
            </a:graphicData>
          </a:graphic>
        </p:graphicFrame>
        <p:sp>
          <p:nvSpPr>
            <p:cNvPr id="9240" name="Line 46"/>
            <p:cNvSpPr>
              <a:spLocks noChangeShapeType="1"/>
            </p:cNvSpPr>
            <p:nvPr/>
          </p:nvSpPr>
          <p:spPr bwMode="auto">
            <a:xfrm flipH="1">
              <a:off x="2957" y="1786"/>
              <a:ext cx="615" cy="254"/>
            </a:xfrm>
            <a:prstGeom prst="line">
              <a:avLst/>
            </a:prstGeom>
            <a:noFill/>
            <a:ln w="25400">
              <a:solidFill>
                <a:schemeClr val="tx1"/>
              </a:solidFill>
              <a:prstDash val="solid"/>
              <a:round/>
              <a:headEnd/>
              <a:tailEnd type="stealth" w="lg" len="lg"/>
            </a:ln>
          </p:spPr>
          <p:txBody>
            <a:bodyPr wrap="none" anchor="ctr"/>
            <a:lstStyle/>
            <a:p>
              <a:endParaRPr lang="zh-CN" altLang="en-US" sz="2100"/>
            </a:p>
          </p:txBody>
        </p:sp>
      </p:grpSp>
      <p:sp>
        <p:nvSpPr>
          <p:cNvPr id="38959" name="Freeform 47"/>
          <p:cNvSpPr>
            <a:spLocks/>
          </p:cNvSpPr>
          <p:nvPr/>
        </p:nvSpPr>
        <p:spPr bwMode="auto">
          <a:xfrm>
            <a:off x="2116159" y="1704952"/>
            <a:ext cx="4165846" cy="1805296"/>
          </a:xfrm>
          <a:custGeom>
            <a:avLst/>
            <a:gdLst>
              <a:gd name="T0" fmla="*/ 0 w 3387"/>
              <a:gd name="T1" fmla="*/ 2147483647 h 1674"/>
              <a:gd name="T2" fmla="*/ 2147483647 w 3387"/>
              <a:gd name="T3" fmla="*/ 2147483647 h 1674"/>
              <a:gd name="T4" fmla="*/ 2147483647 w 3387"/>
              <a:gd name="T5" fmla="*/ 2147483647 h 1674"/>
              <a:gd name="T6" fmla="*/ 2147483647 w 3387"/>
              <a:gd name="T7" fmla="*/ 2147483647 h 1674"/>
              <a:gd name="T8" fmla="*/ 2147483647 w 3387"/>
              <a:gd name="T9" fmla="*/ 2147483647 h 1674"/>
              <a:gd name="T10" fmla="*/ 2147483647 w 3387"/>
              <a:gd name="T11" fmla="*/ 2147483647 h 1674"/>
              <a:gd name="T12" fmla="*/ 2147483647 w 3387"/>
              <a:gd name="T13" fmla="*/ 2147483647 h 1674"/>
              <a:gd name="T14" fmla="*/ 2147483647 w 3387"/>
              <a:gd name="T15" fmla="*/ 2147483647 h 1674"/>
              <a:gd name="T16" fmla="*/ 2147483647 w 3387"/>
              <a:gd name="T17" fmla="*/ 2147483647 h 1674"/>
              <a:gd name="T18" fmla="*/ 2147483647 w 3387"/>
              <a:gd name="T19" fmla="*/ 2147483647 h 1674"/>
              <a:gd name="T20" fmla="*/ 2147483647 w 3387"/>
              <a:gd name="T21" fmla="*/ 2147483647 h 1674"/>
              <a:gd name="T22" fmla="*/ 2147483647 w 3387"/>
              <a:gd name="T23" fmla="*/ 2147483647 h 16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87"/>
              <a:gd name="T37" fmla="*/ 0 h 1674"/>
              <a:gd name="T38" fmla="*/ 3387 w 3387"/>
              <a:gd name="T39" fmla="*/ 1674 h 1674"/>
              <a:gd name="connsiteX0" fmla="*/ 0 w 10283"/>
              <a:gd name="connsiteY0" fmla="*/ 9817 h 9945"/>
              <a:gd name="connsiteX1" fmla="*/ 992 w 10283"/>
              <a:gd name="connsiteY1" fmla="*/ 6743 h 9945"/>
              <a:gd name="connsiteX2" fmla="*/ 1842 w 10283"/>
              <a:gd name="connsiteY2" fmla="*/ 3589 h 9945"/>
              <a:gd name="connsiteX3" fmla="*/ 2550 w 10283"/>
              <a:gd name="connsiteY3" fmla="*/ 1385 h 9945"/>
              <a:gd name="connsiteX4" fmla="*/ 3401 w 10283"/>
              <a:gd name="connsiteY4" fmla="*/ 148 h 9945"/>
              <a:gd name="connsiteX5" fmla="*/ 4251 w 10283"/>
              <a:gd name="connsiteY5" fmla="*/ 148 h 9945"/>
              <a:gd name="connsiteX6" fmla="*/ 4960 w 10283"/>
              <a:gd name="connsiteY6" fmla="*/ 1295 h 9945"/>
              <a:gd name="connsiteX7" fmla="*/ 5668 w 10283"/>
              <a:gd name="connsiteY7" fmla="*/ 3302 h 9945"/>
              <a:gd name="connsiteX8" fmla="*/ 6519 w 10283"/>
              <a:gd name="connsiteY8" fmla="*/ 5596 h 9945"/>
              <a:gd name="connsiteX9" fmla="*/ 7632 w 10283"/>
              <a:gd name="connsiteY9" fmla="*/ 7567 h 9945"/>
              <a:gd name="connsiteX10" fmla="*/ 8624 w 10283"/>
              <a:gd name="connsiteY10" fmla="*/ 8756 h 9945"/>
              <a:gd name="connsiteX11" fmla="*/ 10283 w 10283"/>
              <a:gd name="connsiteY11" fmla="*/ 9945 h 9945"/>
              <a:gd name="connsiteX0" fmla="*/ 0 w 10000"/>
              <a:gd name="connsiteY0" fmla="*/ 9871 h 10000"/>
              <a:gd name="connsiteX1" fmla="*/ 965 w 10000"/>
              <a:gd name="connsiteY1" fmla="*/ 6780 h 10000"/>
              <a:gd name="connsiteX2" fmla="*/ 1791 w 10000"/>
              <a:gd name="connsiteY2" fmla="*/ 3609 h 10000"/>
              <a:gd name="connsiteX3" fmla="*/ 2480 w 10000"/>
              <a:gd name="connsiteY3" fmla="*/ 1393 h 10000"/>
              <a:gd name="connsiteX4" fmla="*/ 3307 w 10000"/>
              <a:gd name="connsiteY4" fmla="*/ 149 h 10000"/>
              <a:gd name="connsiteX5" fmla="*/ 4134 w 10000"/>
              <a:gd name="connsiteY5" fmla="*/ 149 h 10000"/>
              <a:gd name="connsiteX6" fmla="*/ 4823 w 10000"/>
              <a:gd name="connsiteY6" fmla="*/ 1302 h 10000"/>
              <a:gd name="connsiteX7" fmla="*/ 5512 w 10000"/>
              <a:gd name="connsiteY7" fmla="*/ 3320 h 10000"/>
              <a:gd name="connsiteX8" fmla="*/ 6340 w 10000"/>
              <a:gd name="connsiteY8" fmla="*/ 5627 h 10000"/>
              <a:gd name="connsiteX9" fmla="*/ 7422 w 10000"/>
              <a:gd name="connsiteY9" fmla="*/ 7609 h 10000"/>
              <a:gd name="connsiteX10" fmla="*/ 8387 w 10000"/>
              <a:gd name="connsiteY10" fmla="*/ 8804 h 10000"/>
              <a:gd name="connsiteX11" fmla="*/ 10000 w 10000"/>
              <a:gd name="connsiteY11" fmla="*/ 10000 h 10000"/>
              <a:gd name="connsiteX0" fmla="*/ 0 w 10031"/>
              <a:gd name="connsiteY0" fmla="*/ 9853 h 10000"/>
              <a:gd name="connsiteX1" fmla="*/ 996 w 10031"/>
              <a:gd name="connsiteY1" fmla="*/ 6780 h 10000"/>
              <a:gd name="connsiteX2" fmla="*/ 1822 w 10031"/>
              <a:gd name="connsiteY2" fmla="*/ 3609 h 10000"/>
              <a:gd name="connsiteX3" fmla="*/ 2511 w 10031"/>
              <a:gd name="connsiteY3" fmla="*/ 1393 h 10000"/>
              <a:gd name="connsiteX4" fmla="*/ 3338 w 10031"/>
              <a:gd name="connsiteY4" fmla="*/ 149 h 10000"/>
              <a:gd name="connsiteX5" fmla="*/ 4165 w 10031"/>
              <a:gd name="connsiteY5" fmla="*/ 149 h 10000"/>
              <a:gd name="connsiteX6" fmla="*/ 4854 w 10031"/>
              <a:gd name="connsiteY6" fmla="*/ 1302 h 10000"/>
              <a:gd name="connsiteX7" fmla="*/ 5543 w 10031"/>
              <a:gd name="connsiteY7" fmla="*/ 3320 h 10000"/>
              <a:gd name="connsiteX8" fmla="*/ 6371 w 10031"/>
              <a:gd name="connsiteY8" fmla="*/ 5627 h 10000"/>
              <a:gd name="connsiteX9" fmla="*/ 7453 w 10031"/>
              <a:gd name="connsiteY9" fmla="*/ 7609 h 10000"/>
              <a:gd name="connsiteX10" fmla="*/ 8418 w 10031"/>
              <a:gd name="connsiteY10" fmla="*/ 8804 h 10000"/>
              <a:gd name="connsiteX11" fmla="*/ 10031 w 10031"/>
              <a:gd name="connsiteY11" fmla="*/ 10000 h 10000"/>
              <a:gd name="connsiteX0" fmla="*/ 0 w 10031"/>
              <a:gd name="connsiteY0" fmla="*/ 9853 h 10000"/>
              <a:gd name="connsiteX1" fmla="*/ 996 w 10031"/>
              <a:gd name="connsiteY1" fmla="*/ 6780 h 10000"/>
              <a:gd name="connsiteX2" fmla="*/ 1822 w 10031"/>
              <a:gd name="connsiteY2" fmla="*/ 3609 h 10000"/>
              <a:gd name="connsiteX3" fmla="*/ 2511 w 10031"/>
              <a:gd name="connsiteY3" fmla="*/ 1393 h 10000"/>
              <a:gd name="connsiteX4" fmla="*/ 3338 w 10031"/>
              <a:gd name="connsiteY4" fmla="*/ 149 h 10000"/>
              <a:gd name="connsiteX5" fmla="*/ 4165 w 10031"/>
              <a:gd name="connsiteY5" fmla="*/ 149 h 10000"/>
              <a:gd name="connsiteX6" fmla="*/ 4854 w 10031"/>
              <a:gd name="connsiteY6" fmla="*/ 1302 h 10000"/>
              <a:gd name="connsiteX7" fmla="*/ 5543 w 10031"/>
              <a:gd name="connsiteY7" fmla="*/ 3320 h 10000"/>
              <a:gd name="connsiteX8" fmla="*/ 6371 w 10031"/>
              <a:gd name="connsiteY8" fmla="*/ 5627 h 10000"/>
              <a:gd name="connsiteX9" fmla="*/ 7453 w 10031"/>
              <a:gd name="connsiteY9" fmla="*/ 7609 h 10000"/>
              <a:gd name="connsiteX10" fmla="*/ 8418 w 10031"/>
              <a:gd name="connsiteY10" fmla="*/ 8804 h 10000"/>
              <a:gd name="connsiteX11" fmla="*/ 10031 w 10031"/>
              <a:gd name="connsiteY11" fmla="*/ 10000 h 10000"/>
              <a:gd name="connsiteX0" fmla="*/ 0 w 10046"/>
              <a:gd name="connsiteY0" fmla="*/ 9853 h 9965"/>
              <a:gd name="connsiteX1" fmla="*/ 996 w 10046"/>
              <a:gd name="connsiteY1" fmla="*/ 6780 h 9965"/>
              <a:gd name="connsiteX2" fmla="*/ 1822 w 10046"/>
              <a:gd name="connsiteY2" fmla="*/ 3609 h 9965"/>
              <a:gd name="connsiteX3" fmla="*/ 2511 w 10046"/>
              <a:gd name="connsiteY3" fmla="*/ 1393 h 9965"/>
              <a:gd name="connsiteX4" fmla="*/ 3338 w 10046"/>
              <a:gd name="connsiteY4" fmla="*/ 149 h 9965"/>
              <a:gd name="connsiteX5" fmla="*/ 4165 w 10046"/>
              <a:gd name="connsiteY5" fmla="*/ 149 h 9965"/>
              <a:gd name="connsiteX6" fmla="*/ 4854 w 10046"/>
              <a:gd name="connsiteY6" fmla="*/ 1302 h 9965"/>
              <a:gd name="connsiteX7" fmla="*/ 5543 w 10046"/>
              <a:gd name="connsiteY7" fmla="*/ 3320 h 9965"/>
              <a:gd name="connsiteX8" fmla="*/ 6371 w 10046"/>
              <a:gd name="connsiteY8" fmla="*/ 5627 h 9965"/>
              <a:gd name="connsiteX9" fmla="*/ 7453 w 10046"/>
              <a:gd name="connsiteY9" fmla="*/ 7609 h 9965"/>
              <a:gd name="connsiteX10" fmla="*/ 8418 w 10046"/>
              <a:gd name="connsiteY10" fmla="*/ 8804 h 9965"/>
              <a:gd name="connsiteX11" fmla="*/ 10046 w 10046"/>
              <a:gd name="connsiteY11" fmla="*/ 9965 h 9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46" h="9965">
                <a:moveTo>
                  <a:pt x="0" y="9853"/>
                </a:moveTo>
                <a:cubicBezTo>
                  <a:pt x="158" y="9497"/>
                  <a:pt x="692" y="7821"/>
                  <a:pt x="996" y="6780"/>
                </a:cubicBezTo>
                <a:cubicBezTo>
                  <a:pt x="1300" y="5739"/>
                  <a:pt x="1569" y="4504"/>
                  <a:pt x="1822" y="3609"/>
                </a:cubicBezTo>
                <a:cubicBezTo>
                  <a:pt x="2075" y="2714"/>
                  <a:pt x="2259" y="1969"/>
                  <a:pt x="2511" y="1393"/>
                </a:cubicBezTo>
                <a:cubicBezTo>
                  <a:pt x="2764" y="815"/>
                  <a:pt x="3062" y="353"/>
                  <a:pt x="3338" y="149"/>
                </a:cubicBezTo>
                <a:cubicBezTo>
                  <a:pt x="3614" y="-55"/>
                  <a:pt x="3912" y="-43"/>
                  <a:pt x="4165" y="149"/>
                </a:cubicBezTo>
                <a:cubicBezTo>
                  <a:pt x="4418" y="341"/>
                  <a:pt x="4625" y="773"/>
                  <a:pt x="4854" y="1302"/>
                </a:cubicBezTo>
                <a:cubicBezTo>
                  <a:pt x="5084" y="1831"/>
                  <a:pt x="5290" y="2599"/>
                  <a:pt x="5543" y="3320"/>
                </a:cubicBezTo>
                <a:cubicBezTo>
                  <a:pt x="5796" y="4041"/>
                  <a:pt x="6052" y="4912"/>
                  <a:pt x="6371" y="5627"/>
                </a:cubicBezTo>
                <a:cubicBezTo>
                  <a:pt x="6689" y="6342"/>
                  <a:pt x="7111" y="7081"/>
                  <a:pt x="7453" y="7609"/>
                </a:cubicBezTo>
                <a:cubicBezTo>
                  <a:pt x="7794" y="8138"/>
                  <a:pt x="7987" y="8408"/>
                  <a:pt x="8418" y="8804"/>
                </a:cubicBezTo>
                <a:cubicBezTo>
                  <a:pt x="8848" y="9201"/>
                  <a:pt x="9633" y="9859"/>
                  <a:pt x="10046" y="9965"/>
                </a:cubicBezTo>
              </a:path>
            </a:pathLst>
          </a:custGeom>
          <a:noFill/>
          <a:ln w="15875" cap="flat" cmpd="sng">
            <a:solidFill>
              <a:srgbClr val="FF0000"/>
            </a:solidFill>
            <a:prstDash val="sysDash"/>
            <a:round/>
            <a:headEnd/>
            <a:tailEnd/>
          </a:ln>
        </p:spPr>
        <p:txBody>
          <a:bodyPr wrap="none"/>
          <a:lstStyle/>
          <a:p>
            <a:endParaRPr lang="zh-CN" altLang="en-US" sz="2100"/>
          </a:p>
        </p:txBody>
      </p:sp>
      <p:grpSp>
        <p:nvGrpSpPr>
          <p:cNvPr id="6" name="Group 96"/>
          <p:cNvGrpSpPr>
            <a:grpSpLocks/>
          </p:cNvGrpSpPr>
          <p:nvPr/>
        </p:nvGrpSpPr>
        <p:grpSpPr bwMode="auto">
          <a:xfrm>
            <a:off x="4072300" y="1354934"/>
            <a:ext cx="3726656" cy="415528"/>
            <a:chOff x="2458" y="1138"/>
            <a:chExt cx="3039" cy="349"/>
          </a:xfrm>
        </p:grpSpPr>
        <p:graphicFrame>
          <p:nvGraphicFramePr>
            <p:cNvPr id="9220" name="Object 83"/>
            <p:cNvGraphicFramePr>
              <a:graphicFrameLocks noChangeAspect="1"/>
            </p:cNvGraphicFramePr>
            <p:nvPr/>
          </p:nvGraphicFramePr>
          <p:xfrm>
            <a:off x="2471" y="1189"/>
            <a:ext cx="454" cy="247"/>
          </p:xfrm>
          <a:graphic>
            <a:graphicData uri="http://schemas.openxmlformats.org/presentationml/2006/ole">
              <mc:AlternateContent xmlns:mc="http://schemas.openxmlformats.org/markup-compatibility/2006">
                <mc:Choice xmlns:v="urn:schemas-microsoft-com:vml" Requires="v">
                  <p:oleObj spid="_x0000_s78502" name="公式" r:id="rId15" imgW="393480" imgH="241200" progId="Equation.3">
                    <p:embed/>
                  </p:oleObj>
                </mc:Choice>
                <mc:Fallback>
                  <p:oleObj name="公式" r:id="rId15" imgW="393480" imgH="241200" progId="Equation.3">
                    <p:embed/>
                    <p:pic>
                      <p:nvPicPr>
                        <p:cNvPr id="0" name="Object 8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71" y="1189"/>
                          <a:ext cx="454" cy="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238" name="Text Box 84"/>
            <p:cNvSpPr txBox="1">
              <a:spLocks noChangeArrowheads="1"/>
            </p:cNvSpPr>
            <p:nvPr/>
          </p:nvSpPr>
          <p:spPr bwMode="auto">
            <a:xfrm>
              <a:off x="2458" y="1138"/>
              <a:ext cx="3039" cy="349"/>
            </a:xfrm>
            <a:prstGeom prst="rect">
              <a:avLst/>
            </a:prstGeom>
            <a:noFill/>
            <a:ln w="9525">
              <a:noFill/>
              <a:miter lim="800000"/>
              <a:headEnd/>
              <a:tailEnd/>
            </a:ln>
          </p:spPr>
          <p:txBody>
            <a:bodyPr>
              <a:spAutoFit/>
            </a:bodyPr>
            <a:lstStyle/>
            <a:p>
              <a:pPr>
                <a:spcBef>
                  <a:spcPct val="50000"/>
                </a:spcBef>
              </a:pPr>
              <a:r>
                <a:rPr lang="en-US" altLang="zh-CN" sz="2100" dirty="0">
                  <a:solidFill>
                    <a:srgbClr val="000000"/>
                  </a:solidFill>
                  <a:latin typeface="Times New Roman" pitchFamily="18" charset="0"/>
                </a:rPr>
                <a:t>       </a:t>
              </a:r>
              <a:r>
                <a:rPr lang="en-US" altLang="zh-CN" sz="2100" dirty="0">
                  <a:latin typeface="Times New Roman" pitchFamily="18" charset="0"/>
                </a:rPr>
                <a:t>:</a:t>
              </a:r>
              <a:r>
                <a:rPr lang="en-US" altLang="zh-CN" sz="2100" dirty="0"/>
                <a:t>    </a:t>
              </a:r>
              <a:r>
                <a:rPr lang="en-US" altLang="zh-CN" sz="2100" dirty="0">
                  <a:solidFill>
                    <a:srgbClr val="000000"/>
                  </a:solidFill>
                  <a:latin typeface="Times New Roman" pitchFamily="18" charset="0"/>
                </a:rPr>
                <a:t>                </a:t>
              </a:r>
              <a:r>
                <a:rPr lang="zh-CN" altLang="en-US" sz="2100" dirty="0">
                  <a:solidFill>
                    <a:srgbClr val="000000"/>
                  </a:solidFill>
                  <a:latin typeface="Times New Roman" pitchFamily="18" charset="0"/>
                </a:rPr>
                <a:t>间的分子数</a:t>
              </a:r>
              <a:r>
                <a:rPr lang="en-US" altLang="zh-CN" sz="2100" dirty="0">
                  <a:solidFill>
                    <a:srgbClr val="000000"/>
                  </a:solidFill>
                  <a:latin typeface="Times New Roman" pitchFamily="18" charset="0"/>
                </a:rPr>
                <a:t>. </a:t>
              </a:r>
            </a:p>
          </p:txBody>
        </p:sp>
        <p:graphicFrame>
          <p:nvGraphicFramePr>
            <p:cNvPr id="9221" name="Object 85"/>
            <p:cNvGraphicFramePr>
              <a:graphicFrameLocks noChangeAspect="1"/>
            </p:cNvGraphicFramePr>
            <p:nvPr>
              <p:extLst>
                <p:ext uri="{D42A27DB-BD31-4B8C-83A1-F6EECF244321}">
                  <p14:modId xmlns:p14="http://schemas.microsoft.com/office/powerpoint/2010/main" val="481451446"/>
                </p:ext>
              </p:extLst>
            </p:nvPr>
          </p:nvGraphicFramePr>
          <p:xfrm>
            <a:off x="2949" y="1152"/>
            <a:ext cx="1145" cy="298"/>
          </p:xfrm>
          <a:graphic>
            <a:graphicData uri="http://schemas.openxmlformats.org/presentationml/2006/ole">
              <mc:AlternateContent xmlns:mc="http://schemas.openxmlformats.org/markup-compatibility/2006">
                <mc:Choice xmlns:v="urn:schemas-microsoft-com:vml" Requires="v">
                  <p:oleObj spid="_x0000_s78503" name="Equation" r:id="rId17" imgW="672840" imgH="164880" progId="Equation.DSMT4">
                    <p:embed/>
                  </p:oleObj>
                </mc:Choice>
                <mc:Fallback>
                  <p:oleObj name="Equation" r:id="rId17" imgW="672840" imgH="164880" progId="Equation.DSMT4">
                    <p:embed/>
                    <p:pic>
                      <p:nvPicPr>
                        <p:cNvPr id="0" name="Object 8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49" y="1152"/>
                          <a:ext cx="1145" cy="298"/>
                        </a:xfrm>
                        <a:prstGeom prst="rect">
                          <a:avLst/>
                        </a:prstGeom>
                        <a:noFill/>
                        <a:extLst/>
                      </p:spPr>
                    </p:pic>
                  </p:oleObj>
                </mc:Fallback>
              </mc:AlternateContent>
            </a:graphicData>
          </a:graphic>
        </p:graphicFrame>
      </p:grpSp>
      <p:grpSp>
        <p:nvGrpSpPr>
          <p:cNvPr id="7" name="Group 87"/>
          <p:cNvGrpSpPr>
            <a:grpSpLocks/>
          </p:cNvGrpSpPr>
          <p:nvPr/>
        </p:nvGrpSpPr>
        <p:grpSpPr bwMode="auto">
          <a:xfrm>
            <a:off x="1861473" y="4126614"/>
            <a:ext cx="5755481" cy="738188"/>
            <a:chOff x="590" y="3504"/>
            <a:chExt cx="4834" cy="620"/>
          </a:xfrm>
        </p:grpSpPr>
        <p:sp>
          <p:nvSpPr>
            <p:cNvPr id="9237" name="Rectangle 88"/>
            <p:cNvSpPr>
              <a:spLocks noChangeArrowheads="1"/>
            </p:cNvSpPr>
            <p:nvPr/>
          </p:nvSpPr>
          <p:spPr bwMode="auto">
            <a:xfrm>
              <a:off x="1680" y="3504"/>
              <a:ext cx="3744" cy="620"/>
            </a:xfrm>
            <a:prstGeom prst="rect">
              <a:avLst/>
            </a:prstGeom>
            <a:noFill/>
            <a:ln w="9525">
              <a:noFill/>
              <a:miter lim="800000"/>
              <a:headEnd/>
              <a:tailEnd/>
            </a:ln>
          </p:spPr>
          <p:txBody>
            <a:bodyPr>
              <a:spAutoFit/>
            </a:bodyPr>
            <a:lstStyle/>
            <a:p>
              <a:r>
                <a:rPr lang="zh-CN" altLang="en-US" sz="2100" dirty="0">
                  <a:solidFill>
                    <a:srgbClr val="000000"/>
                  </a:solidFill>
                  <a:latin typeface="Times New Roman" pitchFamily="18" charset="0"/>
                </a:rPr>
                <a:t>表示速率在                           区间的分子数占总数的百分比 </a:t>
              </a:r>
              <a:r>
                <a:rPr lang="en-US" altLang="zh-CN" sz="2100" dirty="0">
                  <a:solidFill>
                    <a:srgbClr val="000000"/>
                  </a:solidFill>
                  <a:latin typeface="Times New Roman" pitchFamily="18" charset="0"/>
                </a:rPr>
                <a:t>.</a:t>
              </a:r>
            </a:p>
          </p:txBody>
        </p:sp>
        <p:graphicFrame>
          <p:nvGraphicFramePr>
            <p:cNvPr id="9218" name="Object 89"/>
            <p:cNvGraphicFramePr>
              <a:graphicFrameLocks noChangeAspect="1"/>
            </p:cNvGraphicFramePr>
            <p:nvPr>
              <p:extLst>
                <p:ext uri="{D42A27DB-BD31-4B8C-83A1-F6EECF244321}">
                  <p14:modId xmlns:p14="http://schemas.microsoft.com/office/powerpoint/2010/main" val="4005857823"/>
                </p:ext>
              </p:extLst>
            </p:nvPr>
          </p:nvGraphicFramePr>
          <p:xfrm>
            <a:off x="590" y="3505"/>
            <a:ext cx="1056" cy="576"/>
          </p:xfrm>
          <a:graphic>
            <a:graphicData uri="http://schemas.openxmlformats.org/presentationml/2006/ole">
              <mc:AlternateContent xmlns:mc="http://schemas.openxmlformats.org/markup-compatibility/2006">
                <mc:Choice xmlns:v="urn:schemas-microsoft-com:vml" Requires="v">
                  <p:oleObj spid="_x0000_s78504" name="Equation" r:id="rId19" imgW="977760" imgH="609480" progId="Equation.DSMT4">
                    <p:embed/>
                  </p:oleObj>
                </mc:Choice>
                <mc:Fallback>
                  <p:oleObj name="Equation" r:id="rId19" imgW="977760" imgH="609480" progId="Equation.DSMT4">
                    <p:embed/>
                    <p:pic>
                      <p:nvPicPr>
                        <p:cNvPr id="0" name="Object 8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90" y="3505"/>
                          <a:ext cx="1056" cy="576"/>
                        </a:xfrm>
                        <a:prstGeom prst="rect">
                          <a:avLst/>
                        </a:prstGeom>
                        <a:gradFill rotWithShape="0">
                          <a:gsLst>
                            <a:gs pos="0">
                              <a:schemeClr val="accent1">
                                <a:alpha val="25999"/>
                              </a:schemeClr>
                            </a:gs>
                            <a:gs pos="50000">
                              <a:srgbClr val="FFFFFF"/>
                            </a:gs>
                            <a:gs pos="100000">
                              <a:schemeClr val="accent1">
                                <a:alpha val="25999"/>
                              </a:schemeClr>
                            </a:gs>
                          </a:gsLst>
                          <a:lin ang="5400000" scaled="1"/>
                        </a:gradFill>
                        <a:ln w="9525">
                          <a:solidFill>
                            <a:schemeClr val="tx2"/>
                          </a:solidFill>
                          <a:miter lim="800000"/>
                          <a:headEnd/>
                          <a:tailEnd/>
                        </a:ln>
                      </p:spPr>
                    </p:pic>
                  </p:oleObj>
                </mc:Fallback>
              </mc:AlternateContent>
            </a:graphicData>
          </a:graphic>
        </p:graphicFrame>
        <p:graphicFrame>
          <p:nvGraphicFramePr>
            <p:cNvPr id="9219" name="Object 90"/>
            <p:cNvGraphicFramePr>
              <a:graphicFrameLocks noChangeAspect="1"/>
            </p:cNvGraphicFramePr>
            <p:nvPr>
              <p:extLst>
                <p:ext uri="{D42A27DB-BD31-4B8C-83A1-F6EECF244321}">
                  <p14:modId xmlns:p14="http://schemas.microsoft.com/office/powerpoint/2010/main" val="3602143725"/>
                </p:ext>
              </p:extLst>
            </p:nvPr>
          </p:nvGraphicFramePr>
          <p:xfrm>
            <a:off x="2977" y="3510"/>
            <a:ext cx="1293" cy="277"/>
          </p:xfrm>
          <a:graphic>
            <a:graphicData uri="http://schemas.openxmlformats.org/presentationml/2006/ole">
              <mc:AlternateContent xmlns:mc="http://schemas.openxmlformats.org/markup-compatibility/2006">
                <mc:Choice xmlns:v="urn:schemas-microsoft-com:vml" Requires="v">
                  <p:oleObj spid="_x0000_s78505" name="Equation" r:id="rId21" imgW="1180800" imgH="241200" progId="Equation.3">
                    <p:embed/>
                  </p:oleObj>
                </mc:Choice>
                <mc:Fallback>
                  <p:oleObj name="Equation" r:id="rId21" imgW="1180800" imgH="241200" progId="Equation.3">
                    <p:embed/>
                    <p:pic>
                      <p:nvPicPr>
                        <p:cNvPr id="0" name="Object 9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77" y="3510"/>
                          <a:ext cx="1293" cy="277"/>
                        </a:xfrm>
                        <a:prstGeom prst="rect">
                          <a:avLst/>
                        </a:prstGeom>
                        <a:noFill/>
                        <a:extLst/>
                      </p:spPr>
                    </p:pic>
                  </p:oleObj>
                </mc:Fallback>
              </mc:AlternateContent>
            </a:graphicData>
          </a:graphic>
        </p:graphicFrame>
      </p:grpSp>
      <p:graphicFrame>
        <p:nvGraphicFramePr>
          <p:cNvPr id="51" name="Object 38"/>
          <p:cNvGraphicFramePr>
            <a:graphicFrameLocks noChangeAspect="1"/>
          </p:cNvGraphicFramePr>
          <p:nvPr>
            <p:extLst>
              <p:ext uri="{D42A27DB-BD31-4B8C-83A1-F6EECF244321}">
                <p14:modId xmlns:p14="http://schemas.microsoft.com/office/powerpoint/2010/main" val="1551582754"/>
              </p:ext>
            </p:extLst>
          </p:nvPr>
        </p:nvGraphicFramePr>
        <p:xfrm>
          <a:off x="2014538" y="1383506"/>
          <a:ext cx="1353741" cy="358379"/>
        </p:xfrm>
        <a:graphic>
          <a:graphicData uri="http://schemas.openxmlformats.org/presentationml/2006/ole">
            <mc:AlternateContent xmlns:mc="http://schemas.openxmlformats.org/markup-compatibility/2006">
              <mc:Choice xmlns:v="urn:schemas-microsoft-com:vml" Requires="v">
                <p:oleObj spid="_x0000_s78506" name="Equation" r:id="rId23" imgW="1143000" imgH="304560" progId="Equation.3">
                  <p:embed/>
                </p:oleObj>
              </mc:Choice>
              <mc:Fallback>
                <p:oleObj name="Equation" r:id="rId23" imgW="1143000" imgH="304560"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014538" y="1383506"/>
                        <a:ext cx="1353741" cy="3583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wipe(left)">
                                      <p:cBhvr>
                                        <p:cTn id="28" dur="500"/>
                                        <p:tgtEl>
                                          <p:spTgt spid="51"/>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6"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strips(downRight)">
                                      <p:cBhvr>
                                        <p:cTn id="33" dur="500"/>
                                        <p:tgtEl>
                                          <p:spTgt spid="3"/>
                                        </p:tgtEl>
                                      </p:cBhvr>
                                    </p:animEffect>
                                  </p:childTnLst>
                                </p:cTn>
                              </p:par>
                            </p:childTnLst>
                          </p:cTn>
                        </p:par>
                      </p:childTnLst>
                    </p:cTn>
                  </p:par>
                  <p:par>
                    <p:cTn id="34" fill="hold">
                      <p:stCondLst>
                        <p:cond delay="indefinite"/>
                      </p:stCondLst>
                      <p:childTnLst>
                        <p:par>
                          <p:cTn id="35" fill="hold">
                            <p:stCondLst>
                              <p:cond delay="0"/>
                            </p:stCondLst>
                            <p:childTnLst>
                              <p:par>
                                <p:cTn id="36" presetID="18" presetClass="entr" presetSubtype="6" fill="hold" grpId="0" nodeType="clickEffect">
                                  <p:stCondLst>
                                    <p:cond delay="0"/>
                                  </p:stCondLst>
                                  <p:childTnLst>
                                    <p:set>
                                      <p:cBhvr>
                                        <p:cTn id="37" dur="1" fill="hold">
                                          <p:stCondLst>
                                            <p:cond delay="0"/>
                                          </p:stCondLst>
                                        </p:cTn>
                                        <p:tgtEl>
                                          <p:spTgt spid="38959"/>
                                        </p:tgtEl>
                                        <p:attrNameLst>
                                          <p:attrName>style.visibility</p:attrName>
                                        </p:attrNameLst>
                                      </p:cBhvr>
                                      <p:to>
                                        <p:strVal val="visible"/>
                                      </p:to>
                                    </p:set>
                                    <p:animEffect transition="in" filter="strips(downRight)">
                                      <p:cBhvr>
                                        <p:cTn id="38" dur="500"/>
                                        <p:tgtEl>
                                          <p:spTgt spid="389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5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50" name="Group 31"/>
          <p:cNvGrpSpPr>
            <a:grpSpLocks/>
          </p:cNvGrpSpPr>
          <p:nvPr/>
        </p:nvGrpSpPr>
        <p:grpSpPr bwMode="auto">
          <a:xfrm>
            <a:off x="4784973" y="2927505"/>
            <a:ext cx="2514600" cy="1600200"/>
            <a:chOff x="384" y="1200"/>
            <a:chExt cx="2112" cy="1344"/>
          </a:xfrm>
        </p:grpSpPr>
        <p:sp>
          <p:nvSpPr>
            <p:cNvPr id="10256" name="Line 33"/>
            <p:cNvSpPr>
              <a:spLocks noChangeShapeType="1"/>
            </p:cNvSpPr>
            <p:nvPr/>
          </p:nvSpPr>
          <p:spPr bwMode="auto">
            <a:xfrm>
              <a:off x="466" y="2300"/>
              <a:ext cx="2030" cy="4"/>
            </a:xfrm>
            <a:prstGeom prst="line">
              <a:avLst/>
            </a:prstGeom>
            <a:noFill/>
            <a:ln w="19050">
              <a:solidFill>
                <a:srgbClr val="1C1C1C"/>
              </a:solidFill>
              <a:round/>
              <a:headEnd/>
              <a:tailEnd type="triangle" w="sm" len="lg"/>
            </a:ln>
          </p:spPr>
          <p:txBody>
            <a:bodyPr wrap="none" anchor="ctr"/>
            <a:lstStyle/>
            <a:p>
              <a:endParaRPr lang="zh-CN" altLang="en-US"/>
            </a:p>
          </p:txBody>
        </p:sp>
        <p:graphicFrame>
          <p:nvGraphicFramePr>
            <p:cNvPr id="10247" name="Object 34"/>
            <p:cNvGraphicFramePr>
              <a:graphicFrameLocks noChangeAspect="1"/>
            </p:cNvGraphicFramePr>
            <p:nvPr/>
          </p:nvGraphicFramePr>
          <p:xfrm>
            <a:off x="2262" y="2352"/>
            <a:ext cx="146" cy="192"/>
          </p:xfrm>
          <a:graphic>
            <a:graphicData uri="http://schemas.openxmlformats.org/presentationml/2006/ole">
              <mc:AlternateContent xmlns:mc="http://schemas.openxmlformats.org/markup-compatibility/2006">
                <mc:Choice xmlns:v="urn:schemas-microsoft-com:vml" Requires="v">
                  <p:oleObj spid="_x0000_s84170" name="Equation" r:id="rId3" imgW="177480" imgH="190440" progId="Equation.3">
                    <p:embed/>
                  </p:oleObj>
                </mc:Choice>
                <mc:Fallback>
                  <p:oleObj name="Equation" r:id="rId3" imgW="177480" imgH="190440" progId="Equation.3">
                    <p:embed/>
                    <p:pic>
                      <p:nvPicPr>
                        <p:cNvPr id="0" name="Object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2" y="2352"/>
                          <a:ext cx="146"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8" name="Object 35"/>
            <p:cNvGraphicFramePr>
              <a:graphicFrameLocks noChangeAspect="1"/>
            </p:cNvGraphicFramePr>
            <p:nvPr/>
          </p:nvGraphicFramePr>
          <p:xfrm>
            <a:off x="528" y="1200"/>
            <a:ext cx="328" cy="248"/>
          </p:xfrm>
          <a:graphic>
            <a:graphicData uri="http://schemas.openxmlformats.org/presentationml/2006/ole">
              <mc:AlternateContent xmlns:mc="http://schemas.openxmlformats.org/markup-compatibility/2006">
                <mc:Choice xmlns:v="urn:schemas-microsoft-com:vml" Requires="v">
                  <p:oleObj spid="_x0000_s84171" name="Equation" r:id="rId5" imgW="533160" imgH="304560" progId="Equation.3">
                    <p:embed/>
                  </p:oleObj>
                </mc:Choice>
                <mc:Fallback>
                  <p:oleObj name="Equation" r:id="rId5" imgW="533160" imgH="304560" progId="Equation.3">
                    <p:embed/>
                    <p:pic>
                      <p:nvPicPr>
                        <p:cNvPr id="0" name="Object 3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 y="1200"/>
                          <a:ext cx="328"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7" name="Line 36"/>
            <p:cNvSpPr>
              <a:spLocks noChangeShapeType="1"/>
            </p:cNvSpPr>
            <p:nvPr/>
          </p:nvSpPr>
          <p:spPr bwMode="auto">
            <a:xfrm flipV="1">
              <a:off x="480" y="1200"/>
              <a:ext cx="0" cy="1107"/>
            </a:xfrm>
            <a:prstGeom prst="line">
              <a:avLst/>
            </a:prstGeom>
            <a:noFill/>
            <a:ln w="19050">
              <a:solidFill>
                <a:srgbClr val="1C1C1C"/>
              </a:solidFill>
              <a:round/>
              <a:headEnd/>
              <a:tailEnd type="triangle" w="sm" len="lg"/>
            </a:ln>
          </p:spPr>
          <p:txBody>
            <a:bodyPr wrap="none" anchor="ctr"/>
            <a:lstStyle/>
            <a:p>
              <a:endParaRPr lang="zh-CN" altLang="en-US"/>
            </a:p>
          </p:txBody>
        </p:sp>
        <p:graphicFrame>
          <p:nvGraphicFramePr>
            <p:cNvPr id="10249" name="Object 37"/>
            <p:cNvGraphicFramePr>
              <a:graphicFrameLocks noChangeAspect="1"/>
            </p:cNvGraphicFramePr>
            <p:nvPr/>
          </p:nvGraphicFramePr>
          <p:xfrm>
            <a:off x="384" y="2304"/>
            <a:ext cx="218" cy="240"/>
          </p:xfrm>
          <a:graphic>
            <a:graphicData uri="http://schemas.openxmlformats.org/presentationml/2006/ole">
              <mc:AlternateContent xmlns:mc="http://schemas.openxmlformats.org/markup-compatibility/2006">
                <mc:Choice xmlns:v="urn:schemas-microsoft-com:vml" Requires="v">
                  <p:oleObj spid="_x0000_s84172" name="Equation" r:id="rId7" imgW="126720" imgH="139680" progId="Equation.3">
                    <p:embed/>
                  </p:oleObj>
                </mc:Choice>
                <mc:Fallback>
                  <p:oleObj name="Equation" r:id="rId7" imgW="126720" imgH="139680" progId="Equation.3">
                    <p:embed/>
                    <p:pic>
                      <p:nvPicPr>
                        <p:cNvPr id="0" name="Object 3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4" y="2304"/>
                          <a:ext cx="21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9974" name="Object 38"/>
          <p:cNvGraphicFramePr>
            <a:graphicFrameLocks noChangeAspect="1"/>
          </p:cNvGraphicFramePr>
          <p:nvPr>
            <p:extLst>
              <p:ext uri="{D42A27DB-BD31-4B8C-83A1-F6EECF244321}">
                <p14:modId xmlns:p14="http://schemas.microsoft.com/office/powerpoint/2010/main" val="1756471584"/>
              </p:ext>
            </p:extLst>
          </p:nvPr>
        </p:nvGraphicFramePr>
        <p:xfrm>
          <a:off x="1541470" y="3172774"/>
          <a:ext cx="2286000" cy="754856"/>
        </p:xfrm>
        <a:graphic>
          <a:graphicData uri="http://schemas.openxmlformats.org/presentationml/2006/ole">
            <mc:AlternateContent xmlns:mc="http://schemas.openxmlformats.org/markup-compatibility/2006">
              <mc:Choice xmlns:v="urn:schemas-microsoft-com:vml" Requires="v">
                <p:oleObj spid="_x0000_s84173" name="Equation" r:id="rId9" imgW="1917360" imgH="609480" progId="Equation.3">
                  <p:embed/>
                </p:oleObj>
              </mc:Choice>
              <mc:Fallback>
                <p:oleObj name="Equation" r:id="rId9" imgW="1917360" imgH="609480" progId="Equation.3">
                  <p:embed/>
                  <p:pic>
                    <p:nvPicPr>
                      <p:cNvPr id="0" name="Object 3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1470" y="3172774"/>
                        <a:ext cx="2286000" cy="754856"/>
                      </a:xfrm>
                      <a:prstGeom prst="rect">
                        <a:avLst/>
                      </a:prstGeom>
                      <a:gradFill rotWithShape="0">
                        <a:gsLst>
                          <a:gs pos="0">
                            <a:schemeClr val="accent1">
                              <a:alpha val="20000"/>
                            </a:schemeClr>
                          </a:gs>
                          <a:gs pos="50000">
                            <a:srgbClr val="FFFFFF"/>
                          </a:gs>
                          <a:gs pos="100000">
                            <a:schemeClr val="accent1">
                              <a:alpha val="20000"/>
                            </a:schemeClr>
                          </a:gs>
                        </a:gsLst>
                        <a:lin ang="5400000" scaled="1"/>
                      </a:gradFill>
                      <a:ln w="6350">
                        <a:solidFill>
                          <a:schemeClr val="tx2"/>
                        </a:solidFill>
                        <a:miter lim="800000"/>
                        <a:headEnd/>
                        <a:tailEnd/>
                      </a:ln>
                    </p:spPr>
                  </p:pic>
                </p:oleObj>
              </mc:Fallback>
            </mc:AlternateContent>
          </a:graphicData>
        </a:graphic>
      </p:graphicFrame>
      <p:graphicFrame>
        <p:nvGraphicFramePr>
          <p:cNvPr id="10243" name="Object 40"/>
          <p:cNvGraphicFramePr>
            <a:graphicFrameLocks noChangeAspect="1"/>
          </p:cNvGraphicFramePr>
          <p:nvPr>
            <p:extLst>
              <p:ext uri="{D42A27DB-BD31-4B8C-83A1-F6EECF244321}">
                <p14:modId xmlns:p14="http://schemas.microsoft.com/office/powerpoint/2010/main" val="3801864121"/>
              </p:ext>
            </p:extLst>
          </p:nvPr>
        </p:nvGraphicFramePr>
        <p:xfrm>
          <a:off x="1541470" y="1412193"/>
          <a:ext cx="4879181" cy="719138"/>
        </p:xfrm>
        <a:graphic>
          <a:graphicData uri="http://schemas.openxmlformats.org/presentationml/2006/ole">
            <mc:AlternateContent xmlns:mc="http://schemas.openxmlformats.org/markup-compatibility/2006">
              <mc:Choice xmlns:v="urn:schemas-microsoft-com:vml" Requires="v">
                <p:oleObj spid="_x0000_s84174" name="公式" r:id="rId11" imgW="4038480" imgH="609480" progId="Equation.3">
                  <p:embed/>
                </p:oleObj>
              </mc:Choice>
              <mc:Fallback>
                <p:oleObj name="公式" r:id="rId11" imgW="4038480" imgH="609480" progId="Equation.3">
                  <p:embed/>
                  <p:pic>
                    <p:nvPicPr>
                      <p:cNvPr id="0" name="Object 4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1470" y="1412193"/>
                        <a:ext cx="4879181" cy="719138"/>
                      </a:xfrm>
                      <a:prstGeom prst="rect">
                        <a:avLst/>
                      </a:prstGeom>
                      <a:gradFill rotWithShape="0">
                        <a:gsLst>
                          <a:gs pos="0">
                            <a:schemeClr val="accent1">
                              <a:alpha val="30000"/>
                            </a:schemeClr>
                          </a:gs>
                          <a:gs pos="50000">
                            <a:srgbClr val="FFFFFF"/>
                          </a:gs>
                          <a:gs pos="100000">
                            <a:schemeClr val="accent1">
                              <a:alpha val="30000"/>
                            </a:schemeClr>
                          </a:gs>
                        </a:gsLst>
                        <a:lin ang="5400000" scaled="1"/>
                      </a:gradFill>
                      <a:ln w="9525">
                        <a:solidFill>
                          <a:schemeClr val="tx2"/>
                        </a:solidFill>
                        <a:miter lim="800000"/>
                        <a:headEnd/>
                        <a:tailEnd/>
                      </a:ln>
                    </p:spPr>
                  </p:pic>
                </p:oleObj>
              </mc:Fallback>
            </mc:AlternateContent>
          </a:graphicData>
        </a:graphic>
      </p:graphicFrame>
      <p:sp>
        <p:nvSpPr>
          <p:cNvPr id="10251" name="Rectangle 41"/>
          <p:cNvSpPr>
            <a:spLocks noChangeArrowheads="1"/>
          </p:cNvSpPr>
          <p:nvPr/>
        </p:nvSpPr>
        <p:spPr bwMode="auto">
          <a:xfrm>
            <a:off x="1541470" y="602103"/>
            <a:ext cx="1640681" cy="461665"/>
          </a:xfrm>
          <a:prstGeom prst="rect">
            <a:avLst/>
          </a:prstGeom>
          <a:noFill/>
          <a:ln w="9525">
            <a:noFill/>
            <a:miter lim="800000"/>
            <a:headEnd/>
            <a:tailEnd/>
          </a:ln>
        </p:spPr>
        <p:txBody>
          <a:bodyPr>
            <a:spAutoFit/>
          </a:bodyPr>
          <a:lstStyle/>
          <a:p>
            <a:r>
              <a:rPr lang="zh-CN" altLang="en-US" sz="2400" dirty="0">
                <a:solidFill>
                  <a:srgbClr val="CC0000"/>
                </a:solidFill>
                <a:latin typeface="Times New Roman" pitchFamily="18" charset="0"/>
              </a:rPr>
              <a:t>分布函数</a:t>
            </a:r>
          </a:p>
        </p:txBody>
      </p:sp>
      <p:grpSp>
        <p:nvGrpSpPr>
          <p:cNvPr id="10252" name="Group 48"/>
          <p:cNvGrpSpPr>
            <a:grpSpLocks/>
          </p:cNvGrpSpPr>
          <p:nvPr/>
        </p:nvGrpSpPr>
        <p:grpSpPr bwMode="auto">
          <a:xfrm>
            <a:off x="5356473" y="3327556"/>
            <a:ext cx="882253" cy="1213247"/>
            <a:chOff x="1185" y="2556"/>
            <a:chExt cx="741" cy="1019"/>
          </a:xfrm>
        </p:grpSpPr>
        <p:sp>
          <p:nvSpPr>
            <p:cNvPr id="10254" name="Rectangle 43" descr="宽上对角线"/>
            <p:cNvSpPr>
              <a:spLocks noChangeArrowheads="1"/>
            </p:cNvSpPr>
            <p:nvPr/>
          </p:nvSpPr>
          <p:spPr bwMode="auto">
            <a:xfrm>
              <a:off x="1302" y="2556"/>
              <a:ext cx="75" cy="757"/>
            </a:xfrm>
            <a:prstGeom prst="rect">
              <a:avLst/>
            </a:prstGeom>
            <a:pattFill prst="wdUpDiag">
              <a:fgClr>
                <a:srgbClr val="0000FF"/>
              </a:fgClr>
              <a:bgClr>
                <a:srgbClr val="CCECFF"/>
              </a:bgClr>
            </a:pattFill>
            <a:ln w="9525">
              <a:solidFill>
                <a:srgbClr val="53A2E9"/>
              </a:solidFill>
              <a:miter lim="800000"/>
              <a:headEnd/>
              <a:tailEnd/>
            </a:ln>
          </p:spPr>
          <p:txBody>
            <a:bodyPr wrap="none" anchor="ctr"/>
            <a:lstStyle/>
            <a:p>
              <a:endParaRPr lang="zh-CN" altLang="en-US"/>
            </a:p>
          </p:txBody>
        </p:sp>
        <p:graphicFrame>
          <p:nvGraphicFramePr>
            <p:cNvPr id="10244" name="Object 44"/>
            <p:cNvGraphicFramePr>
              <a:graphicFrameLocks noChangeAspect="1"/>
            </p:cNvGraphicFramePr>
            <p:nvPr/>
          </p:nvGraphicFramePr>
          <p:xfrm>
            <a:off x="1185" y="3372"/>
            <a:ext cx="165" cy="203"/>
          </p:xfrm>
          <a:graphic>
            <a:graphicData uri="http://schemas.openxmlformats.org/presentationml/2006/ole">
              <mc:AlternateContent xmlns:mc="http://schemas.openxmlformats.org/markup-compatibility/2006">
                <mc:Choice xmlns:v="urn:schemas-microsoft-com:vml" Requires="v">
                  <p:oleObj spid="_x0000_s84175" name="Equation" r:id="rId13" imgW="177480" imgH="190440" progId="Equation.3">
                    <p:embed/>
                  </p:oleObj>
                </mc:Choice>
                <mc:Fallback>
                  <p:oleObj name="Equation" r:id="rId13" imgW="177480" imgH="190440" progId="Equation.3">
                    <p:embed/>
                    <p:pic>
                      <p:nvPicPr>
                        <p:cNvPr id="0" name="Object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5" y="3372"/>
                          <a:ext cx="165" cy="2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45"/>
            <p:cNvGraphicFramePr>
              <a:graphicFrameLocks noChangeAspect="1"/>
            </p:cNvGraphicFramePr>
            <p:nvPr/>
          </p:nvGraphicFramePr>
          <p:xfrm>
            <a:off x="1350" y="3320"/>
            <a:ext cx="576" cy="244"/>
          </p:xfrm>
          <a:graphic>
            <a:graphicData uri="http://schemas.openxmlformats.org/presentationml/2006/ole">
              <mc:AlternateContent xmlns:mc="http://schemas.openxmlformats.org/markup-compatibility/2006">
                <mc:Choice xmlns:v="urn:schemas-microsoft-com:vml" Requires="v">
                  <p:oleObj spid="_x0000_s84176" name="Equation" r:id="rId14" imgW="660240" imgH="253800" progId="Equation.3">
                    <p:embed/>
                  </p:oleObj>
                </mc:Choice>
                <mc:Fallback>
                  <p:oleObj name="Equation" r:id="rId14" imgW="660240" imgH="253800" progId="Equation.3">
                    <p:embed/>
                    <p:pic>
                      <p:nvPicPr>
                        <p:cNvPr id="0" name="Object 4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350" y="3320"/>
                          <a:ext cx="576"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6" name="Object 46"/>
            <p:cNvGraphicFramePr>
              <a:graphicFrameLocks noChangeAspect="1"/>
            </p:cNvGraphicFramePr>
            <p:nvPr/>
          </p:nvGraphicFramePr>
          <p:xfrm>
            <a:off x="1377" y="2700"/>
            <a:ext cx="336" cy="275"/>
          </p:xfrm>
          <a:graphic>
            <a:graphicData uri="http://schemas.openxmlformats.org/presentationml/2006/ole">
              <mc:AlternateContent xmlns:mc="http://schemas.openxmlformats.org/markup-compatibility/2006">
                <mc:Choice xmlns:v="urn:schemas-microsoft-com:vml" Requires="v">
                  <p:oleObj spid="_x0000_s84177" name="Equation" r:id="rId16" imgW="215640" imgH="177480" progId="Equation.3">
                    <p:embed/>
                  </p:oleObj>
                </mc:Choice>
                <mc:Fallback>
                  <p:oleObj name="Equation" r:id="rId16" imgW="215640" imgH="177480" progId="Equation.3">
                    <p:embed/>
                    <p:pic>
                      <p:nvPicPr>
                        <p:cNvPr id="0" name="Object 4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377" y="2700"/>
                          <a:ext cx="336" cy="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253" name="Freeform 47"/>
          <p:cNvSpPr>
            <a:spLocks/>
          </p:cNvSpPr>
          <p:nvPr/>
        </p:nvSpPr>
        <p:spPr bwMode="auto">
          <a:xfrm>
            <a:off x="4899273" y="3172774"/>
            <a:ext cx="2295525" cy="1069181"/>
          </a:xfrm>
          <a:custGeom>
            <a:avLst/>
            <a:gdLst>
              <a:gd name="T0" fmla="*/ 0 w 1928"/>
              <a:gd name="T1" fmla="*/ 2147483647 h 898"/>
              <a:gd name="T2" fmla="*/ 2147483647 w 1928"/>
              <a:gd name="T3" fmla="*/ 2147483647 h 898"/>
              <a:gd name="T4" fmla="*/ 2147483647 w 1928"/>
              <a:gd name="T5" fmla="*/ 2147483647 h 898"/>
              <a:gd name="T6" fmla="*/ 2147483647 w 1928"/>
              <a:gd name="T7" fmla="*/ 2147483647 h 898"/>
              <a:gd name="T8" fmla="*/ 2147483647 w 1928"/>
              <a:gd name="T9" fmla="*/ 2147483647 h 898"/>
              <a:gd name="T10" fmla="*/ 2147483647 w 1928"/>
              <a:gd name="T11" fmla="*/ 2147483647 h 898"/>
              <a:gd name="T12" fmla="*/ 2147483647 w 1928"/>
              <a:gd name="T13" fmla="*/ 2147483647 h 898"/>
              <a:gd name="T14" fmla="*/ 2147483647 w 1928"/>
              <a:gd name="T15" fmla="*/ 2147483647 h 898"/>
              <a:gd name="T16" fmla="*/ 2147483647 w 1928"/>
              <a:gd name="T17" fmla="*/ 2147483647 h 898"/>
              <a:gd name="T18" fmla="*/ 2147483647 w 1928"/>
              <a:gd name="T19" fmla="*/ 2147483647 h 898"/>
              <a:gd name="T20" fmla="*/ 2147483647 w 1928"/>
              <a:gd name="T21" fmla="*/ 2147483647 h 8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28"/>
              <a:gd name="T34" fmla="*/ 0 h 898"/>
              <a:gd name="T35" fmla="*/ 1928 w 1928"/>
              <a:gd name="T36" fmla="*/ 898 h 89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28" h="898">
                <a:moveTo>
                  <a:pt x="0" y="898"/>
                </a:moveTo>
                <a:cubicBezTo>
                  <a:pt x="54" y="872"/>
                  <a:pt x="108" y="846"/>
                  <a:pt x="175" y="764"/>
                </a:cubicBezTo>
                <a:cubicBezTo>
                  <a:pt x="242" y="683"/>
                  <a:pt x="330" y="523"/>
                  <a:pt x="400" y="409"/>
                </a:cubicBezTo>
                <a:cubicBezTo>
                  <a:pt x="470" y="293"/>
                  <a:pt x="536" y="139"/>
                  <a:pt x="600" y="75"/>
                </a:cubicBezTo>
                <a:cubicBezTo>
                  <a:pt x="664" y="11"/>
                  <a:pt x="719" y="0"/>
                  <a:pt x="782" y="26"/>
                </a:cubicBezTo>
                <a:cubicBezTo>
                  <a:pt x="845" y="52"/>
                  <a:pt x="905" y="158"/>
                  <a:pt x="975" y="231"/>
                </a:cubicBezTo>
                <a:cubicBezTo>
                  <a:pt x="1045" y="304"/>
                  <a:pt x="1132" y="400"/>
                  <a:pt x="1203" y="467"/>
                </a:cubicBezTo>
                <a:cubicBezTo>
                  <a:pt x="1274" y="534"/>
                  <a:pt x="1317" y="577"/>
                  <a:pt x="1402" y="631"/>
                </a:cubicBezTo>
                <a:cubicBezTo>
                  <a:pt x="1487" y="686"/>
                  <a:pt x="1629" y="759"/>
                  <a:pt x="1711" y="796"/>
                </a:cubicBezTo>
                <a:cubicBezTo>
                  <a:pt x="1793" y="832"/>
                  <a:pt x="1864" y="843"/>
                  <a:pt x="1896" y="852"/>
                </a:cubicBezTo>
                <a:cubicBezTo>
                  <a:pt x="1928" y="861"/>
                  <a:pt x="1902" y="852"/>
                  <a:pt x="1903" y="852"/>
                </a:cubicBezTo>
              </a:path>
            </a:pathLst>
          </a:custGeom>
          <a:noFill/>
          <a:ln w="28575" cmpd="sng">
            <a:solidFill>
              <a:srgbClr val="FF0000"/>
            </a:solidFill>
            <a:round/>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39974"/>
                                        </p:tgtEl>
                                        <p:attrNameLst>
                                          <p:attrName>style.visibility</p:attrName>
                                        </p:attrNameLst>
                                      </p:cBhvr>
                                      <p:to>
                                        <p:strVal val="visible"/>
                                      </p:to>
                                    </p:set>
                                    <p:animEffect transition="in" filter="blinds(vertical)">
                                      <p:cBhvr>
                                        <p:cTn id="7" dur="500"/>
                                        <p:tgtEl>
                                          <p:spTgt spid="399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252"/>
                                        </p:tgtEl>
                                        <p:attrNameLst>
                                          <p:attrName>style.visibility</p:attrName>
                                        </p:attrNameLst>
                                      </p:cBhvr>
                                      <p:to>
                                        <p:strVal val="visible"/>
                                      </p:to>
                                    </p:set>
                                    <p:animEffect transition="in" filter="wipe(down)">
                                      <p:cBhvr>
                                        <p:cTn id="12" dur="500"/>
                                        <p:tgtEl>
                                          <p:spTgt spid="10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60211" y="372056"/>
            <a:ext cx="3512360" cy="568176"/>
            <a:chOff x="473508" y="3138217"/>
            <a:chExt cx="4683146" cy="757568"/>
          </a:xfrm>
        </p:grpSpPr>
        <p:sp>
          <p:nvSpPr>
            <p:cNvPr id="16" name="Oval 19"/>
            <p:cNvSpPr>
              <a:spLocks noChangeArrowheads="1"/>
            </p:cNvSpPr>
            <p:nvPr/>
          </p:nvSpPr>
          <p:spPr bwMode="auto">
            <a:xfrm>
              <a:off x="473508" y="3138217"/>
              <a:ext cx="3849471" cy="757568"/>
            </a:xfrm>
            <a:prstGeom prst="ellipse">
              <a:avLst/>
            </a:prstGeom>
            <a:solidFill>
              <a:srgbClr val="FFFFCC"/>
            </a:solidFill>
            <a:ln w="19050">
              <a:solidFill>
                <a:srgbClr val="CC6600"/>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17" name="Rectangle 22"/>
            <p:cNvSpPr>
              <a:spLocks noChangeArrowheads="1"/>
            </p:cNvSpPr>
            <p:nvPr/>
          </p:nvSpPr>
          <p:spPr bwMode="auto">
            <a:xfrm>
              <a:off x="1422515" y="3256837"/>
              <a:ext cx="3734139" cy="553997"/>
            </a:xfrm>
            <a:prstGeom prst="rect">
              <a:avLst/>
            </a:prstGeom>
            <a:noFill/>
            <a:ln w="9525">
              <a:noFill/>
              <a:miter lim="800000"/>
              <a:headEnd/>
              <a:tailEnd/>
            </a:ln>
          </p:spPr>
          <p:txBody>
            <a:bodyPr>
              <a:spAutoFit/>
            </a:bodyPr>
            <a:lstStyle/>
            <a:p>
              <a:r>
                <a:rPr lang="en-US" altLang="zh-CN" sz="2100" i="1"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物理意义</a:t>
              </a:r>
            </a:p>
          </p:txBody>
        </p:sp>
      </p:grpSp>
      <p:grpSp>
        <p:nvGrpSpPr>
          <p:cNvPr id="2" name="Group 26"/>
          <p:cNvGrpSpPr>
            <a:grpSpLocks/>
          </p:cNvGrpSpPr>
          <p:nvPr/>
        </p:nvGrpSpPr>
        <p:grpSpPr bwMode="auto">
          <a:xfrm>
            <a:off x="628650" y="1142615"/>
            <a:ext cx="8658225" cy="415528"/>
            <a:chOff x="884" y="2795"/>
            <a:chExt cx="7272" cy="349"/>
          </a:xfrm>
        </p:grpSpPr>
        <p:sp>
          <p:nvSpPr>
            <p:cNvPr id="11278" name="Rectangle 13"/>
            <p:cNvSpPr>
              <a:spLocks noChangeArrowheads="1"/>
            </p:cNvSpPr>
            <p:nvPr/>
          </p:nvSpPr>
          <p:spPr bwMode="auto">
            <a:xfrm>
              <a:off x="884" y="2795"/>
              <a:ext cx="7272" cy="349"/>
            </a:xfrm>
            <a:prstGeom prst="rect">
              <a:avLst/>
            </a:prstGeom>
            <a:noFill/>
            <a:ln w="9525">
              <a:noFill/>
              <a:miter lim="800000"/>
              <a:headEnd/>
              <a:tailEnd/>
            </a:ln>
          </p:spPr>
          <p:txBody>
            <a:bodyPr wrap="square">
              <a:spAutoFit/>
            </a:bodyPr>
            <a:lstStyle/>
            <a:p>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表示速率在                        区间的分子数占总分子数的百分比</a:t>
              </a:r>
              <a:r>
                <a:rPr lang="en-US" altLang="zh-CN" sz="2100" dirty="0">
                  <a:solidFill>
                    <a:srgbClr val="000000"/>
                  </a:solidFill>
                  <a:latin typeface="Times New Roman" panose="02020603050405020304" pitchFamily="18" charset="0"/>
                  <a:ea typeface="+mn-ea"/>
                  <a:cs typeface="Times New Roman" panose="02020603050405020304" pitchFamily="18" charset="0"/>
                </a:rPr>
                <a:t>.</a:t>
              </a:r>
            </a:p>
          </p:txBody>
        </p:sp>
        <p:graphicFrame>
          <p:nvGraphicFramePr>
            <p:cNvPr id="11270" name="Object 14"/>
            <p:cNvGraphicFramePr>
              <a:graphicFrameLocks noChangeAspect="1"/>
            </p:cNvGraphicFramePr>
            <p:nvPr>
              <p:extLst>
                <p:ext uri="{D42A27DB-BD31-4B8C-83A1-F6EECF244321}">
                  <p14:modId xmlns:p14="http://schemas.microsoft.com/office/powerpoint/2010/main" val="3843382037"/>
                </p:ext>
              </p:extLst>
            </p:nvPr>
          </p:nvGraphicFramePr>
          <p:xfrm>
            <a:off x="2532" y="2799"/>
            <a:ext cx="1305" cy="284"/>
          </p:xfrm>
          <a:graphic>
            <a:graphicData uri="http://schemas.openxmlformats.org/presentationml/2006/ole">
              <mc:AlternateContent xmlns:mc="http://schemas.openxmlformats.org/markup-compatibility/2006">
                <mc:Choice xmlns:v="urn:schemas-microsoft-com:vml" Requires="v">
                  <p:oleObj spid="_x0000_s12165" name="Equation" r:id="rId3" imgW="711000" imgH="177480" progId="Equation.DSMT4">
                    <p:embed/>
                  </p:oleObj>
                </mc:Choice>
                <mc:Fallback>
                  <p:oleObj name="Equation" r:id="rId3" imgW="711000" imgH="177480" progId="Equation.DSMT4">
                    <p:embed/>
                    <p:pic>
                      <p:nvPicPr>
                        <p:cNvPr id="0" name="Object 14"/>
                        <p:cNvPicPr>
                          <a:picLocks noChangeAspect="1" noChangeArrowheads="1"/>
                        </p:cNvPicPr>
                        <p:nvPr/>
                      </p:nvPicPr>
                      <p:blipFill>
                        <a:blip r:embed="rId4"/>
                        <a:srcRect/>
                        <a:stretch>
                          <a:fillRect/>
                        </a:stretch>
                      </p:blipFill>
                      <p:spPr bwMode="auto">
                        <a:xfrm>
                          <a:off x="2532" y="2799"/>
                          <a:ext cx="1305" cy="284"/>
                        </a:xfrm>
                        <a:prstGeom prst="rect">
                          <a:avLst/>
                        </a:prstGeom>
                        <a:noFill/>
                        <a:extLst/>
                      </p:spPr>
                    </p:pic>
                  </p:oleObj>
                </mc:Fallback>
              </mc:AlternateContent>
            </a:graphicData>
          </a:graphic>
        </p:graphicFrame>
      </p:grpSp>
      <p:grpSp>
        <p:nvGrpSpPr>
          <p:cNvPr id="11272" name="Group 32"/>
          <p:cNvGrpSpPr>
            <a:grpSpLocks/>
          </p:cNvGrpSpPr>
          <p:nvPr/>
        </p:nvGrpSpPr>
        <p:grpSpPr bwMode="auto">
          <a:xfrm>
            <a:off x="492815" y="2918817"/>
            <a:ext cx="2434200" cy="672257"/>
            <a:chOff x="521" y="572"/>
            <a:chExt cx="1898" cy="590"/>
          </a:xfrm>
        </p:grpSpPr>
        <p:sp>
          <p:nvSpPr>
            <p:cNvPr id="11276" name="Oval 19"/>
            <p:cNvSpPr>
              <a:spLocks noChangeArrowheads="1"/>
            </p:cNvSpPr>
            <p:nvPr/>
          </p:nvSpPr>
          <p:spPr bwMode="auto">
            <a:xfrm>
              <a:off x="521" y="572"/>
              <a:ext cx="1769" cy="590"/>
            </a:xfrm>
            <a:prstGeom prst="ellipse">
              <a:avLst/>
            </a:prstGeom>
            <a:solidFill>
              <a:srgbClr val="FFFFCC"/>
            </a:solidFill>
            <a:ln w="19050">
              <a:solidFill>
                <a:srgbClr val="CC6600"/>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11277" name="Rectangle 22"/>
            <p:cNvSpPr>
              <a:spLocks noChangeArrowheads="1"/>
            </p:cNvSpPr>
            <p:nvPr/>
          </p:nvSpPr>
          <p:spPr bwMode="auto">
            <a:xfrm>
              <a:off x="703" y="705"/>
              <a:ext cx="1716" cy="365"/>
            </a:xfrm>
            <a:prstGeom prst="rect">
              <a:avLst/>
            </a:prstGeom>
            <a:noFill/>
            <a:ln w="9525">
              <a:noFill/>
              <a:miter lim="800000"/>
              <a:headEnd/>
              <a:tailEnd/>
            </a:ln>
          </p:spPr>
          <p:txBody>
            <a:bodyPr>
              <a:spAutoFit/>
            </a:bodyPr>
            <a:lstStyle/>
            <a:p>
              <a:r>
                <a:rPr lang="en-US" altLang="zh-CN" sz="2100" i="1"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物理意义</a:t>
              </a:r>
            </a:p>
          </p:txBody>
        </p:sp>
      </p:grpSp>
      <p:grpSp>
        <p:nvGrpSpPr>
          <p:cNvPr id="11273" name="Group 31"/>
          <p:cNvGrpSpPr>
            <a:grpSpLocks/>
          </p:cNvGrpSpPr>
          <p:nvPr/>
        </p:nvGrpSpPr>
        <p:grpSpPr bwMode="auto">
          <a:xfrm>
            <a:off x="628650" y="3906306"/>
            <a:ext cx="7831931" cy="415528"/>
            <a:chOff x="521" y="1237"/>
            <a:chExt cx="6578" cy="349"/>
          </a:xfrm>
        </p:grpSpPr>
        <p:sp>
          <p:nvSpPr>
            <p:cNvPr id="11275" name="Text Box 20"/>
            <p:cNvSpPr txBox="1">
              <a:spLocks noChangeArrowheads="1"/>
            </p:cNvSpPr>
            <p:nvPr/>
          </p:nvSpPr>
          <p:spPr bwMode="auto">
            <a:xfrm>
              <a:off x="521" y="1237"/>
              <a:ext cx="6578" cy="349"/>
            </a:xfrm>
            <a:prstGeom prst="rect">
              <a:avLst/>
            </a:prstGeom>
            <a:noFill/>
            <a:ln w="9525">
              <a:noFill/>
              <a:miter lim="800000"/>
              <a:headEnd/>
              <a:tailEnd/>
            </a:ln>
          </p:spPr>
          <p:txBody>
            <a:bodyPr wrap="square">
              <a:spAutoFit/>
            </a:bodyPr>
            <a:lstStyle/>
            <a:p>
              <a:pPr>
                <a:spcBef>
                  <a:spcPct val="50000"/>
                </a:spcBef>
              </a:pPr>
              <a:r>
                <a:rPr lang="zh-CN" altLang="en-US" sz="2100" dirty="0">
                  <a:solidFill>
                    <a:srgbClr val="000000"/>
                  </a:solidFill>
                  <a:latin typeface="Times New Roman" panose="02020603050405020304" pitchFamily="18" charset="0"/>
                  <a:ea typeface="+mn-ea"/>
                  <a:cs typeface="Times New Roman" panose="02020603050405020304" pitchFamily="18" charset="0"/>
                </a:rPr>
                <a:t>        速率在</a:t>
              </a:r>
              <a:r>
                <a:rPr lang="zh-CN" altLang="en-US" sz="2100" dirty="0">
                  <a:solidFill>
                    <a:srgbClr val="1C1C1C"/>
                  </a:solidFill>
                  <a:latin typeface="Times New Roman" panose="02020603050405020304" pitchFamily="18" charset="0"/>
                  <a:ea typeface="+mn-ea"/>
                  <a:cs typeface="Times New Roman" panose="02020603050405020304" pitchFamily="18" charset="0"/>
                </a:rPr>
                <a:t>     </a:t>
              </a:r>
              <a:r>
                <a:rPr lang="zh-CN" altLang="en-US" sz="2100" dirty="0">
                  <a:latin typeface="Times New Roman" panose="02020603050405020304" pitchFamily="18" charset="0"/>
                  <a:ea typeface="+mn-ea"/>
                  <a:cs typeface="Times New Roman" panose="02020603050405020304" pitchFamily="18" charset="0"/>
                </a:rPr>
                <a:t>附近</a:t>
              </a:r>
              <a:r>
                <a:rPr lang="zh-CN" altLang="en-US" sz="2100" dirty="0">
                  <a:solidFill>
                    <a:srgbClr val="C00000"/>
                  </a:solidFill>
                  <a:latin typeface="Times New Roman" panose="02020603050405020304" pitchFamily="18" charset="0"/>
                  <a:ea typeface="+mn-ea"/>
                  <a:cs typeface="Times New Roman" panose="02020603050405020304" pitchFamily="18" charset="0"/>
                </a:rPr>
                <a:t>单位速率区间</a:t>
              </a:r>
              <a:r>
                <a:rPr lang="zh-CN" altLang="en-US" sz="2100" dirty="0">
                  <a:solidFill>
                    <a:srgbClr val="000000"/>
                  </a:solidFill>
                  <a:latin typeface="Times New Roman" panose="02020603050405020304" pitchFamily="18" charset="0"/>
                  <a:ea typeface="+mn-ea"/>
                  <a:cs typeface="Times New Roman" panose="02020603050405020304" pitchFamily="18" charset="0"/>
                </a:rPr>
                <a:t>的分子数占总数的百分比 </a:t>
              </a:r>
              <a:r>
                <a:rPr lang="en-US" altLang="zh-CN" sz="2100" dirty="0">
                  <a:solidFill>
                    <a:srgbClr val="000000"/>
                  </a:solidFill>
                  <a:latin typeface="Times New Roman" panose="02020603050405020304" pitchFamily="18" charset="0"/>
                  <a:ea typeface="+mn-ea"/>
                  <a:cs typeface="Times New Roman" panose="02020603050405020304" pitchFamily="18" charset="0"/>
                </a:rPr>
                <a:t>.</a:t>
              </a:r>
            </a:p>
          </p:txBody>
        </p:sp>
        <p:graphicFrame>
          <p:nvGraphicFramePr>
            <p:cNvPr id="11268" name="Object 21"/>
            <p:cNvGraphicFramePr>
              <a:graphicFrameLocks noChangeAspect="1"/>
            </p:cNvGraphicFramePr>
            <p:nvPr>
              <p:extLst>
                <p:ext uri="{D42A27DB-BD31-4B8C-83A1-F6EECF244321}">
                  <p14:modId xmlns:p14="http://schemas.microsoft.com/office/powerpoint/2010/main" val="3287423779"/>
                </p:ext>
              </p:extLst>
            </p:nvPr>
          </p:nvGraphicFramePr>
          <p:xfrm>
            <a:off x="1732" y="1291"/>
            <a:ext cx="224" cy="232"/>
          </p:xfrm>
          <a:graphic>
            <a:graphicData uri="http://schemas.openxmlformats.org/presentationml/2006/ole">
              <mc:AlternateContent xmlns:mc="http://schemas.openxmlformats.org/markup-compatibility/2006">
                <mc:Choice xmlns:v="urn:schemas-microsoft-com:vml" Requires="v">
                  <p:oleObj spid="_x0000_s12166" name="Equation" r:id="rId5" imgW="177480" imgH="190440" progId="Equation.3">
                    <p:embed/>
                  </p:oleObj>
                </mc:Choice>
                <mc:Fallback>
                  <p:oleObj name="Equation" r:id="rId5" imgW="177480" imgH="190440"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32" y="1291"/>
                          <a:ext cx="224" cy="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1267" name="Object 40"/>
          <p:cNvGraphicFramePr>
            <a:graphicFrameLocks noGrp="1" noChangeAspect="1"/>
          </p:cNvGraphicFramePr>
          <p:nvPr>
            <p:ph sz="half" idx="4294967295"/>
            <p:extLst>
              <p:ext uri="{D42A27DB-BD31-4B8C-83A1-F6EECF244321}">
                <p14:modId xmlns:p14="http://schemas.microsoft.com/office/powerpoint/2010/main" val="1129918080"/>
              </p:ext>
            </p:extLst>
          </p:nvPr>
        </p:nvGraphicFramePr>
        <p:xfrm>
          <a:off x="743164" y="3109236"/>
          <a:ext cx="611981" cy="400050"/>
        </p:xfrm>
        <a:graphic>
          <a:graphicData uri="http://schemas.openxmlformats.org/presentationml/2006/ole">
            <mc:AlternateContent xmlns:mc="http://schemas.openxmlformats.org/markup-compatibility/2006">
              <mc:Choice xmlns:v="urn:schemas-microsoft-com:vml" Requires="v">
                <p:oleObj spid="_x0000_s12167" name="公式" r:id="rId7" imgW="330120" imgH="215640" progId="Equation.3">
                  <p:embed/>
                </p:oleObj>
              </mc:Choice>
              <mc:Fallback>
                <p:oleObj name="公式" r:id="rId7" imgW="330120" imgH="215640" progId="Equation.3">
                  <p:embed/>
                  <p:pic>
                    <p:nvPicPr>
                      <p:cNvPr id="0" name="Object 40"/>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3164" y="3109236"/>
                        <a:ext cx="611981"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865821732"/>
              </p:ext>
            </p:extLst>
          </p:nvPr>
        </p:nvGraphicFramePr>
        <p:xfrm>
          <a:off x="1225181" y="1846064"/>
          <a:ext cx="1820465" cy="783374"/>
        </p:xfrm>
        <a:graphic>
          <a:graphicData uri="http://schemas.openxmlformats.org/presentationml/2006/ole">
            <mc:AlternateContent xmlns:mc="http://schemas.openxmlformats.org/markup-compatibility/2006">
              <mc:Choice xmlns:v="urn:schemas-microsoft-com:vml" Requires="v">
                <p:oleObj spid="_x0000_s12168" name="Equation" r:id="rId9" imgW="876240" imgH="393480" progId="Equation.DSMT4">
                  <p:embed/>
                </p:oleObj>
              </mc:Choice>
              <mc:Fallback>
                <p:oleObj name="Equation" r:id="rId9" imgW="876240" imgH="393480" progId="Equation.DSMT4">
                  <p:embed/>
                  <p:pic>
                    <p:nvPicPr>
                      <p:cNvPr id="0" name="Object 15"/>
                      <p:cNvPicPr>
                        <a:picLocks noChangeAspect="1" noChangeArrowheads="1"/>
                      </p:cNvPicPr>
                      <p:nvPr/>
                    </p:nvPicPr>
                    <p:blipFill>
                      <a:blip r:embed="rId10"/>
                      <a:srcRect/>
                      <a:stretch>
                        <a:fillRect/>
                      </a:stretch>
                    </p:blipFill>
                    <p:spPr bwMode="auto">
                      <a:xfrm>
                        <a:off x="1225181" y="1846064"/>
                        <a:ext cx="1820465" cy="783374"/>
                      </a:xfrm>
                      <a:prstGeom prst="rect">
                        <a:avLst/>
                      </a:prstGeom>
                      <a:noFill/>
                      <a:ln>
                        <a:noFill/>
                      </a:ln>
                    </p:spPr>
                  </p:pic>
                </p:oleObj>
              </mc:Fallback>
            </mc:AlternateContent>
          </a:graphicData>
        </a:graphic>
      </p:graphicFrame>
      <p:graphicFrame>
        <p:nvGraphicFramePr>
          <p:cNvPr id="51229" name="Object 29"/>
          <p:cNvGraphicFramePr>
            <a:graphicFrameLocks noGrp="1" noChangeAspect="1"/>
          </p:cNvGraphicFramePr>
          <p:nvPr>
            <p:ph sz="half" idx="4294967295"/>
            <p:extLst>
              <p:ext uri="{D42A27DB-BD31-4B8C-83A1-F6EECF244321}">
                <p14:modId xmlns:p14="http://schemas.microsoft.com/office/powerpoint/2010/main" val="1640998542"/>
              </p:ext>
            </p:extLst>
          </p:nvPr>
        </p:nvGraphicFramePr>
        <p:xfrm>
          <a:off x="790752" y="460852"/>
          <a:ext cx="919163" cy="410765"/>
        </p:xfrm>
        <a:graphic>
          <a:graphicData uri="http://schemas.openxmlformats.org/presentationml/2006/ole">
            <mc:AlternateContent xmlns:mc="http://schemas.openxmlformats.org/markup-compatibility/2006">
              <mc:Choice xmlns:v="urn:schemas-microsoft-com:vml" Requires="v">
                <p:oleObj spid="_x0000_s12169" name="Equation" r:id="rId11" imgW="482400" imgH="215640" progId="Equation.DSMT4">
                  <p:embed/>
                </p:oleObj>
              </mc:Choice>
              <mc:Fallback>
                <p:oleObj name="Equation" r:id="rId11" imgW="482400" imgH="215640" progId="Equation.DSMT4">
                  <p:embed/>
                  <p:pic>
                    <p:nvPicPr>
                      <p:cNvPr id="0" name="Object 29"/>
                      <p:cNvPicPr>
                        <a:picLocks noGrp="1" noChangeAspect="1" noChangeArrowheads="1"/>
                      </p:cNvPicPr>
                      <p:nvPr/>
                    </p:nvPicPr>
                    <p:blipFill>
                      <a:blip r:embed="rId12"/>
                      <a:srcRect/>
                      <a:stretch>
                        <a:fillRect/>
                      </a:stretch>
                    </p:blipFill>
                    <p:spPr bwMode="auto">
                      <a:xfrm>
                        <a:off x="790752" y="460852"/>
                        <a:ext cx="919163" cy="410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组合 2"/>
          <p:cNvGrpSpPr/>
          <p:nvPr/>
        </p:nvGrpSpPr>
        <p:grpSpPr>
          <a:xfrm>
            <a:off x="5318373" y="1872950"/>
            <a:ext cx="2514600" cy="1613298"/>
            <a:chOff x="4784973" y="2927505"/>
            <a:chExt cx="2514600" cy="1613298"/>
          </a:xfrm>
        </p:grpSpPr>
        <p:grpSp>
          <p:nvGrpSpPr>
            <p:cNvPr id="18" name="Group 31"/>
            <p:cNvGrpSpPr>
              <a:grpSpLocks/>
            </p:cNvGrpSpPr>
            <p:nvPr/>
          </p:nvGrpSpPr>
          <p:grpSpPr bwMode="auto">
            <a:xfrm>
              <a:off x="4784973" y="2927505"/>
              <a:ext cx="2514600" cy="1600200"/>
              <a:chOff x="384" y="1200"/>
              <a:chExt cx="2112" cy="1344"/>
            </a:xfrm>
          </p:grpSpPr>
          <p:sp>
            <p:nvSpPr>
              <p:cNvPr id="19" name="Line 33"/>
              <p:cNvSpPr>
                <a:spLocks noChangeShapeType="1"/>
              </p:cNvSpPr>
              <p:nvPr/>
            </p:nvSpPr>
            <p:spPr bwMode="auto">
              <a:xfrm>
                <a:off x="466" y="2300"/>
                <a:ext cx="2030" cy="4"/>
              </a:xfrm>
              <a:prstGeom prst="line">
                <a:avLst/>
              </a:prstGeom>
              <a:noFill/>
              <a:ln w="19050">
                <a:solidFill>
                  <a:srgbClr val="1C1C1C"/>
                </a:solidFill>
                <a:round/>
                <a:headEnd/>
                <a:tailEnd type="triangle" w="sm" len="lg"/>
              </a:ln>
            </p:spPr>
            <p:txBody>
              <a:bodyPr wrap="none" anchor="ctr"/>
              <a:lstStyle/>
              <a:p>
                <a:endParaRPr lang="zh-CN" altLang="en-US"/>
              </a:p>
            </p:txBody>
          </p:sp>
          <p:graphicFrame>
            <p:nvGraphicFramePr>
              <p:cNvPr id="20" name="Object 34"/>
              <p:cNvGraphicFramePr>
                <a:graphicFrameLocks noChangeAspect="1"/>
              </p:cNvGraphicFramePr>
              <p:nvPr/>
            </p:nvGraphicFramePr>
            <p:xfrm>
              <a:off x="2262" y="2352"/>
              <a:ext cx="146" cy="192"/>
            </p:xfrm>
            <a:graphic>
              <a:graphicData uri="http://schemas.openxmlformats.org/presentationml/2006/ole">
                <mc:AlternateContent xmlns:mc="http://schemas.openxmlformats.org/markup-compatibility/2006">
                  <mc:Choice xmlns:v="urn:schemas-microsoft-com:vml" Requires="v">
                    <p:oleObj spid="_x0000_s12170" name="Equation" r:id="rId13" imgW="177480" imgH="190440" progId="Equation.3">
                      <p:embed/>
                    </p:oleObj>
                  </mc:Choice>
                  <mc:Fallback>
                    <p:oleObj name="Equation" r:id="rId13" imgW="177480" imgH="190440" progId="Equation.3">
                      <p:embed/>
                      <p:pic>
                        <p:nvPicPr>
                          <p:cNvPr id="10247"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2" y="2352"/>
                            <a:ext cx="146"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35"/>
              <p:cNvGraphicFramePr>
                <a:graphicFrameLocks noChangeAspect="1"/>
              </p:cNvGraphicFramePr>
              <p:nvPr/>
            </p:nvGraphicFramePr>
            <p:xfrm>
              <a:off x="528" y="1200"/>
              <a:ext cx="328" cy="248"/>
            </p:xfrm>
            <a:graphic>
              <a:graphicData uri="http://schemas.openxmlformats.org/presentationml/2006/ole">
                <mc:AlternateContent xmlns:mc="http://schemas.openxmlformats.org/markup-compatibility/2006">
                  <mc:Choice xmlns:v="urn:schemas-microsoft-com:vml" Requires="v">
                    <p:oleObj spid="_x0000_s12171" name="Equation" r:id="rId14" imgW="533160" imgH="304560" progId="Equation.3">
                      <p:embed/>
                    </p:oleObj>
                  </mc:Choice>
                  <mc:Fallback>
                    <p:oleObj name="Equation" r:id="rId14" imgW="533160" imgH="304560" progId="Equation.3">
                      <p:embed/>
                      <p:pic>
                        <p:nvPicPr>
                          <p:cNvPr id="10248" name="Object 3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8" y="1200"/>
                            <a:ext cx="328"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Line 36"/>
              <p:cNvSpPr>
                <a:spLocks noChangeShapeType="1"/>
              </p:cNvSpPr>
              <p:nvPr/>
            </p:nvSpPr>
            <p:spPr bwMode="auto">
              <a:xfrm flipV="1">
                <a:off x="480" y="1200"/>
                <a:ext cx="0" cy="1107"/>
              </a:xfrm>
              <a:prstGeom prst="line">
                <a:avLst/>
              </a:prstGeom>
              <a:noFill/>
              <a:ln w="19050">
                <a:solidFill>
                  <a:srgbClr val="1C1C1C"/>
                </a:solidFill>
                <a:round/>
                <a:headEnd/>
                <a:tailEnd type="triangle" w="sm" len="lg"/>
              </a:ln>
            </p:spPr>
            <p:txBody>
              <a:bodyPr wrap="none" anchor="ctr"/>
              <a:lstStyle/>
              <a:p>
                <a:endParaRPr lang="zh-CN" altLang="en-US"/>
              </a:p>
            </p:txBody>
          </p:sp>
          <p:graphicFrame>
            <p:nvGraphicFramePr>
              <p:cNvPr id="23" name="Object 37"/>
              <p:cNvGraphicFramePr>
                <a:graphicFrameLocks noChangeAspect="1"/>
              </p:cNvGraphicFramePr>
              <p:nvPr/>
            </p:nvGraphicFramePr>
            <p:xfrm>
              <a:off x="384" y="2304"/>
              <a:ext cx="218" cy="240"/>
            </p:xfrm>
            <a:graphic>
              <a:graphicData uri="http://schemas.openxmlformats.org/presentationml/2006/ole">
                <mc:AlternateContent xmlns:mc="http://schemas.openxmlformats.org/markup-compatibility/2006">
                  <mc:Choice xmlns:v="urn:schemas-microsoft-com:vml" Requires="v">
                    <p:oleObj spid="_x0000_s12172" name="Equation" r:id="rId16" imgW="126720" imgH="139680" progId="Equation.3">
                      <p:embed/>
                    </p:oleObj>
                  </mc:Choice>
                  <mc:Fallback>
                    <p:oleObj name="Equation" r:id="rId16" imgW="126720" imgH="139680" progId="Equation.3">
                      <p:embed/>
                      <p:pic>
                        <p:nvPicPr>
                          <p:cNvPr id="10249" name="Object 3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4" y="2304"/>
                            <a:ext cx="21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4" name="Group 48"/>
            <p:cNvGrpSpPr>
              <a:grpSpLocks/>
            </p:cNvGrpSpPr>
            <p:nvPr/>
          </p:nvGrpSpPr>
          <p:grpSpPr bwMode="auto">
            <a:xfrm>
              <a:off x="5356473" y="3327556"/>
              <a:ext cx="882253" cy="1213247"/>
              <a:chOff x="1185" y="2556"/>
              <a:chExt cx="741" cy="1019"/>
            </a:xfrm>
          </p:grpSpPr>
          <p:sp>
            <p:nvSpPr>
              <p:cNvPr id="25" name="Rectangle 43" descr="宽上对角线"/>
              <p:cNvSpPr>
                <a:spLocks noChangeArrowheads="1"/>
              </p:cNvSpPr>
              <p:nvPr/>
            </p:nvSpPr>
            <p:spPr bwMode="auto">
              <a:xfrm>
                <a:off x="1302" y="2556"/>
                <a:ext cx="75" cy="757"/>
              </a:xfrm>
              <a:prstGeom prst="rect">
                <a:avLst/>
              </a:prstGeom>
              <a:pattFill prst="wdUpDiag">
                <a:fgClr>
                  <a:srgbClr val="0000FF"/>
                </a:fgClr>
                <a:bgClr>
                  <a:srgbClr val="CCECFF"/>
                </a:bgClr>
              </a:pattFill>
              <a:ln w="9525">
                <a:solidFill>
                  <a:srgbClr val="53A2E9"/>
                </a:solidFill>
                <a:miter lim="800000"/>
                <a:headEnd/>
                <a:tailEnd/>
              </a:ln>
            </p:spPr>
            <p:txBody>
              <a:bodyPr wrap="none" anchor="ctr"/>
              <a:lstStyle/>
              <a:p>
                <a:endParaRPr lang="zh-CN" altLang="en-US"/>
              </a:p>
            </p:txBody>
          </p:sp>
          <p:graphicFrame>
            <p:nvGraphicFramePr>
              <p:cNvPr id="26" name="Object 44"/>
              <p:cNvGraphicFramePr>
                <a:graphicFrameLocks noChangeAspect="1"/>
              </p:cNvGraphicFramePr>
              <p:nvPr/>
            </p:nvGraphicFramePr>
            <p:xfrm>
              <a:off x="1185" y="3372"/>
              <a:ext cx="165" cy="203"/>
            </p:xfrm>
            <a:graphic>
              <a:graphicData uri="http://schemas.openxmlformats.org/presentationml/2006/ole">
                <mc:AlternateContent xmlns:mc="http://schemas.openxmlformats.org/markup-compatibility/2006">
                  <mc:Choice xmlns:v="urn:schemas-microsoft-com:vml" Requires="v">
                    <p:oleObj spid="_x0000_s12173" name="Equation" r:id="rId18" imgW="177480" imgH="190440" progId="Equation.3">
                      <p:embed/>
                    </p:oleObj>
                  </mc:Choice>
                  <mc:Fallback>
                    <p:oleObj name="Equation" r:id="rId18" imgW="177480" imgH="190440" progId="Equation.3">
                      <p:embed/>
                      <p:pic>
                        <p:nvPicPr>
                          <p:cNvPr id="10244"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5" y="3372"/>
                            <a:ext cx="165" cy="2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45"/>
              <p:cNvGraphicFramePr>
                <a:graphicFrameLocks noChangeAspect="1"/>
              </p:cNvGraphicFramePr>
              <p:nvPr/>
            </p:nvGraphicFramePr>
            <p:xfrm>
              <a:off x="1350" y="3320"/>
              <a:ext cx="576" cy="244"/>
            </p:xfrm>
            <a:graphic>
              <a:graphicData uri="http://schemas.openxmlformats.org/presentationml/2006/ole">
                <mc:AlternateContent xmlns:mc="http://schemas.openxmlformats.org/markup-compatibility/2006">
                  <mc:Choice xmlns:v="urn:schemas-microsoft-com:vml" Requires="v">
                    <p:oleObj spid="_x0000_s12174" name="Equation" r:id="rId19" imgW="660240" imgH="253800" progId="Equation.3">
                      <p:embed/>
                    </p:oleObj>
                  </mc:Choice>
                  <mc:Fallback>
                    <p:oleObj name="Equation" r:id="rId19" imgW="660240" imgH="253800" progId="Equation.3">
                      <p:embed/>
                      <p:pic>
                        <p:nvPicPr>
                          <p:cNvPr id="10245" name="Object 4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350" y="3320"/>
                            <a:ext cx="576"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46"/>
              <p:cNvGraphicFramePr>
                <a:graphicFrameLocks noChangeAspect="1"/>
              </p:cNvGraphicFramePr>
              <p:nvPr/>
            </p:nvGraphicFramePr>
            <p:xfrm>
              <a:off x="1377" y="2700"/>
              <a:ext cx="336" cy="275"/>
            </p:xfrm>
            <a:graphic>
              <a:graphicData uri="http://schemas.openxmlformats.org/presentationml/2006/ole">
                <mc:AlternateContent xmlns:mc="http://schemas.openxmlformats.org/markup-compatibility/2006">
                  <mc:Choice xmlns:v="urn:schemas-microsoft-com:vml" Requires="v">
                    <p:oleObj spid="_x0000_s12175" name="Equation" r:id="rId21" imgW="215640" imgH="177480" progId="Equation.3">
                      <p:embed/>
                    </p:oleObj>
                  </mc:Choice>
                  <mc:Fallback>
                    <p:oleObj name="Equation" r:id="rId21" imgW="215640" imgH="177480" progId="Equation.3">
                      <p:embed/>
                      <p:pic>
                        <p:nvPicPr>
                          <p:cNvPr id="10246" name="Object 4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77" y="2700"/>
                            <a:ext cx="336" cy="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9" name="Freeform 47"/>
            <p:cNvSpPr>
              <a:spLocks/>
            </p:cNvSpPr>
            <p:nvPr/>
          </p:nvSpPr>
          <p:spPr bwMode="auto">
            <a:xfrm>
              <a:off x="4899273" y="3172774"/>
              <a:ext cx="2295525" cy="1069181"/>
            </a:xfrm>
            <a:custGeom>
              <a:avLst/>
              <a:gdLst>
                <a:gd name="T0" fmla="*/ 0 w 1928"/>
                <a:gd name="T1" fmla="*/ 2147483647 h 898"/>
                <a:gd name="T2" fmla="*/ 2147483647 w 1928"/>
                <a:gd name="T3" fmla="*/ 2147483647 h 898"/>
                <a:gd name="T4" fmla="*/ 2147483647 w 1928"/>
                <a:gd name="T5" fmla="*/ 2147483647 h 898"/>
                <a:gd name="T6" fmla="*/ 2147483647 w 1928"/>
                <a:gd name="T7" fmla="*/ 2147483647 h 898"/>
                <a:gd name="T8" fmla="*/ 2147483647 w 1928"/>
                <a:gd name="T9" fmla="*/ 2147483647 h 898"/>
                <a:gd name="T10" fmla="*/ 2147483647 w 1928"/>
                <a:gd name="T11" fmla="*/ 2147483647 h 898"/>
                <a:gd name="T12" fmla="*/ 2147483647 w 1928"/>
                <a:gd name="T13" fmla="*/ 2147483647 h 898"/>
                <a:gd name="T14" fmla="*/ 2147483647 w 1928"/>
                <a:gd name="T15" fmla="*/ 2147483647 h 898"/>
                <a:gd name="T16" fmla="*/ 2147483647 w 1928"/>
                <a:gd name="T17" fmla="*/ 2147483647 h 898"/>
                <a:gd name="T18" fmla="*/ 2147483647 w 1928"/>
                <a:gd name="T19" fmla="*/ 2147483647 h 898"/>
                <a:gd name="T20" fmla="*/ 2147483647 w 1928"/>
                <a:gd name="T21" fmla="*/ 2147483647 h 8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28"/>
                <a:gd name="T34" fmla="*/ 0 h 898"/>
                <a:gd name="T35" fmla="*/ 1928 w 1928"/>
                <a:gd name="T36" fmla="*/ 898 h 89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28" h="898">
                  <a:moveTo>
                    <a:pt x="0" y="898"/>
                  </a:moveTo>
                  <a:cubicBezTo>
                    <a:pt x="54" y="872"/>
                    <a:pt x="108" y="846"/>
                    <a:pt x="175" y="764"/>
                  </a:cubicBezTo>
                  <a:cubicBezTo>
                    <a:pt x="242" y="683"/>
                    <a:pt x="330" y="523"/>
                    <a:pt x="400" y="409"/>
                  </a:cubicBezTo>
                  <a:cubicBezTo>
                    <a:pt x="470" y="293"/>
                    <a:pt x="536" y="139"/>
                    <a:pt x="600" y="75"/>
                  </a:cubicBezTo>
                  <a:cubicBezTo>
                    <a:pt x="664" y="11"/>
                    <a:pt x="719" y="0"/>
                    <a:pt x="782" y="26"/>
                  </a:cubicBezTo>
                  <a:cubicBezTo>
                    <a:pt x="845" y="52"/>
                    <a:pt x="905" y="158"/>
                    <a:pt x="975" y="231"/>
                  </a:cubicBezTo>
                  <a:cubicBezTo>
                    <a:pt x="1045" y="304"/>
                    <a:pt x="1132" y="400"/>
                    <a:pt x="1203" y="467"/>
                  </a:cubicBezTo>
                  <a:cubicBezTo>
                    <a:pt x="1274" y="534"/>
                    <a:pt x="1317" y="577"/>
                    <a:pt x="1402" y="631"/>
                  </a:cubicBezTo>
                  <a:cubicBezTo>
                    <a:pt x="1487" y="686"/>
                    <a:pt x="1629" y="759"/>
                    <a:pt x="1711" y="796"/>
                  </a:cubicBezTo>
                  <a:cubicBezTo>
                    <a:pt x="1793" y="832"/>
                    <a:pt x="1864" y="843"/>
                    <a:pt x="1896" y="852"/>
                  </a:cubicBezTo>
                  <a:cubicBezTo>
                    <a:pt x="1928" y="861"/>
                    <a:pt x="1902" y="852"/>
                    <a:pt x="1903" y="852"/>
                  </a:cubicBezTo>
                </a:path>
              </a:pathLst>
            </a:custGeom>
            <a:noFill/>
            <a:ln w="28575" cmpd="sng">
              <a:solidFill>
                <a:srgbClr val="FF0000"/>
              </a:solidFill>
              <a:round/>
              <a:headEnd/>
              <a:tailEnd/>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par>
                          <p:cTn id="8" fill="hold">
                            <p:stCondLst>
                              <p:cond delay="500"/>
                            </p:stCondLst>
                            <p:childTnLst>
                              <p:par>
                                <p:cTn id="9" presetID="3" presetClass="entr" presetSubtype="5"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vertic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1272"/>
                                        </p:tgtEl>
                                        <p:attrNameLst>
                                          <p:attrName>style.visibility</p:attrName>
                                        </p:attrNameLst>
                                      </p:cBhvr>
                                      <p:to>
                                        <p:strVal val="visible"/>
                                      </p:to>
                                    </p:set>
                                    <p:animEffect transition="in" filter="wipe(left)">
                                      <p:cBhvr>
                                        <p:cTn id="16" dur="500"/>
                                        <p:tgtEl>
                                          <p:spTgt spid="11272"/>
                                        </p:tgtEl>
                                      </p:cBhvr>
                                    </p:animEffect>
                                  </p:childTnLst>
                                </p:cTn>
                              </p:par>
                              <p:par>
                                <p:cTn id="17" presetID="22" presetClass="entr" presetSubtype="4" fill="hold" nodeType="withEffect">
                                  <p:stCondLst>
                                    <p:cond delay="0"/>
                                  </p:stCondLst>
                                  <p:childTnLst>
                                    <p:set>
                                      <p:cBhvr>
                                        <p:cTn id="18" dur="1" fill="hold">
                                          <p:stCondLst>
                                            <p:cond delay="0"/>
                                          </p:stCondLst>
                                        </p:cTn>
                                        <p:tgtEl>
                                          <p:spTgt spid="11267"/>
                                        </p:tgtEl>
                                        <p:attrNameLst>
                                          <p:attrName>style.visibility</p:attrName>
                                        </p:attrNameLst>
                                      </p:cBhvr>
                                      <p:to>
                                        <p:strVal val="visible"/>
                                      </p:to>
                                    </p:set>
                                    <p:animEffect transition="in" filter="wipe(down)">
                                      <p:cBhvr>
                                        <p:cTn id="19" dur="500"/>
                                        <p:tgtEl>
                                          <p:spTgt spid="11267"/>
                                        </p:tgtEl>
                                      </p:cBhvr>
                                    </p:animEffect>
                                  </p:childTnLst>
                                </p:cTn>
                              </p:par>
                              <p:par>
                                <p:cTn id="20" presetID="22" presetClass="entr" presetSubtype="8" fill="hold" nodeType="withEffect">
                                  <p:stCondLst>
                                    <p:cond delay="0"/>
                                  </p:stCondLst>
                                  <p:childTnLst>
                                    <p:set>
                                      <p:cBhvr>
                                        <p:cTn id="21" dur="1" fill="hold">
                                          <p:stCondLst>
                                            <p:cond delay="0"/>
                                          </p:stCondLst>
                                        </p:cTn>
                                        <p:tgtEl>
                                          <p:spTgt spid="11273"/>
                                        </p:tgtEl>
                                        <p:attrNameLst>
                                          <p:attrName>style.visibility</p:attrName>
                                        </p:attrNameLst>
                                      </p:cBhvr>
                                      <p:to>
                                        <p:strVal val="visible"/>
                                      </p:to>
                                    </p:set>
                                    <p:animEffect transition="in" filter="wipe(left)">
                                      <p:cBhvr>
                                        <p:cTn id="22" dur="500"/>
                                        <p:tgtEl>
                                          <p:spTgt spid="11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302" name="Group 2"/>
          <p:cNvGrpSpPr>
            <a:grpSpLocks/>
          </p:cNvGrpSpPr>
          <p:nvPr/>
        </p:nvGrpSpPr>
        <p:grpSpPr bwMode="auto">
          <a:xfrm>
            <a:off x="5207699" y="1287878"/>
            <a:ext cx="2628900" cy="1600200"/>
            <a:chOff x="288" y="672"/>
            <a:chExt cx="2208" cy="1344"/>
          </a:xfrm>
        </p:grpSpPr>
        <p:sp>
          <p:nvSpPr>
            <p:cNvPr id="12313" name="Line 4"/>
            <p:cNvSpPr>
              <a:spLocks noChangeShapeType="1"/>
            </p:cNvSpPr>
            <p:nvPr/>
          </p:nvSpPr>
          <p:spPr bwMode="auto">
            <a:xfrm>
              <a:off x="460" y="1728"/>
              <a:ext cx="2036" cy="0"/>
            </a:xfrm>
            <a:prstGeom prst="line">
              <a:avLst/>
            </a:prstGeom>
            <a:noFill/>
            <a:ln w="19050">
              <a:solidFill>
                <a:srgbClr val="000000"/>
              </a:solidFill>
              <a:round/>
              <a:headEnd/>
              <a:tailEnd type="triangle" w="sm" len="lg"/>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12299" name="Object 5"/>
            <p:cNvGraphicFramePr>
              <a:graphicFrameLocks noChangeAspect="1"/>
            </p:cNvGraphicFramePr>
            <p:nvPr/>
          </p:nvGraphicFramePr>
          <p:xfrm>
            <a:off x="2208" y="1776"/>
            <a:ext cx="196" cy="240"/>
          </p:xfrm>
          <a:graphic>
            <a:graphicData uri="http://schemas.openxmlformats.org/presentationml/2006/ole">
              <mc:AlternateContent xmlns:mc="http://schemas.openxmlformats.org/markup-compatibility/2006">
                <mc:Choice xmlns:v="urn:schemas-microsoft-com:vml" Requires="v">
                  <p:oleObj spid="_x0000_s79417" name="Equation" r:id="rId3" imgW="177480" imgH="190440" progId="Equation.3">
                    <p:embed/>
                  </p:oleObj>
                </mc:Choice>
                <mc:Fallback>
                  <p:oleObj name="Equation" r:id="rId3" imgW="177480" imgH="19044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 y="1776"/>
                          <a:ext cx="196"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0" name="Object 6"/>
            <p:cNvGraphicFramePr>
              <a:graphicFrameLocks noChangeAspect="1"/>
            </p:cNvGraphicFramePr>
            <p:nvPr/>
          </p:nvGraphicFramePr>
          <p:xfrm>
            <a:off x="528" y="672"/>
            <a:ext cx="394" cy="251"/>
          </p:xfrm>
          <a:graphic>
            <a:graphicData uri="http://schemas.openxmlformats.org/presentationml/2006/ole">
              <mc:AlternateContent xmlns:mc="http://schemas.openxmlformats.org/markup-compatibility/2006">
                <mc:Choice xmlns:v="urn:schemas-microsoft-com:vml" Requires="v">
                  <p:oleObj spid="_x0000_s79418" name="Equation" r:id="rId5" imgW="533160" imgH="304560" progId="Equation.3">
                    <p:embed/>
                  </p:oleObj>
                </mc:Choice>
                <mc:Fallback>
                  <p:oleObj name="Equation" r:id="rId5" imgW="533160" imgH="30456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 y="672"/>
                          <a:ext cx="394" cy="2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301" name="Object 7"/>
            <p:cNvGraphicFramePr>
              <a:graphicFrameLocks noChangeAspect="1"/>
            </p:cNvGraphicFramePr>
            <p:nvPr/>
          </p:nvGraphicFramePr>
          <p:xfrm>
            <a:off x="288" y="1750"/>
            <a:ext cx="241" cy="266"/>
          </p:xfrm>
          <a:graphic>
            <a:graphicData uri="http://schemas.openxmlformats.org/presentationml/2006/ole">
              <mc:AlternateContent xmlns:mc="http://schemas.openxmlformats.org/markup-compatibility/2006">
                <mc:Choice xmlns:v="urn:schemas-microsoft-com:vml" Requires="v">
                  <p:oleObj spid="_x0000_s79419" name="Equation" r:id="rId7" imgW="126720" imgH="139680" progId="Equation.3">
                    <p:embed/>
                  </p:oleObj>
                </mc:Choice>
                <mc:Fallback>
                  <p:oleObj name="Equation" r:id="rId7" imgW="126720" imgH="13968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 y="1750"/>
                          <a:ext cx="241" cy="2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314" name="Line 8"/>
            <p:cNvSpPr>
              <a:spLocks noChangeShapeType="1"/>
            </p:cNvSpPr>
            <p:nvPr/>
          </p:nvSpPr>
          <p:spPr bwMode="auto">
            <a:xfrm flipV="1">
              <a:off x="480" y="672"/>
              <a:ext cx="0" cy="1056"/>
            </a:xfrm>
            <a:prstGeom prst="line">
              <a:avLst/>
            </a:prstGeom>
            <a:noFill/>
            <a:ln w="19050">
              <a:solidFill>
                <a:srgbClr val="000000"/>
              </a:solidFill>
              <a:round/>
              <a:headEnd/>
              <a:tailEnd type="triangle" w="sm" len="lg"/>
            </a:ln>
          </p:spPr>
          <p:txBody>
            <a:bodyPr wrap="none"/>
            <a:lstStyle/>
            <a:p>
              <a:endParaRPr lang="zh-CN" altLang="en-US" sz="2100">
                <a:latin typeface="Times New Roman" panose="02020603050405020304" pitchFamily="18" charset="0"/>
                <a:ea typeface="+mn-ea"/>
                <a:cs typeface="Times New Roman" panose="02020603050405020304" pitchFamily="18" charset="0"/>
              </a:endParaRPr>
            </a:p>
          </p:txBody>
        </p:sp>
      </p:grpSp>
      <p:grpSp>
        <p:nvGrpSpPr>
          <p:cNvPr id="3" name="Group 9"/>
          <p:cNvGrpSpPr>
            <a:grpSpLocks/>
          </p:cNvGrpSpPr>
          <p:nvPr/>
        </p:nvGrpSpPr>
        <p:grpSpPr bwMode="auto">
          <a:xfrm>
            <a:off x="6249830" y="1454719"/>
            <a:ext cx="769145" cy="1520221"/>
            <a:chOff x="1169" y="868"/>
            <a:chExt cx="646" cy="1199"/>
          </a:xfrm>
        </p:grpSpPr>
        <p:sp>
          <p:nvSpPr>
            <p:cNvPr id="12311" name="Freeform 10" descr="宽下对角线"/>
            <p:cNvSpPr>
              <a:spLocks/>
            </p:cNvSpPr>
            <p:nvPr/>
          </p:nvSpPr>
          <p:spPr bwMode="auto">
            <a:xfrm>
              <a:off x="1311" y="868"/>
              <a:ext cx="378" cy="857"/>
            </a:xfrm>
            <a:custGeom>
              <a:avLst/>
              <a:gdLst>
                <a:gd name="T0" fmla="*/ 0 w 378"/>
                <a:gd name="T1" fmla="*/ 878 h 878"/>
                <a:gd name="T2" fmla="*/ 4 w 378"/>
                <a:gd name="T3" fmla="*/ 0 h 878"/>
                <a:gd name="T4" fmla="*/ 97 w 378"/>
                <a:gd name="T5" fmla="*/ 103 h 878"/>
                <a:gd name="T6" fmla="*/ 172 w 378"/>
                <a:gd name="T7" fmla="*/ 239 h 878"/>
                <a:gd name="T8" fmla="*/ 284 w 378"/>
                <a:gd name="T9" fmla="*/ 407 h 878"/>
                <a:gd name="T10" fmla="*/ 369 w 378"/>
                <a:gd name="T11" fmla="*/ 513 h 878"/>
                <a:gd name="T12" fmla="*/ 378 w 378"/>
                <a:gd name="T13" fmla="*/ 878 h 878"/>
                <a:gd name="T14" fmla="*/ 0 w 378"/>
                <a:gd name="T15" fmla="*/ 878 h 878"/>
                <a:gd name="T16" fmla="*/ 0 60000 65536"/>
                <a:gd name="T17" fmla="*/ 0 60000 65536"/>
                <a:gd name="T18" fmla="*/ 0 60000 65536"/>
                <a:gd name="T19" fmla="*/ 0 60000 65536"/>
                <a:gd name="T20" fmla="*/ 0 60000 65536"/>
                <a:gd name="T21" fmla="*/ 0 60000 65536"/>
                <a:gd name="T22" fmla="*/ 0 60000 65536"/>
                <a:gd name="T23" fmla="*/ 0 60000 65536"/>
                <a:gd name="T24" fmla="*/ 0 w 378"/>
                <a:gd name="T25" fmla="*/ 0 h 878"/>
                <a:gd name="T26" fmla="*/ 378 w 378"/>
                <a:gd name="T27" fmla="*/ 878 h 878"/>
                <a:gd name="connsiteX0" fmla="*/ 0 w 10000"/>
                <a:gd name="connsiteY0" fmla="*/ 9760 h 9760"/>
                <a:gd name="connsiteX1" fmla="*/ 21 w 10000"/>
                <a:gd name="connsiteY1" fmla="*/ 0 h 9760"/>
                <a:gd name="connsiteX2" fmla="*/ 2566 w 10000"/>
                <a:gd name="connsiteY2" fmla="*/ 933 h 9760"/>
                <a:gd name="connsiteX3" fmla="*/ 4550 w 10000"/>
                <a:gd name="connsiteY3" fmla="*/ 2482 h 9760"/>
                <a:gd name="connsiteX4" fmla="*/ 7513 w 10000"/>
                <a:gd name="connsiteY4" fmla="*/ 4396 h 9760"/>
                <a:gd name="connsiteX5" fmla="*/ 9762 w 10000"/>
                <a:gd name="connsiteY5" fmla="*/ 5603 h 9760"/>
                <a:gd name="connsiteX6" fmla="*/ 10000 w 10000"/>
                <a:gd name="connsiteY6" fmla="*/ 9760 h 9760"/>
                <a:gd name="connsiteX7" fmla="*/ 0 w 10000"/>
                <a:gd name="connsiteY7" fmla="*/ 9760 h 9760"/>
                <a:gd name="connsiteX0" fmla="*/ 0 w 10000"/>
                <a:gd name="connsiteY0" fmla="*/ 10000 h 10000"/>
                <a:gd name="connsiteX1" fmla="*/ 21 w 10000"/>
                <a:gd name="connsiteY1" fmla="*/ 0 h 10000"/>
                <a:gd name="connsiteX2" fmla="*/ 2566 w 10000"/>
                <a:gd name="connsiteY2" fmla="*/ 1201 h 10000"/>
                <a:gd name="connsiteX3" fmla="*/ 4550 w 10000"/>
                <a:gd name="connsiteY3" fmla="*/ 2543 h 10000"/>
                <a:gd name="connsiteX4" fmla="*/ 7513 w 10000"/>
                <a:gd name="connsiteY4" fmla="*/ 4504 h 10000"/>
                <a:gd name="connsiteX5" fmla="*/ 9762 w 10000"/>
                <a:gd name="connsiteY5" fmla="*/ 5741 h 10000"/>
                <a:gd name="connsiteX6" fmla="*/ 10000 w 10000"/>
                <a:gd name="connsiteY6" fmla="*/ 10000 h 10000"/>
                <a:gd name="connsiteX7" fmla="*/ 0 w 10000"/>
                <a:gd name="connsiteY7"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00">
                  <a:moveTo>
                    <a:pt x="0" y="10000"/>
                  </a:moveTo>
                  <a:cubicBezTo>
                    <a:pt x="7" y="6667"/>
                    <a:pt x="14" y="3333"/>
                    <a:pt x="21" y="0"/>
                  </a:cubicBezTo>
                  <a:lnTo>
                    <a:pt x="2566" y="1201"/>
                  </a:lnTo>
                  <a:lnTo>
                    <a:pt x="4550" y="2543"/>
                  </a:lnTo>
                  <a:lnTo>
                    <a:pt x="7513" y="4504"/>
                  </a:lnTo>
                  <a:lnTo>
                    <a:pt x="9762" y="5741"/>
                  </a:lnTo>
                  <a:cubicBezTo>
                    <a:pt x="9841" y="7161"/>
                    <a:pt x="9921" y="8580"/>
                    <a:pt x="10000" y="10000"/>
                  </a:cubicBezTo>
                  <a:lnTo>
                    <a:pt x="0" y="10000"/>
                  </a:lnTo>
                  <a:close/>
                </a:path>
              </a:pathLst>
            </a:custGeom>
            <a:blipFill>
              <a:blip r:embed="rId9" cstate="print"/>
              <a:tile tx="0" ty="0" sx="100000" sy="100000" flip="none" algn="tl"/>
            </a:blipFill>
            <a:ln w="9525">
              <a:solidFill>
                <a:schemeClr val="tx1"/>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12296" name="Object 11"/>
            <p:cNvGraphicFramePr>
              <a:graphicFrameLocks noChangeAspect="1"/>
            </p:cNvGraphicFramePr>
            <p:nvPr>
              <p:extLst>
                <p:ext uri="{D42A27DB-BD31-4B8C-83A1-F6EECF244321}">
                  <p14:modId xmlns:p14="http://schemas.microsoft.com/office/powerpoint/2010/main" val="2520221533"/>
                </p:ext>
              </p:extLst>
            </p:nvPr>
          </p:nvGraphicFramePr>
          <p:xfrm>
            <a:off x="1169" y="1684"/>
            <a:ext cx="256" cy="383"/>
          </p:xfrm>
          <a:graphic>
            <a:graphicData uri="http://schemas.openxmlformats.org/presentationml/2006/ole">
              <mc:AlternateContent xmlns:mc="http://schemas.openxmlformats.org/markup-compatibility/2006">
                <mc:Choice xmlns:v="urn:schemas-microsoft-com:vml" Requires="v">
                  <p:oleObj spid="_x0000_s79420" name="Equation" r:id="rId10" imgW="164880" imgH="241200" progId="Equation.DSMT4">
                    <p:embed/>
                  </p:oleObj>
                </mc:Choice>
                <mc:Fallback>
                  <p:oleObj name="Equation" r:id="rId10" imgW="164880" imgH="241200" progId="Equation.DSMT4">
                    <p:embed/>
                    <p:pic>
                      <p:nvPicPr>
                        <p:cNvPr id="0" name="Object 11"/>
                        <p:cNvPicPr>
                          <a:picLocks noChangeAspect="1" noChangeArrowheads="1"/>
                        </p:cNvPicPr>
                        <p:nvPr/>
                      </p:nvPicPr>
                      <p:blipFill>
                        <a:blip r:embed="rId11"/>
                        <a:srcRect/>
                        <a:stretch>
                          <a:fillRect/>
                        </a:stretch>
                      </p:blipFill>
                      <p:spPr bwMode="auto">
                        <a:xfrm>
                          <a:off x="1169" y="1684"/>
                          <a:ext cx="256" cy="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7" name="Object 12"/>
            <p:cNvGraphicFramePr>
              <a:graphicFrameLocks noChangeAspect="1"/>
            </p:cNvGraphicFramePr>
            <p:nvPr/>
          </p:nvGraphicFramePr>
          <p:xfrm>
            <a:off x="1296" y="1398"/>
            <a:ext cx="336" cy="234"/>
          </p:xfrm>
          <a:graphic>
            <a:graphicData uri="http://schemas.openxmlformats.org/presentationml/2006/ole">
              <mc:AlternateContent xmlns:mc="http://schemas.openxmlformats.org/markup-compatibility/2006">
                <mc:Choice xmlns:v="urn:schemas-microsoft-com:vml" Requires="v">
                  <p:oleObj spid="_x0000_s79421" name="公式" r:id="rId12" imgW="342720" imgH="241200" progId="Equation.3">
                    <p:embed/>
                  </p:oleObj>
                </mc:Choice>
                <mc:Fallback>
                  <p:oleObj name="公式" r:id="rId12" imgW="342720" imgH="241200"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96" y="1398"/>
                          <a:ext cx="336" cy="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298" name="Object 13"/>
            <p:cNvGraphicFramePr>
              <a:graphicFrameLocks noChangeAspect="1"/>
            </p:cNvGraphicFramePr>
            <p:nvPr>
              <p:extLst>
                <p:ext uri="{D42A27DB-BD31-4B8C-83A1-F6EECF244321}">
                  <p14:modId xmlns:p14="http://schemas.microsoft.com/office/powerpoint/2010/main" val="1759705708"/>
                </p:ext>
              </p:extLst>
            </p:nvPr>
          </p:nvGraphicFramePr>
          <p:xfrm>
            <a:off x="1588" y="1767"/>
            <a:ext cx="227" cy="291"/>
          </p:xfrm>
          <a:graphic>
            <a:graphicData uri="http://schemas.openxmlformats.org/presentationml/2006/ole">
              <mc:AlternateContent xmlns:mc="http://schemas.openxmlformats.org/markup-compatibility/2006">
                <mc:Choice xmlns:v="urn:schemas-microsoft-com:vml" Requires="v">
                  <p:oleObj spid="_x0000_s79422" name="Equation" r:id="rId14" imgW="342720" imgH="393480" progId="Equation.DSMT4">
                    <p:embed/>
                  </p:oleObj>
                </mc:Choice>
                <mc:Fallback>
                  <p:oleObj name="Equation" r:id="rId14" imgW="342720" imgH="393480" progId="Equation.DSMT4">
                    <p:embed/>
                    <p:pic>
                      <p:nvPicPr>
                        <p:cNvPr id="0" name="Object 13"/>
                        <p:cNvPicPr>
                          <a:picLocks noChangeAspect="1" noChangeArrowheads="1"/>
                        </p:cNvPicPr>
                        <p:nvPr/>
                      </p:nvPicPr>
                      <p:blipFill>
                        <a:blip r:embed="rId15"/>
                        <a:srcRect/>
                        <a:stretch>
                          <a:fillRect/>
                        </a:stretch>
                      </p:blipFill>
                      <p:spPr bwMode="auto">
                        <a:xfrm>
                          <a:off x="1588" y="1767"/>
                          <a:ext cx="227"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0979" name="Object 19"/>
          <p:cNvGraphicFramePr>
            <a:graphicFrameLocks noChangeAspect="1"/>
          </p:cNvGraphicFramePr>
          <p:nvPr>
            <p:extLst>
              <p:ext uri="{D42A27DB-BD31-4B8C-83A1-F6EECF244321}">
                <p14:modId xmlns:p14="http://schemas.microsoft.com/office/powerpoint/2010/main" val="3040172327"/>
              </p:ext>
            </p:extLst>
          </p:nvPr>
        </p:nvGraphicFramePr>
        <p:xfrm>
          <a:off x="1955347" y="1709747"/>
          <a:ext cx="2425411" cy="831569"/>
        </p:xfrm>
        <a:graphic>
          <a:graphicData uri="http://schemas.openxmlformats.org/presentationml/2006/ole">
            <mc:AlternateContent xmlns:mc="http://schemas.openxmlformats.org/markup-compatibility/2006">
              <mc:Choice xmlns:v="urn:schemas-microsoft-com:vml" Requires="v">
                <p:oleObj spid="_x0000_s79423" name="Equation" r:id="rId16" imgW="1091880" imgH="393480" progId="Equation.DSMT4">
                  <p:embed/>
                </p:oleObj>
              </mc:Choice>
              <mc:Fallback>
                <p:oleObj name="Equation" r:id="rId16" imgW="1091880" imgH="393480" progId="Equation.DSMT4">
                  <p:embed/>
                  <p:pic>
                    <p:nvPicPr>
                      <p:cNvPr id="0" name="Object 19"/>
                      <p:cNvPicPr>
                        <a:picLocks noChangeAspect="1" noChangeArrowheads="1"/>
                      </p:cNvPicPr>
                      <p:nvPr/>
                    </p:nvPicPr>
                    <p:blipFill>
                      <a:blip r:embed="rId17"/>
                      <a:srcRect/>
                      <a:stretch>
                        <a:fillRect/>
                      </a:stretch>
                    </p:blipFill>
                    <p:spPr bwMode="auto">
                      <a:xfrm>
                        <a:off x="1955347" y="1709747"/>
                        <a:ext cx="2425411" cy="831569"/>
                      </a:xfrm>
                      <a:prstGeom prst="rect">
                        <a:avLst/>
                      </a:prstGeom>
                      <a:noFill/>
                      <a:ln>
                        <a:noFill/>
                      </a:ln>
                      <a:extLst/>
                    </p:spPr>
                  </p:pic>
                </p:oleObj>
              </mc:Fallback>
            </mc:AlternateContent>
          </a:graphicData>
        </a:graphic>
      </p:graphicFrame>
      <p:grpSp>
        <p:nvGrpSpPr>
          <p:cNvPr id="5" name="Group 54"/>
          <p:cNvGrpSpPr>
            <a:grpSpLocks/>
          </p:cNvGrpSpPr>
          <p:nvPr/>
        </p:nvGrpSpPr>
        <p:grpSpPr bwMode="auto">
          <a:xfrm>
            <a:off x="760267" y="347783"/>
            <a:ext cx="7654515" cy="503635"/>
            <a:chOff x="2744" y="1278"/>
            <a:chExt cx="3577" cy="423"/>
          </a:xfrm>
        </p:grpSpPr>
        <p:sp>
          <p:nvSpPr>
            <p:cNvPr id="12309" name="Text Box 21"/>
            <p:cNvSpPr txBox="1">
              <a:spLocks noChangeArrowheads="1"/>
            </p:cNvSpPr>
            <p:nvPr/>
          </p:nvSpPr>
          <p:spPr bwMode="auto">
            <a:xfrm>
              <a:off x="2744" y="1298"/>
              <a:ext cx="3577" cy="403"/>
            </a:xfrm>
            <a:prstGeom prst="rect">
              <a:avLst/>
            </a:prstGeom>
            <a:noFill/>
            <a:ln w="9525">
              <a:noFill/>
              <a:miter lim="800000"/>
              <a:headEnd/>
              <a:tailEnd/>
            </a:ln>
          </p:spPr>
          <p:txBody>
            <a:bodyPr wrap="square">
              <a:spAutoFit/>
            </a:bodyPr>
            <a:lstStyle/>
            <a:p>
              <a:pPr>
                <a:lnSpc>
                  <a:spcPct val="120000"/>
                </a:lnSpc>
                <a:spcBef>
                  <a:spcPct val="50000"/>
                </a:spcBef>
              </a:pPr>
              <a:r>
                <a:rPr lang="zh-CN" altLang="en-US" sz="2100" dirty="0">
                  <a:solidFill>
                    <a:srgbClr val="000000"/>
                  </a:solidFill>
                  <a:latin typeface="Times New Roman" panose="02020603050405020304" pitchFamily="18" charset="0"/>
                  <a:ea typeface="+mn-ea"/>
                  <a:cs typeface="Times New Roman" panose="02020603050405020304" pitchFamily="18" charset="0"/>
                </a:rPr>
                <a:t>        速率位于                 区间的分子数，占总分子数的百分比：</a:t>
              </a:r>
            </a:p>
          </p:txBody>
        </p:sp>
        <p:graphicFrame>
          <p:nvGraphicFramePr>
            <p:cNvPr id="12294" name="Object 22"/>
            <p:cNvGraphicFramePr>
              <a:graphicFrameLocks noChangeAspect="1"/>
            </p:cNvGraphicFramePr>
            <p:nvPr>
              <p:extLst>
                <p:ext uri="{D42A27DB-BD31-4B8C-83A1-F6EECF244321}">
                  <p14:modId xmlns:p14="http://schemas.microsoft.com/office/powerpoint/2010/main" val="1109288770"/>
                </p:ext>
              </p:extLst>
            </p:nvPr>
          </p:nvGraphicFramePr>
          <p:xfrm>
            <a:off x="3526" y="1278"/>
            <a:ext cx="556" cy="386"/>
          </p:xfrm>
          <a:graphic>
            <a:graphicData uri="http://schemas.openxmlformats.org/presentationml/2006/ole">
              <mc:AlternateContent xmlns:mc="http://schemas.openxmlformats.org/markup-compatibility/2006">
                <mc:Choice xmlns:v="urn:schemas-microsoft-com:vml" Requires="v">
                  <p:oleObj spid="_x0000_s79424" name="Equation" r:id="rId18" imgW="507960" imgH="228600" progId="Equation.DSMT4">
                    <p:embed/>
                  </p:oleObj>
                </mc:Choice>
                <mc:Fallback>
                  <p:oleObj name="Equation" r:id="rId18" imgW="507960" imgH="228600" progId="Equation.DSMT4">
                    <p:embed/>
                    <p:pic>
                      <p:nvPicPr>
                        <p:cNvPr id="0" name="Object 22"/>
                        <p:cNvPicPr>
                          <a:picLocks noChangeAspect="1" noChangeArrowheads="1"/>
                        </p:cNvPicPr>
                        <p:nvPr/>
                      </p:nvPicPr>
                      <p:blipFill>
                        <a:blip r:embed="rId19"/>
                        <a:srcRect/>
                        <a:stretch>
                          <a:fillRect/>
                        </a:stretch>
                      </p:blipFill>
                      <p:spPr bwMode="auto">
                        <a:xfrm>
                          <a:off x="3526" y="1278"/>
                          <a:ext cx="556" cy="386"/>
                        </a:xfrm>
                        <a:prstGeom prst="rect">
                          <a:avLst/>
                        </a:prstGeom>
                        <a:noFill/>
                        <a:ln>
                          <a:noFill/>
                        </a:ln>
                        <a:extLst/>
                      </p:spPr>
                    </p:pic>
                  </p:oleObj>
                </mc:Fallback>
              </mc:AlternateContent>
            </a:graphicData>
          </a:graphic>
        </p:graphicFrame>
      </p:grpSp>
      <p:sp>
        <p:nvSpPr>
          <p:cNvPr id="12307" name="Freeform 27"/>
          <p:cNvSpPr>
            <a:spLocks/>
          </p:cNvSpPr>
          <p:nvPr/>
        </p:nvSpPr>
        <p:spPr bwMode="auto">
          <a:xfrm>
            <a:off x="5447014" y="1383128"/>
            <a:ext cx="2228850" cy="1162050"/>
          </a:xfrm>
          <a:custGeom>
            <a:avLst/>
            <a:gdLst>
              <a:gd name="T0" fmla="*/ 0 w 2136"/>
              <a:gd name="T1" fmla="*/ 2147483647 h 1023"/>
              <a:gd name="T2" fmla="*/ 2147483647 w 2136"/>
              <a:gd name="T3" fmla="*/ 2147483647 h 1023"/>
              <a:gd name="T4" fmla="*/ 2147483647 w 2136"/>
              <a:gd name="T5" fmla="*/ 2147483647 h 1023"/>
              <a:gd name="T6" fmla="*/ 2147483647 w 2136"/>
              <a:gd name="T7" fmla="*/ 2147483647 h 1023"/>
              <a:gd name="T8" fmla="*/ 2147483647 w 2136"/>
              <a:gd name="T9" fmla="*/ 2147483647 h 1023"/>
              <a:gd name="T10" fmla="*/ 2147483647 w 2136"/>
              <a:gd name="T11" fmla="*/ 2147483647 h 1023"/>
              <a:gd name="T12" fmla="*/ 2147483647 w 2136"/>
              <a:gd name="T13" fmla="*/ 2147483647 h 1023"/>
              <a:gd name="T14" fmla="*/ 2147483647 w 2136"/>
              <a:gd name="T15" fmla="*/ 2147483647 h 1023"/>
              <a:gd name="T16" fmla="*/ 2147483647 w 2136"/>
              <a:gd name="T17" fmla="*/ 2147483647 h 1023"/>
              <a:gd name="T18" fmla="*/ 2147483647 w 2136"/>
              <a:gd name="T19" fmla="*/ 2147483647 h 1023"/>
              <a:gd name="T20" fmla="*/ 2147483647 w 2136"/>
              <a:gd name="T21" fmla="*/ 2147483647 h 10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6"/>
              <a:gd name="T34" fmla="*/ 0 h 1023"/>
              <a:gd name="T35" fmla="*/ 2136 w 2136"/>
              <a:gd name="T36" fmla="*/ 1023 h 10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6" h="1023">
                <a:moveTo>
                  <a:pt x="0" y="1023"/>
                </a:moveTo>
                <a:cubicBezTo>
                  <a:pt x="40" y="982"/>
                  <a:pt x="164" y="880"/>
                  <a:pt x="237" y="781"/>
                </a:cubicBezTo>
                <a:cubicBezTo>
                  <a:pt x="310" y="682"/>
                  <a:pt x="369" y="547"/>
                  <a:pt x="435" y="431"/>
                </a:cubicBezTo>
                <a:cubicBezTo>
                  <a:pt x="501" y="315"/>
                  <a:pt x="566" y="157"/>
                  <a:pt x="634" y="88"/>
                </a:cubicBezTo>
                <a:cubicBezTo>
                  <a:pt x="702" y="19"/>
                  <a:pt x="772" y="0"/>
                  <a:pt x="840" y="18"/>
                </a:cubicBezTo>
                <a:cubicBezTo>
                  <a:pt x="908" y="36"/>
                  <a:pt x="972" y="115"/>
                  <a:pt x="1045" y="198"/>
                </a:cubicBezTo>
                <a:cubicBezTo>
                  <a:pt x="1118" y="281"/>
                  <a:pt x="1203" y="429"/>
                  <a:pt x="1279" y="516"/>
                </a:cubicBezTo>
                <a:cubicBezTo>
                  <a:pt x="1355" y="603"/>
                  <a:pt x="1405" y="654"/>
                  <a:pt x="1500" y="720"/>
                </a:cubicBezTo>
                <a:cubicBezTo>
                  <a:pt x="1595" y="786"/>
                  <a:pt x="1747" y="870"/>
                  <a:pt x="1848" y="913"/>
                </a:cubicBezTo>
                <a:cubicBezTo>
                  <a:pt x="1949" y="955"/>
                  <a:pt x="2082" y="968"/>
                  <a:pt x="2109" y="976"/>
                </a:cubicBezTo>
                <a:cubicBezTo>
                  <a:pt x="2136" y="983"/>
                  <a:pt x="2033" y="960"/>
                  <a:pt x="2013" y="956"/>
                </a:cubicBezTo>
              </a:path>
            </a:pathLst>
          </a:custGeom>
          <a:noFill/>
          <a:ln w="38100" cmpd="sng">
            <a:solidFill>
              <a:srgbClr val="FF0000"/>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27" name="Object 19"/>
          <p:cNvGraphicFramePr>
            <a:graphicFrameLocks noChangeAspect="1"/>
          </p:cNvGraphicFramePr>
          <p:nvPr>
            <p:extLst>
              <p:ext uri="{D42A27DB-BD31-4B8C-83A1-F6EECF244321}">
                <p14:modId xmlns:p14="http://schemas.microsoft.com/office/powerpoint/2010/main" val="2083089532"/>
              </p:ext>
            </p:extLst>
          </p:nvPr>
        </p:nvGraphicFramePr>
        <p:xfrm>
          <a:off x="2023960" y="4025736"/>
          <a:ext cx="2624525" cy="621129"/>
        </p:xfrm>
        <a:graphic>
          <a:graphicData uri="http://schemas.openxmlformats.org/presentationml/2006/ole">
            <mc:AlternateContent xmlns:mc="http://schemas.openxmlformats.org/markup-compatibility/2006">
              <mc:Choice xmlns:v="urn:schemas-microsoft-com:vml" Requires="v">
                <p:oleObj spid="_x0000_s79425" name="Equation" r:id="rId20" imgW="1892160" imgH="469800" progId="Equation.3">
                  <p:embed/>
                </p:oleObj>
              </mc:Choice>
              <mc:Fallback>
                <p:oleObj name="Equation" r:id="rId20" imgW="1892160" imgH="46980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023960" y="4025736"/>
                        <a:ext cx="2624525" cy="621129"/>
                      </a:xfrm>
                      <a:prstGeom prst="rect">
                        <a:avLst/>
                      </a:prstGeom>
                      <a:noFill/>
                      <a:ln>
                        <a:noFill/>
                      </a:ln>
                      <a:extLst/>
                    </p:spPr>
                  </p:pic>
                </p:oleObj>
              </mc:Fallback>
            </mc:AlternateContent>
          </a:graphicData>
        </a:graphic>
      </p:graphicFrame>
      <p:grpSp>
        <p:nvGrpSpPr>
          <p:cNvPr id="29" name="Group 54"/>
          <p:cNvGrpSpPr>
            <a:grpSpLocks/>
          </p:cNvGrpSpPr>
          <p:nvPr/>
        </p:nvGrpSpPr>
        <p:grpSpPr bwMode="auto">
          <a:xfrm>
            <a:off x="1274655" y="3291088"/>
            <a:ext cx="6212205" cy="479823"/>
            <a:chOff x="2744" y="1298"/>
            <a:chExt cx="2903" cy="403"/>
          </a:xfrm>
        </p:grpSpPr>
        <p:sp>
          <p:nvSpPr>
            <p:cNvPr id="30" name="Text Box 21"/>
            <p:cNvSpPr txBox="1">
              <a:spLocks noChangeArrowheads="1"/>
            </p:cNvSpPr>
            <p:nvPr/>
          </p:nvSpPr>
          <p:spPr bwMode="auto">
            <a:xfrm>
              <a:off x="2744" y="1298"/>
              <a:ext cx="2903" cy="403"/>
            </a:xfrm>
            <a:prstGeom prst="rect">
              <a:avLst/>
            </a:prstGeom>
            <a:noFill/>
            <a:ln w="9525">
              <a:noFill/>
              <a:miter lim="800000"/>
              <a:headEnd/>
              <a:tailEnd/>
            </a:ln>
          </p:spPr>
          <p:txBody>
            <a:bodyPr>
              <a:spAutoFit/>
            </a:bodyPr>
            <a:lstStyle/>
            <a:p>
              <a:pPr>
                <a:lnSpc>
                  <a:spcPct val="120000"/>
                </a:lnSpc>
                <a:spcBef>
                  <a:spcPct val="50000"/>
                </a:spcBef>
              </a:pPr>
              <a:r>
                <a:rPr lang="zh-CN" altLang="en-US" sz="2100" dirty="0">
                  <a:solidFill>
                    <a:srgbClr val="000000"/>
                  </a:solidFill>
                  <a:latin typeface="Times New Roman" panose="02020603050405020304" pitchFamily="18" charset="0"/>
                  <a:ea typeface="+mn-ea"/>
                  <a:cs typeface="Times New Roman" panose="02020603050405020304" pitchFamily="18" charset="0"/>
                </a:rPr>
                <a:t>速率位于                 区间的分子数：</a:t>
              </a:r>
            </a:p>
          </p:txBody>
        </p:sp>
        <p:graphicFrame>
          <p:nvGraphicFramePr>
            <p:cNvPr id="31" name="Object 22"/>
            <p:cNvGraphicFramePr>
              <a:graphicFrameLocks noChangeAspect="1"/>
            </p:cNvGraphicFramePr>
            <p:nvPr>
              <p:extLst>
                <p:ext uri="{D42A27DB-BD31-4B8C-83A1-F6EECF244321}">
                  <p14:modId xmlns:p14="http://schemas.microsoft.com/office/powerpoint/2010/main" val="3504944200"/>
                </p:ext>
              </p:extLst>
            </p:nvPr>
          </p:nvGraphicFramePr>
          <p:xfrm>
            <a:off x="3280" y="1303"/>
            <a:ext cx="559" cy="386"/>
          </p:xfrm>
          <a:graphic>
            <a:graphicData uri="http://schemas.openxmlformats.org/presentationml/2006/ole">
              <mc:AlternateContent xmlns:mc="http://schemas.openxmlformats.org/markup-compatibility/2006">
                <mc:Choice xmlns:v="urn:schemas-microsoft-com:vml" Requires="v">
                  <p:oleObj spid="_x0000_s79426" name="Equation" r:id="rId22" imgW="507960" imgH="228600" progId="Equation.DSMT4">
                    <p:embed/>
                  </p:oleObj>
                </mc:Choice>
                <mc:Fallback>
                  <p:oleObj name="Equation" r:id="rId22" imgW="507960" imgH="228600" progId="Equation.DSMT4">
                    <p:embed/>
                    <p:pic>
                      <p:nvPicPr>
                        <p:cNvPr id="0" name=""/>
                        <p:cNvPicPr>
                          <a:picLocks noChangeAspect="1" noChangeArrowheads="1"/>
                        </p:cNvPicPr>
                        <p:nvPr/>
                      </p:nvPicPr>
                      <p:blipFill>
                        <a:blip r:embed="rId23"/>
                        <a:srcRect/>
                        <a:stretch>
                          <a:fillRect/>
                        </a:stretch>
                      </p:blipFill>
                      <p:spPr bwMode="auto">
                        <a:xfrm>
                          <a:off x="3280" y="1303"/>
                          <a:ext cx="559" cy="386"/>
                        </a:xfrm>
                        <a:prstGeom prst="rect">
                          <a:avLst/>
                        </a:prstGeom>
                        <a:noFill/>
                        <a:ln>
                          <a:noFill/>
                        </a:ln>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ou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79"/>
                                        </p:tgtEl>
                                        <p:attrNameLst>
                                          <p:attrName>style.visibility</p:attrName>
                                        </p:attrNameLst>
                                      </p:cBhvr>
                                      <p:to>
                                        <p:strVal val="visible"/>
                                      </p:to>
                                    </p:set>
                                    <p:animEffect transition="in" filter="blinds(horizontal)">
                                      <p:cBhvr>
                                        <p:cTn id="12" dur="500"/>
                                        <p:tgtEl>
                                          <p:spTgt spid="4097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linds(horizont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linds(horizontal)">
                                      <p:cBhvr>
                                        <p:cTn id="2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p:cNvGrpSpPr>
            <a:grpSpLocks/>
          </p:cNvGrpSpPr>
          <p:nvPr/>
        </p:nvGrpSpPr>
        <p:grpSpPr bwMode="auto">
          <a:xfrm>
            <a:off x="973956" y="944498"/>
            <a:ext cx="6813380" cy="984647"/>
            <a:chOff x="874" y="922"/>
            <a:chExt cx="5474" cy="827"/>
          </a:xfrm>
        </p:grpSpPr>
        <p:graphicFrame>
          <p:nvGraphicFramePr>
            <p:cNvPr id="13317" name="Object 4"/>
            <p:cNvGraphicFramePr>
              <a:graphicFrameLocks noChangeAspect="1"/>
            </p:cNvGraphicFramePr>
            <p:nvPr>
              <p:extLst>
                <p:ext uri="{D42A27DB-BD31-4B8C-83A1-F6EECF244321}">
                  <p14:modId xmlns:p14="http://schemas.microsoft.com/office/powerpoint/2010/main" val="2071420616"/>
                </p:ext>
              </p:extLst>
            </p:nvPr>
          </p:nvGraphicFramePr>
          <p:xfrm>
            <a:off x="3294" y="922"/>
            <a:ext cx="3054" cy="827"/>
          </p:xfrm>
          <a:graphic>
            <a:graphicData uri="http://schemas.openxmlformats.org/presentationml/2006/ole">
              <mc:AlternateContent xmlns:mc="http://schemas.openxmlformats.org/markup-compatibility/2006">
                <mc:Choice xmlns:v="urn:schemas-microsoft-com:vml" Requires="v">
                  <p:oleObj spid="_x0000_s14004" name="Equation" r:id="rId3" imgW="1650960" imgH="444240" progId="Equation.DSMT4">
                    <p:embed/>
                  </p:oleObj>
                </mc:Choice>
                <mc:Fallback>
                  <p:oleObj name="Equation" r:id="rId3" imgW="1650960" imgH="444240" progId="Equation.DSMT4">
                    <p:embed/>
                    <p:pic>
                      <p:nvPicPr>
                        <p:cNvPr id="0" name="Object 4"/>
                        <p:cNvPicPr>
                          <a:picLocks noChangeAspect="1" noChangeArrowheads="1"/>
                        </p:cNvPicPr>
                        <p:nvPr/>
                      </p:nvPicPr>
                      <p:blipFill>
                        <a:blip r:embed="rId4"/>
                        <a:srcRect/>
                        <a:stretch>
                          <a:fillRect/>
                        </a:stretch>
                      </p:blipFill>
                      <p:spPr bwMode="auto">
                        <a:xfrm>
                          <a:off x="3294" y="922"/>
                          <a:ext cx="3054" cy="827"/>
                        </a:xfrm>
                        <a:prstGeom prst="rect">
                          <a:avLst/>
                        </a:prstGeom>
                        <a:noFill/>
                        <a:extLst/>
                      </p:spPr>
                    </p:pic>
                  </p:oleObj>
                </mc:Fallback>
              </mc:AlternateContent>
            </a:graphicData>
          </a:graphic>
        </p:graphicFrame>
        <p:sp>
          <p:nvSpPr>
            <p:cNvPr id="13327" name="Rectangle 5"/>
            <p:cNvSpPr>
              <a:spLocks noChangeArrowheads="1"/>
            </p:cNvSpPr>
            <p:nvPr/>
          </p:nvSpPr>
          <p:spPr bwMode="auto">
            <a:xfrm>
              <a:off x="874" y="1207"/>
              <a:ext cx="2607" cy="349"/>
            </a:xfrm>
            <a:prstGeom prst="rect">
              <a:avLst/>
            </a:prstGeom>
            <a:noFill/>
            <a:ln w="9525">
              <a:noFill/>
              <a:miter lim="800000"/>
              <a:headEnd/>
              <a:tailEnd/>
            </a:ln>
          </p:spPr>
          <p:txBody>
            <a:bodyPr wrap="square">
              <a:spAutoFit/>
            </a:bodyPr>
            <a:lstStyle/>
            <a:p>
              <a:r>
                <a:rPr lang="zh-CN" altLang="en-US" sz="2100" dirty="0" smtClean="0">
                  <a:solidFill>
                    <a:srgbClr val="1C1C1C"/>
                  </a:solidFill>
                  <a:latin typeface="Times New Roman" pitchFamily="18" charset="0"/>
                  <a:cs typeface="Times New Roman" panose="02020603050405020304" pitchFamily="18" charset="0"/>
                </a:rPr>
                <a:t>麦克斯韦</a:t>
              </a:r>
              <a:r>
                <a:rPr lang="zh-CN" altLang="en-US" sz="2100" dirty="0">
                  <a:solidFill>
                    <a:srgbClr val="1C1C1C"/>
                  </a:solidFill>
                  <a:latin typeface="Times New Roman" pitchFamily="18" charset="0"/>
                  <a:cs typeface="Times New Roman" panose="02020603050405020304" pitchFamily="18" charset="0"/>
                </a:rPr>
                <a:t>速率</a:t>
              </a:r>
              <a:r>
                <a:rPr lang="zh-CN" altLang="en-US" sz="2100" dirty="0" smtClean="0">
                  <a:solidFill>
                    <a:srgbClr val="1C1C1C"/>
                  </a:solidFill>
                  <a:latin typeface="Times New Roman" pitchFamily="18" charset="0"/>
                  <a:cs typeface="Times New Roman" panose="02020603050405020304" pitchFamily="18" charset="0"/>
                </a:rPr>
                <a:t>分布函数</a:t>
              </a:r>
              <a:r>
                <a:rPr lang="en-US" altLang="zh-CN" sz="2100" dirty="0">
                  <a:solidFill>
                    <a:srgbClr val="1C1C1C"/>
                  </a:solidFill>
                  <a:latin typeface="Times New Roman" pitchFamily="18" charset="0"/>
                  <a:cs typeface="Times New Roman" panose="02020603050405020304" pitchFamily="18" charset="0"/>
                </a:rPr>
                <a:t>:</a:t>
              </a:r>
              <a:endParaRPr lang="zh-CN" altLang="en-US" sz="2100" dirty="0">
                <a:solidFill>
                  <a:srgbClr val="1C1C1C"/>
                </a:solidFill>
                <a:latin typeface="Times New Roman" pitchFamily="18" charset="0"/>
                <a:cs typeface="Times New Roman" panose="02020603050405020304" pitchFamily="18" charset="0"/>
              </a:endParaRPr>
            </a:p>
          </p:txBody>
        </p:sp>
      </p:grpSp>
      <p:sp>
        <p:nvSpPr>
          <p:cNvPr id="13319" name="Rectangle 6"/>
          <p:cNvSpPr>
            <a:spLocks noChangeArrowheads="1"/>
          </p:cNvSpPr>
          <p:nvPr/>
        </p:nvSpPr>
        <p:spPr bwMode="auto">
          <a:xfrm>
            <a:off x="444622" y="416768"/>
            <a:ext cx="5779294" cy="415498"/>
          </a:xfrm>
          <a:prstGeom prst="rect">
            <a:avLst/>
          </a:prstGeom>
          <a:noFill/>
          <a:ln w="9525">
            <a:noFill/>
            <a:miter lim="800000"/>
            <a:headEnd/>
            <a:tailEnd/>
          </a:ln>
        </p:spPr>
        <p:txBody>
          <a:bodyPr>
            <a:spAutoFit/>
          </a:bodyPr>
          <a:lstStyle/>
          <a:p>
            <a:r>
              <a:rPr lang="zh-CN" altLang="en-US" sz="2100" dirty="0">
                <a:solidFill>
                  <a:srgbClr val="CC0000"/>
                </a:solidFill>
                <a:latin typeface="Times New Roman" panose="02020603050405020304" pitchFamily="18" charset="0"/>
                <a:cs typeface="Times New Roman" panose="02020603050405020304" pitchFamily="18" charset="0"/>
              </a:rPr>
              <a:t>二、麦克斯韦气体分子速率分布定律</a:t>
            </a:r>
          </a:p>
        </p:txBody>
      </p:sp>
      <p:grpSp>
        <p:nvGrpSpPr>
          <p:cNvPr id="13323" name="Group 36"/>
          <p:cNvGrpSpPr>
            <a:grpSpLocks/>
          </p:cNvGrpSpPr>
          <p:nvPr/>
        </p:nvGrpSpPr>
        <p:grpSpPr bwMode="auto">
          <a:xfrm>
            <a:off x="5707805" y="2527456"/>
            <a:ext cx="2694182" cy="1893320"/>
            <a:chOff x="1156" y="2410"/>
            <a:chExt cx="1968" cy="1383"/>
          </a:xfrm>
        </p:grpSpPr>
        <p:sp>
          <p:nvSpPr>
            <p:cNvPr id="13324" name="Line 21"/>
            <p:cNvSpPr>
              <a:spLocks noChangeShapeType="1"/>
            </p:cNvSpPr>
            <p:nvPr/>
          </p:nvSpPr>
          <p:spPr bwMode="auto">
            <a:xfrm>
              <a:off x="1297" y="3499"/>
              <a:ext cx="1827" cy="6"/>
            </a:xfrm>
            <a:prstGeom prst="line">
              <a:avLst/>
            </a:prstGeom>
            <a:noFill/>
            <a:ln w="19050">
              <a:solidFill>
                <a:srgbClr val="000000"/>
              </a:solidFill>
              <a:round/>
              <a:headEnd/>
              <a:tailEnd type="triangle" w="sm" len="lg"/>
            </a:ln>
          </p:spPr>
          <p:txBody>
            <a:bodyPr wrap="none" anchor="ctr"/>
            <a:lstStyle/>
            <a:p>
              <a:endParaRPr lang="zh-CN" altLang="en-US" sz="2100">
                <a:latin typeface="Times New Roman" panose="02020603050405020304" pitchFamily="18" charset="0"/>
                <a:cs typeface="Times New Roman" panose="02020603050405020304" pitchFamily="18" charset="0"/>
              </a:endParaRPr>
            </a:p>
          </p:txBody>
        </p:sp>
        <p:graphicFrame>
          <p:nvGraphicFramePr>
            <p:cNvPr id="13314" name="Object 22"/>
            <p:cNvGraphicFramePr>
              <a:graphicFrameLocks noChangeAspect="1"/>
            </p:cNvGraphicFramePr>
            <p:nvPr/>
          </p:nvGraphicFramePr>
          <p:xfrm>
            <a:off x="2836" y="3553"/>
            <a:ext cx="195" cy="240"/>
          </p:xfrm>
          <a:graphic>
            <a:graphicData uri="http://schemas.openxmlformats.org/presentationml/2006/ole">
              <mc:AlternateContent xmlns:mc="http://schemas.openxmlformats.org/markup-compatibility/2006">
                <mc:Choice xmlns:v="urn:schemas-microsoft-com:vml" Requires="v">
                  <p:oleObj spid="_x0000_s14005" name="Equation" r:id="rId5" imgW="177480" imgH="190440" progId="Equation.3">
                    <p:embed/>
                  </p:oleObj>
                </mc:Choice>
                <mc:Fallback>
                  <p:oleObj name="Equation" r:id="rId5" imgW="177480" imgH="190440" progId="Equation.3">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6" y="3553"/>
                          <a:ext cx="195"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5" name="Object 23"/>
            <p:cNvGraphicFramePr>
              <a:graphicFrameLocks noChangeAspect="1"/>
            </p:cNvGraphicFramePr>
            <p:nvPr/>
          </p:nvGraphicFramePr>
          <p:xfrm>
            <a:off x="1365" y="2410"/>
            <a:ext cx="336" cy="249"/>
          </p:xfrm>
          <a:graphic>
            <a:graphicData uri="http://schemas.openxmlformats.org/presentationml/2006/ole">
              <mc:AlternateContent xmlns:mc="http://schemas.openxmlformats.org/markup-compatibility/2006">
                <mc:Choice xmlns:v="urn:schemas-microsoft-com:vml" Requires="v">
                  <p:oleObj spid="_x0000_s14006" name="Equation" r:id="rId7" imgW="533160" imgH="304560" progId="Equation.3">
                    <p:embed/>
                  </p:oleObj>
                </mc:Choice>
                <mc:Fallback>
                  <p:oleObj name="Equation" r:id="rId7" imgW="533160" imgH="304560"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5" y="2410"/>
                          <a:ext cx="336"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6" name="Object 26"/>
            <p:cNvGraphicFramePr>
              <a:graphicFrameLocks noChangeAspect="1"/>
            </p:cNvGraphicFramePr>
            <p:nvPr/>
          </p:nvGraphicFramePr>
          <p:xfrm>
            <a:off x="1156" y="3457"/>
            <a:ext cx="261" cy="288"/>
          </p:xfrm>
          <a:graphic>
            <a:graphicData uri="http://schemas.openxmlformats.org/presentationml/2006/ole">
              <mc:AlternateContent xmlns:mc="http://schemas.openxmlformats.org/markup-compatibility/2006">
                <mc:Choice xmlns:v="urn:schemas-microsoft-com:vml" Requires="v">
                  <p:oleObj spid="_x0000_s14007" name="Equation" r:id="rId9" imgW="126720" imgH="139680" progId="Equation.3">
                    <p:embed/>
                  </p:oleObj>
                </mc:Choice>
                <mc:Fallback>
                  <p:oleObj name="Equation" r:id="rId9" imgW="126720" imgH="139680" progId="Equation.3">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6" y="3457"/>
                          <a:ext cx="26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25" name="Freeform 34"/>
            <p:cNvSpPr>
              <a:spLocks/>
            </p:cNvSpPr>
            <p:nvPr/>
          </p:nvSpPr>
          <p:spPr bwMode="auto">
            <a:xfrm>
              <a:off x="1301" y="2658"/>
              <a:ext cx="1707" cy="840"/>
            </a:xfrm>
            <a:custGeom>
              <a:avLst/>
              <a:gdLst>
                <a:gd name="T0" fmla="*/ 0 w 1824"/>
                <a:gd name="T1" fmla="*/ 840 h 840"/>
                <a:gd name="T2" fmla="*/ 157 w 1824"/>
                <a:gd name="T3" fmla="*/ 648 h 840"/>
                <a:gd name="T4" fmla="*/ 432 w 1824"/>
                <a:gd name="T5" fmla="*/ 120 h 840"/>
                <a:gd name="T6" fmla="*/ 630 w 1824"/>
                <a:gd name="T7" fmla="*/ 24 h 840"/>
                <a:gd name="T8" fmla="*/ 866 w 1824"/>
                <a:gd name="T9" fmla="*/ 264 h 840"/>
                <a:gd name="T10" fmla="*/ 1062 w 1824"/>
                <a:gd name="T11" fmla="*/ 456 h 840"/>
                <a:gd name="T12" fmla="*/ 1298 w 1824"/>
                <a:gd name="T13" fmla="*/ 648 h 840"/>
                <a:gd name="T14" fmla="*/ 1495 w 1824"/>
                <a:gd name="T15" fmla="*/ 744 h 840"/>
                <a:gd name="T16" fmla="*/ 0 60000 65536"/>
                <a:gd name="T17" fmla="*/ 0 60000 65536"/>
                <a:gd name="T18" fmla="*/ 0 60000 65536"/>
                <a:gd name="T19" fmla="*/ 0 60000 65536"/>
                <a:gd name="T20" fmla="*/ 0 60000 65536"/>
                <a:gd name="T21" fmla="*/ 0 60000 65536"/>
                <a:gd name="T22" fmla="*/ 0 60000 65536"/>
                <a:gd name="T23" fmla="*/ 0 60000 65536"/>
                <a:gd name="T24" fmla="*/ 0 w 1824"/>
                <a:gd name="T25" fmla="*/ 0 h 840"/>
                <a:gd name="T26" fmla="*/ 1824 w 1824"/>
                <a:gd name="T27" fmla="*/ 840 h 8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24" h="840">
                  <a:moveTo>
                    <a:pt x="0" y="840"/>
                  </a:moveTo>
                  <a:cubicBezTo>
                    <a:pt x="52" y="804"/>
                    <a:pt x="104" y="768"/>
                    <a:pt x="192" y="648"/>
                  </a:cubicBezTo>
                  <a:cubicBezTo>
                    <a:pt x="280" y="528"/>
                    <a:pt x="432" y="224"/>
                    <a:pt x="528" y="120"/>
                  </a:cubicBezTo>
                  <a:cubicBezTo>
                    <a:pt x="624" y="16"/>
                    <a:pt x="680" y="0"/>
                    <a:pt x="768" y="24"/>
                  </a:cubicBezTo>
                  <a:cubicBezTo>
                    <a:pt x="856" y="48"/>
                    <a:pt x="968" y="192"/>
                    <a:pt x="1056" y="264"/>
                  </a:cubicBezTo>
                  <a:cubicBezTo>
                    <a:pt x="1144" y="336"/>
                    <a:pt x="1208" y="392"/>
                    <a:pt x="1296" y="456"/>
                  </a:cubicBezTo>
                  <a:cubicBezTo>
                    <a:pt x="1384" y="520"/>
                    <a:pt x="1496" y="600"/>
                    <a:pt x="1584" y="648"/>
                  </a:cubicBezTo>
                  <a:cubicBezTo>
                    <a:pt x="1672" y="696"/>
                    <a:pt x="1784" y="728"/>
                    <a:pt x="1824" y="744"/>
                  </a:cubicBezTo>
                </a:path>
              </a:pathLst>
            </a:custGeom>
            <a:noFill/>
            <a:ln w="28575" cmpd="sng">
              <a:solidFill>
                <a:srgbClr val="FF0000"/>
              </a:solidFill>
              <a:round/>
              <a:headEnd/>
              <a:tailEnd/>
            </a:ln>
          </p:spPr>
          <p:txBody>
            <a:bodyPr wrap="none" anchor="ctr"/>
            <a:lstStyle/>
            <a:p>
              <a:endParaRPr lang="zh-CN" altLang="en-US" sz="2100">
                <a:latin typeface="Times New Roman" panose="02020603050405020304" pitchFamily="18" charset="0"/>
                <a:cs typeface="Times New Roman" panose="02020603050405020304" pitchFamily="18" charset="0"/>
              </a:endParaRPr>
            </a:p>
          </p:txBody>
        </p:sp>
        <p:sp>
          <p:nvSpPr>
            <p:cNvPr id="13326" name="Line 35"/>
            <p:cNvSpPr>
              <a:spLocks noChangeShapeType="1"/>
            </p:cNvSpPr>
            <p:nvPr/>
          </p:nvSpPr>
          <p:spPr bwMode="auto">
            <a:xfrm flipV="1">
              <a:off x="1287" y="2497"/>
              <a:ext cx="0" cy="1008"/>
            </a:xfrm>
            <a:prstGeom prst="line">
              <a:avLst/>
            </a:prstGeom>
            <a:noFill/>
            <a:ln w="19050">
              <a:solidFill>
                <a:srgbClr val="000000"/>
              </a:solidFill>
              <a:round/>
              <a:headEnd/>
              <a:tailEnd type="triangle" w="sm" len="lg"/>
            </a:ln>
          </p:spPr>
          <p:txBody>
            <a:bodyPr wrap="none" anchor="ctr"/>
            <a:lstStyle/>
            <a:p>
              <a:endParaRPr lang="zh-CN" altLang="en-US" sz="2100">
                <a:latin typeface="Times New Roman" panose="02020603050405020304" pitchFamily="18" charset="0"/>
                <a:cs typeface="Times New Roman" panose="02020603050405020304" pitchFamily="18" charset="0"/>
              </a:endParaRPr>
            </a:p>
          </p:txBody>
        </p:sp>
      </p:grpSp>
      <p:grpSp>
        <p:nvGrpSpPr>
          <p:cNvPr id="3" name="组合 2"/>
          <p:cNvGrpSpPr/>
          <p:nvPr/>
        </p:nvGrpSpPr>
        <p:grpSpPr>
          <a:xfrm>
            <a:off x="973956" y="3061945"/>
            <a:ext cx="3757493" cy="760000"/>
            <a:chOff x="1092201" y="5182454"/>
            <a:chExt cx="5009991" cy="1013334"/>
          </a:xfrm>
        </p:grpSpPr>
        <p:graphicFrame>
          <p:nvGraphicFramePr>
            <p:cNvPr id="13" name="Object 19"/>
            <p:cNvGraphicFramePr>
              <a:graphicFrameLocks noChangeAspect="1"/>
            </p:cNvGraphicFramePr>
            <p:nvPr>
              <p:extLst>
                <p:ext uri="{D42A27DB-BD31-4B8C-83A1-F6EECF244321}">
                  <p14:modId xmlns:p14="http://schemas.microsoft.com/office/powerpoint/2010/main" val="1351868920"/>
                </p:ext>
              </p:extLst>
            </p:nvPr>
          </p:nvGraphicFramePr>
          <p:xfrm>
            <a:off x="2662957" y="5182454"/>
            <a:ext cx="3439235" cy="1013334"/>
          </p:xfrm>
          <a:graphic>
            <a:graphicData uri="http://schemas.openxmlformats.org/presentationml/2006/ole">
              <mc:AlternateContent xmlns:mc="http://schemas.openxmlformats.org/markup-compatibility/2006">
                <mc:Choice xmlns:v="urn:schemas-microsoft-com:vml" Requires="v">
                  <p:oleObj spid="_x0000_s14008" name="Equation" r:id="rId11" imgW="1269720" imgH="393480" progId="Equation.DSMT4">
                    <p:embed/>
                  </p:oleObj>
                </mc:Choice>
                <mc:Fallback>
                  <p:oleObj name="Equation" r:id="rId11" imgW="1269720" imgH="393480" progId="Equation.DSMT4">
                    <p:embed/>
                    <p:pic>
                      <p:nvPicPr>
                        <p:cNvPr id="40979" name="Object 19"/>
                        <p:cNvPicPr>
                          <a:picLocks noChangeAspect="1" noChangeArrowheads="1"/>
                        </p:cNvPicPr>
                        <p:nvPr/>
                      </p:nvPicPr>
                      <p:blipFill>
                        <a:blip r:embed="rId12"/>
                        <a:srcRect/>
                        <a:stretch>
                          <a:fillRect/>
                        </a:stretch>
                      </p:blipFill>
                      <p:spPr bwMode="auto">
                        <a:xfrm>
                          <a:off x="2662957" y="5182454"/>
                          <a:ext cx="3439235" cy="1013334"/>
                        </a:xfrm>
                        <a:prstGeom prst="rect">
                          <a:avLst/>
                        </a:prstGeom>
                        <a:noFill/>
                        <a:ln>
                          <a:noFill/>
                        </a:ln>
                        <a:extLst/>
                      </p:spPr>
                    </p:pic>
                  </p:oleObj>
                </mc:Fallback>
              </mc:AlternateContent>
            </a:graphicData>
          </a:graphic>
        </p:graphicFrame>
        <p:sp>
          <p:nvSpPr>
            <p:cNvPr id="14" name="Rectangle 5"/>
            <p:cNvSpPr>
              <a:spLocks noChangeArrowheads="1"/>
            </p:cNvSpPr>
            <p:nvPr/>
          </p:nvSpPr>
          <p:spPr bwMode="auto">
            <a:xfrm>
              <a:off x="1092201" y="5402607"/>
              <a:ext cx="2895600" cy="553997"/>
            </a:xfrm>
            <a:prstGeom prst="rect">
              <a:avLst/>
            </a:prstGeom>
            <a:noFill/>
            <a:ln w="9525">
              <a:noFill/>
              <a:miter lim="800000"/>
              <a:headEnd/>
              <a:tailEnd/>
            </a:ln>
          </p:spPr>
          <p:txBody>
            <a:bodyPr>
              <a:spAutoFit/>
            </a:bodyPr>
            <a:lstStyle/>
            <a:p>
              <a:r>
                <a:rPr lang="zh-CN" altLang="en-US" sz="2100">
                  <a:solidFill>
                    <a:srgbClr val="1C1C1C"/>
                  </a:solidFill>
                  <a:latin typeface="Times New Roman" pitchFamily="18" charset="0"/>
                  <a:cs typeface="Times New Roman" panose="02020603050405020304" pitchFamily="18" charset="0"/>
                </a:rPr>
                <a:t>归一化</a:t>
              </a:r>
              <a:r>
                <a:rPr lang="en-US" altLang="zh-CN" sz="2100">
                  <a:solidFill>
                    <a:srgbClr val="1C1C1C"/>
                  </a:solidFill>
                  <a:latin typeface="Times New Roman" pitchFamily="18" charset="0"/>
                  <a:cs typeface="Times New Roman" panose="02020603050405020304" pitchFamily="18" charset="0"/>
                </a:rPr>
                <a:t>:</a:t>
              </a:r>
              <a:endParaRPr lang="zh-CN" altLang="en-US" sz="2100" dirty="0">
                <a:solidFill>
                  <a:srgbClr val="1C1C1C"/>
                </a:solidFill>
                <a:latin typeface="Times New Roman" pitchFamily="18" charset="0"/>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6" name="Text Box 2"/>
          <p:cNvSpPr txBox="1">
            <a:spLocks noChangeArrowheads="1"/>
          </p:cNvSpPr>
          <p:nvPr/>
        </p:nvSpPr>
        <p:spPr bwMode="auto">
          <a:xfrm>
            <a:off x="604880" y="360546"/>
            <a:ext cx="3995960" cy="415498"/>
          </a:xfrm>
          <a:prstGeom prst="rect">
            <a:avLst/>
          </a:prstGeom>
          <a:noFill/>
          <a:ln w="9525">
            <a:noFill/>
            <a:miter lim="800000"/>
            <a:headEnd/>
            <a:tailEnd/>
          </a:ln>
        </p:spPr>
        <p:txBody>
          <a:bodyPr wrap="square">
            <a:spAutoFit/>
          </a:bodyPr>
          <a:lstStyle/>
          <a:p>
            <a:pPr>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三、三种统计速率</a:t>
            </a:r>
          </a:p>
        </p:txBody>
      </p:sp>
      <p:graphicFrame>
        <p:nvGraphicFramePr>
          <p:cNvPr id="14338" name="Object 4"/>
          <p:cNvGraphicFramePr>
            <a:graphicFrameLocks noChangeAspect="1"/>
          </p:cNvGraphicFramePr>
          <p:nvPr>
            <p:extLst>
              <p:ext uri="{D42A27DB-BD31-4B8C-83A1-F6EECF244321}">
                <p14:modId xmlns:p14="http://schemas.microsoft.com/office/powerpoint/2010/main" val="1192631538"/>
              </p:ext>
            </p:extLst>
          </p:nvPr>
        </p:nvGraphicFramePr>
        <p:xfrm>
          <a:off x="3185330" y="960242"/>
          <a:ext cx="384907" cy="593771"/>
        </p:xfrm>
        <a:graphic>
          <a:graphicData uri="http://schemas.openxmlformats.org/presentationml/2006/ole">
            <mc:AlternateContent xmlns:mc="http://schemas.openxmlformats.org/markup-compatibility/2006">
              <mc:Choice xmlns:v="urn:schemas-microsoft-com:vml" Requires="v">
                <p:oleObj spid="_x0000_s82138" name="公式" r:id="rId3" imgW="177480" imgH="241200" progId="Equation.3">
                  <p:embed/>
                </p:oleObj>
              </mc:Choice>
              <mc:Fallback>
                <p:oleObj name="公式" r:id="rId3" imgW="177480" imgH="241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5330" y="960242"/>
                        <a:ext cx="384907" cy="5937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7" name="Text Box 5"/>
          <p:cNvSpPr txBox="1">
            <a:spLocks noChangeArrowheads="1"/>
          </p:cNvSpPr>
          <p:nvPr/>
        </p:nvSpPr>
        <p:spPr bwMode="auto">
          <a:xfrm>
            <a:off x="1074127" y="1058484"/>
            <a:ext cx="2686050" cy="415498"/>
          </a:xfrm>
          <a:prstGeom prst="rect">
            <a:avLst/>
          </a:prstGeom>
          <a:noFill/>
          <a:ln w="9525">
            <a:noFill/>
            <a:miter lim="800000"/>
            <a:headEnd/>
            <a:tailEnd/>
          </a:ln>
        </p:spPr>
        <p:txBody>
          <a:bodyPr>
            <a:spAutoFit/>
          </a:bodyPr>
          <a:lstStyle/>
          <a:p>
            <a:pPr>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a:t>
            </a:r>
            <a:r>
              <a:rPr lang="en-US" altLang="zh-CN" sz="2100" dirty="0">
                <a:solidFill>
                  <a:srgbClr val="CC0000"/>
                </a:solidFill>
                <a:latin typeface="Times New Roman" panose="02020603050405020304" pitchFamily="18" charset="0"/>
                <a:ea typeface="+mn-ea"/>
                <a:cs typeface="Times New Roman" panose="02020603050405020304" pitchFamily="18" charset="0"/>
              </a:rPr>
              <a:t>1</a:t>
            </a:r>
            <a:r>
              <a:rPr lang="zh-CN" altLang="en-US" sz="2100" dirty="0">
                <a:solidFill>
                  <a:srgbClr val="CC0000"/>
                </a:solidFill>
                <a:latin typeface="Times New Roman" panose="02020603050405020304" pitchFamily="18" charset="0"/>
                <a:ea typeface="+mn-ea"/>
                <a:cs typeface="Times New Roman" panose="02020603050405020304" pitchFamily="18" charset="0"/>
              </a:rPr>
              <a:t>）</a:t>
            </a:r>
            <a:r>
              <a:rPr lang="zh-CN" altLang="en-US" sz="2100" dirty="0">
                <a:solidFill>
                  <a:srgbClr val="1C1C1C"/>
                </a:solidFill>
                <a:latin typeface="Times New Roman" panose="02020603050405020304" pitchFamily="18" charset="0"/>
                <a:ea typeface="+mn-ea"/>
                <a:cs typeface="Times New Roman" panose="02020603050405020304" pitchFamily="18" charset="0"/>
              </a:rPr>
              <a:t>最概然速率</a:t>
            </a:r>
          </a:p>
        </p:txBody>
      </p:sp>
      <p:graphicFrame>
        <p:nvGraphicFramePr>
          <p:cNvPr id="43014" name="Object 6"/>
          <p:cNvGraphicFramePr>
            <a:graphicFrameLocks noChangeAspect="1"/>
          </p:cNvGraphicFramePr>
          <p:nvPr>
            <p:extLst>
              <p:ext uri="{D42A27DB-BD31-4B8C-83A1-F6EECF244321}">
                <p14:modId xmlns:p14="http://schemas.microsoft.com/office/powerpoint/2010/main" val="509587641"/>
              </p:ext>
            </p:extLst>
          </p:nvPr>
        </p:nvGraphicFramePr>
        <p:xfrm>
          <a:off x="1836784" y="1738211"/>
          <a:ext cx="1626627" cy="861155"/>
        </p:xfrm>
        <a:graphic>
          <a:graphicData uri="http://schemas.openxmlformats.org/presentationml/2006/ole">
            <mc:AlternateContent xmlns:mc="http://schemas.openxmlformats.org/markup-compatibility/2006">
              <mc:Choice xmlns:v="urn:schemas-microsoft-com:vml" Requires="v">
                <p:oleObj spid="_x0000_s82139" name="Equation" r:id="rId5" imgW="1650960" imgH="863280" progId="Equation.3">
                  <p:embed/>
                </p:oleObj>
              </mc:Choice>
              <mc:Fallback>
                <p:oleObj name="Equation" r:id="rId5" imgW="1650960" imgH="86328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6784" y="1738211"/>
                        <a:ext cx="1626627" cy="861155"/>
                      </a:xfrm>
                      <a:prstGeom prst="rect">
                        <a:avLst/>
                      </a:prstGeom>
                      <a:noFill/>
                      <a:extLst/>
                    </p:spPr>
                  </p:pic>
                </p:oleObj>
              </mc:Fallback>
            </mc:AlternateContent>
          </a:graphicData>
        </a:graphic>
      </p:graphicFrame>
      <p:graphicFrame>
        <p:nvGraphicFramePr>
          <p:cNvPr id="43015" name="Object 7"/>
          <p:cNvGraphicFramePr>
            <a:graphicFrameLocks noChangeAspect="1"/>
          </p:cNvGraphicFramePr>
          <p:nvPr>
            <p:extLst>
              <p:ext uri="{D42A27DB-BD31-4B8C-83A1-F6EECF244321}">
                <p14:modId xmlns:p14="http://schemas.microsoft.com/office/powerpoint/2010/main" val="727815584"/>
              </p:ext>
            </p:extLst>
          </p:nvPr>
        </p:nvGraphicFramePr>
        <p:xfrm>
          <a:off x="1836784" y="3732708"/>
          <a:ext cx="2576552" cy="715709"/>
        </p:xfrm>
        <a:graphic>
          <a:graphicData uri="http://schemas.openxmlformats.org/presentationml/2006/ole">
            <mc:AlternateContent xmlns:mc="http://schemas.openxmlformats.org/markup-compatibility/2006">
              <mc:Choice xmlns:v="urn:schemas-microsoft-com:vml" Requires="v">
                <p:oleObj spid="_x0000_s82140" name="Equation" r:id="rId7" imgW="2755800" imgH="761760" progId="Equation.3">
                  <p:embed/>
                </p:oleObj>
              </mc:Choice>
              <mc:Fallback>
                <p:oleObj name="Equation" r:id="rId7" imgW="2755800" imgH="76176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6784" y="3732708"/>
                        <a:ext cx="2576552" cy="715709"/>
                      </a:xfrm>
                      <a:prstGeom prst="rect">
                        <a:avLst/>
                      </a:prstGeom>
                      <a:noFill/>
                      <a:extLst/>
                    </p:spPr>
                  </p:pic>
                </p:oleObj>
              </mc:Fallback>
            </mc:AlternateContent>
          </a:graphicData>
        </a:graphic>
      </p:graphicFrame>
      <p:grpSp>
        <p:nvGrpSpPr>
          <p:cNvPr id="14348" name="Group 83"/>
          <p:cNvGrpSpPr>
            <a:grpSpLocks/>
          </p:cNvGrpSpPr>
          <p:nvPr/>
        </p:nvGrpSpPr>
        <p:grpSpPr bwMode="auto">
          <a:xfrm>
            <a:off x="5172069" y="1554013"/>
            <a:ext cx="2959958" cy="1908986"/>
            <a:chOff x="2928" y="532"/>
            <a:chExt cx="2301" cy="1484"/>
          </a:xfrm>
        </p:grpSpPr>
        <p:grpSp>
          <p:nvGrpSpPr>
            <p:cNvPr id="14350" name="Group 10"/>
            <p:cNvGrpSpPr>
              <a:grpSpLocks/>
            </p:cNvGrpSpPr>
            <p:nvPr/>
          </p:nvGrpSpPr>
          <p:grpSpPr bwMode="auto">
            <a:xfrm>
              <a:off x="3261" y="532"/>
              <a:ext cx="1968" cy="1440"/>
              <a:chOff x="3360" y="480"/>
              <a:chExt cx="1968" cy="1440"/>
            </a:xfrm>
          </p:grpSpPr>
          <p:sp>
            <p:nvSpPr>
              <p:cNvPr id="14355" name="Line 12"/>
              <p:cNvSpPr>
                <a:spLocks noChangeShapeType="1"/>
              </p:cNvSpPr>
              <p:nvPr/>
            </p:nvSpPr>
            <p:spPr bwMode="auto">
              <a:xfrm>
                <a:off x="3501" y="1626"/>
                <a:ext cx="1827" cy="6"/>
              </a:xfrm>
              <a:prstGeom prst="line">
                <a:avLst/>
              </a:prstGeom>
              <a:noFill/>
              <a:ln w="19050">
                <a:solidFill>
                  <a:srgbClr val="000000"/>
                </a:solidFill>
                <a:round/>
                <a:headEnd/>
                <a:tailEnd type="triangle" w="sm" len="lg"/>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14343" name="Object 13"/>
              <p:cNvGraphicFramePr>
                <a:graphicFrameLocks noChangeAspect="1"/>
              </p:cNvGraphicFramePr>
              <p:nvPr/>
            </p:nvGraphicFramePr>
            <p:xfrm>
              <a:off x="5040" y="1680"/>
              <a:ext cx="195" cy="240"/>
            </p:xfrm>
            <a:graphic>
              <a:graphicData uri="http://schemas.openxmlformats.org/presentationml/2006/ole">
                <mc:AlternateContent xmlns:mc="http://schemas.openxmlformats.org/markup-compatibility/2006">
                  <mc:Choice xmlns:v="urn:schemas-microsoft-com:vml" Requires="v">
                    <p:oleObj spid="_x0000_s82141" name="Equation" r:id="rId9" imgW="177480" imgH="190440" progId="Equation.3">
                      <p:embed/>
                    </p:oleObj>
                  </mc:Choice>
                  <mc:Fallback>
                    <p:oleObj name="Equation" r:id="rId9" imgW="177480" imgH="19044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40" y="1680"/>
                            <a:ext cx="195"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44" name="Object 14"/>
              <p:cNvGraphicFramePr>
                <a:graphicFrameLocks noChangeAspect="1"/>
              </p:cNvGraphicFramePr>
              <p:nvPr/>
            </p:nvGraphicFramePr>
            <p:xfrm>
              <a:off x="3600" y="492"/>
              <a:ext cx="384" cy="285"/>
            </p:xfrm>
            <a:graphic>
              <a:graphicData uri="http://schemas.openxmlformats.org/presentationml/2006/ole">
                <mc:AlternateContent xmlns:mc="http://schemas.openxmlformats.org/markup-compatibility/2006">
                  <mc:Choice xmlns:v="urn:schemas-microsoft-com:vml" Requires="v">
                    <p:oleObj spid="_x0000_s82142" name="Equation" r:id="rId11" imgW="533160" imgH="304560" progId="Equation.3">
                      <p:embed/>
                    </p:oleObj>
                  </mc:Choice>
                  <mc:Fallback>
                    <p:oleObj name="Equation" r:id="rId11" imgW="533160" imgH="30456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00" y="492"/>
                            <a:ext cx="384"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56" name="Freeform 15"/>
              <p:cNvSpPr>
                <a:spLocks/>
              </p:cNvSpPr>
              <p:nvPr/>
            </p:nvSpPr>
            <p:spPr bwMode="auto">
              <a:xfrm>
                <a:off x="3504" y="794"/>
                <a:ext cx="1707" cy="838"/>
              </a:xfrm>
              <a:custGeom>
                <a:avLst/>
                <a:gdLst>
                  <a:gd name="T0" fmla="*/ 0 w 1707"/>
                  <a:gd name="T1" fmla="*/ 838 h 838"/>
                  <a:gd name="T2" fmla="*/ 213 w 1707"/>
                  <a:gd name="T3" fmla="*/ 605 h 838"/>
                  <a:gd name="T4" fmla="*/ 480 w 1707"/>
                  <a:gd name="T5" fmla="*/ 145 h 838"/>
                  <a:gd name="T6" fmla="*/ 719 w 1707"/>
                  <a:gd name="T7" fmla="*/ 22 h 838"/>
                  <a:gd name="T8" fmla="*/ 967 w 1707"/>
                  <a:gd name="T9" fmla="*/ 276 h 838"/>
                  <a:gd name="T10" fmla="*/ 1179 w 1707"/>
                  <a:gd name="T11" fmla="*/ 468 h 838"/>
                  <a:gd name="T12" fmla="*/ 1482 w 1707"/>
                  <a:gd name="T13" fmla="*/ 646 h 838"/>
                  <a:gd name="T14" fmla="*/ 1707 w 1707"/>
                  <a:gd name="T15" fmla="*/ 742 h 838"/>
                  <a:gd name="T16" fmla="*/ 0 60000 65536"/>
                  <a:gd name="T17" fmla="*/ 0 60000 65536"/>
                  <a:gd name="T18" fmla="*/ 0 60000 65536"/>
                  <a:gd name="T19" fmla="*/ 0 60000 65536"/>
                  <a:gd name="T20" fmla="*/ 0 60000 65536"/>
                  <a:gd name="T21" fmla="*/ 0 60000 65536"/>
                  <a:gd name="T22" fmla="*/ 0 60000 65536"/>
                  <a:gd name="T23" fmla="*/ 0 60000 65536"/>
                  <a:gd name="T24" fmla="*/ 0 w 1707"/>
                  <a:gd name="T25" fmla="*/ 0 h 838"/>
                  <a:gd name="T26" fmla="*/ 1707 w 1707"/>
                  <a:gd name="T27" fmla="*/ 838 h 8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07" h="838">
                    <a:moveTo>
                      <a:pt x="0" y="838"/>
                    </a:moveTo>
                    <a:cubicBezTo>
                      <a:pt x="35" y="799"/>
                      <a:pt x="133" y="720"/>
                      <a:pt x="213" y="605"/>
                    </a:cubicBezTo>
                    <a:cubicBezTo>
                      <a:pt x="293" y="490"/>
                      <a:pt x="396" y="242"/>
                      <a:pt x="480" y="145"/>
                    </a:cubicBezTo>
                    <a:cubicBezTo>
                      <a:pt x="564" y="48"/>
                      <a:pt x="638" y="0"/>
                      <a:pt x="719" y="22"/>
                    </a:cubicBezTo>
                    <a:cubicBezTo>
                      <a:pt x="800" y="44"/>
                      <a:pt x="890" y="202"/>
                      <a:pt x="967" y="276"/>
                    </a:cubicBezTo>
                    <a:cubicBezTo>
                      <a:pt x="1044" y="350"/>
                      <a:pt x="1093" y="406"/>
                      <a:pt x="1179" y="468"/>
                    </a:cubicBezTo>
                    <a:cubicBezTo>
                      <a:pt x="1265" y="530"/>
                      <a:pt x="1394" y="600"/>
                      <a:pt x="1482" y="646"/>
                    </a:cubicBezTo>
                    <a:cubicBezTo>
                      <a:pt x="1570" y="692"/>
                      <a:pt x="1670" y="726"/>
                      <a:pt x="1707" y="742"/>
                    </a:cubicBezTo>
                  </a:path>
                </a:pathLst>
              </a:custGeom>
              <a:noFill/>
              <a:ln w="28575" cmpd="sng">
                <a:solidFill>
                  <a:srgbClr val="FF0000"/>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14357" name="Line 16"/>
              <p:cNvSpPr>
                <a:spLocks noChangeShapeType="1"/>
              </p:cNvSpPr>
              <p:nvPr/>
            </p:nvSpPr>
            <p:spPr bwMode="auto">
              <a:xfrm flipV="1">
                <a:off x="3504" y="480"/>
                <a:ext cx="0" cy="1152"/>
              </a:xfrm>
              <a:prstGeom prst="line">
                <a:avLst/>
              </a:prstGeom>
              <a:noFill/>
              <a:ln w="19050">
                <a:solidFill>
                  <a:srgbClr val="000000"/>
                </a:solidFill>
                <a:round/>
                <a:headEnd/>
                <a:tailEnd type="triangle" w="sm" len="lg"/>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14345" name="Object 17"/>
              <p:cNvGraphicFramePr>
                <a:graphicFrameLocks noChangeAspect="1"/>
              </p:cNvGraphicFramePr>
              <p:nvPr/>
            </p:nvGraphicFramePr>
            <p:xfrm>
              <a:off x="3360" y="1584"/>
              <a:ext cx="261" cy="288"/>
            </p:xfrm>
            <a:graphic>
              <a:graphicData uri="http://schemas.openxmlformats.org/presentationml/2006/ole">
                <mc:AlternateContent xmlns:mc="http://schemas.openxmlformats.org/markup-compatibility/2006">
                  <mc:Choice xmlns:v="urn:schemas-microsoft-com:vml" Requires="v">
                    <p:oleObj spid="_x0000_s82143" name="Equation" r:id="rId13" imgW="126720" imgH="139680" progId="Equation.3">
                      <p:embed/>
                    </p:oleObj>
                  </mc:Choice>
                  <mc:Fallback>
                    <p:oleObj name="Equation" r:id="rId13" imgW="126720" imgH="139680"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60" y="1584"/>
                            <a:ext cx="26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4351" name="Group 18"/>
            <p:cNvGrpSpPr>
              <a:grpSpLocks/>
            </p:cNvGrpSpPr>
            <p:nvPr/>
          </p:nvGrpSpPr>
          <p:grpSpPr bwMode="auto">
            <a:xfrm>
              <a:off x="2928" y="720"/>
              <a:ext cx="1401" cy="1296"/>
              <a:chOff x="3024" y="672"/>
              <a:chExt cx="1401" cy="1296"/>
            </a:xfrm>
          </p:grpSpPr>
          <p:sp>
            <p:nvSpPr>
              <p:cNvPr id="14352" name="Line 19"/>
              <p:cNvSpPr>
                <a:spLocks noChangeShapeType="1"/>
              </p:cNvSpPr>
              <p:nvPr/>
            </p:nvSpPr>
            <p:spPr bwMode="auto">
              <a:xfrm>
                <a:off x="4196" y="816"/>
                <a:ext cx="0" cy="816"/>
              </a:xfrm>
              <a:prstGeom prst="line">
                <a:avLst/>
              </a:prstGeom>
              <a:noFill/>
              <a:ln w="19050">
                <a:solidFill>
                  <a:srgbClr val="000000"/>
                </a:solidFill>
                <a:prstDash val="dash"/>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14341" name="Object 20"/>
              <p:cNvGraphicFramePr>
                <a:graphicFrameLocks noChangeAspect="1"/>
              </p:cNvGraphicFramePr>
              <p:nvPr/>
            </p:nvGraphicFramePr>
            <p:xfrm>
              <a:off x="4128" y="1584"/>
              <a:ext cx="297" cy="384"/>
            </p:xfrm>
            <a:graphic>
              <a:graphicData uri="http://schemas.openxmlformats.org/presentationml/2006/ole">
                <mc:AlternateContent xmlns:mc="http://schemas.openxmlformats.org/markup-compatibility/2006">
                  <mc:Choice xmlns:v="urn:schemas-microsoft-com:vml" Requires="v">
                    <p:oleObj spid="_x0000_s82144" name="Equation" r:id="rId15" imgW="291960" imgH="368280" progId="Equation.3">
                      <p:embed/>
                    </p:oleObj>
                  </mc:Choice>
                  <mc:Fallback>
                    <p:oleObj name="Equation" r:id="rId15" imgW="291960" imgH="368280" progId="Equation.3">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28" y="1584"/>
                            <a:ext cx="297"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53" name="Line 21"/>
              <p:cNvSpPr>
                <a:spLocks noChangeShapeType="1"/>
              </p:cNvSpPr>
              <p:nvPr/>
            </p:nvSpPr>
            <p:spPr bwMode="auto">
              <a:xfrm flipH="1">
                <a:off x="3469" y="809"/>
                <a:ext cx="720" cy="0"/>
              </a:xfrm>
              <a:prstGeom prst="line">
                <a:avLst/>
              </a:prstGeom>
              <a:noFill/>
              <a:ln w="19050">
                <a:solidFill>
                  <a:srgbClr val="000000"/>
                </a:solidFill>
                <a:prstDash val="dash"/>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14342" name="Object 22"/>
              <p:cNvGraphicFramePr>
                <a:graphicFrameLocks noChangeAspect="1"/>
              </p:cNvGraphicFramePr>
              <p:nvPr/>
            </p:nvGraphicFramePr>
            <p:xfrm>
              <a:off x="3024" y="672"/>
              <a:ext cx="459" cy="384"/>
            </p:xfrm>
            <a:graphic>
              <a:graphicData uri="http://schemas.openxmlformats.org/presentationml/2006/ole">
                <mc:AlternateContent xmlns:mc="http://schemas.openxmlformats.org/markup-compatibility/2006">
                  <mc:Choice xmlns:v="urn:schemas-microsoft-com:vml" Requires="v">
                    <p:oleObj spid="_x0000_s82145" name="公式" r:id="rId17" imgW="406080" imgH="330120" progId="Equation.3">
                      <p:embed/>
                    </p:oleObj>
                  </mc:Choice>
                  <mc:Fallback>
                    <p:oleObj name="公式" r:id="rId17" imgW="406080" imgH="330120" progId="Equation.3">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24" y="672"/>
                            <a:ext cx="459"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43031" name="Text Box 23"/>
          <p:cNvSpPr txBox="1">
            <a:spLocks noChangeArrowheads="1"/>
          </p:cNvSpPr>
          <p:nvPr/>
        </p:nvSpPr>
        <p:spPr bwMode="auto">
          <a:xfrm>
            <a:off x="1769412" y="2954739"/>
            <a:ext cx="3216741" cy="415498"/>
          </a:xfrm>
          <a:prstGeom prst="rect">
            <a:avLst/>
          </a:prstGeom>
          <a:noFill/>
          <a:ln w="9525">
            <a:noFill/>
            <a:miter lim="800000"/>
            <a:headEnd/>
            <a:tailEnd/>
          </a:ln>
        </p:spPr>
        <p:txBody>
          <a:bodyPr wrap="square">
            <a:spAutoFit/>
          </a:bodyPr>
          <a:lstStyle/>
          <a:p>
            <a:pPr>
              <a:spcBef>
                <a:spcPct val="50000"/>
              </a:spcBef>
            </a:pPr>
            <a:r>
              <a:rPr lang="zh-CN" altLang="en-US" sz="2100" dirty="0">
                <a:solidFill>
                  <a:srgbClr val="1C1C1C"/>
                </a:solidFill>
                <a:latin typeface="Times New Roman" panose="02020603050405020304" pitchFamily="18" charset="0"/>
                <a:ea typeface="+mn-ea"/>
                <a:cs typeface="Times New Roman" panose="02020603050405020304" pitchFamily="18" charset="0"/>
              </a:rPr>
              <a:t>根据分布函数求得：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blinds(vertical)">
                                      <p:cBhvr>
                                        <p:cTn id="7" dur="500"/>
                                        <p:tgtEl>
                                          <p:spTgt spid="430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3031"/>
                                        </p:tgtEl>
                                        <p:attrNameLst>
                                          <p:attrName>style.visibility</p:attrName>
                                        </p:attrNameLst>
                                      </p:cBhvr>
                                      <p:to>
                                        <p:strVal val="visible"/>
                                      </p:to>
                                    </p:set>
                                    <p:animEffect transition="in" filter="blinds(horizontal)">
                                      <p:cBhvr>
                                        <p:cTn id="12" dur="500"/>
                                        <p:tgtEl>
                                          <p:spTgt spid="4303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43015"/>
                                        </p:tgtEl>
                                        <p:attrNameLst>
                                          <p:attrName>style.visibility</p:attrName>
                                        </p:attrNameLst>
                                      </p:cBhvr>
                                      <p:to>
                                        <p:strVal val="visible"/>
                                      </p:to>
                                    </p:set>
                                    <p:animEffect transition="in" filter="blinds(vertical)">
                                      <p:cBhvr>
                                        <p:cTn id="17" dur="500"/>
                                        <p:tgtEl>
                                          <p:spTgt spid="43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31"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22"/>
          <p:cNvGraphicFramePr>
            <a:graphicFrameLocks noChangeAspect="1"/>
          </p:cNvGraphicFramePr>
          <p:nvPr>
            <p:extLst>
              <p:ext uri="{D42A27DB-BD31-4B8C-83A1-F6EECF244321}">
                <p14:modId xmlns:p14="http://schemas.microsoft.com/office/powerpoint/2010/main" val="4119698419"/>
              </p:ext>
            </p:extLst>
          </p:nvPr>
        </p:nvGraphicFramePr>
        <p:xfrm>
          <a:off x="5709594" y="448443"/>
          <a:ext cx="1796653" cy="791766"/>
        </p:xfrm>
        <a:graphic>
          <a:graphicData uri="http://schemas.openxmlformats.org/presentationml/2006/ole">
            <mc:AlternateContent xmlns:mc="http://schemas.openxmlformats.org/markup-compatibility/2006">
              <mc:Choice xmlns:v="urn:schemas-microsoft-com:vml" Requires="v">
                <p:oleObj spid="_x0000_s15976" name="Equation" r:id="rId3" imgW="1143000" imgH="431640" progId="Equation.DSMT4">
                  <p:embed/>
                </p:oleObj>
              </mc:Choice>
              <mc:Fallback>
                <p:oleObj name="Equation" r:id="rId3" imgW="1143000" imgH="431640" progId="Equation.DSMT4">
                  <p:embed/>
                  <p:pic>
                    <p:nvPicPr>
                      <p:cNvPr id="0" name="Object 22"/>
                      <p:cNvPicPr>
                        <a:picLocks noChangeAspect="1" noChangeArrowheads="1"/>
                      </p:cNvPicPr>
                      <p:nvPr/>
                    </p:nvPicPr>
                    <p:blipFill>
                      <a:blip r:embed="rId4"/>
                      <a:srcRect/>
                      <a:stretch>
                        <a:fillRect/>
                      </a:stretch>
                    </p:blipFill>
                    <p:spPr bwMode="auto">
                      <a:xfrm>
                        <a:off x="5709594" y="448443"/>
                        <a:ext cx="1796653" cy="79176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70"/>
          <p:cNvGrpSpPr>
            <a:grpSpLocks/>
          </p:cNvGrpSpPr>
          <p:nvPr/>
        </p:nvGrpSpPr>
        <p:grpSpPr bwMode="auto">
          <a:xfrm>
            <a:off x="1546030" y="2785959"/>
            <a:ext cx="6186806" cy="1595441"/>
            <a:chOff x="543" y="2141"/>
            <a:chExt cx="4724" cy="1340"/>
          </a:xfrm>
        </p:grpSpPr>
        <p:grpSp>
          <p:nvGrpSpPr>
            <p:cNvPr id="15368" name="Group 69"/>
            <p:cNvGrpSpPr>
              <a:grpSpLocks/>
            </p:cNvGrpSpPr>
            <p:nvPr/>
          </p:nvGrpSpPr>
          <p:grpSpPr bwMode="auto">
            <a:xfrm>
              <a:off x="612" y="2627"/>
              <a:ext cx="4655" cy="854"/>
              <a:chOff x="612" y="2627"/>
              <a:chExt cx="4655" cy="854"/>
            </a:xfrm>
          </p:grpSpPr>
          <p:sp>
            <p:nvSpPr>
              <p:cNvPr id="15371" name="Text Box 25"/>
              <p:cNvSpPr txBox="1">
                <a:spLocks noChangeArrowheads="1"/>
              </p:cNvSpPr>
              <p:nvPr/>
            </p:nvSpPr>
            <p:spPr bwMode="auto">
              <a:xfrm>
                <a:off x="612" y="2659"/>
                <a:ext cx="4655" cy="822"/>
              </a:xfrm>
              <a:prstGeom prst="rect">
                <a:avLst/>
              </a:prstGeom>
              <a:noFill/>
              <a:ln w="9525">
                <a:noFill/>
                <a:miter lim="800000"/>
                <a:headEnd/>
                <a:tailEnd/>
              </a:ln>
            </p:spPr>
            <p:txBody>
              <a:bodyPr>
                <a:spAutoFit/>
              </a:bodyPr>
              <a:lstStyle/>
              <a:p>
                <a:pPr>
                  <a:lnSpc>
                    <a:spcPct val="120000"/>
                  </a:lnSpc>
                  <a:spcBef>
                    <a:spcPct val="50000"/>
                  </a:spcBef>
                </a:pPr>
                <a:r>
                  <a:rPr lang="en-US" altLang="zh-CN" sz="2400" dirty="0">
                    <a:solidFill>
                      <a:srgbClr val="1C1C1C"/>
                    </a:solidFill>
                    <a:latin typeface="Times New Roman" pitchFamily="18" charset="0"/>
                  </a:rPr>
                  <a:t>        </a:t>
                </a:r>
                <a:r>
                  <a:rPr lang="zh-CN" altLang="en-US" sz="2400" dirty="0">
                    <a:solidFill>
                      <a:srgbClr val="1C1C1C"/>
                    </a:solidFill>
                    <a:latin typeface="Times New Roman" pitchFamily="18" charset="0"/>
                  </a:rPr>
                  <a:t>气体在一定温度下分布在最概然速率      附近单位速率间隔内的</a:t>
                </a:r>
                <a:r>
                  <a:rPr lang="zh-CN" altLang="en-US" sz="2400" dirty="0">
                    <a:solidFill>
                      <a:srgbClr val="C00000"/>
                    </a:solidFill>
                    <a:latin typeface="Times New Roman" pitchFamily="18" charset="0"/>
                  </a:rPr>
                  <a:t>相对分子</a:t>
                </a:r>
                <a:r>
                  <a:rPr lang="zh-CN" altLang="en-US" sz="2400" dirty="0">
                    <a:solidFill>
                      <a:srgbClr val="1C1C1C"/>
                    </a:solidFill>
                    <a:latin typeface="Times New Roman" pitchFamily="18" charset="0"/>
                  </a:rPr>
                  <a:t>数最多</a:t>
                </a:r>
                <a:r>
                  <a:rPr lang="en-US" altLang="zh-CN" sz="2400" dirty="0">
                    <a:solidFill>
                      <a:srgbClr val="1C1C1C"/>
                    </a:solidFill>
                    <a:latin typeface="Times New Roman" pitchFamily="18" charset="0"/>
                  </a:rPr>
                  <a:t>.</a:t>
                </a:r>
              </a:p>
            </p:txBody>
          </p:sp>
          <p:graphicFrame>
            <p:nvGraphicFramePr>
              <p:cNvPr id="15366" name="Object 26"/>
              <p:cNvGraphicFramePr>
                <a:graphicFrameLocks noChangeAspect="1"/>
              </p:cNvGraphicFramePr>
              <p:nvPr>
                <p:extLst>
                  <p:ext uri="{D42A27DB-BD31-4B8C-83A1-F6EECF244321}">
                    <p14:modId xmlns:p14="http://schemas.microsoft.com/office/powerpoint/2010/main" val="998414047"/>
                  </p:ext>
                </p:extLst>
              </p:nvPr>
            </p:nvGraphicFramePr>
            <p:xfrm>
              <a:off x="4889" y="2627"/>
              <a:ext cx="296" cy="452"/>
            </p:xfrm>
            <a:graphic>
              <a:graphicData uri="http://schemas.openxmlformats.org/presentationml/2006/ole">
                <mc:AlternateContent xmlns:mc="http://schemas.openxmlformats.org/markup-compatibility/2006">
                  <mc:Choice xmlns:v="urn:schemas-microsoft-com:vml" Requires="v">
                    <p:oleObj spid="_x0000_s15977" name="Equation" r:id="rId5" imgW="177480" imgH="241200" progId="Equation.DSMT4">
                      <p:embed/>
                    </p:oleObj>
                  </mc:Choice>
                  <mc:Fallback>
                    <p:oleObj name="Equation" r:id="rId5" imgW="177480" imgH="241200" progId="Equation.DSMT4">
                      <p:embed/>
                      <p:pic>
                        <p:nvPicPr>
                          <p:cNvPr id="0" name="Object 26"/>
                          <p:cNvPicPr>
                            <a:picLocks noChangeAspect="1" noChangeArrowheads="1"/>
                          </p:cNvPicPr>
                          <p:nvPr/>
                        </p:nvPicPr>
                        <p:blipFill>
                          <a:blip r:embed="rId6"/>
                          <a:srcRect/>
                          <a:stretch>
                            <a:fillRect/>
                          </a:stretch>
                        </p:blipFill>
                        <p:spPr bwMode="auto">
                          <a:xfrm>
                            <a:off x="4889" y="2627"/>
                            <a:ext cx="296" cy="4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2251" name="AutoShape 27"/>
            <p:cNvSpPr>
              <a:spLocks noChangeArrowheads="1"/>
            </p:cNvSpPr>
            <p:nvPr/>
          </p:nvSpPr>
          <p:spPr bwMode="auto">
            <a:xfrm>
              <a:off x="543" y="2141"/>
              <a:ext cx="1233" cy="486"/>
            </a:xfrm>
            <a:prstGeom prst="horizontalScroll">
              <a:avLst>
                <a:gd name="adj" fmla="val 8853"/>
              </a:avLst>
            </a:prstGeom>
            <a:solidFill>
              <a:schemeClr val="accent5">
                <a:lumMod val="20000"/>
                <a:lumOff val="80000"/>
              </a:schemeClr>
            </a:solidFill>
            <a:ln w="9525">
              <a:solidFill>
                <a:schemeClr val="tx1"/>
              </a:solidFill>
              <a:round/>
              <a:headEnd/>
              <a:tailEnd/>
            </a:ln>
            <a:effectLst>
              <a:outerShdw dist="107763" dir="13500000" algn="ctr" rotWithShape="0">
                <a:srgbClr val="006600"/>
              </a:outerShdw>
            </a:effectLst>
          </p:spPr>
          <p:txBody>
            <a:bodyPr wrap="none" anchor="ctr"/>
            <a:lstStyle/>
            <a:p>
              <a:pPr>
                <a:defRPr/>
              </a:pPr>
              <a:endParaRPr lang="zh-CN" altLang="en-US"/>
            </a:p>
          </p:txBody>
        </p:sp>
        <p:sp>
          <p:nvSpPr>
            <p:cNvPr id="15370" name="Rectangle 28"/>
            <p:cNvSpPr>
              <a:spLocks noChangeArrowheads="1"/>
            </p:cNvSpPr>
            <p:nvPr/>
          </p:nvSpPr>
          <p:spPr bwMode="auto">
            <a:xfrm>
              <a:off x="637" y="2207"/>
              <a:ext cx="1162" cy="388"/>
            </a:xfrm>
            <a:prstGeom prst="rect">
              <a:avLst/>
            </a:prstGeom>
            <a:noFill/>
            <a:ln w="9525">
              <a:noFill/>
              <a:miter lim="800000"/>
              <a:headEnd/>
              <a:tailEnd/>
            </a:ln>
          </p:spPr>
          <p:txBody>
            <a:bodyPr wrap="square">
              <a:spAutoFit/>
            </a:bodyPr>
            <a:lstStyle/>
            <a:p>
              <a:r>
                <a:rPr lang="zh-CN" altLang="en-US" sz="2400" dirty="0">
                  <a:solidFill>
                    <a:srgbClr val="CC0000"/>
                  </a:solidFill>
                  <a:latin typeface="Times New Roman" pitchFamily="18" charset="0"/>
                </a:rPr>
                <a:t>物理意义</a:t>
              </a:r>
            </a:p>
          </p:txBody>
        </p:sp>
      </p:grpSp>
      <p:graphicFrame>
        <p:nvGraphicFramePr>
          <p:cNvPr id="52290" name="Object 66"/>
          <p:cNvGraphicFramePr>
            <a:graphicFrameLocks noGrp="1" noChangeAspect="1"/>
          </p:cNvGraphicFramePr>
          <p:nvPr>
            <p:ph sz="quarter" idx="4294967295"/>
            <p:extLst>
              <p:ext uri="{D42A27DB-BD31-4B8C-83A1-F6EECF244321}">
                <p14:modId xmlns:p14="http://schemas.microsoft.com/office/powerpoint/2010/main" val="923387089"/>
              </p:ext>
            </p:extLst>
          </p:nvPr>
        </p:nvGraphicFramePr>
        <p:xfrm>
          <a:off x="1547664" y="1442339"/>
          <a:ext cx="2684824" cy="817227"/>
        </p:xfrm>
        <a:graphic>
          <a:graphicData uri="http://schemas.openxmlformats.org/presentationml/2006/ole">
            <mc:AlternateContent xmlns:mc="http://schemas.openxmlformats.org/markup-compatibility/2006">
              <mc:Choice xmlns:v="urn:schemas-microsoft-com:vml" Requires="v">
                <p:oleObj spid="_x0000_s15978" name="Equation" r:id="rId7" imgW="1460160" imgH="444240" progId="Equation.DSMT4">
                  <p:embed/>
                </p:oleObj>
              </mc:Choice>
              <mc:Fallback>
                <p:oleObj name="Equation" r:id="rId7" imgW="1460160" imgH="444240" progId="Equation.DSMT4">
                  <p:embed/>
                  <p:pic>
                    <p:nvPicPr>
                      <p:cNvPr id="0" name="Object 66"/>
                      <p:cNvPicPr>
                        <a:picLocks noGrp="1" noChangeAspect="1" noChangeArrowheads="1"/>
                      </p:cNvPicPr>
                      <p:nvPr/>
                    </p:nvPicPr>
                    <p:blipFill>
                      <a:blip r:embed="rId8"/>
                      <a:srcRect/>
                      <a:stretch>
                        <a:fillRect/>
                      </a:stretch>
                    </p:blipFill>
                    <p:spPr bwMode="auto">
                      <a:xfrm>
                        <a:off x="1547664" y="1442339"/>
                        <a:ext cx="2684824" cy="817227"/>
                      </a:xfrm>
                      <a:prstGeom prst="rect">
                        <a:avLst/>
                      </a:prstGeom>
                      <a:noFill/>
                      <a:ln w="9525">
                        <a:noFill/>
                        <a:miter lim="800000"/>
                        <a:headEnd/>
                        <a:tailEnd/>
                      </a:ln>
                      <a:effectLst/>
                      <a:extLst/>
                    </p:spPr>
                  </p:pic>
                </p:oleObj>
              </mc:Fallback>
            </mc:AlternateContent>
          </a:graphicData>
        </a:graphic>
      </p:graphicFrame>
      <p:graphicFrame>
        <p:nvGraphicFramePr>
          <p:cNvPr id="43015" name="Object 7"/>
          <p:cNvGraphicFramePr>
            <a:graphicFrameLocks noChangeAspect="1"/>
          </p:cNvGraphicFramePr>
          <p:nvPr>
            <p:extLst>
              <p:ext uri="{D42A27DB-BD31-4B8C-83A1-F6EECF244321}">
                <p14:modId xmlns:p14="http://schemas.microsoft.com/office/powerpoint/2010/main" val="2797249615"/>
              </p:ext>
            </p:extLst>
          </p:nvPr>
        </p:nvGraphicFramePr>
        <p:xfrm>
          <a:off x="1546030" y="351298"/>
          <a:ext cx="2816086" cy="782246"/>
        </p:xfrm>
        <a:graphic>
          <a:graphicData uri="http://schemas.openxmlformats.org/presentationml/2006/ole">
            <mc:AlternateContent xmlns:mc="http://schemas.openxmlformats.org/markup-compatibility/2006">
              <mc:Choice xmlns:v="urn:schemas-microsoft-com:vml" Requires="v">
                <p:oleObj spid="_x0000_s15979" name="Equation" r:id="rId9" imgW="2755800" imgH="761760" progId="Equation.3">
                  <p:embed/>
                </p:oleObj>
              </mc:Choice>
              <mc:Fallback>
                <p:oleObj name="Equation" r:id="rId9" imgW="2755800" imgH="76176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6030" y="351298"/>
                        <a:ext cx="2816086" cy="782246"/>
                      </a:xfrm>
                      <a:prstGeom prst="rect">
                        <a:avLst/>
                      </a:prstGeom>
                      <a:noFill/>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52290"/>
                                        </p:tgtEl>
                                        <p:attrNameLst>
                                          <p:attrName>style.visibility</p:attrName>
                                        </p:attrNameLst>
                                      </p:cBhvr>
                                      <p:to>
                                        <p:strVal val="visible"/>
                                      </p:to>
                                    </p:set>
                                    <p:animEffect transition="in" filter="blinds(vertical)">
                                      <p:cBhvr>
                                        <p:cTn id="7" dur="500"/>
                                        <p:tgtEl>
                                          <p:spTgt spid="5229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2"/>
          <p:cNvGraphicFramePr>
            <a:graphicFrameLocks noChangeAspect="1"/>
          </p:cNvGraphicFramePr>
          <p:nvPr>
            <p:extLst>
              <p:ext uri="{D42A27DB-BD31-4B8C-83A1-F6EECF244321}">
                <p14:modId xmlns:p14="http://schemas.microsoft.com/office/powerpoint/2010/main" val="1634562810"/>
              </p:ext>
            </p:extLst>
          </p:nvPr>
        </p:nvGraphicFramePr>
        <p:xfrm>
          <a:off x="1319010" y="1024519"/>
          <a:ext cx="4626085" cy="670663"/>
        </p:xfrm>
        <a:graphic>
          <a:graphicData uri="http://schemas.openxmlformats.org/presentationml/2006/ole">
            <mc:AlternateContent xmlns:mc="http://schemas.openxmlformats.org/markup-compatibility/2006">
              <mc:Choice xmlns:v="urn:schemas-microsoft-com:vml" Requires="v">
                <p:oleObj spid="_x0000_s85194" name="Equation" r:id="rId3" imgW="4546440" imgH="609480" progId="Equation.3">
                  <p:embed/>
                </p:oleObj>
              </mc:Choice>
              <mc:Fallback>
                <p:oleObj name="Equation" r:id="rId3" imgW="4546440" imgH="6094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9010" y="1024519"/>
                        <a:ext cx="4626085" cy="670663"/>
                      </a:xfrm>
                      <a:prstGeom prst="rect">
                        <a:avLst/>
                      </a:prstGeom>
                      <a:noFill/>
                      <a:extLst/>
                    </p:spPr>
                  </p:pic>
                </p:oleObj>
              </mc:Fallback>
            </mc:AlternateContent>
          </a:graphicData>
        </a:graphic>
      </p:graphicFrame>
      <p:grpSp>
        <p:nvGrpSpPr>
          <p:cNvPr id="16394" name="Group 38"/>
          <p:cNvGrpSpPr>
            <a:grpSpLocks/>
          </p:cNvGrpSpPr>
          <p:nvPr/>
        </p:nvGrpSpPr>
        <p:grpSpPr bwMode="auto">
          <a:xfrm>
            <a:off x="428178" y="394575"/>
            <a:ext cx="2538413" cy="461963"/>
            <a:chOff x="190" y="752"/>
            <a:chExt cx="2132" cy="388"/>
          </a:xfrm>
        </p:grpSpPr>
        <p:sp>
          <p:nvSpPr>
            <p:cNvPr id="16426" name="Text Box 4"/>
            <p:cNvSpPr txBox="1">
              <a:spLocks noChangeArrowheads="1"/>
            </p:cNvSpPr>
            <p:nvPr/>
          </p:nvSpPr>
          <p:spPr bwMode="auto">
            <a:xfrm>
              <a:off x="190" y="752"/>
              <a:ext cx="2132" cy="388"/>
            </a:xfrm>
            <a:prstGeom prst="rect">
              <a:avLst/>
            </a:prstGeom>
            <a:noFill/>
            <a:ln w="9525">
              <a:noFill/>
              <a:miter lim="800000"/>
              <a:headEnd/>
              <a:tailEnd/>
            </a:ln>
          </p:spPr>
          <p:txBody>
            <a:bodyPr>
              <a:spAutoFit/>
            </a:bodyPr>
            <a:lstStyle/>
            <a:p>
              <a:pPr>
                <a:spcBef>
                  <a:spcPct val="50000"/>
                </a:spcBef>
              </a:pPr>
              <a:r>
                <a:rPr lang="zh-CN" altLang="en-US" sz="2400" dirty="0">
                  <a:solidFill>
                    <a:srgbClr val="CC0000"/>
                  </a:solidFill>
                  <a:latin typeface="Times New Roman" pitchFamily="18" charset="0"/>
                </a:rPr>
                <a:t>（</a:t>
              </a:r>
              <a:r>
                <a:rPr lang="en-US" altLang="zh-CN" sz="2400" dirty="0">
                  <a:solidFill>
                    <a:srgbClr val="CC0000"/>
                  </a:solidFill>
                  <a:latin typeface="Times New Roman" pitchFamily="18" charset="0"/>
                </a:rPr>
                <a:t>2</a:t>
              </a:r>
              <a:r>
                <a:rPr lang="zh-CN" altLang="en-US" sz="2400" dirty="0">
                  <a:solidFill>
                    <a:srgbClr val="CC0000"/>
                  </a:solidFill>
                  <a:latin typeface="Times New Roman" pitchFamily="18" charset="0"/>
                </a:rPr>
                <a:t>）</a:t>
              </a:r>
              <a:r>
                <a:rPr lang="zh-CN" altLang="en-US" sz="2400" dirty="0">
                  <a:solidFill>
                    <a:srgbClr val="1C1C1C"/>
                  </a:solidFill>
                  <a:latin typeface="Times New Roman" pitchFamily="18" charset="0"/>
                </a:rPr>
                <a:t>平均速率</a:t>
              </a:r>
            </a:p>
          </p:txBody>
        </p:sp>
        <p:graphicFrame>
          <p:nvGraphicFramePr>
            <p:cNvPr id="16393" name="Object 5"/>
            <p:cNvGraphicFramePr>
              <a:graphicFrameLocks noChangeAspect="1"/>
            </p:cNvGraphicFramePr>
            <p:nvPr/>
          </p:nvGraphicFramePr>
          <p:xfrm>
            <a:off x="1951" y="783"/>
            <a:ext cx="249" cy="288"/>
          </p:xfrm>
          <a:graphic>
            <a:graphicData uri="http://schemas.openxmlformats.org/presentationml/2006/ole">
              <mc:AlternateContent xmlns:mc="http://schemas.openxmlformats.org/markup-compatibility/2006">
                <mc:Choice xmlns:v="urn:schemas-microsoft-com:vml" Requires="v">
                  <p:oleObj spid="_x0000_s85195" name="Equation" r:id="rId5" imgW="190440" imgH="215640" progId="Equation.3">
                    <p:embed/>
                  </p:oleObj>
                </mc:Choice>
                <mc:Fallback>
                  <p:oleObj name="Equation" r:id="rId5" imgW="190440" imgH="21564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51" y="783"/>
                          <a:ext cx="24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4038" name="Object 6"/>
          <p:cNvGraphicFramePr>
            <a:graphicFrameLocks noChangeAspect="1"/>
          </p:cNvGraphicFramePr>
          <p:nvPr>
            <p:extLst>
              <p:ext uri="{D42A27DB-BD31-4B8C-83A1-F6EECF244321}">
                <p14:modId xmlns:p14="http://schemas.microsoft.com/office/powerpoint/2010/main" val="2548836095"/>
              </p:ext>
            </p:extLst>
          </p:nvPr>
        </p:nvGraphicFramePr>
        <p:xfrm>
          <a:off x="1545677" y="1863163"/>
          <a:ext cx="2456426" cy="849912"/>
        </p:xfrm>
        <a:graphic>
          <a:graphicData uri="http://schemas.openxmlformats.org/presentationml/2006/ole">
            <mc:AlternateContent xmlns:mc="http://schemas.openxmlformats.org/markup-compatibility/2006">
              <mc:Choice xmlns:v="urn:schemas-microsoft-com:vml" Requires="v">
                <p:oleObj spid="_x0000_s85196" name="Equation" r:id="rId7" imgW="1587240" imgH="507960" progId="Equation.DSMT4">
                  <p:embed/>
                </p:oleObj>
              </mc:Choice>
              <mc:Fallback>
                <p:oleObj name="Equation" r:id="rId7" imgW="1587240" imgH="507960" progId="Equation.DSMT4">
                  <p:embed/>
                  <p:pic>
                    <p:nvPicPr>
                      <p:cNvPr id="0" name="Object 6"/>
                      <p:cNvPicPr>
                        <a:picLocks noChangeAspect="1" noChangeArrowheads="1"/>
                      </p:cNvPicPr>
                      <p:nvPr/>
                    </p:nvPicPr>
                    <p:blipFill>
                      <a:blip r:embed="rId8"/>
                      <a:srcRect/>
                      <a:stretch>
                        <a:fillRect/>
                      </a:stretch>
                    </p:blipFill>
                    <p:spPr bwMode="auto">
                      <a:xfrm>
                        <a:off x="1545677" y="1863163"/>
                        <a:ext cx="2456426" cy="849912"/>
                      </a:xfrm>
                      <a:prstGeom prst="rect">
                        <a:avLst/>
                      </a:prstGeom>
                      <a:noFill/>
                      <a:extLst/>
                    </p:spPr>
                  </p:pic>
                </p:oleObj>
              </mc:Fallback>
            </mc:AlternateContent>
          </a:graphicData>
        </a:graphic>
      </p:graphicFrame>
      <p:sp>
        <p:nvSpPr>
          <p:cNvPr id="16395" name="Rectangle 10"/>
          <p:cNvSpPr>
            <a:spLocks noChangeArrowheads="1"/>
          </p:cNvSpPr>
          <p:nvPr/>
        </p:nvSpPr>
        <p:spPr bwMode="auto">
          <a:xfrm>
            <a:off x="5462212" y="2058061"/>
            <a:ext cx="2808684" cy="1912571"/>
          </a:xfrm>
          <a:prstGeom prst="rect">
            <a:avLst/>
          </a:prstGeom>
          <a:solidFill>
            <a:srgbClr val="FFFFFF"/>
          </a:solidFill>
          <a:ln w="9525">
            <a:noFill/>
            <a:miter lim="800000"/>
            <a:headEnd/>
            <a:tailEnd/>
          </a:ln>
        </p:spPr>
        <p:txBody>
          <a:bodyPr wrap="none" anchor="ctr"/>
          <a:lstStyle/>
          <a:p>
            <a:endParaRPr lang="zh-CN" altLang="en-US"/>
          </a:p>
        </p:txBody>
      </p:sp>
      <p:graphicFrame>
        <p:nvGraphicFramePr>
          <p:cNvPr id="44071" name="Object 39"/>
          <p:cNvGraphicFramePr>
            <a:graphicFrameLocks noChangeAspect="1"/>
          </p:cNvGraphicFramePr>
          <p:nvPr>
            <p:extLst>
              <p:ext uri="{D42A27DB-BD31-4B8C-83A1-F6EECF244321}">
                <p14:modId xmlns:p14="http://schemas.microsoft.com/office/powerpoint/2010/main" val="373053834"/>
              </p:ext>
            </p:extLst>
          </p:nvPr>
        </p:nvGraphicFramePr>
        <p:xfrm>
          <a:off x="1549095" y="2881056"/>
          <a:ext cx="1583734" cy="606518"/>
        </p:xfrm>
        <a:graphic>
          <a:graphicData uri="http://schemas.openxmlformats.org/presentationml/2006/ole">
            <mc:AlternateContent xmlns:mc="http://schemas.openxmlformats.org/markup-compatibility/2006">
              <mc:Choice xmlns:v="urn:schemas-microsoft-com:vml" Requires="v">
                <p:oleObj spid="_x0000_s85197" name="Equation" r:id="rId9" imgW="863280" imgH="330120" progId="Equation.DSMT4">
                  <p:embed/>
                </p:oleObj>
              </mc:Choice>
              <mc:Fallback>
                <p:oleObj name="Equation" r:id="rId9" imgW="863280" imgH="330120" progId="Equation.DSMT4">
                  <p:embed/>
                  <p:pic>
                    <p:nvPicPr>
                      <p:cNvPr id="0" name="Object 39"/>
                      <p:cNvPicPr>
                        <a:picLocks noChangeAspect="1" noChangeArrowheads="1"/>
                      </p:cNvPicPr>
                      <p:nvPr/>
                    </p:nvPicPr>
                    <p:blipFill>
                      <a:blip r:embed="rId10"/>
                      <a:srcRect/>
                      <a:stretch>
                        <a:fillRect/>
                      </a:stretch>
                    </p:blipFill>
                    <p:spPr bwMode="auto">
                      <a:xfrm>
                        <a:off x="1549095" y="2881056"/>
                        <a:ext cx="1583734" cy="606518"/>
                      </a:xfrm>
                      <a:prstGeom prst="rect">
                        <a:avLst/>
                      </a:prstGeom>
                      <a:noFill/>
                      <a:extLst/>
                    </p:spPr>
                  </p:pic>
                </p:oleObj>
              </mc:Fallback>
            </mc:AlternateContent>
          </a:graphicData>
        </a:graphic>
      </p:graphicFrame>
      <p:graphicFrame>
        <p:nvGraphicFramePr>
          <p:cNvPr id="44072" name="Object 40"/>
          <p:cNvGraphicFramePr>
            <a:graphicFrameLocks noChangeAspect="1"/>
          </p:cNvGraphicFramePr>
          <p:nvPr>
            <p:extLst>
              <p:ext uri="{D42A27DB-BD31-4B8C-83A1-F6EECF244321}">
                <p14:modId xmlns:p14="http://schemas.microsoft.com/office/powerpoint/2010/main" val="4012632311"/>
              </p:ext>
            </p:extLst>
          </p:nvPr>
        </p:nvGraphicFramePr>
        <p:xfrm>
          <a:off x="1319010" y="3738001"/>
          <a:ext cx="2601515" cy="820341"/>
        </p:xfrm>
        <a:graphic>
          <a:graphicData uri="http://schemas.openxmlformats.org/presentationml/2006/ole">
            <mc:AlternateContent xmlns:mc="http://schemas.openxmlformats.org/markup-compatibility/2006">
              <mc:Choice xmlns:v="urn:schemas-microsoft-com:vml" Requires="v">
                <p:oleObj spid="_x0000_s85198" name="Equation" r:id="rId11" imgW="1409400" imgH="444240" progId="Equation.DSMT4">
                  <p:embed/>
                </p:oleObj>
              </mc:Choice>
              <mc:Fallback>
                <p:oleObj name="Equation" r:id="rId11" imgW="1409400" imgH="444240" progId="Equation.DSMT4">
                  <p:embed/>
                  <p:pic>
                    <p:nvPicPr>
                      <p:cNvPr id="0" name="Object 40"/>
                      <p:cNvPicPr>
                        <a:picLocks noChangeAspect="1" noChangeArrowheads="1"/>
                      </p:cNvPicPr>
                      <p:nvPr/>
                    </p:nvPicPr>
                    <p:blipFill>
                      <a:blip r:embed="rId12"/>
                      <a:srcRect/>
                      <a:stretch>
                        <a:fillRect/>
                      </a:stretch>
                    </p:blipFill>
                    <p:spPr bwMode="auto">
                      <a:xfrm>
                        <a:off x="1319010" y="3738001"/>
                        <a:ext cx="2601515" cy="820341"/>
                      </a:xfrm>
                      <a:prstGeom prst="rect">
                        <a:avLst/>
                      </a:prstGeom>
                      <a:noFill/>
                      <a:ln w="6350">
                        <a:noFill/>
                        <a:miter lim="800000"/>
                        <a:headEnd/>
                        <a:tailEnd/>
                      </a:ln>
                    </p:spPr>
                  </p:pic>
                </p:oleObj>
              </mc:Fallback>
            </mc:AlternateContent>
          </a:graphicData>
        </a:graphic>
      </p:graphicFrame>
      <p:grpSp>
        <p:nvGrpSpPr>
          <p:cNvPr id="16396" name="Group 81"/>
          <p:cNvGrpSpPr>
            <a:grpSpLocks/>
          </p:cNvGrpSpPr>
          <p:nvPr/>
        </p:nvGrpSpPr>
        <p:grpSpPr bwMode="auto">
          <a:xfrm>
            <a:off x="5469282" y="2133070"/>
            <a:ext cx="2801842" cy="1837278"/>
            <a:chOff x="648" y="1071"/>
            <a:chExt cx="4218" cy="2565"/>
          </a:xfrm>
        </p:grpSpPr>
        <p:sp>
          <p:nvSpPr>
            <p:cNvPr id="16397" name="Freeform 82"/>
            <p:cNvSpPr>
              <a:spLocks/>
            </p:cNvSpPr>
            <p:nvPr/>
          </p:nvSpPr>
          <p:spPr bwMode="auto">
            <a:xfrm>
              <a:off x="1060" y="1586"/>
              <a:ext cx="3387" cy="1530"/>
            </a:xfrm>
            <a:custGeom>
              <a:avLst/>
              <a:gdLst>
                <a:gd name="T0" fmla="*/ 0 w 3387"/>
                <a:gd name="T1" fmla="*/ 1168 h 1674"/>
                <a:gd name="T2" fmla="*/ 240 w 3387"/>
                <a:gd name="T3" fmla="*/ 869 h 1674"/>
                <a:gd name="T4" fmla="*/ 528 w 3387"/>
                <a:gd name="T5" fmla="*/ 466 h 1674"/>
                <a:gd name="T6" fmla="*/ 768 w 3387"/>
                <a:gd name="T7" fmla="*/ 184 h 1674"/>
                <a:gd name="T8" fmla="*/ 1056 w 3387"/>
                <a:gd name="T9" fmla="*/ 26 h 1674"/>
                <a:gd name="T10" fmla="*/ 1344 w 3387"/>
                <a:gd name="T11" fmla="*/ 26 h 1674"/>
                <a:gd name="T12" fmla="*/ 1584 w 3387"/>
                <a:gd name="T13" fmla="*/ 173 h 1674"/>
                <a:gd name="T14" fmla="*/ 1824 w 3387"/>
                <a:gd name="T15" fmla="*/ 430 h 1674"/>
                <a:gd name="T16" fmla="*/ 2112 w 3387"/>
                <a:gd name="T17" fmla="*/ 723 h 1674"/>
                <a:gd name="T18" fmla="*/ 2489 w 3387"/>
                <a:gd name="T19" fmla="*/ 974 h 1674"/>
                <a:gd name="T20" fmla="*/ 2825 w 3387"/>
                <a:gd name="T21" fmla="*/ 1126 h 1674"/>
                <a:gd name="T22" fmla="*/ 3387 w 3387"/>
                <a:gd name="T23" fmla="*/ 1278 h 167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87"/>
                <a:gd name="T37" fmla="*/ 0 h 1674"/>
                <a:gd name="T38" fmla="*/ 3387 w 3387"/>
                <a:gd name="T39" fmla="*/ 1674 h 167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87" h="1674">
                  <a:moveTo>
                    <a:pt x="0" y="1530"/>
                  </a:moveTo>
                  <a:cubicBezTo>
                    <a:pt x="39" y="1465"/>
                    <a:pt x="152" y="1291"/>
                    <a:pt x="240" y="1138"/>
                  </a:cubicBezTo>
                  <a:cubicBezTo>
                    <a:pt x="328" y="985"/>
                    <a:pt x="440" y="759"/>
                    <a:pt x="528" y="610"/>
                  </a:cubicBezTo>
                  <a:cubicBezTo>
                    <a:pt x="616" y="461"/>
                    <a:pt x="680" y="337"/>
                    <a:pt x="768" y="241"/>
                  </a:cubicBezTo>
                  <a:cubicBezTo>
                    <a:pt x="856" y="145"/>
                    <a:pt x="960" y="68"/>
                    <a:pt x="1056" y="34"/>
                  </a:cubicBezTo>
                  <a:cubicBezTo>
                    <a:pt x="1152" y="0"/>
                    <a:pt x="1256" y="2"/>
                    <a:pt x="1344" y="34"/>
                  </a:cubicBezTo>
                  <a:cubicBezTo>
                    <a:pt x="1432" y="66"/>
                    <a:pt x="1504" y="138"/>
                    <a:pt x="1584" y="226"/>
                  </a:cubicBezTo>
                  <a:cubicBezTo>
                    <a:pt x="1664" y="314"/>
                    <a:pt x="1736" y="442"/>
                    <a:pt x="1824" y="562"/>
                  </a:cubicBezTo>
                  <a:cubicBezTo>
                    <a:pt x="1912" y="682"/>
                    <a:pt x="2001" y="827"/>
                    <a:pt x="2112" y="946"/>
                  </a:cubicBezTo>
                  <a:cubicBezTo>
                    <a:pt x="2223" y="1065"/>
                    <a:pt x="2370" y="1188"/>
                    <a:pt x="2489" y="1276"/>
                  </a:cubicBezTo>
                  <a:cubicBezTo>
                    <a:pt x="2608" y="1364"/>
                    <a:pt x="2675" y="1409"/>
                    <a:pt x="2825" y="1475"/>
                  </a:cubicBezTo>
                  <a:cubicBezTo>
                    <a:pt x="2975" y="1541"/>
                    <a:pt x="3270" y="1633"/>
                    <a:pt x="3387" y="1674"/>
                  </a:cubicBezTo>
                </a:path>
              </a:pathLst>
            </a:custGeom>
            <a:noFill/>
            <a:ln w="28575" cap="flat" cmpd="sng">
              <a:solidFill>
                <a:srgbClr val="FF0000"/>
              </a:solidFill>
              <a:prstDash val="dash"/>
              <a:round/>
              <a:headEnd/>
              <a:tailEnd/>
            </a:ln>
          </p:spPr>
          <p:txBody>
            <a:bodyPr wrap="none"/>
            <a:lstStyle/>
            <a:p>
              <a:endParaRPr lang="zh-CN" altLang="en-US"/>
            </a:p>
          </p:txBody>
        </p:sp>
        <p:grpSp>
          <p:nvGrpSpPr>
            <p:cNvPr id="16398" name="Group 83"/>
            <p:cNvGrpSpPr>
              <a:grpSpLocks/>
            </p:cNvGrpSpPr>
            <p:nvPr/>
          </p:nvGrpSpPr>
          <p:grpSpPr bwMode="auto">
            <a:xfrm>
              <a:off x="648" y="1071"/>
              <a:ext cx="4218" cy="2565"/>
              <a:chOff x="648" y="1076"/>
              <a:chExt cx="4218" cy="2565"/>
            </a:xfrm>
          </p:grpSpPr>
          <p:grpSp>
            <p:nvGrpSpPr>
              <p:cNvPr id="16399" name="Group 84"/>
              <p:cNvGrpSpPr>
                <a:grpSpLocks/>
              </p:cNvGrpSpPr>
              <p:nvPr/>
            </p:nvGrpSpPr>
            <p:grpSpPr bwMode="auto">
              <a:xfrm>
                <a:off x="1060" y="1586"/>
                <a:ext cx="3312" cy="1632"/>
                <a:chOff x="1296" y="1152"/>
                <a:chExt cx="3312" cy="1776"/>
              </a:xfrm>
            </p:grpSpPr>
            <p:sp>
              <p:nvSpPr>
                <p:cNvPr id="16403" name="Rectangle 85"/>
                <p:cNvSpPr>
                  <a:spLocks noChangeArrowheads="1"/>
                </p:cNvSpPr>
                <p:nvPr/>
              </p:nvSpPr>
              <p:spPr bwMode="auto">
                <a:xfrm>
                  <a:off x="1296" y="2592"/>
                  <a:ext cx="144" cy="336"/>
                </a:xfrm>
                <a:prstGeom prst="rect">
                  <a:avLst/>
                </a:prstGeom>
                <a:noFill/>
                <a:ln w="28575">
                  <a:solidFill>
                    <a:srgbClr val="0000CC"/>
                  </a:solidFill>
                  <a:miter lim="800000"/>
                  <a:headEnd/>
                  <a:tailEnd/>
                </a:ln>
              </p:spPr>
              <p:txBody>
                <a:bodyPr wrap="none" anchor="ctr"/>
                <a:lstStyle/>
                <a:p>
                  <a:endParaRPr lang="zh-CN" altLang="en-US"/>
                </a:p>
              </p:txBody>
            </p:sp>
            <p:sp>
              <p:nvSpPr>
                <p:cNvPr id="16404" name="Rectangle 86"/>
                <p:cNvSpPr>
                  <a:spLocks noChangeArrowheads="1"/>
                </p:cNvSpPr>
                <p:nvPr/>
              </p:nvSpPr>
              <p:spPr bwMode="auto">
                <a:xfrm>
                  <a:off x="1440" y="2256"/>
                  <a:ext cx="144" cy="672"/>
                </a:xfrm>
                <a:prstGeom prst="rect">
                  <a:avLst/>
                </a:prstGeom>
                <a:noFill/>
                <a:ln w="28575">
                  <a:solidFill>
                    <a:srgbClr val="0000CC"/>
                  </a:solidFill>
                  <a:miter lim="800000"/>
                  <a:headEnd/>
                  <a:tailEnd/>
                </a:ln>
              </p:spPr>
              <p:txBody>
                <a:bodyPr wrap="none" anchor="ctr"/>
                <a:lstStyle/>
                <a:p>
                  <a:endParaRPr lang="zh-CN" altLang="en-US"/>
                </a:p>
              </p:txBody>
            </p:sp>
            <p:sp>
              <p:nvSpPr>
                <p:cNvPr id="16405" name="Rectangle 87"/>
                <p:cNvSpPr>
                  <a:spLocks noChangeArrowheads="1"/>
                </p:cNvSpPr>
                <p:nvPr/>
              </p:nvSpPr>
              <p:spPr bwMode="auto">
                <a:xfrm>
                  <a:off x="1584" y="1968"/>
                  <a:ext cx="144" cy="960"/>
                </a:xfrm>
                <a:prstGeom prst="rect">
                  <a:avLst/>
                </a:prstGeom>
                <a:noFill/>
                <a:ln w="28575">
                  <a:solidFill>
                    <a:srgbClr val="0000CC"/>
                  </a:solidFill>
                  <a:miter lim="800000"/>
                  <a:headEnd/>
                  <a:tailEnd/>
                </a:ln>
              </p:spPr>
              <p:txBody>
                <a:bodyPr wrap="none" anchor="ctr"/>
                <a:lstStyle/>
                <a:p>
                  <a:endParaRPr lang="zh-CN" altLang="en-US"/>
                </a:p>
              </p:txBody>
            </p:sp>
            <p:sp>
              <p:nvSpPr>
                <p:cNvPr id="16406" name="Rectangle 88"/>
                <p:cNvSpPr>
                  <a:spLocks noChangeArrowheads="1"/>
                </p:cNvSpPr>
                <p:nvPr/>
              </p:nvSpPr>
              <p:spPr bwMode="auto">
                <a:xfrm>
                  <a:off x="1728" y="1728"/>
                  <a:ext cx="144" cy="1200"/>
                </a:xfrm>
                <a:prstGeom prst="rect">
                  <a:avLst/>
                </a:prstGeom>
                <a:noFill/>
                <a:ln w="28575">
                  <a:solidFill>
                    <a:srgbClr val="0000CC"/>
                  </a:solidFill>
                  <a:miter lim="800000"/>
                  <a:headEnd/>
                  <a:tailEnd/>
                </a:ln>
              </p:spPr>
              <p:txBody>
                <a:bodyPr wrap="none" anchor="ctr"/>
                <a:lstStyle/>
                <a:p>
                  <a:endParaRPr lang="zh-CN" altLang="en-US"/>
                </a:p>
              </p:txBody>
            </p:sp>
            <p:sp>
              <p:nvSpPr>
                <p:cNvPr id="16407" name="Rectangle 89"/>
                <p:cNvSpPr>
                  <a:spLocks noChangeArrowheads="1"/>
                </p:cNvSpPr>
                <p:nvPr/>
              </p:nvSpPr>
              <p:spPr bwMode="auto">
                <a:xfrm>
                  <a:off x="1872" y="1536"/>
                  <a:ext cx="144" cy="1392"/>
                </a:xfrm>
                <a:prstGeom prst="rect">
                  <a:avLst/>
                </a:prstGeom>
                <a:noFill/>
                <a:ln w="28575">
                  <a:solidFill>
                    <a:srgbClr val="0000CC"/>
                  </a:solidFill>
                  <a:miter lim="800000"/>
                  <a:headEnd/>
                  <a:tailEnd/>
                </a:ln>
              </p:spPr>
              <p:txBody>
                <a:bodyPr wrap="none" anchor="ctr"/>
                <a:lstStyle/>
                <a:p>
                  <a:endParaRPr lang="zh-CN" altLang="en-US"/>
                </a:p>
              </p:txBody>
            </p:sp>
            <p:sp>
              <p:nvSpPr>
                <p:cNvPr id="16408" name="Rectangle 90"/>
                <p:cNvSpPr>
                  <a:spLocks noChangeArrowheads="1"/>
                </p:cNvSpPr>
                <p:nvPr/>
              </p:nvSpPr>
              <p:spPr bwMode="auto">
                <a:xfrm>
                  <a:off x="2016" y="1344"/>
                  <a:ext cx="144" cy="1584"/>
                </a:xfrm>
                <a:prstGeom prst="rect">
                  <a:avLst/>
                </a:prstGeom>
                <a:noFill/>
                <a:ln w="28575">
                  <a:solidFill>
                    <a:srgbClr val="0000CC"/>
                  </a:solidFill>
                  <a:miter lim="800000"/>
                  <a:headEnd/>
                  <a:tailEnd/>
                </a:ln>
              </p:spPr>
              <p:txBody>
                <a:bodyPr wrap="none" anchor="ctr"/>
                <a:lstStyle/>
                <a:p>
                  <a:endParaRPr lang="zh-CN" altLang="en-US"/>
                </a:p>
              </p:txBody>
            </p:sp>
            <p:sp>
              <p:nvSpPr>
                <p:cNvPr id="16409" name="Rectangle 91"/>
                <p:cNvSpPr>
                  <a:spLocks noChangeArrowheads="1"/>
                </p:cNvSpPr>
                <p:nvPr/>
              </p:nvSpPr>
              <p:spPr bwMode="auto">
                <a:xfrm>
                  <a:off x="2160" y="1248"/>
                  <a:ext cx="144" cy="1680"/>
                </a:xfrm>
                <a:prstGeom prst="rect">
                  <a:avLst/>
                </a:prstGeom>
                <a:noFill/>
                <a:ln w="28575">
                  <a:solidFill>
                    <a:srgbClr val="0000CC"/>
                  </a:solidFill>
                  <a:miter lim="800000"/>
                  <a:headEnd/>
                  <a:tailEnd/>
                </a:ln>
              </p:spPr>
              <p:txBody>
                <a:bodyPr wrap="none" anchor="ctr"/>
                <a:lstStyle/>
                <a:p>
                  <a:endParaRPr lang="zh-CN" altLang="en-US"/>
                </a:p>
              </p:txBody>
            </p:sp>
            <p:sp>
              <p:nvSpPr>
                <p:cNvPr id="16410" name="Rectangle 92"/>
                <p:cNvSpPr>
                  <a:spLocks noChangeArrowheads="1"/>
                </p:cNvSpPr>
                <p:nvPr/>
              </p:nvSpPr>
              <p:spPr bwMode="auto">
                <a:xfrm>
                  <a:off x="2304" y="1200"/>
                  <a:ext cx="144" cy="1728"/>
                </a:xfrm>
                <a:prstGeom prst="rect">
                  <a:avLst/>
                </a:prstGeom>
                <a:noFill/>
                <a:ln w="28575">
                  <a:solidFill>
                    <a:srgbClr val="0000CC"/>
                  </a:solidFill>
                  <a:miter lim="800000"/>
                  <a:headEnd/>
                  <a:tailEnd/>
                </a:ln>
              </p:spPr>
              <p:txBody>
                <a:bodyPr wrap="none" anchor="ctr"/>
                <a:lstStyle/>
                <a:p>
                  <a:endParaRPr lang="zh-CN" altLang="en-US"/>
                </a:p>
              </p:txBody>
            </p:sp>
            <p:sp>
              <p:nvSpPr>
                <p:cNvPr id="16411" name="Rectangle 93"/>
                <p:cNvSpPr>
                  <a:spLocks noChangeArrowheads="1"/>
                </p:cNvSpPr>
                <p:nvPr/>
              </p:nvSpPr>
              <p:spPr bwMode="auto">
                <a:xfrm>
                  <a:off x="2448" y="1152"/>
                  <a:ext cx="144" cy="1776"/>
                </a:xfrm>
                <a:prstGeom prst="rect">
                  <a:avLst/>
                </a:prstGeom>
                <a:noFill/>
                <a:ln w="28575">
                  <a:solidFill>
                    <a:srgbClr val="0000CC"/>
                  </a:solidFill>
                  <a:miter lim="800000"/>
                  <a:headEnd/>
                  <a:tailEnd/>
                </a:ln>
              </p:spPr>
              <p:txBody>
                <a:bodyPr wrap="none" anchor="ctr"/>
                <a:lstStyle/>
                <a:p>
                  <a:endParaRPr lang="zh-CN" altLang="en-US"/>
                </a:p>
              </p:txBody>
            </p:sp>
            <p:sp>
              <p:nvSpPr>
                <p:cNvPr id="16412" name="Rectangle 94"/>
                <p:cNvSpPr>
                  <a:spLocks noChangeArrowheads="1"/>
                </p:cNvSpPr>
                <p:nvPr/>
              </p:nvSpPr>
              <p:spPr bwMode="auto">
                <a:xfrm>
                  <a:off x="2592" y="1200"/>
                  <a:ext cx="144" cy="1728"/>
                </a:xfrm>
                <a:prstGeom prst="rect">
                  <a:avLst/>
                </a:prstGeom>
                <a:noFill/>
                <a:ln w="28575">
                  <a:solidFill>
                    <a:srgbClr val="0000CC"/>
                  </a:solidFill>
                  <a:miter lim="800000"/>
                  <a:headEnd/>
                  <a:tailEnd/>
                </a:ln>
              </p:spPr>
              <p:txBody>
                <a:bodyPr wrap="none" anchor="ctr"/>
                <a:lstStyle/>
                <a:p>
                  <a:endParaRPr lang="zh-CN" altLang="en-US"/>
                </a:p>
              </p:txBody>
            </p:sp>
            <p:sp>
              <p:nvSpPr>
                <p:cNvPr id="16413" name="Rectangle 95"/>
                <p:cNvSpPr>
                  <a:spLocks noChangeArrowheads="1"/>
                </p:cNvSpPr>
                <p:nvPr/>
              </p:nvSpPr>
              <p:spPr bwMode="auto">
                <a:xfrm>
                  <a:off x="2736" y="1296"/>
                  <a:ext cx="144" cy="1632"/>
                </a:xfrm>
                <a:prstGeom prst="rect">
                  <a:avLst/>
                </a:prstGeom>
                <a:noFill/>
                <a:ln w="28575">
                  <a:solidFill>
                    <a:srgbClr val="0000CC"/>
                  </a:solidFill>
                  <a:miter lim="800000"/>
                  <a:headEnd/>
                  <a:tailEnd/>
                </a:ln>
              </p:spPr>
              <p:txBody>
                <a:bodyPr wrap="none" anchor="ctr"/>
                <a:lstStyle/>
                <a:p>
                  <a:endParaRPr lang="zh-CN" altLang="en-US"/>
                </a:p>
              </p:txBody>
            </p:sp>
            <p:sp>
              <p:nvSpPr>
                <p:cNvPr id="16414" name="Rectangle 96"/>
                <p:cNvSpPr>
                  <a:spLocks noChangeArrowheads="1"/>
                </p:cNvSpPr>
                <p:nvPr/>
              </p:nvSpPr>
              <p:spPr bwMode="auto">
                <a:xfrm>
                  <a:off x="2880" y="1440"/>
                  <a:ext cx="144" cy="1488"/>
                </a:xfrm>
                <a:prstGeom prst="rect">
                  <a:avLst/>
                </a:prstGeom>
                <a:noFill/>
                <a:ln w="28575">
                  <a:solidFill>
                    <a:srgbClr val="0000CC"/>
                  </a:solidFill>
                  <a:miter lim="800000"/>
                  <a:headEnd/>
                  <a:tailEnd/>
                </a:ln>
              </p:spPr>
              <p:txBody>
                <a:bodyPr wrap="none" anchor="ctr"/>
                <a:lstStyle/>
                <a:p>
                  <a:endParaRPr lang="zh-CN" altLang="en-US"/>
                </a:p>
              </p:txBody>
            </p:sp>
            <p:sp>
              <p:nvSpPr>
                <p:cNvPr id="16415" name="Rectangle 97"/>
                <p:cNvSpPr>
                  <a:spLocks noChangeArrowheads="1"/>
                </p:cNvSpPr>
                <p:nvPr/>
              </p:nvSpPr>
              <p:spPr bwMode="auto">
                <a:xfrm>
                  <a:off x="3024" y="1632"/>
                  <a:ext cx="144" cy="1296"/>
                </a:xfrm>
                <a:prstGeom prst="rect">
                  <a:avLst/>
                </a:prstGeom>
                <a:noFill/>
                <a:ln w="28575">
                  <a:solidFill>
                    <a:srgbClr val="0000CC"/>
                  </a:solidFill>
                  <a:miter lim="800000"/>
                  <a:headEnd/>
                  <a:tailEnd/>
                </a:ln>
              </p:spPr>
              <p:txBody>
                <a:bodyPr wrap="none" anchor="ctr"/>
                <a:lstStyle/>
                <a:p>
                  <a:endParaRPr lang="zh-CN" altLang="en-US"/>
                </a:p>
              </p:txBody>
            </p:sp>
            <p:sp>
              <p:nvSpPr>
                <p:cNvPr id="16416" name="Rectangle 98"/>
                <p:cNvSpPr>
                  <a:spLocks noChangeArrowheads="1"/>
                </p:cNvSpPr>
                <p:nvPr/>
              </p:nvSpPr>
              <p:spPr bwMode="auto">
                <a:xfrm>
                  <a:off x="3312" y="2016"/>
                  <a:ext cx="144" cy="912"/>
                </a:xfrm>
                <a:prstGeom prst="rect">
                  <a:avLst/>
                </a:prstGeom>
                <a:noFill/>
                <a:ln w="28575">
                  <a:solidFill>
                    <a:srgbClr val="0000CC"/>
                  </a:solidFill>
                  <a:miter lim="800000"/>
                  <a:headEnd/>
                  <a:tailEnd/>
                </a:ln>
              </p:spPr>
              <p:txBody>
                <a:bodyPr wrap="none" anchor="ctr"/>
                <a:lstStyle/>
                <a:p>
                  <a:endParaRPr lang="zh-CN" altLang="en-US"/>
                </a:p>
              </p:txBody>
            </p:sp>
            <p:sp>
              <p:nvSpPr>
                <p:cNvPr id="16417" name="Rectangle 99"/>
                <p:cNvSpPr>
                  <a:spLocks noChangeArrowheads="1"/>
                </p:cNvSpPr>
                <p:nvPr/>
              </p:nvSpPr>
              <p:spPr bwMode="auto">
                <a:xfrm>
                  <a:off x="3456" y="2160"/>
                  <a:ext cx="144" cy="768"/>
                </a:xfrm>
                <a:prstGeom prst="rect">
                  <a:avLst/>
                </a:prstGeom>
                <a:noFill/>
                <a:ln w="28575">
                  <a:solidFill>
                    <a:srgbClr val="0000CC"/>
                  </a:solidFill>
                  <a:miter lim="800000"/>
                  <a:headEnd/>
                  <a:tailEnd/>
                </a:ln>
              </p:spPr>
              <p:txBody>
                <a:bodyPr wrap="none" anchor="ctr"/>
                <a:lstStyle/>
                <a:p>
                  <a:endParaRPr lang="zh-CN" altLang="en-US"/>
                </a:p>
              </p:txBody>
            </p:sp>
            <p:sp>
              <p:nvSpPr>
                <p:cNvPr id="16418" name="Rectangle 100"/>
                <p:cNvSpPr>
                  <a:spLocks noChangeArrowheads="1"/>
                </p:cNvSpPr>
                <p:nvPr/>
              </p:nvSpPr>
              <p:spPr bwMode="auto">
                <a:xfrm>
                  <a:off x="3600" y="2304"/>
                  <a:ext cx="144" cy="624"/>
                </a:xfrm>
                <a:prstGeom prst="rect">
                  <a:avLst/>
                </a:prstGeom>
                <a:noFill/>
                <a:ln w="28575">
                  <a:solidFill>
                    <a:srgbClr val="0000CC"/>
                  </a:solidFill>
                  <a:miter lim="800000"/>
                  <a:headEnd/>
                  <a:tailEnd/>
                </a:ln>
              </p:spPr>
              <p:txBody>
                <a:bodyPr wrap="none" anchor="ctr"/>
                <a:lstStyle/>
                <a:p>
                  <a:endParaRPr lang="zh-CN" altLang="en-US"/>
                </a:p>
              </p:txBody>
            </p:sp>
            <p:sp>
              <p:nvSpPr>
                <p:cNvPr id="16419" name="Rectangle 101"/>
                <p:cNvSpPr>
                  <a:spLocks noChangeArrowheads="1"/>
                </p:cNvSpPr>
                <p:nvPr/>
              </p:nvSpPr>
              <p:spPr bwMode="auto">
                <a:xfrm>
                  <a:off x="3744" y="2448"/>
                  <a:ext cx="144" cy="480"/>
                </a:xfrm>
                <a:prstGeom prst="rect">
                  <a:avLst/>
                </a:prstGeom>
                <a:noFill/>
                <a:ln w="28575">
                  <a:solidFill>
                    <a:srgbClr val="0000CC"/>
                  </a:solidFill>
                  <a:miter lim="800000"/>
                  <a:headEnd/>
                  <a:tailEnd/>
                </a:ln>
              </p:spPr>
              <p:txBody>
                <a:bodyPr wrap="none" anchor="ctr"/>
                <a:lstStyle/>
                <a:p>
                  <a:endParaRPr lang="zh-CN" altLang="en-US"/>
                </a:p>
              </p:txBody>
            </p:sp>
            <p:sp>
              <p:nvSpPr>
                <p:cNvPr id="16420" name="Rectangle 102"/>
                <p:cNvSpPr>
                  <a:spLocks noChangeArrowheads="1"/>
                </p:cNvSpPr>
                <p:nvPr/>
              </p:nvSpPr>
              <p:spPr bwMode="auto">
                <a:xfrm>
                  <a:off x="3888" y="2496"/>
                  <a:ext cx="144" cy="432"/>
                </a:xfrm>
                <a:prstGeom prst="rect">
                  <a:avLst/>
                </a:prstGeom>
                <a:noFill/>
                <a:ln w="28575">
                  <a:solidFill>
                    <a:srgbClr val="0000CC"/>
                  </a:solidFill>
                  <a:miter lim="800000"/>
                  <a:headEnd/>
                  <a:tailEnd/>
                </a:ln>
              </p:spPr>
              <p:txBody>
                <a:bodyPr wrap="none" anchor="ctr"/>
                <a:lstStyle/>
                <a:p>
                  <a:endParaRPr lang="zh-CN" altLang="en-US"/>
                </a:p>
              </p:txBody>
            </p:sp>
            <p:sp>
              <p:nvSpPr>
                <p:cNvPr id="16421" name="Rectangle 103"/>
                <p:cNvSpPr>
                  <a:spLocks noChangeArrowheads="1"/>
                </p:cNvSpPr>
                <p:nvPr/>
              </p:nvSpPr>
              <p:spPr bwMode="auto">
                <a:xfrm>
                  <a:off x="4032" y="2592"/>
                  <a:ext cx="144" cy="336"/>
                </a:xfrm>
                <a:prstGeom prst="rect">
                  <a:avLst/>
                </a:prstGeom>
                <a:noFill/>
                <a:ln w="28575">
                  <a:solidFill>
                    <a:srgbClr val="0000CC"/>
                  </a:solidFill>
                  <a:miter lim="800000"/>
                  <a:headEnd/>
                  <a:tailEnd/>
                </a:ln>
              </p:spPr>
              <p:txBody>
                <a:bodyPr wrap="none" anchor="ctr"/>
                <a:lstStyle/>
                <a:p>
                  <a:endParaRPr lang="zh-CN" altLang="en-US"/>
                </a:p>
              </p:txBody>
            </p:sp>
            <p:sp>
              <p:nvSpPr>
                <p:cNvPr id="16422" name="Rectangle 104"/>
                <p:cNvSpPr>
                  <a:spLocks noChangeArrowheads="1"/>
                </p:cNvSpPr>
                <p:nvPr/>
              </p:nvSpPr>
              <p:spPr bwMode="auto">
                <a:xfrm>
                  <a:off x="4176" y="2640"/>
                  <a:ext cx="144" cy="288"/>
                </a:xfrm>
                <a:prstGeom prst="rect">
                  <a:avLst/>
                </a:prstGeom>
                <a:noFill/>
                <a:ln w="28575">
                  <a:solidFill>
                    <a:srgbClr val="0000CC"/>
                  </a:solidFill>
                  <a:miter lim="800000"/>
                  <a:headEnd/>
                  <a:tailEnd/>
                </a:ln>
              </p:spPr>
              <p:txBody>
                <a:bodyPr wrap="none" anchor="ctr"/>
                <a:lstStyle/>
                <a:p>
                  <a:endParaRPr lang="zh-CN" altLang="en-US"/>
                </a:p>
              </p:txBody>
            </p:sp>
            <p:sp>
              <p:nvSpPr>
                <p:cNvPr id="16423" name="Rectangle 105"/>
                <p:cNvSpPr>
                  <a:spLocks noChangeArrowheads="1"/>
                </p:cNvSpPr>
                <p:nvPr/>
              </p:nvSpPr>
              <p:spPr bwMode="auto">
                <a:xfrm>
                  <a:off x="4320" y="2688"/>
                  <a:ext cx="144" cy="240"/>
                </a:xfrm>
                <a:prstGeom prst="rect">
                  <a:avLst/>
                </a:prstGeom>
                <a:noFill/>
                <a:ln w="28575">
                  <a:solidFill>
                    <a:srgbClr val="0000CC"/>
                  </a:solidFill>
                  <a:miter lim="800000"/>
                  <a:headEnd/>
                  <a:tailEnd/>
                </a:ln>
              </p:spPr>
              <p:txBody>
                <a:bodyPr wrap="none" anchor="ctr"/>
                <a:lstStyle/>
                <a:p>
                  <a:endParaRPr lang="zh-CN" altLang="en-US"/>
                </a:p>
              </p:txBody>
            </p:sp>
            <p:sp>
              <p:nvSpPr>
                <p:cNvPr id="16424" name="Rectangle 106"/>
                <p:cNvSpPr>
                  <a:spLocks noChangeArrowheads="1"/>
                </p:cNvSpPr>
                <p:nvPr/>
              </p:nvSpPr>
              <p:spPr bwMode="auto">
                <a:xfrm>
                  <a:off x="4464" y="2784"/>
                  <a:ext cx="144" cy="144"/>
                </a:xfrm>
                <a:prstGeom prst="rect">
                  <a:avLst/>
                </a:prstGeom>
                <a:noFill/>
                <a:ln w="28575">
                  <a:solidFill>
                    <a:srgbClr val="0000CC"/>
                  </a:solidFill>
                  <a:miter lim="800000"/>
                  <a:headEnd/>
                  <a:tailEnd/>
                </a:ln>
              </p:spPr>
              <p:txBody>
                <a:bodyPr wrap="none" anchor="ctr"/>
                <a:lstStyle/>
                <a:p>
                  <a:endParaRPr lang="zh-CN" altLang="en-US"/>
                </a:p>
              </p:txBody>
            </p:sp>
            <p:sp>
              <p:nvSpPr>
                <p:cNvPr id="16425" name="Rectangle 107"/>
                <p:cNvSpPr>
                  <a:spLocks noChangeArrowheads="1"/>
                </p:cNvSpPr>
                <p:nvPr/>
              </p:nvSpPr>
              <p:spPr bwMode="auto">
                <a:xfrm>
                  <a:off x="3168" y="1824"/>
                  <a:ext cx="144" cy="1104"/>
                </a:xfrm>
                <a:prstGeom prst="rect">
                  <a:avLst/>
                </a:prstGeom>
                <a:solidFill>
                  <a:srgbClr val="FFFFFF"/>
                </a:solidFill>
                <a:ln w="28575">
                  <a:solidFill>
                    <a:srgbClr val="0000CC"/>
                  </a:solidFill>
                  <a:miter lim="800000"/>
                  <a:headEnd/>
                  <a:tailEnd/>
                </a:ln>
              </p:spPr>
              <p:txBody>
                <a:bodyPr wrap="none" anchor="ctr"/>
                <a:lstStyle/>
                <a:p>
                  <a:endParaRPr lang="zh-CN" altLang="en-US"/>
                </a:p>
              </p:txBody>
            </p:sp>
          </p:grpSp>
          <p:grpSp>
            <p:nvGrpSpPr>
              <p:cNvPr id="16400" name="Group 108"/>
              <p:cNvGrpSpPr>
                <a:grpSpLocks/>
              </p:cNvGrpSpPr>
              <p:nvPr/>
            </p:nvGrpSpPr>
            <p:grpSpPr bwMode="auto">
              <a:xfrm>
                <a:off x="648" y="1298"/>
                <a:ext cx="4218" cy="2343"/>
                <a:chOff x="648" y="1298"/>
                <a:chExt cx="4218" cy="2343"/>
              </a:xfrm>
            </p:grpSpPr>
            <p:sp>
              <p:nvSpPr>
                <p:cNvPr id="16401" name="Line 109"/>
                <p:cNvSpPr>
                  <a:spLocks noChangeShapeType="1"/>
                </p:cNvSpPr>
                <p:nvPr/>
              </p:nvSpPr>
              <p:spPr bwMode="auto">
                <a:xfrm>
                  <a:off x="820" y="3218"/>
                  <a:ext cx="3840" cy="0"/>
                </a:xfrm>
                <a:prstGeom prst="line">
                  <a:avLst/>
                </a:prstGeom>
                <a:noFill/>
                <a:ln w="19050">
                  <a:solidFill>
                    <a:srgbClr val="000000"/>
                  </a:solidFill>
                  <a:round/>
                  <a:headEnd/>
                  <a:tailEnd type="triangle" w="sm" len="lg"/>
                </a:ln>
              </p:spPr>
              <p:txBody>
                <a:bodyPr wrap="none" anchor="ctr"/>
                <a:lstStyle/>
                <a:p>
                  <a:endParaRPr lang="zh-CN" altLang="en-US"/>
                </a:p>
              </p:txBody>
            </p:sp>
            <p:sp>
              <p:nvSpPr>
                <p:cNvPr id="16402" name="Line 110"/>
                <p:cNvSpPr>
                  <a:spLocks noChangeShapeType="1"/>
                </p:cNvSpPr>
                <p:nvPr/>
              </p:nvSpPr>
              <p:spPr bwMode="auto">
                <a:xfrm flipV="1">
                  <a:off x="820" y="1298"/>
                  <a:ext cx="0" cy="1920"/>
                </a:xfrm>
                <a:prstGeom prst="line">
                  <a:avLst/>
                </a:prstGeom>
                <a:noFill/>
                <a:ln w="19050">
                  <a:solidFill>
                    <a:srgbClr val="000000"/>
                  </a:solidFill>
                  <a:round/>
                  <a:headEnd/>
                  <a:tailEnd type="triangle" w="sm" len="lg"/>
                </a:ln>
              </p:spPr>
              <p:txBody>
                <a:bodyPr wrap="none" anchor="ctr"/>
                <a:lstStyle/>
                <a:p>
                  <a:endParaRPr lang="zh-CN" altLang="en-US"/>
                </a:p>
              </p:txBody>
            </p:sp>
            <p:graphicFrame>
              <p:nvGraphicFramePr>
                <p:cNvPr id="16391" name="Object 111"/>
                <p:cNvGraphicFramePr>
                  <a:graphicFrameLocks noChangeAspect="1"/>
                </p:cNvGraphicFramePr>
                <p:nvPr>
                  <p:extLst>
                    <p:ext uri="{D42A27DB-BD31-4B8C-83A1-F6EECF244321}">
                      <p14:modId xmlns:p14="http://schemas.microsoft.com/office/powerpoint/2010/main" val="2118921192"/>
                    </p:ext>
                  </p:extLst>
                </p:nvPr>
              </p:nvGraphicFramePr>
              <p:xfrm>
                <a:off x="648" y="3278"/>
                <a:ext cx="261" cy="288"/>
              </p:xfrm>
              <a:graphic>
                <a:graphicData uri="http://schemas.openxmlformats.org/presentationml/2006/ole">
                  <mc:AlternateContent xmlns:mc="http://schemas.openxmlformats.org/markup-compatibility/2006">
                    <mc:Choice xmlns:v="urn:schemas-microsoft-com:vml" Requires="v">
                      <p:oleObj spid="_x0000_s85199" name="Equation" r:id="rId13" imgW="126720" imgH="139680" progId="Equation.3">
                        <p:embed/>
                      </p:oleObj>
                    </mc:Choice>
                    <mc:Fallback>
                      <p:oleObj name="Equation" r:id="rId13" imgW="126720" imgH="139680" progId="Equation.3">
                        <p:embed/>
                        <p:pic>
                          <p:nvPicPr>
                            <p:cNvPr id="0" name="Object 1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8" y="3278"/>
                              <a:ext cx="26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2" name="Object 112"/>
                <p:cNvGraphicFramePr>
                  <a:graphicFrameLocks noChangeAspect="1"/>
                </p:cNvGraphicFramePr>
                <p:nvPr/>
              </p:nvGraphicFramePr>
              <p:xfrm>
                <a:off x="4580" y="3323"/>
                <a:ext cx="286" cy="318"/>
              </p:xfrm>
              <a:graphic>
                <a:graphicData uri="http://schemas.openxmlformats.org/presentationml/2006/ole">
                  <mc:AlternateContent xmlns:mc="http://schemas.openxmlformats.org/markup-compatibility/2006">
                    <mc:Choice xmlns:v="urn:schemas-microsoft-com:vml" Requires="v">
                      <p:oleObj spid="_x0000_s85200" name="公式" r:id="rId15" imgW="126720" imgH="139680" progId="Equation.3">
                        <p:embed/>
                      </p:oleObj>
                    </mc:Choice>
                    <mc:Fallback>
                      <p:oleObj name="公式" r:id="rId15" imgW="126720" imgH="139680" progId="Equation.3">
                        <p:embed/>
                        <p:pic>
                          <p:nvPicPr>
                            <p:cNvPr id="0" name="Object 1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80" y="3323"/>
                              <a:ext cx="286"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6390" name="Object 113"/>
              <p:cNvGraphicFramePr>
                <a:graphicFrameLocks noChangeAspect="1"/>
              </p:cNvGraphicFramePr>
              <p:nvPr/>
            </p:nvGraphicFramePr>
            <p:xfrm>
              <a:off x="857" y="1076"/>
              <a:ext cx="594" cy="443"/>
            </p:xfrm>
            <a:graphic>
              <a:graphicData uri="http://schemas.openxmlformats.org/presentationml/2006/ole">
                <mc:AlternateContent xmlns:mc="http://schemas.openxmlformats.org/markup-compatibility/2006">
                  <mc:Choice xmlns:v="urn:schemas-microsoft-com:vml" Requires="v">
                    <p:oleObj spid="_x0000_s85201" name="公式" r:id="rId17" imgW="291960" imgH="215640" progId="Equation.3">
                      <p:embed/>
                    </p:oleObj>
                  </mc:Choice>
                  <mc:Fallback>
                    <p:oleObj name="公式" r:id="rId17" imgW="291960" imgH="215640" progId="Equation.3">
                      <p:embed/>
                      <p:pic>
                        <p:nvPicPr>
                          <p:cNvPr id="0" name="Object 1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57" y="1076"/>
                            <a:ext cx="594" cy="4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034"/>
                                        </p:tgtEl>
                                        <p:attrNameLst>
                                          <p:attrName>style.visibility</p:attrName>
                                        </p:attrNameLst>
                                      </p:cBhvr>
                                      <p:to>
                                        <p:strVal val="visible"/>
                                      </p:to>
                                    </p:set>
                                    <p:animEffect transition="in" filter="blinds(horizontal)">
                                      <p:cBhvr>
                                        <p:cTn id="7" dur="500"/>
                                        <p:tgtEl>
                                          <p:spTgt spid="440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038"/>
                                        </p:tgtEl>
                                        <p:attrNameLst>
                                          <p:attrName>style.visibility</p:attrName>
                                        </p:attrNameLst>
                                      </p:cBhvr>
                                      <p:to>
                                        <p:strVal val="visible"/>
                                      </p:to>
                                    </p:set>
                                    <p:animEffect transition="in" filter="blinds(horizontal)">
                                      <p:cBhvr>
                                        <p:cTn id="12" dur="500"/>
                                        <p:tgtEl>
                                          <p:spTgt spid="440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071"/>
                                        </p:tgtEl>
                                        <p:attrNameLst>
                                          <p:attrName>style.visibility</p:attrName>
                                        </p:attrNameLst>
                                      </p:cBhvr>
                                      <p:to>
                                        <p:strVal val="visible"/>
                                      </p:to>
                                    </p:set>
                                    <p:animEffect transition="in" filter="blinds(horizontal)">
                                      <p:cBhvr>
                                        <p:cTn id="17" dur="500"/>
                                        <p:tgtEl>
                                          <p:spTgt spid="4407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44072"/>
                                        </p:tgtEl>
                                        <p:attrNameLst>
                                          <p:attrName>style.visibility</p:attrName>
                                        </p:attrNameLst>
                                      </p:cBhvr>
                                      <p:to>
                                        <p:strVal val="visible"/>
                                      </p:to>
                                    </p:set>
                                    <p:animEffect transition="in" filter="blinds(vertical)">
                                      <p:cBhvr>
                                        <p:cTn id="22" dur="500"/>
                                        <p:tgtEl>
                                          <p:spTgt spid="44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 Box 3"/>
          <p:cNvSpPr txBox="1">
            <a:spLocks noChangeArrowheads="1"/>
          </p:cNvSpPr>
          <p:nvPr/>
        </p:nvSpPr>
        <p:spPr bwMode="auto">
          <a:xfrm>
            <a:off x="1191414" y="405748"/>
            <a:ext cx="2514600" cy="415498"/>
          </a:xfrm>
          <a:prstGeom prst="rect">
            <a:avLst/>
          </a:prstGeom>
          <a:noFill/>
          <a:ln w="9525">
            <a:noFill/>
            <a:miter lim="800000"/>
            <a:headEnd/>
            <a:tailEnd/>
          </a:ln>
        </p:spPr>
        <p:txBody>
          <a:bodyPr>
            <a:spAutoFit/>
          </a:bodyPr>
          <a:lstStyle/>
          <a:p>
            <a:pPr>
              <a:spcBef>
                <a:spcPct val="50000"/>
              </a:spcBef>
            </a:pPr>
            <a:r>
              <a:rPr lang="zh-CN" altLang="en-US" sz="2100" dirty="0">
                <a:solidFill>
                  <a:srgbClr val="CC0000"/>
                </a:solidFill>
                <a:latin typeface="Times New Roman" pitchFamily="18" charset="0"/>
              </a:rPr>
              <a:t>（</a:t>
            </a:r>
            <a:r>
              <a:rPr lang="en-US" altLang="zh-CN" sz="2100" dirty="0">
                <a:solidFill>
                  <a:srgbClr val="CC0000"/>
                </a:solidFill>
                <a:latin typeface="Times New Roman" pitchFamily="18" charset="0"/>
              </a:rPr>
              <a:t>3</a:t>
            </a:r>
            <a:r>
              <a:rPr lang="zh-CN" altLang="en-US" sz="2100" dirty="0">
                <a:solidFill>
                  <a:srgbClr val="CC0000"/>
                </a:solidFill>
                <a:latin typeface="Times New Roman" pitchFamily="18" charset="0"/>
              </a:rPr>
              <a:t>）</a:t>
            </a:r>
            <a:r>
              <a:rPr lang="zh-CN" altLang="en-US" sz="2100" dirty="0">
                <a:solidFill>
                  <a:srgbClr val="1C1C1C"/>
                </a:solidFill>
                <a:latin typeface="Times New Roman" pitchFamily="18" charset="0"/>
              </a:rPr>
              <a:t>方均根速率</a:t>
            </a:r>
          </a:p>
        </p:txBody>
      </p:sp>
      <p:graphicFrame>
        <p:nvGraphicFramePr>
          <p:cNvPr id="17410" name="Object 1024"/>
          <p:cNvGraphicFramePr>
            <a:graphicFrameLocks noChangeAspect="1"/>
          </p:cNvGraphicFramePr>
          <p:nvPr>
            <p:extLst>
              <p:ext uri="{D42A27DB-BD31-4B8C-83A1-F6EECF244321}">
                <p14:modId xmlns:p14="http://schemas.microsoft.com/office/powerpoint/2010/main" val="1518422185"/>
              </p:ext>
            </p:extLst>
          </p:nvPr>
        </p:nvGraphicFramePr>
        <p:xfrm>
          <a:off x="3344078" y="313262"/>
          <a:ext cx="723872" cy="484901"/>
        </p:xfrm>
        <a:graphic>
          <a:graphicData uri="http://schemas.openxmlformats.org/presentationml/2006/ole">
            <mc:AlternateContent xmlns:mc="http://schemas.openxmlformats.org/markup-compatibility/2006">
              <mc:Choice xmlns:v="urn:schemas-microsoft-com:vml" Requires="v">
                <p:oleObj spid="_x0000_s18026" name="Equation" r:id="rId3" imgW="558720" imgH="419040" progId="Equation.3">
                  <p:embed/>
                </p:oleObj>
              </mc:Choice>
              <mc:Fallback>
                <p:oleObj name="Equation" r:id="rId3" imgW="558720" imgH="419040"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4078" y="313262"/>
                        <a:ext cx="723872" cy="484901"/>
                      </a:xfrm>
                      <a:prstGeom prst="rect">
                        <a:avLst/>
                      </a:prstGeom>
                      <a:noFill/>
                      <a:extLst/>
                    </p:spPr>
                  </p:pic>
                </p:oleObj>
              </mc:Fallback>
            </mc:AlternateContent>
          </a:graphicData>
        </a:graphic>
      </p:graphicFrame>
      <p:graphicFrame>
        <p:nvGraphicFramePr>
          <p:cNvPr id="82945" name="Object 1025"/>
          <p:cNvGraphicFramePr>
            <a:graphicFrameLocks noChangeAspect="1"/>
          </p:cNvGraphicFramePr>
          <p:nvPr>
            <p:extLst>
              <p:ext uri="{D42A27DB-BD31-4B8C-83A1-F6EECF244321}">
                <p14:modId xmlns:p14="http://schemas.microsoft.com/office/powerpoint/2010/main" val="3272926951"/>
              </p:ext>
            </p:extLst>
          </p:nvPr>
        </p:nvGraphicFramePr>
        <p:xfrm>
          <a:off x="1826601" y="3428459"/>
          <a:ext cx="3110570" cy="833925"/>
        </p:xfrm>
        <a:graphic>
          <a:graphicData uri="http://schemas.openxmlformats.org/presentationml/2006/ole">
            <mc:AlternateContent xmlns:mc="http://schemas.openxmlformats.org/markup-compatibility/2006">
              <mc:Choice xmlns:v="urn:schemas-microsoft-com:vml" Requires="v">
                <p:oleObj spid="_x0000_s18027" name="Equation" r:id="rId5" imgW="1587240" imgH="444240" progId="Equation.DSMT4">
                  <p:embed/>
                </p:oleObj>
              </mc:Choice>
              <mc:Fallback>
                <p:oleObj name="Equation" r:id="rId5" imgW="1587240" imgH="444240" progId="Equation.DSMT4">
                  <p:embed/>
                  <p:pic>
                    <p:nvPicPr>
                      <p:cNvPr id="0" name="Object 1025"/>
                      <p:cNvPicPr>
                        <a:picLocks noChangeAspect="1" noChangeArrowheads="1"/>
                      </p:cNvPicPr>
                      <p:nvPr/>
                    </p:nvPicPr>
                    <p:blipFill>
                      <a:blip r:embed="rId6"/>
                      <a:srcRect/>
                      <a:stretch>
                        <a:fillRect/>
                      </a:stretch>
                    </p:blipFill>
                    <p:spPr bwMode="auto">
                      <a:xfrm>
                        <a:off x="1826601" y="3428459"/>
                        <a:ext cx="3110570" cy="833925"/>
                      </a:xfrm>
                      <a:prstGeom prst="rect">
                        <a:avLst/>
                      </a:prstGeom>
                      <a:noFill/>
                      <a:ln w="9525">
                        <a:noFill/>
                        <a:miter lim="800000"/>
                        <a:headEnd/>
                        <a:tailEnd/>
                      </a:ln>
                    </p:spPr>
                  </p:pic>
                </p:oleObj>
              </mc:Fallback>
            </mc:AlternateContent>
          </a:graphicData>
        </a:graphic>
      </p:graphicFrame>
      <p:graphicFrame>
        <p:nvGraphicFramePr>
          <p:cNvPr id="82946" name="Object 1026"/>
          <p:cNvGraphicFramePr>
            <a:graphicFrameLocks noChangeAspect="1"/>
          </p:cNvGraphicFramePr>
          <p:nvPr>
            <p:extLst>
              <p:ext uri="{D42A27DB-BD31-4B8C-83A1-F6EECF244321}">
                <p14:modId xmlns:p14="http://schemas.microsoft.com/office/powerpoint/2010/main" val="3107789398"/>
              </p:ext>
            </p:extLst>
          </p:nvPr>
        </p:nvGraphicFramePr>
        <p:xfrm>
          <a:off x="1951288" y="1148938"/>
          <a:ext cx="3329168" cy="933819"/>
        </p:xfrm>
        <a:graphic>
          <a:graphicData uri="http://schemas.openxmlformats.org/presentationml/2006/ole">
            <mc:AlternateContent xmlns:mc="http://schemas.openxmlformats.org/markup-compatibility/2006">
              <mc:Choice xmlns:v="urn:schemas-microsoft-com:vml" Requires="v">
                <p:oleObj spid="_x0000_s18028" name="Equation" r:id="rId7" imgW="3632040" imgH="939600" progId="Equation.3">
                  <p:embed/>
                </p:oleObj>
              </mc:Choice>
              <mc:Fallback>
                <p:oleObj name="Equation" r:id="rId7" imgW="3632040" imgH="939600" progId="Equation.3">
                  <p:embed/>
                  <p:pic>
                    <p:nvPicPr>
                      <p:cNvPr id="0" name="Object 102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1288" y="1148938"/>
                        <a:ext cx="3329168" cy="933819"/>
                      </a:xfrm>
                      <a:prstGeom prst="rect">
                        <a:avLst/>
                      </a:prstGeom>
                      <a:noFill/>
                      <a:extLst/>
                    </p:spPr>
                  </p:pic>
                </p:oleObj>
              </mc:Fallback>
            </mc:AlternateContent>
          </a:graphicData>
        </a:graphic>
      </p:graphicFrame>
      <p:graphicFrame>
        <p:nvGraphicFramePr>
          <p:cNvPr id="82947" name="Object 1027"/>
          <p:cNvGraphicFramePr>
            <a:graphicFrameLocks noChangeAspect="1"/>
          </p:cNvGraphicFramePr>
          <p:nvPr>
            <p:extLst>
              <p:ext uri="{D42A27DB-BD31-4B8C-83A1-F6EECF244321}">
                <p14:modId xmlns:p14="http://schemas.microsoft.com/office/powerpoint/2010/main" val="885297557"/>
              </p:ext>
            </p:extLst>
          </p:nvPr>
        </p:nvGraphicFramePr>
        <p:xfrm>
          <a:off x="1951288" y="2428059"/>
          <a:ext cx="1781421" cy="502178"/>
        </p:xfrm>
        <a:graphic>
          <a:graphicData uri="http://schemas.openxmlformats.org/presentationml/2006/ole">
            <mc:AlternateContent xmlns:mc="http://schemas.openxmlformats.org/markup-compatibility/2006">
              <mc:Choice xmlns:v="urn:schemas-microsoft-com:vml" Requires="v">
                <p:oleObj spid="_x0000_s18029" name="公式" r:id="rId9" imgW="723600" imgH="228600" progId="Equation.3">
                  <p:embed/>
                </p:oleObj>
              </mc:Choice>
              <mc:Fallback>
                <p:oleObj name="公式" r:id="rId9" imgW="723600" imgH="228600" progId="Equation.3">
                  <p:embed/>
                  <p:pic>
                    <p:nvPicPr>
                      <p:cNvPr id="0" name="Object 10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51288" y="2428059"/>
                        <a:ext cx="1781421" cy="502178"/>
                      </a:xfrm>
                      <a:prstGeom prst="rect">
                        <a:avLst/>
                      </a:prstGeom>
                      <a:noFill/>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blinds(vertical)">
                                      <p:cBhvr>
                                        <p:cTn id="7" dur="500"/>
                                        <p:tgtEl>
                                          <p:spTgt spid="829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2947"/>
                                        </p:tgtEl>
                                        <p:attrNameLst>
                                          <p:attrName>style.visibility</p:attrName>
                                        </p:attrNameLst>
                                      </p:cBhvr>
                                      <p:to>
                                        <p:strVal val="visible"/>
                                      </p:to>
                                    </p:set>
                                    <p:animEffect transition="in" filter="blinds(horizontal)">
                                      <p:cBhvr>
                                        <p:cTn id="12" dur="500"/>
                                        <p:tgtEl>
                                          <p:spTgt spid="8294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82945"/>
                                        </p:tgtEl>
                                        <p:attrNameLst>
                                          <p:attrName>style.visibility</p:attrName>
                                        </p:attrNameLst>
                                      </p:cBhvr>
                                      <p:to>
                                        <p:strVal val="visible"/>
                                      </p:to>
                                    </p:set>
                                    <p:animEffect transition="in" filter="blinds(vertical)">
                                      <p:cBhvr>
                                        <p:cTn id="17" dur="500"/>
                                        <p:tgtEl>
                                          <p:spTgt spid="82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6331" name="Object 11"/>
          <p:cNvGraphicFramePr>
            <a:graphicFrameLocks noChangeAspect="1"/>
          </p:cNvGraphicFramePr>
          <p:nvPr>
            <p:extLst>
              <p:ext uri="{D42A27DB-BD31-4B8C-83A1-F6EECF244321}">
                <p14:modId xmlns:p14="http://schemas.microsoft.com/office/powerpoint/2010/main" val="3904522652"/>
              </p:ext>
            </p:extLst>
          </p:nvPr>
        </p:nvGraphicFramePr>
        <p:xfrm>
          <a:off x="1001866" y="3902869"/>
          <a:ext cx="1823501" cy="712164"/>
        </p:xfrm>
        <a:graphic>
          <a:graphicData uri="http://schemas.openxmlformats.org/presentationml/2006/ole">
            <mc:AlternateContent xmlns:mc="http://schemas.openxmlformats.org/markup-compatibility/2006">
              <mc:Choice xmlns:v="urn:schemas-microsoft-com:vml" Requires="v">
                <p:oleObj spid="_x0000_s19277" name="Equation" r:id="rId3" imgW="838080" imgH="317160" progId="Equation.DSMT4">
                  <p:embed/>
                </p:oleObj>
              </mc:Choice>
              <mc:Fallback>
                <p:oleObj name="Equation" r:id="rId3" imgW="838080" imgH="317160" progId="Equation.DSMT4">
                  <p:embed/>
                  <p:pic>
                    <p:nvPicPr>
                      <p:cNvPr id="0" name="Object 11"/>
                      <p:cNvPicPr>
                        <a:picLocks noChangeAspect="1" noChangeArrowheads="1"/>
                      </p:cNvPicPr>
                      <p:nvPr/>
                    </p:nvPicPr>
                    <p:blipFill>
                      <a:blip r:embed="rId4"/>
                      <a:srcRect/>
                      <a:stretch>
                        <a:fillRect/>
                      </a:stretch>
                    </p:blipFill>
                    <p:spPr bwMode="auto">
                      <a:xfrm>
                        <a:off x="1001866" y="3902869"/>
                        <a:ext cx="1823501" cy="712164"/>
                      </a:xfrm>
                      <a:prstGeom prst="rect">
                        <a:avLst/>
                      </a:prstGeom>
                      <a:noFill/>
                      <a:ln w="12700">
                        <a:noFill/>
                        <a:miter lim="800000"/>
                        <a:headEnd/>
                        <a:tailEnd/>
                      </a:ln>
                    </p:spPr>
                  </p:pic>
                </p:oleObj>
              </mc:Fallback>
            </mc:AlternateContent>
          </a:graphicData>
        </a:graphic>
      </p:graphicFrame>
      <p:sp>
        <p:nvSpPr>
          <p:cNvPr id="18439" name="Text Box 15"/>
          <p:cNvSpPr txBox="1">
            <a:spLocks noChangeArrowheads="1"/>
          </p:cNvSpPr>
          <p:nvPr/>
        </p:nvSpPr>
        <p:spPr bwMode="auto">
          <a:xfrm>
            <a:off x="693796" y="447430"/>
            <a:ext cx="3089672" cy="461665"/>
          </a:xfrm>
          <a:prstGeom prst="rect">
            <a:avLst/>
          </a:prstGeom>
          <a:noFill/>
          <a:ln w="9525">
            <a:noFill/>
            <a:miter lim="800000"/>
            <a:headEnd/>
            <a:tailEnd/>
          </a:ln>
        </p:spPr>
        <p:txBody>
          <a:bodyPr>
            <a:spAutoFit/>
          </a:bodyPr>
          <a:lstStyle/>
          <a:p>
            <a:pPr>
              <a:buFont typeface="Wingdings" pitchFamily="2" charset="2"/>
              <a:buChar char="u"/>
            </a:pPr>
            <a:r>
              <a:rPr lang="zh-CN" altLang="en-US" sz="2400" dirty="0">
                <a:solidFill>
                  <a:srgbClr val="990033"/>
                </a:solidFill>
              </a:rPr>
              <a:t>三种速率的比较</a:t>
            </a:r>
          </a:p>
        </p:txBody>
      </p:sp>
      <p:grpSp>
        <p:nvGrpSpPr>
          <p:cNvPr id="2" name="组合 1"/>
          <p:cNvGrpSpPr/>
          <p:nvPr/>
        </p:nvGrpSpPr>
        <p:grpSpPr>
          <a:xfrm>
            <a:off x="959004" y="1029226"/>
            <a:ext cx="5697277" cy="666224"/>
            <a:chOff x="1329471" y="1407226"/>
            <a:chExt cx="7814529" cy="913810"/>
          </a:xfrm>
        </p:grpSpPr>
        <p:graphicFrame>
          <p:nvGraphicFramePr>
            <p:cNvPr id="56330" name="Object 10"/>
            <p:cNvGraphicFramePr>
              <a:graphicFrameLocks noChangeAspect="1"/>
            </p:cNvGraphicFramePr>
            <p:nvPr>
              <p:extLst>
                <p:ext uri="{D42A27DB-BD31-4B8C-83A1-F6EECF244321}">
                  <p14:modId xmlns:p14="http://schemas.microsoft.com/office/powerpoint/2010/main" val="2053452903"/>
                </p:ext>
              </p:extLst>
            </p:nvPr>
          </p:nvGraphicFramePr>
          <p:xfrm>
            <a:off x="1329471" y="1407226"/>
            <a:ext cx="1978978" cy="913810"/>
          </p:xfrm>
          <a:graphic>
            <a:graphicData uri="http://schemas.openxmlformats.org/presentationml/2006/ole">
              <mc:AlternateContent xmlns:mc="http://schemas.openxmlformats.org/markup-compatibility/2006">
                <mc:Choice xmlns:v="urn:schemas-microsoft-com:vml" Requires="v">
                  <p:oleObj spid="_x0000_s19278" name="Equation" r:id="rId5" imgW="876240" imgH="444240" progId="Equation.DSMT4">
                    <p:embed/>
                  </p:oleObj>
                </mc:Choice>
                <mc:Fallback>
                  <p:oleObj name="Equation" r:id="rId5" imgW="876240" imgH="444240" progId="Equation.DSMT4">
                    <p:embed/>
                    <p:pic>
                      <p:nvPicPr>
                        <p:cNvPr id="0" name="Object 10"/>
                        <p:cNvPicPr>
                          <a:picLocks noChangeAspect="1" noChangeArrowheads="1"/>
                        </p:cNvPicPr>
                        <p:nvPr/>
                      </p:nvPicPr>
                      <p:blipFill>
                        <a:blip r:embed="rId6"/>
                        <a:srcRect/>
                        <a:stretch>
                          <a:fillRect/>
                        </a:stretch>
                      </p:blipFill>
                      <p:spPr bwMode="auto">
                        <a:xfrm>
                          <a:off x="1329471" y="1407226"/>
                          <a:ext cx="1978978" cy="913810"/>
                        </a:xfrm>
                        <a:prstGeom prst="rect">
                          <a:avLst/>
                        </a:prstGeom>
                        <a:noFill/>
                        <a:ln>
                          <a:noFill/>
                        </a:ln>
                        <a:extLst/>
                      </p:spPr>
                    </p:pic>
                  </p:oleObj>
                </mc:Fallback>
              </mc:AlternateContent>
            </a:graphicData>
          </a:graphic>
        </p:graphicFrame>
        <p:sp>
          <p:nvSpPr>
            <p:cNvPr id="8" name="Text Box 3"/>
            <p:cNvSpPr txBox="1">
              <a:spLocks noChangeArrowheads="1"/>
            </p:cNvSpPr>
            <p:nvPr/>
          </p:nvSpPr>
          <p:spPr bwMode="auto">
            <a:xfrm>
              <a:off x="3379251" y="1598272"/>
              <a:ext cx="5764749" cy="569908"/>
            </a:xfrm>
            <a:prstGeom prst="rect">
              <a:avLst/>
            </a:prstGeom>
            <a:noFill/>
            <a:ln w="9525">
              <a:noFill/>
              <a:miter lim="800000"/>
              <a:headEnd/>
              <a:tailEnd/>
            </a:ln>
          </p:spPr>
          <p:txBody>
            <a:bodyPr wrap="square">
              <a:spAutoFit/>
            </a:bodyPr>
            <a:lstStyle/>
            <a:p>
              <a:pPr>
                <a:spcBef>
                  <a:spcPct val="50000"/>
                </a:spcBef>
              </a:pPr>
              <a:r>
                <a:rPr lang="zh-CN" altLang="en-US" sz="2100" dirty="0">
                  <a:solidFill>
                    <a:srgbClr val="1C1C1C"/>
                  </a:solidFill>
                  <a:latin typeface="Times New Roman" pitchFamily="18" charset="0"/>
                </a:rPr>
                <a:t>研究分子平均动能</a:t>
              </a:r>
            </a:p>
          </p:txBody>
        </p:sp>
      </p:grpSp>
      <p:grpSp>
        <p:nvGrpSpPr>
          <p:cNvPr id="3" name="组合 2"/>
          <p:cNvGrpSpPr/>
          <p:nvPr/>
        </p:nvGrpSpPr>
        <p:grpSpPr>
          <a:xfrm>
            <a:off x="959003" y="1794129"/>
            <a:ext cx="5876711" cy="686197"/>
            <a:chOff x="1329471" y="2723621"/>
            <a:chExt cx="7814529" cy="912467"/>
          </a:xfrm>
        </p:grpSpPr>
        <p:graphicFrame>
          <p:nvGraphicFramePr>
            <p:cNvPr id="56332" name="Object 12"/>
            <p:cNvGraphicFramePr>
              <a:graphicFrameLocks noChangeAspect="1"/>
            </p:cNvGraphicFramePr>
            <p:nvPr>
              <p:extLst>
                <p:ext uri="{D42A27DB-BD31-4B8C-83A1-F6EECF244321}">
                  <p14:modId xmlns:p14="http://schemas.microsoft.com/office/powerpoint/2010/main" val="286590517"/>
                </p:ext>
              </p:extLst>
            </p:nvPr>
          </p:nvGraphicFramePr>
          <p:xfrm>
            <a:off x="1329471" y="2723621"/>
            <a:ext cx="1946897" cy="912467"/>
          </p:xfrm>
          <a:graphic>
            <a:graphicData uri="http://schemas.openxmlformats.org/presentationml/2006/ole">
              <mc:AlternateContent xmlns:mc="http://schemas.openxmlformats.org/markup-compatibility/2006">
                <mc:Choice xmlns:v="urn:schemas-microsoft-com:vml" Requires="v">
                  <p:oleObj spid="_x0000_s19279" name="Equation" r:id="rId7" imgW="876240" imgH="444240" progId="Equation.DSMT4">
                    <p:embed/>
                  </p:oleObj>
                </mc:Choice>
                <mc:Fallback>
                  <p:oleObj name="Equation" r:id="rId7" imgW="876240" imgH="444240" progId="Equation.DSMT4">
                    <p:embed/>
                    <p:pic>
                      <p:nvPicPr>
                        <p:cNvPr id="0" name="Object 12"/>
                        <p:cNvPicPr>
                          <a:picLocks noChangeAspect="1" noChangeArrowheads="1"/>
                        </p:cNvPicPr>
                        <p:nvPr/>
                      </p:nvPicPr>
                      <p:blipFill>
                        <a:blip r:embed="rId8"/>
                        <a:srcRect/>
                        <a:stretch>
                          <a:fillRect/>
                        </a:stretch>
                      </p:blipFill>
                      <p:spPr bwMode="auto">
                        <a:xfrm>
                          <a:off x="1329471" y="2723621"/>
                          <a:ext cx="1946897" cy="912467"/>
                        </a:xfrm>
                        <a:prstGeom prst="rect">
                          <a:avLst/>
                        </a:prstGeom>
                        <a:noFill/>
                        <a:ln>
                          <a:noFill/>
                        </a:ln>
                        <a:extLst/>
                      </p:spPr>
                    </p:pic>
                  </p:oleObj>
                </mc:Fallback>
              </mc:AlternateContent>
            </a:graphicData>
          </a:graphic>
        </p:graphicFrame>
        <p:sp>
          <p:nvSpPr>
            <p:cNvPr id="9" name="Text Box 3"/>
            <p:cNvSpPr txBox="1">
              <a:spLocks noChangeArrowheads="1"/>
            </p:cNvSpPr>
            <p:nvPr/>
          </p:nvSpPr>
          <p:spPr bwMode="auto">
            <a:xfrm>
              <a:off x="3379252" y="2912721"/>
              <a:ext cx="5764748" cy="552506"/>
            </a:xfrm>
            <a:prstGeom prst="rect">
              <a:avLst/>
            </a:prstGeom>
            <a:noFill/>
            <a:ln w="9525">
              <a:noFill/>
              <a:miter lim="800000"/>
              <a:headEnd/>
              <a:tailEnd/>
            </a:ln>
          </p:spPr>
          <p:txBody>
            <a:bodyPr wrap="square">
              <a:spAutoFit/>
            </a:bodyPr>
            <a:lstStyle/>
            <a:p>
              <a:pPr>
                <a:spcBef>
                  <a:spcPct val="50000"/>
                </a:spcBef>
              </a:pPr>
              <a:r>
                <a:rPr lang="zh-CN" altLang="en-US" sz="2100">
                  <a:solidFill>
                    <a:srgbClr val="1C1C1C"/>
                  </a:solidFill>
                  <a:latin typeface="Times New Roman" pitchFamily="18" charset="0"/>
                </a:rPr>
                <a:t>研究分子平均自由程</a:t>
              </a:r>
              <a:endParaRPr lang="zh-CN" altLang="en-US" sz="2100" dirty="0">
                <a:solidFill>
                  <a:srgbClr val="1C1C1C"/>
                </a:solidFill>
                <a:latin typeface="Times New Roman" pitchFamily="18" charset="0"/>
              </a:endParaRPr>
            </a:p>
          </p:txBody>
        </p:sp>
      </p:grpSp>
      <p:grpSp>
        <p:nvGrpSpPr>
          <p:cNvPr id="4" name="组合 3"/>
          <p:cNvGrpSpPr/>
          <p:nvPr/>
        </p:nvGrpSpPr>
        <p:grpSpPr>
          <a:xfrm>
            <a:off x="959004" y="2643296"/>
            <a:ext cx="5724151" cy="688072"/>
            <a:chOff x="1329471" y="4038672"/>
            <a:chExt cx="7814529" cy="939346"/>
          </a:xfrm>
        </p:grpSpPr>
        <p:graphicFrame>
          <p:nvGraphicFramePr>
            <p:cNvPr id="56333" name="Object 13"/>
            <p:cNvGraphicFramePr>
              <a:graphicFrameLocks noChangeAspect="1"/>
            </p:cNvGraphicFramePr>
            <p:nvPr>
              <p:extLst>
                <p:ext uri="{D42A27DB-BD31-4B8C-83A1-F6EECF244321}">
                  <p14:modId xmlns:p14="http://schemas.microsoft.com/office/powerpoint/2010/main" val="129308787"/>
                </p:ext>
              </p:extLst>
            </p:nvPr>
          </p:nvGraphicFramePr>
          <p:xfrm>
            <a:off x="1329471" y="4038672"/>
            <a:ext cx="1607568" cy="939346"/>
          </p:xfrm>
          <a:graphic>
            <a:graphicData uri="http://schemas.openxmlformats.org/presentationml/2006/ole">
              <mc:AlternateContent xmlns:mc="http://schemas.openxmlformats.org/markup-compatibility/2006">
                <mc:Choice xmlns:v="urn:schemas-microsoft-com:vml" Requires="v">
                  <p:oleObj spid="_x0000_s19280" name="Equation" r:id="rId9" imgW="761760" imgH="444240" progId="Equation.DSMT4">
                    <p:embed/>
                  </p:oleObj>
                </mc:Choice>
                <mc:Fallback>
                  <p:oleObj name="Equation" r:id="rId9" imgW="761760" imgH="444240" progId="Equation.DSMT4">
                    <p:embed/>
                    <p:pic>
                      <p:nvPicPr>
                        <p:cNvPr id="0" name="Object 13"/>
                        <p:cNvPicPr>
                          <a:picLocks noChangeAspect="1" noChangeArrowheads="1"/>
                        </p:cNvPicPr>
                        <p:nvPr/>
                      </p:nvPicPr>
                      <p:blipFill>
                        <a:blip r:embed="rId10"/>
                        <a:srcRect/>
                        <a:stretch>
                          <a:fillRect/>
                        </a:stretch>
                      </p:blipFill>
                      <p:spPr bwMode="auto">
                        <a:xfrm>
                          <a:off x="1329471" y="4038672"/>
                          <a:ext cx="1607568" cy="939346"/>
                        </a:xfrm>
                        <a:prstGeom prst="rect">
                          <a:avLst/>
                        </a:prstGeom>
                        <a:noFill/>
                        <a:extLst/>
                      </p:spPr>
                    </p:pic>
                  </p:oleObj>
                </mc:Fallback>
              </mc:AlternateContent>
            </a:graphicData>
          </a:graphic>
        </p:graphicFrame>
        <p:sp>
          <p:nvSpPr>
            <p:cNvPr id="10" name="Text Box 3"/>
            <p:cNvSpPr txBox="1">
              <a:spLocks noChangeArrowheads="1"/>
            </p:cNvSpPr>
            <p:nvPr/>
          </p:nvSpPr>
          <p:spPr bwMode="auto">
            <a:xfrm>
              <a:off x="3379252" y="4227171"/>
              <a:ext cx="5764748" cy="567232"/>
            </a:xfrm>
            <a:prstGeom prst="rect">
              <a:avLst/>
            </a:prstGeom>
            <a:noFill/>
            <a:ln w="9525">
              <a:noFill/>
              <a:miter lim="800000"/>
              <a:headEnd/>
              <a:tailEnd/>
            </a:ln>
          </p:spPr>
          <p:txBody>
            <a:bodyPr wrap="square">
              <a:spAutoFit/>
            </a:bodyPr>
            <a:lstStyle/>
            <a:p>
              <a:pPr>
                <a:spcBef>
                  <a:spcPct val="50000"/>
                </a:spcBef>
              </a:pPr>
              <a:r>
                <a:rPr lang="zh-CN" altLang="en-US" sz="2100">
                  <a:solidFill>
                    <a:srgbClr val="1C1C1C"/>
                  </a:solidFill>
                  <a:latin typeface="Times New Roman" pitchFamily="18" charset="0"/>
                </a:rPr>
                <a:t>研究速率分布曲线</a:t>
              </a:r>
              <a:endParaRPr lang="zh-CN" altLang="en-US" sz="2100" dirty="0">
                <a:solidFill>
                  <a:srgbClr val="1C1C1C"/>
                </a:solidFill>
                <a:latin typeface="Times New Roman" pitchFamily="18" charset="0"/>
              </a:endParaRPr>
            </a:p>
          </p:txBody>
        </p:sp>
      </p:grpSp>
      <p:grpSp>
        <p:nvGrpSpPr>
          <p:cNvPr id="14" name="Group 83"/>
          <p:cNvGrpSpPr>
            <a:grpSpLocks/>
          </p:cNvGrpSpPr>
          <p:nvPr/>
        </p:nvGrpSpPr>
        <p:grpSpPr bwMode="auto">
          <a:xfrm>
            <a:off x="5586413" y="2602815"/>
            <a:ext cx="3053682" cy="1809782"/>
            <a:chOff x="2945" y="460"/>
            <a:chExt cx="2399" cy="1530"/>
          </a:xfrm>
        </p:grpSpPr>
        <p:grpSp>
          <p:nvGrpSpPr>
            <p:cNvPr id="15" name="Group 10"/>
            <p:cNvGrpSpPr>
              <a:grpSpLocks/>
            </p:cNvGrpSpPr>
            <p:nvPr/>
          </p:nvGrpSpPr>
          <p:grpSpPr bwMode="auto">
            <a:xfrm>
              <a:off x="2945" y="460"/>
              <a:ext cx="2399" cy="1530"/>
              <a:chOff x="3044" y="408"/>
              <a:chExt cx="2399" cy="1530"/>
            </a:xfrm>
          </p:grpSpPr>
          <p:sp>
            <p:nvSpPr>
              <p:cNvPr id="21" name="Line 12"/>
              <p:cNvSpPr>
                <a:spLocks noChangeShapeType="1"/>
              </p:cNvSpPr>
              <p:nvPr/>
            </p:nvSpPr>
            <p:spPr bwMode="auto">
              <a:xfrm>
                <a:off x="3501" y="1626"/>
                <a:ext cx="1827" cy="6"/>
              </a:xfrm>
              <a:prstGeom prst="line">
                <a:avLst/>
              </a:prstGeom>
              <a:noFill/>
              <a:ln w="19050">
                <a:solidFill>
                  <a:srgbClr val="000000"/>
                </a:solidFill>
                <a:round/>
                <a:headEnd/>
                <a:tailEnd type="triangle" w="sm" len="lg"/>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22" name="Object 13"/>
              <p:cNvGraphicFramePr>
                <a:graphicFrameLocks noChangeAspect="1"/>
              </p:cNvGraphicFramePr>
              <p:nvPr>
                <p:extLst>
                  <p:ext uri="{D42A27DB-BD31-4B8C-83A1-F6EECF244321}">
                    <p14:modId xmlns:p14="http://schemas.microsoft.com/office/powerpoint/2010/main" val="1859514968"/>
                  </p:ext>
                </p:extLst>
              </p:nvPr>
            </p:nvGraphicFramePr>
            <p:xfrm>
              <a:off x="5248" y="1698"/>
              <a:ext cx="195" cy="240"/>
            </p:xfrm>
            <a:graphic>
              <a:graphicData uri="http://schemas.openxmlformats.org/presentationml/2006/ole">
                <mc:AlternateContent xmlns:mc="http://schemas.openxmlformats.org/markup-compatibility/2006">
                  <mc:Choice xmlns:v="urn:schemas-microsoft-com:vml" Requires="v">
                    <p:oleObj spid="_x0000_s19281" name="Equation" r:id="rId11" imgW="177480" imgH="190440" progId="Equation.3">
                      <p:embed/>
                    </p:oleObj>
                  </mc:Choice>
                  <mc:Fallback>
                    <p:oleObj name="Equation" r:id="rId11" imgW="177480" imgH="190440" progId="Equation.3">
                      <p:embed/>
                      <p:pic>
                        <p:nvPicPr>
                          <p:cNvPr id="14343"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48" y="1698"/>
                            <a:ext cx="195"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4"/>
              <p:cNvGraphicFramePr>
                <a:graphicFrameLocks noChangeAspect="1"/>
              </p:cNvGraphicFramePr>
              <p:nvPr>
                <p:extLst>
                  <p:ext uri="{D42A27DB-BD31-4B8C-83A1-F6EECF244321}">
                    <p14:modId xmlns:p14="http://schemas.microsoft.com/office/powerpoint/2010/main" val="977582192"/>
                  </p:ext>
                </p:extLst>
              </p:nvPr>
            </p:nvGraphicFramePr>
            <p:xfrm>
              <a:off x="3044" y="408"/>
              <a:ext cx="384" cy="285"/>
            </p:xfrm>
            <a:graphic>
              <a:graphicData uri="http://schemas.openxmlformats.org/presentationml/2006/ole">
                <mc:AlternateContent xmlns:mc="http://schemas.openxmlformats.org/markup-compatibility/2006">
                  <mc:Choice xmlns:v="urn:schemas-microsoft-com:vml" Requires="v">
                    <p:oleObj spid="_x0000_s19282" name="Equation" r:id="rId13" imgW="533160" imgH="304560" progId="Equation.DSMT4">
                      <p:embed/>
                    </p:oleObj>
                  </mc:Choice>
                  <mc:Fallback>
                    <p:oleObj name="Equation" r:id="rId13" imgW="533160" imgH="304560" progId="Equation.DSMT4">
                      <p:embed/>
                      <p:pic>
                        <p:nvPicPr>
                          <p:cNvPr id="14344"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4" y="408"/>
                            <a:ext cx="384"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Freeform 15"/>
              <p:cNvSpPr>
                <a:spLocks/>
              </p:cNvSpPr>
              <p:nvPr/>
            </p:nvSpPr>
            <p:spPr bwMode="auto">
              <a:xfrm>
                <a:off x="3504" y="794"/>
                <a:ext cx="1707" cy="838"/>
              </a:xfrm>
              <a:custGeom>
                <a:avLst/>
                <a:gdLst>
                  <a:gd name="T0" fmla="*/ 0 w 1707"/>
                  <a:gd name="T1" fmla="*/ 838 h 838"/>
                  <a:gd name="T2" fmla="*/ 213 w 1707"/>
                  <a:gd name="T3" fmla="*/ 605 h 838"/>
                  <a:gd name="T4" fmla="*/ 480 w 1707"/>
                  <a:gd name="T5" fmla="*/ 145 h 838"/>
                  <a:gd name="T6" fmla="*/ 719 w 1707"/>
                  <a:gd name="T7" fmla="*/ 22 h 838"/>
                  <a:gd name="T8" fmla="*/ 967 w 1707"/>
                  <a:gd name="T9" fmla="*/ 276 h 838"/>
                  <a:gd name="T10" fmla="*/ 1179 w 1707"/>
                  <a:gd name="T11" fmla="*/ 468 h 838"/>
                  <a:gd name="T12" fmla="*/ 1482 w 1707"/>
                  <a:gd name="T13" fmla="*/ 646 h 838"/>
                  <a:gd name="T14" fmla="*/ 1707 w 1707"/>
                  <a:gd name="T15" fmla="*/ 742 h 838"/>
                  <a:gd name="T16" fmla="*/ 0 60000 65536"/>
                  <a:gd name="T17" fmla="*/ 0 60000 65536"/>
                  <a:gd name="T18" fmla="*/ 0 60000 65536"/>
                  <a:gd name="T19" fmla="*/ 0 60000 65536"/>
                  <a:gd name="T20" fmla="*/ 0 60000 65536"/>
                  <a:gd name="T21" fmla="*/ 0 60000 65536"/>
                  <a:gd name="T22" fmla="*/ 0 60000 65536"/>
                  <a:gd name="T23" fmla="*/ 0 60000 65536"/>
                  <a:gd name="T24" fmla="*/ 0 w 1707"/>
                  <a:gd name="T25" fmla="*/ 0 h 838"/>
                  <a:gd name="T26" fmla="*/ 1707 w 1707"/>
                  <a:gd name="T27" fmla="*/ 838 h 8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07" h="838">
                    <a:moveTo>
                      <a:pt x="0" y="838"/>
                    </a:moveTo>
                    <a:cubicBezTo>
                      <a:pt x="35" y="799"/>
                      <a:pt x="133" y="720"/>
                      <a:pt x="213" y="605"/>
                    </a:cubicBezTo>
                    <a:cubicBezTo>
                      <a:pt x="293" y="490"/>
                      <a:pt x="396" y="242"/>
                      <a:pt x="480" y="145"/>
                    </a:cubicBezTo>
                    <a:cubicBezTo>
                      <a:pt x="564" y="48"/>
                      <a:pt x="638" y="0"/>
                      <a:pt x="719" y="22"/>
                    </a:cubicBezTo>
                    <a:cubicBezTo>
                      <a:pt x="800" y="44"/>
                      <a:pt x="890" y="202"/>
                      <a:pt x="967" y="276"/>
                    </a:cubicBezTo>
                    <a:cubicBezTo>
                      <a:pt x="1044" y="350"/>
                      <a:pt x="1093" y="406"/>
                      <a:pt x="1179" y="468"/>
                    </a:cubicBezTo>
                    <a:cubicBezTo>
                      <a:pt x="1265" y="530"/>
                      <a:pt x="1394" y="600"/>
                      <a:pt x="1482" y="646"/>
                    </a:cubicBezTo>
                    <a:cubicBezTo>
                      <a:pt x="1570" y="692"/>
                      <a:pt x="1670" y="726"/>
                      <a:pt x="1707" y="742"/>
                    </a:cubicBezTo>
                  </a:path>
                </a:pathLst>
              </a:custGeom>
              <a:noFill/>
              <a:ln w="28575" cmpd="sng">
                <a:solidFill>
                  <a:srgbClr val="FF0000"/>
                </a:solidFill>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25" name="Line 16"/>
              <p:cNvSpPr>
                <a:spLocks noChangeShapeType="1"/>
              </p:cNvSpPr>
              <p:nvPr/>
            </p:nvSpPr>
            <p:spPr bwMode="auto">
              <a:xfrm flipV="1">
                <a:off x="3504" y="480"/>
                <a:ext cx="0" cy="1152"/>
              </a:xfrm>
              <a:prstGeom prst="line">
                <a:avLst/>
              </a:prstGeom>
              <a:noFill/>
              <a:ln w="19050">
                <a:solidFill>
                  <a:srgbClr val="000000"/>
                </a:solidFill>
                <a:round/>
                <a:headEnd/>
                <a:tailEnd type="triangle" w="sm" len="lg"/>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aphicFrame>
            <p:nvGraphicFramePr>
              <p:cNvPr id="26" name="Object 17"/>
              <p:cNvGraphicFramePr>
                <a:graphicFrameLocks noChangeAspect="1"/>
              </p:cNvGraphicFramePr>
              <p:nvPr/>
            </p:nvGraphicFramePr>
            <p:xfrm>
              <a:off x="3360" y="1584"/>
              <a:ext cx="261" cy="288"/>
            </p:xfrm>
            <a:graphic>
              <a:graphicData uri="http://schemas.openxmlformats.org/presentationml/2006/ole">
                <mc:AlternateContent xmlns:mc="http://schemas.openxmlformats.org/markup-compatibility/2006">
                  <mc:Choice xmlns:v="urn:schemas-microsoft-com:vml" Requires="v">
                    <p:oleObj spid="_x0000_s19283" name="Equation" r:id="rId15" imgW="126720" imgH="139680" progId="Equation.3">
                      <p:embed/>
                    </p:oleObj>
                  </mc:Choice>
                  <mc:Fallback>
                    <p:oleObj name="Equation" r:id="rId15" imgW="126720" imgH="139680" progId="Equation.3">
                      <p:embed/>
                      <p:pic>
                        <p:nvPicPr>
                          <p:cNvPr id="14345"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60" y="1584"/>
                            <a:ext cx="26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6" name="Group 18"/>
            <p:cNvGrpSpPr>
              <a:grpSpLocks/>
            </p:cNvGrpSpPr>
            <p:nvPr/>
          </p:nvGrpSpPr>
          <p:grpSpPr bwMode="auto">
            <a:xfrm>
              <a:off x="4088" y="864"/>
              <a:ext cx="207" cy="834"/>
              <a:chOff x="4184" y="816"/>
              <a:chExt cx="207" cy="834"/>
            </a:xfrm>
          </p:grpSpPr>
          <p:sp>
            <p:nvSpPr>
              <p:cNvPr id="17" name="Line 19"/>
              <p:cNvSpPr>
                <a:spLocks noChangeShapeType="1"/>
              </p:cNvSpPr>
              <p:nvPr/>
            </p:nvSpPr>
            <p:spPr bwMode="auto">
              <a:xfrm>
                <a:off x="4184" y="816"/>
                <a:ext cx="0" cy="816"/>
              </a:xfrm>
              <a:prstGeom prst="line">
                <a:avLst/>
              </a:prstGeom>
              <a:noFill/>
              <a:ln w="19050">
                <a:solidFill>
                  <a:srgbClr val="000000"/>
                </a:solidFill>
                <a:prstDash val="dash"/>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28" name="Line 19"/>
              <p:cNvSpPr>
                <a:spLocks noChangeShapeType="1"/>
              </p:cNvSpPr>
              <p:nvPr/>
            </p:nvSpPr>
            <p:spPr bwMode="auto">
              <a:xfrm>
                <a:off x="4290" y="887"/>
                <a:ext cx="0" cy="757"/>
              </a:xfrm>
              <a:prstGeom prst="line">
                <a:avLst/>
              </a:prstGeom>
              <a:noFill/>
              <a:ln w="19050">
                <a:solidFill>
                  <a:srgbClr val="000000"/>
                </a:solidFill>
                <a:prstDash val="dash"/>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sp>
            <p:nvSpPr>
              <p:cNvPr id="29" name="Line 19"/>
              <p:cNvSpPr>
                <a:spLocks noChangeShapeType="1"/>
              </p:cNvSpPr>
              <p:nvPr/>
            </p:nvSpPr>
            <p:spPr bwMode="auto">
              <a:xfrm>
                <a:off x="4391" y="984"/>
                <a:ext cx="0" cy="666"/>
              </a:xfrm>
              <a:prstGeom prst="line">
                <a:avLst/>
              </a:prstGeom>
              <a:noFill/>
              <a:ln w="19050">
                <a:solidFill>
                  <a:srgbClr val="000000"/>
                </a:solidFill>
                <a:prstDash val="dash"/>
                <a:round/>
                <a:headEnd/>
                <a:tailEnd/>
              </a:ln>
            </p:spPr>
            <p:txBody>
              <a:bodyPr wrap="none" anchor="ctr"/>
              <a:lstStyle/>
              <a:p>
                <a:endParaRPr lang="zh-CN" altLang="en-US" sz="2100">
                  <a:latin typeface="Times New Roman" panose="02020603050405020304" pitchFamily="18" charset="0"/>
                  <a:ea typeface="+mn-ea"/>
                  <a:cs typeface="Times New Roman" panose="02020603050405020304" pitchFamily="18" charset="0"/>
                </a:endParaRPr>
              </a:p>
            </p:txBody>
          </p:sp>
        </p:grpSp>
      </p:grpSp>
      <p:sp>
        <p:nvSpPr>
          <p:cNvPr id="5" name="任意多边形 4"/>
          <p:cNvSpPr/>
          <p:nvPr/>
        </p:nvSpPr>
        <p:spPr bwMode="auto">
          <a:xfrm>
            <a:off x="4798219" y="1345642"/>
            <a:ext cx="2531266" cy="1917210"/>
          </a:xfrm>
          <a:custGeom>
            <a:avLst/>
            <a:gdLst>
              <a:gd name="connsiteX0" fmla="*/ 0 w 1476514"/>
              <a:gd name="connsiteY0" fmla="*/ 0 h 3562350"/>
              <a:gd name="connsiteX1" fmla="*/ 1390650 w 1476514"/>
              <a:gd name="connsiteY1" fmla="*/ 847725 h 3562350"/>
              <a:gd name="connsiteX2" fmla="*/ 1333500 w 1476514"/>
              <a:gd name="connsiteY2" fmla="*/ 3562350 h 3562350"/>
              <a:gd name="connsiteX3" fmla="*/ 1333500 w 1476514"/>
              <a:gd name="connsiteY3" fmla="*/ 3562350 h 3562350"/>
              <a:gd name="connsiteX0" fmla="*/ 0 w 1333503"/>
              <a:gd name="connsiteY0" fmla="*/ 0 h 3562350"/>
              <a:gd name="connsiteX1" fmla="*/ 1114666 w 1333503"/>
              <a:gd name="connsiteY1" fmla="*/ 545766 h 3562350"/>
              <a:gd name="connsiteX2" fmla="*/ 1333500 w 1333503"/>
              <a:gd name="connsiteY2" fmla="*/ 3562350 h 3562350"/>
              <a:gd name="connsiteX3" fmla="*/ 1333500 w 1333503"/>
              <a:gd name="connsiteY3" fmla="*/ 3562350 h 3562350"/>
              <a:gd name="connsiteX0" fmla="*/ 0 w 1333503"/>
              <a:gd name="connsiteY0" fmla="*/ 12880 h 3575230"/>
              <a:gd name="connsiteX1" fmla="*/ 1114666 w 1333503"/>
              <a:gd name="connsiteY1" fmla="*/ 558646 h 3575230"/>
              <a:gd name="connsiteX2" fmla="*/ 1333500 w 1333503"/>
              <a:gd name="connsiteY2" fmla="*/ 3575230 h 3575230"/>
              <a:gd name="connsiteX3" fmla="*/ 1333500 w 1333503"/>
              <a:gd name="connsiteY3" fmla="*/ 3575230 h 3575230"/>
            </a:gdLst>
            <a:ahLst/>
            <a:cxnLst>
              <a:cxn ang="0">
                <a:pos x="connsiteX0" y="connsiteY0"/>
              </a:cxn>
              <a:cxn ang="0">
                <a:pos x="connsiteX1" y="connsiteY1"/>
              </a:cxn>
              <a:cxn ang="0">
                <a:pos x="connsiteX2" y="connsiteY2"/>
              </a:cxn>
              <a:cxn ang="0">
                <a:pos x="connsiteX3" y="connsiteY3"/>
              </a:cxn>
            </a:cxnLst>
            <a:rect l="l" t="t" r="r" b="b"/>
            <a:pathLst>
              <a:path w="1333503" h="3575230">
                <a:moveTo>
                  <a:pt x="0" y="12880"/>
                </a:moveTo>
                <a:cubicBezTo>
                  <a:pt x="363413" y="-19982"/>
                  <a:pt x="892416" y="-35079"/>
                  <a:pt x="1114666" y="558646"/>
                </a:cubicBezTo>
                <a:cubicBezTo>
                  <a:pt x="1336916" y="1152371"/>
                  <a:pt x="1333500" y="3575230"/>
                  <a:pt x="1333500" y="3575230"/>
                </a:cubicBezTo>
                <a:lnTo>
                  <a:pt x="1333500" y="3575230"/>
                </a:lnTo>
              </a:path>
            </a:pathLst>
          </a:custGeom>
          <a:noFill/>
          <a:ln w="9525" cap="flat" cmpd="sng" algn="ctr">
            <a:solidFill>
              <a:schemeClr val="tx1"/>
            </a:solidFill>
            <a:prstDash val="solid"/>
            <a:round/>
            <a:headEnd type="none" w="med" len="med"/>
            <a:tailEnd type="stealth" w="med" len="lg"/>
          </a:ln>
          <a:effectLst/>
        </p:spPr>
        <p:txBody>
          <a:bodyPr vert="horz" wrap="square" lIns="68580" tIns="34290" rIns="68580" bIns="34290" numCol="1" rtlCol="0" anchor="t" anchorCtr="0" compatLnSpc="1">
            <a:prstTxWarp prst="textNoShape">
              <a:avLst/>
            </a:prstTxWarp>
          </a:bodyPr>
          <a:lstStyle/>
          <a:p>
            <a:pPr defTabSz="685800"/>
            <a:endParaRPr lang="zh-CN" altLang="en-US" sz="1350"/>
          </a:p>
        </p:txBody>
      </p:sp>
      <p:sp>
        <p:nvSpPr>
          <p:cNvPr id="6" name="任意多边形 5"/>
          <p:cNvSpPr/>
          <p:nvPr/>
        </p:nvSpPr>
        <p:spPr bwMode="auto">
          <a:xfrm>
            <a:off x="5084785" y="2071230"/>
            <a:ext cx="2091477" cy="1027462"/>
          </a:xfrm>
          <a:custGeom>
            <a:avLst/>
            <a:gdLst>
              <a:gd name="connsiteX0" fmla="*/ 0 w 847725"/>
              <a:gd name="connsiteY0" fmla="*/ 13775 h 2337875"/>
              <a:gd name="connsiteX1" fmla="*/ 704850 w 847725"/>
              <a:gd name="connsiteY1" fmla="*/ 347150 h 2337875"/>
              <a:gd name="connsiteX2" fmla="*/ 847725 w 847725"/>
              <a:gd name="connsiteY2" fmla="*/ 2337875 h 2337875"/>
              <a:gd name="connsiteX0" fmla="*/ 0 w 847725"/>
              <a:gd name="connsiteY0" fmla="*/ 195103 h 2519203"/>
              <a:gd name="connsiteX1" fmla="*/ 581307 w 847725"/>
              <a:gd name="connsiteY1" fmla="*/ 172222 h 2519203"/>
              <a:gd name="connsiteX2" fmla="*/ 847725 w 847725"/>
              <a:gd name="connsiteY2" fmla="*/ 2519203 h 2519203"/>
              <a:gd name="connsiteX0" fmla="*/ 0 w 847725"/>
              <a:gd name="connsiteY0" fmla="*/ 237856 h 2561956"/>
              <a:gd name="connsiteX1" fmla="*/ 581307 w 847725"/>
              <a:gd name="connsiteY1" fmla="*/ 214975 h 2561956"/>
              <a:gd name="connsiteX2" fmla="*/ 847725 w 847725"/>
              <a:gd name="connsiteY2" fmla="*/ 2561956 h 2561956"/>
            </a:gdLst>
            <a:ahLst/>
            <a:cxnLst>
              <a:cxn ang="0">
                <a:pos x="connsiteX0" y="connsiteY0"/>
              </a:cxn>
              <a:cxn ang="0">
                <a:pos x="connsiteX1" y="connsiteY1"/>
              </a:cxn>
              <a:cxn ang="0">
                <a:pos x="connsiteX2" y="connsiteY2"/>
              </a:cxn>
            </a:cxnLst>
            <a:rect l="l" t="t" r="r" b="b"/>
            <a:pathLst>
              <a:path w="847725" h="2561956">
                <a:moveTo>
                  <a:pt x="0" y="237856"/>
                </a:moveTo>
                <a:cubicBezTo>
                  <a:pt x="258617" y="44616"/>
                  <a:pt x="440020" y="-172375"/>
                  <a:pt x="581307" y="214975"/>
                </a:cubicBezTo>
                <a:cubicBezTo>
                  <a:pt x="722594" y="602325"/>
                  <a:pt x="846931" y="1760268"/>
                  <a:pt x="847725" y="2561956"/>
                </a:cubicBezTo>
              </a:path>
            </a:pathLst>
          </a:custGeom>
          <a:noFill/>
          <a:ln w="9525" cap="flat" cmpd="sng" algn="ctr">
            <a:solidFill>
              <a:schemeClr val="tx1"/>
            </a:solidFill>
            <a:prstDash val="solid"/>
            <a:round/>
            <a:headEnd type="none" w="med" len="med"/>
            <a:tailEnd type="stealth" w="med" len="lg"/>
          </a:ln>
          <a:effectLst/>
        </p:spPr>
        <p:txBody>
          <a:bodyPr vert="horz" wrap="square" lIns="68580" tIns="34290" rIns="68580" bIns="34290" numCol="1" rtlCol="0" anchor="t" anchorCtr="0" compatLnSpc="1">
            <a:prstTxWarp prst="textNoShape">
              <a:avLst/>
            </a:prstTxWarp>
          </a:bodyPr>
          <a:lstStyle/>
          <a:p>
            <a:endParaRPr lang="zh-CN" altLang="en-US"/>
          </a:p>
        </p:txBody>
      </p:sp>
      <p:sp>
        <p:nvSpPr>
          <p:cNvPr id="7" name="任意多边形 6"/>
          <p:cNvSpPr/>
          <p:nvPr/>
        </p:nvSpPr>
        <p:spPr bwMode="auto">
          <a:xfrm>
            <a:off x="4788693" y="2510166"/>
            <a:ext cx="2219128" cy="523156"/>
          </a:xfrm>
          <a:custGeom>
            <a:avLst/>
            <a:gdLst>
              <a:gd name="connsiteX0" fmla="*/ 0 w 1076325"/>
              <a:gd name="connsiteY0" fmla="*/ 0 h 1123950"/>
              <a:gd name="connsiteX1" fmla="*/ 781050 w 1076325"/>
              <a:gd name="connsiteY1" fmla="*/ 352425 h 1123950"/>
              <a:gd name="connsiteX2" fmla="*/ 1076325 w 1076325"/>
              <a:gd name="connsiteY2" fmla="*/ 1123950 h 1123950"/>
              <a:gd name="connsiteX0" fmla="*/ 0 w 1058158"/>
              <a:gd name="connsiteY0" fmla="*/ 689960 h 796398"/>
              <a:gd name="connsiteX1" fmla="*/ 762883 w 1058158"/>
              <a:gd name="connsiteY1" fmla="*/ 24873 h 796398"/>
              <a:gd name="connsiteX2" fmla="*/ 1058158 w 1058158"/>
              <a:gd name="connsiteY2" fmla="*/ 796398 h 796398"/>
              <a:gd name="connsiteX0" fmla="*/ 0 w 1058158"/>
              <a:gd name="connsiteY0" fmla="*/ 727685 h 834123"/>
              <a:gd name="connsiteX1" fmla="*/ 762883 w 1058158"/>
              <a:gd name="connsiteY1" fmla="*/ 62598 h 834123"/>
              <a:gd name="connsiteX2" fmla="*/ 1058158 w 1058158"/>
              <a:gd name="connsiteY2" fmla="*/ 834123 h 834123"/>
              <a:gd name="connsiteX0" fmla="*/ 0 w 1058158"/>
              <a:gd name="connsiteY0" fmla="*/ 727687 h 834125"/>
              <a:gd name="connsiteX1" fmla="*/ 762883 w 1058158"/>
              <a:gd name="connsiteY1" fmla="*/ 62600 h 834125"/>
              <a:gd name="connsiteX2" fmla="*/ 1058158 w 1058158"/>
              <a:gd name="connsiteY2" fmla="*/ 834125 h 834125"/>
            </a:gdLst>
            <a:ahLst/>
            <a:cxnLst>
              <a:cxn ang="0">
                <a:pos x="connsiteX0" y="connsiteY0"/>
              </a:cxn>
              <a:cxn ang="0">
                <a:pos x="connsiteX1" y="connsiteY1"/>
              </a:cxn>
              <a:cxn ang="0">
                <a:pos x="connsiteX2" y="connsiteY2"/>
              </a:cxn>
            </a:cxnLst>
            <a:rect l="l" t="t" r="r" b="b"/>
            <a:pathLst>
              <a:path w="1058158" h="834125">
                <a:moveTo>
                  <a:pt x="0" y="727687"/>
                </a:moveTo>
                <a:cubicBezTo>
                  <a:pt x="209994" y="111647"/>
                  <a:pt x="583496" y="-124725"/>
                  <a:pt x="762883" y="62600"/>
                </a:cubicBezTo>
                <a:cubicBezTo>
                  <a:pt x="942270" y="249925"/>
                  <a:pt x="995672" y="420531"/>
                  <a:pt x="1058158" y="834125"/>
                </a:cubicBezTo>
              </a:path>
            </a:pathLst>
          </a:custGeom>
          <a:noFill/>
          <a:ln w="9525" cap="flat" cmpd="sng" algn="ctr">
            <a:solidFill>
              <a:schemeClr val="tx1"/>
            </a:solidFill>
            <a:prstDash val="solid"/>
            <a:round/>
            <a:headEnd type="none" w="med" len="med"/>
            <a:tailEnd type="stealth" w="med" len="lg"/>
          </a:ln>
          <a:effectLst/>
        </p:spPr>
        <p:txBody>
          <a:bodyPr vert="horz" wrap="square" lIns="68580" tIns="34290" rIns="68580" bIns="34290" numCol="1" rtlCol="0" anchor="t" anchorCtr="0" compatLnSpc="1">
            <a:prstTxWarp prst="textNoShape">
              <a:avLst/>
            </a:prstTxWarp>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par>
                          <p:cTn id="26" fill="hold">
                            <p:stCondLst>
                              <p:cond delay="500"/>
                            </p:stCondLst>
                            <p:childTnLst>
                              <p:par>
                                <p:cTn id="27" presetID="22" presetClass="entr" presetSubtype="8" fill="hold" grpId="0"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6331"/>
                                        </p:tgtEl>
                                        <p:attrNameLst>
                                          <p:attrName>style.visibility</p:attrName>
                                        </p:attrNameLst>
                                      </p:cBhvr>
                                      <p:to>
                                        <p:strVal val="visible"/>
                                      </p:to>
                                    </p:set>
                                    <p:animEffect transition="in" filter="wipe(left)">
                                      <p:cBhvr>
                                        <p:cTn id="34" dur="500"/>
                                        <p:tgtEl>
                                          <p:spTgt spid="56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3"/>
          <p:cNvGrpSpPr>
            <a:grpSpLocks/>
          </p:cNvGrpSpPr>
          <p:nvPr/>
        </p:nvGrpSpPr>
        <p:grpSpPr bwMode="auto">
          <a:xfrm>
            <a:off x="5694405" y="1078065"/>
            <a:ext cx="2806303" cy="3246834"/>
            <a:chOff x="3061" y="981"/>
            <a:chExt cx="2357" cy="2727"/>
          </a:xfrm>
        </p:grpSpPr>
        <p:sp>
          <p:nvSpPr>
            <p:cNvPr id="19484" name="Text Box 7"/>
            <p:cNvSpPr txBox="1">
              <a:spLocks noChangeArrowheads="1"/>
            </p:cNvSpPr>
            <p:nvPr/>
          </p:nvSpPr>
          <p:spPr bwMode="auto">
            <a:xfrm>
              <a:off x="3061" y="2886"/>
              <a:ext cx="2357" cy="822"/>
            </a:xfrm>
            <a:prstGeom prst="rect">
              <a:avLst/>
            </a:prstGeom>
            <a:gradFill flip="none" rotWithShape="1">
              <a:gsLst>
                <a:gs pos="88000">
                  <a:srgbClr val="FFFFFF">
                    <a:alpha val="41000"/>
                  </a:srgbClr>
                </a:gs>
                <a:gs pos="100000">
                  <a:schemeClr val="accent1"/>
                </a:gs>
              </a:gsLst>
              <a:lin ang="8100000" scaled="1"/>
              <a:tileRect/>
            </a:gradFill>
            <a:ln w="6350">
              <a:solidFill>
                <a:schemeClr val="tx2"/>
              </a:solidFill>
              <a:miter lim="800000"/>
              <a:headEnd/>
              <a:tailEnd/>
            </a:ln>
          </p:spPr>
          <p:txBody>
            <a:bodyPr>
              <a:spAutoFit/>
            </a:bodyPr>
            <a:lstStyle/>
            <a:p>
              <a:pPr>
                <a:lnSpc>
                  <a:spcPct val="120000"/>
                </a:lnSpc>
                <a:spcBef>
                  <a:spcPct val="50000"/>
                </a:spcBef>
                <a:defRPr/>
              </a:pPr>
              <a:r>
                <a:rPr lang="en-US" altLang="zh-CN" sz="2400" dirty="0">
                  <a:solidFill>
                    <a:srgbClr val="1C1C1C"/>
                  </a:solidFill>
                  <a:latin typeface="Times New Roman" pitchFamily="18" charset="0"/>
                </a:rPr>
                <a:t>        </a:t>
              </a:r>
              <a:r>
                <a:rPr lang="zh-CN" altLang="en-US" sz="2400" dirty="0">
                  <a:solidFill>
                    <a:srgbClr val="1C1C1C"/>
                  </a:solidFill>
                  <a:latin typeface="Times New Roman" pitchFamily="18" charset="0"/>
                </a:rPr>
                <a:t>同一温度下不同气体的速率分布</a:t>
              </a:r>
            </a:p>
          </p:txBody>
        </p:sp>
        <p:sp>
          <p:nvSpPr>
            <p:cNvPr id="43044" name="Rectangle 8"/>
            <p:cNvSpPr>
              <a:spLocks noChangeArrowheads="1"/>
            </p:cNvSpPr>
            <p:nvPr/>
          </p:nvSpPr>
          <p:spPr bwMode="auto">
            <a:xfrm>
              <a:off x="3061" y="981"/>
              <a:ext cx="2352" cy="1824"/>
            </a:xfrm>
            <a:prstGeom prst="rect">
              <a:avLst/>
            </a:prstGeom>
            <a:solidFill>
              <a:srgbClr val="FFFFFF"/>
            </a:solidFill>
            <a:ln w="9525">
              <a:noFill/>
              <a:miter lim="800000"/>
              <a:headEnd/>
              <a:tailEnd/>
            </a:ln>
          </p:spPr>
          <p:txBody>
            <a:bodyPr wrap="none" anchor="ctr"/>
            <a:lstStyle/>
            <a:p>
              <a:endParaRPr lang="zh-CN" altLang="en-US" smtClean="0">
                <a:solidFill>
                  <a:srgbClr val="000000"/>
                </a:solidFill>
                <a:ea typeface="宋体" charset="-122"/>
              </a:endParaRPr>
            </a:p>
          </p:txBody>
        </p:sp>
        <p:grpSp>
          <p:nvGrpSpPr>
            <p:cNvPr id="3" name="Group 9"/>
            <p:cNvGrpSpPr>
              <a:grpSpLocks/>
            </p:cNvGrpSpPr>
            <p:nvPr/>
          </p:nvGrpSpPr>
          <p:grpSpPr bwMode="auto">
            <a:xfrm>
              <a:off x="3253" y="1509"/>
              <a:ext cx="2016" cy="1286"/>
              <a:chOff x="3264" y="1968"/>
              <a:chExt cx="2016" cy="1286"/>
            </a:xfrm>
          </p:grpSpPr>
          <p:sp>
            <p:nvSpPr>
              <p:cNvPr id="43049" name="Freeform 10"/>
              <p:cNvSpPr>
                <a:spLocks/>
              </p:cNvSpPr>
              <p:nvPr/>
            </p:nvSpPr>
            <p:spPr bwMode="auto">
              <a:xfrm>
                <a:off x="3264" y="1968"/>
                <a:ext cx="1578" cy="952"/>
              </a:xfrm>
              <a:custGeom>
                <a:avLst/>
                <a:gdLst>
                  <a:gd name="T0" fmla="*/ 0 w 1824"/>
                  <a:gd name="T1" fmla="*/ 1571 h 840"/>
                  <a:gd name="T2" fmla="*/ 93 w 1824"/>
                  <a:gd name="T3" fmla="*/ 1212 h 840"/>
                  <a:gd name="T4" fmla="*/ 256 w 1824"/>
                  <a:gd name="T5" fmla="*/ 224 h 840"/>
                  <a:gd name="T6" fmla="*/ 372 w 1824"/>
                  <a:gd name="T7" fmla="*/ 45 h 840"/>
                  <a:gd name="T8" fmla="*/ 512 w 1824"/>
                  <a:gd name="T9" fmla="*/ 493 h 840"/>
                  <a:gd name="T10" fmla="*/ 628 w 1824"/>
                  <a:gd name="T11" fmla="*/ 853 h 840"/>
                  <a:gd name="T12" fmla="*/ 767 w 1824"/>
                  <a:gd name="T13" fmla="*/ 1212 h 840"/>
                  <a:gd name="T14" fmla="*/ 884 w 1824"/>
                  <a:gd name="T15" fmla="*/ 1389 h 840"/>
                  <a:gd name="T16" fmla="*/ 0 60000 65536"/>
                  <a:gd name="T17" fmla="*/ 0 60000 65536"/>
                  <a:gd name="T18" fmla="*/ 0 60000 65536"/>
                  <a:gd name="T19" fmla="*/ 0 60000 65536"/>
                  <a:gd name="T20" fmla="*/ 0 60000 65536"/>
                  <a:gd name="T21" fmla="*/ 0 60000 65536"/>
                  <a:gd name="T22" fmla="*/ 0 60000 65536"/>
                  <a:gd name="T23" fmla="*/ 0 60000 65536"/>
                  <a:gd name="T24" fmla="*/ 0 w 1824"/>
                  <a:gd name="T25" fmla="*/ 0 h 840"/>
                  <a:gd name="T26" fmla="*/ 1824 w 1824"/>
                  <a:gd name="T27" fmla="*/ 840 h 8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24" h="840">
                    <a:moveTo>
                      <a:pt x="0" y="840"/>
                    </a:moveTo>
                    <a:cubicBezTo>
                      <a:pt x="52" y="804"/>
                      <a:pt x="104" y="768"/>
                      <a:pt x="192" y="648"/>
                    </a:cubicBezTo>
                    <a:cubicBezTo>
                      <a:pt x="280" y="528"/>
                      <a:pt x="432" y="224"/>
                      <a:pt x="528" y="120"/>
                    </a:cubicBezTo>
                    <a:cubicBezTo>
                      <a:pt x="624" y="16"/>
                      <a:pt x="680" y="0"/>
                      <a:pt x="768" y="24"/>
                    </a:cubicBezTo>
                    <a:cubicBezTo>
                      <a:pt x="856" y="48"/>
                      <a:pt x="968" y="192"/>
                      <a:pt x="1056" y="264"/>
                    </a:cubicBezTo>
                    <a:cubicBezTo>
                      <a:pt x="1144" y="336"/>
                      <a:pt x="1208" y="392"/>
                      <a:pt x="1296" y="456"/>
                    </a:cubicBezTo>
                    <a:cubicBezTo>
                      <a:pt x="1384" y="520"/>
                      <a:pt x="1496" y="600"/>
                      <a:pt x="1584" y="648"/>
                    </a:cubicBezTo>
                    <a:cubicBezTo>
                      <a:pt x="1672" y="696"/>
                      <a:pt x="1784" y="728"/>
                      <a:pt x="1824" y="744"/>
                    </a:cubicBezTo>
                  </a:path>
                </a:pathLst>
              </a:custGeom>
              <a:noFill/>
              <a:ln w="28575" cmpd="sng">
                <a:solidFill>
                  <a:srgbClr val="D60093"/>
                </a:solidFill>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3050" name="Freeform 11"/>
              <p:cNvSpPr>
                <a:spLocks/>
              </p:cNvSpPr>
              <p:nvPr/>
            </p:nvSpPr>
            <p:spPr bwMode="auto">
              <a:xfrm>
                <a:off x="3264" y="2160"/>
                <a:ext cx="2016" cy="760"/>
              </a:xfrm>
              <a:custGeom>
                <a:avLst/>
                <a:gdLst>
                  <a:gd name="T0" fmla="*/ 0 w 1824"/>
                  <a:gd name="T1" fmla="*/ 509 h 840"/>
                  <a:gd name="T2" fmla="*/ 316 w 1824"/>
                  <a:gd name="T3" fmla="*/ 393 h 840"/>
                  <a:gd name="T4" fmla="*/ 871 w 1824"/>
                  <a:gd name="T5" fmla="*/ 73 h 840"/>
                  <a:gd name="T6" fmla="*/ 1267 w 1824"/>
                  <a:gd name="T7" fmla="*/ 14 h 840"/>
                  <a:gd name="T8" fmla="*/ 1742 w 1824"/>
                  <a:gd name="T9" fmla="*/ 159 h 840"/>
                  <a:gd name="T10" fmla="*/ 2138 w 1824"/>
                  <a:gd name="T11" fmla="*/ 277 h 840"/>
                  <a:gd name="T12" fmla="*/ 2613 w 1824"/>
                  <a:gd name="T13" fmla="*/ 393 h 840"/>
                  <a:gd name="T14" fmla="*/ 3009 w 1824"/>
                  <a:gd name="T15" fmla="*/ 451 h 840"/>
                  <a:gd name="T16" fmla="*/ 0 60000 65536"/>
                  <a:gd name="T17" fmla="*/ 0 60000 65536"/>
                  <a:gd name="T18" fmla="*/ 0 60000 65536"/>
                  <a:gd name="T19" fmla="*/ 0 60000 65536"/>
                  <a:gd name="T20" fmla="*/ 0 60000 65536"/>
                  <a:gd name="T21" fmla="*/ 0 60000 65536"/>
                  <a:gd name="T22" fmla="*/ 0 60000 65536"/>
                  <a:gd name="T23" fmla="*/ 0 60000 65536"/>
                  <a:gd name="T24" fmla="*/ 0 w 1824"/>
                  <a:gd name="T25" fmla="*/ 0 h 840"/>
                  <a:gd name="T26" fmla="*/ 1824 w 1824"/>
                  <a:gd name="T27" fmla="*/ 840 h 84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24" h="840">
                    <a:moveTo>
                      <a:pt x="0" y="840"/>
                    </a:moveTo>
                    <a:cubicBezTo>
                      <a:pt x="52" y="804"/>
                      <a:pt x="104" y="768"/>
                      <a:pt x="192" y="648"/>
                    </a:cubicBezTo>
                    <a:cubicBezTo>
                      <a:pt x="280" y="528"/>
                      <a:pt x="432" y="224"/>
                      <a:pt x="528" y="120"/>
                    </a:cubicBezTo>
                    <a:cubicBezTo>
                      <a:pt x="624" y="16"/>
                      <a:pt x="680" y="0"/>
                      <a:pt x="768" y="24"/>
                    </a:cubicBezTo>
                    <a:cubicBezTo>
                      <a:pt x="856" y="48"/>
                      <a:pt x="968" y="192"/>
                      <a:pt x="1056" y="264"/>
                    </a:cubicBezTo>
                    <a:cubicBezTo>
                      <a:pt x="1144" y="336"/>
                      <a:pt x="1208" y="392"/>
                      <a:pt x="1296" y="456"/>
                    </a:cubicBezTo>
                    <a:cubicBezTo>
                      <a:pt x="1384" y="520"/>
                      <a:pt x="1496" y="600"/>
                      <a:pt x="1584" y="648"/>
                    </a:cubicBezTo>
                    <a:cubicBezTo>
                      <a:pt x="1672" y="696"/>
                      <a:pt x="1784" y="728"/>
                      <a:pt x="1824" y="744"/>
                    </a:cubicBezTo>
                  </a:path>
                </a:pathLst>
              </a:custGeom>
              <a:noFill/>
              <a:ln w="28575" cmpd="sng">
                <a:solidFill>
                  <a:srgbClr val="0000FF"/>
                </a:solidFill>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3051" name="Line 12"/>
              <p:cNvSpPr>
                <a:spLocks noChangeShapeType="1"/>
              </p:cNvSpPr>
              <p:nvPr/>
            </p:nvSpPr>
            <p:spPr bwMode="auto">
              <a:xfrm>
                <a:off x="3888" y="2016"/>
                <a:ext cx="0" cy="912"/>
              </a:xfrm>
              <a:prstGeom prst="line">
                <a:avLst/>
              </a:prstGeom>
              <a:noFill/>
              <a:ln w="19050">
                <a:solidFill>
                  <a:srgbClr val="1C1C1C"/>
                </a:solidFill>
                <a:prstDash val="dash"/>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3052" name="Line 13"/>
              <p:cNvSpPr>
                <a:spLocks noChangeShapeType="1"/>
              </p:cNvSpPr>
              <p:nvPr/>
            </p:nvSpPr>
            <p:spPr bwMode="auto">
              <a:xfrm>
                <a:off x="4080" y="2160"/>
                <a:ext cx="0" cy="768"/>
              </a:xfrm>
              <a:prstGeom prst="line">
                <a:avLst/>
              </a:prstGeom>
              <a:noFill/>
              <a:ln w="19050">
                <a:solidFill>
                  <a:srgbClr val="1C1C1C"/>
                </a:solidFill>
                <a:prstDash val="dash"/>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graphicFrame>
            <p:nvGraphicFramePr>
              <p:cNvPr id="43022" name="Object 12"/>
              <p:cNvGraphicFramePr>
                <a:graphicFrameLocks noChangeAspect="1"/>
              </p:cNvGraphicFramePr>
              <p:nvPr/>
            </p:nvGraphicFramePr>
            <p:xfrm>
              <a:off x="3662" y="2846"/>
              <a:ext cx="365" cy="368"/>
            </p:xfrm>
            <a:graphic>
              <a:graphicData uri="http://schemas.openxmlformats.org/presentationml/2006/ole">
                <mc:AlternateContent xmlns:mc="http://schemas.openxmlformats.org/markup-compatibility/2006">
                  <mc:Choice xmlns:v="urn:schemas-microsoft-com:vml" Requires="v">
                    <p:oleObj spid="_x0000_s86116" name="公式" r:id="rId3" imgW="241200" imgH="241200" progId="Equation.3">
                      <p:embed/>
                    </p:oleObj>
                  </mc:Choice>
                  <mc:Fallback>
                    <p:oleObj name="公式" r:id="rId3" imgW="241200" imgH="24120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2" y="2846"/>
                            <a:ext cx="365" cy="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23" name="Object 13"/>
              <p:cNvGraphicFramePr>
                <a:graphicFrameLocks noChangeAspect="1"/>
              </p:cNvGraphicFramePr>
              <p:nvPr/>
            </p:nvGraphicFramePr>
            <p:xfrm>
              <a:off x="4025" y="2870"/>
              <a:ext cx="344" cy="384"/>
            </p:xfrm>
            <a:graphic>
              <a:graphicData uri="http://schemas.openxmlformats.org/presentationml/2006/ole">
                <mc:AlternateContent xmlns:mc="http://schemas.openxmlformats.org/markup-compatibility/2006">
                  <mc:Choice xmlns:v="urn:schemas-microsoft-com:vml" Requires="v">
                    <p:oleObj spid="_x0000_s86117" name="公式" r:id="rId5" imgW="215640" imgH="241200" progId="Equation.3">
                      <p:embed/>
                    </p:oleObj>
                  </mc:Choice>
                  <mc:Fallback>
                    <p:oleObj name="公式" r:id="rId5" imgW="215640" imgH="241200"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5" y="2870"/>
                            <a:ext cx="344"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 name="Group 18"/>
            <p:cNvGrpSpPr>
              <a:grpSpLocks/>
            </p:cNvGrpSpPr>
            <p:nvPr/>
          </p:nvGrpSpPr>
          <p:grpSpPr bwMode="auto">
            <a:xfrm>
              <a:off x="3152" y="1221"/>
              <a:ext cx="2199" cy="1488"/>
              <a:chOff x="3163" y="1680"/>
              <a:chExt cx="2199" cy="1488"/>
            </a:xfrm>
          </p:grpSpPr>
          <p:sp>
            <p:nvSpPr>
              <p:cNvPr id="43047" name="Line 19"/>
              <p:cNvSpPr>
                <a:spLocks noChangeShapeType="1"/>
              </p:cNvSpPr>
              <p:nvPr/>
            </p:nvSpPr>
            <p:spPr bwMode="auto">
              <a:xfrm>
                <a:off x="3245" y="2924"/>
                <a:ext cx="2117" cy="7"/>
              </a:xfrm>
              <a:prstGeom prst="line">
                <a:avLst/>
              </a:prstGeom>
              <a:noFill/>
              <a:ln w="19050">
                <a:solidFill>
                  <a:srgbClr val="1C1C1C"/>
                </a:solidFill>
                <a:round/>
                <a:headEnd/>
                <a:tailEnd type="triangle" w="sm" len="lg"/>
              </a:ln>
            </p:spPr>
            <p:txBody>
              <a:bodyPr wrap="none" anchor="ctr"/>
              <a:lstStyle/>
              <a:p>
                <a:endParaRPr kumimoji="1" lang="zh-CN" altLang="en-US" b="0" baseline="-25000">
                  <a:solidFill>
                    <a:srgbClr val="000000"/>
                  </a:solidFill>
                  <a:latin typeface="Times New Roman" pitchFamily="18" charset="0"/>
                  <a:ea typeface="宋体" charset="-122"/>
                </a:endParaRPr>
              </a:p>
            </p:txBody>
          </p:sp>
          <p:graphicFrame>
            <p:nvGraphicFramePr>
              <p:cNvPr id="43017" name="Object 7"/>
              <p:cNvGraphicFramePr>
                <a:graphicFrameLocks noChangeAspect="1"/>
              </p:cNvGraphicFramePr>
              <p:nvPr/>
            </p:nvGraphicFramePr>
            <p:xfrm>
              <a:off x="5041" y="2976"/>
              <a:ext cx="146" cy="192"/>
            </p:xfrm>
            <a:graphic>
              <a:graphicData uri="http://schemas.openxmlformats.org/presentationml/2006/ole">
                <mc:AlternateContent xmlns:mc="http://schemas.openxmlformats.org/markup-compatibility/2006">
                  <mc:Choice xmlns:v="urn:schemas-microsoft-com:vml" Requires="v">
                    <p:oleObj spid="_x0000_s86118" name="Equation" r:id="rId7" imgW="177480" imgH="190440" progId="Equation.3">
                      <p:embed/>
                    </p:oleObj>
                  </mc:Choice>
                  <mc:Fallback>
                    <p:oleObj name="Equation" r:id="rId7" imgW="177480" imgH="19044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1" y="2976"/>
                            <a:ext cx="146"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8" name="Object 8"/>
              <p:cNvGraphicFramePr>
                <a:graphicFrameLocks noChangeAspect="1"/>
              </p:cNvGraphicFramePr>
              <p:nvPr/>
            </p:nvGraphicFramePr>
            <p:xfrm>
              <a:off x="3312" y="1680"/>
              <a:ext cx="328" cy="248"/>
            </p:xfrm>
            <a:graphic>
              <a:graphicData uri="http://schemas.openxmlformats.org/presentationml/2006/ole">
                <mc:AlternateContent xmlns:mc="http://schemas.openxmlformats.org/markup-compatibility/2006">
                  <mc:Choice xmlns:v="urn:schemas-microsoft-com:vml" Requires="v">
                    <p:oleObj spid="_x0000_s86119" name="Equation" r:id="rId9" imgW="533160" imgH="304560" progId="Equation.3">
                      <p:embed/>
                    </p:oleObj>
                  </mc:Choice>
                  <mc:Fallback>
                    <p:oleObj name="Equation" r:id="rId9" imgW="533160" imgH="30456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2" y="1680"/>
                            <a:ext cx="328"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48" name="Line 22"/>
              <p:cNvSpPr>
                <a:spLocks noChangeShapeType="1"/>
              </p:cNvSpPr>
              <p:nvPr/>
            </p:nvSpPr>
            <p:spPr bwMode="auto">
              <a:xfrm flipV="1">
                <a:off x="3270" y="1680"/>
                <a:ext cx="0" cy="1251"/>
              </a:xfrm>
              <a:prstGeom prst="line">
                <a:avLst/>
              </a:prstGeom>
              <a:noFill/>
              <a:ln w="19050">
                <a:solidFill>
                  <a:srgbClr val="1C1C1C"/>
                </a:solidFill>
                <a:round/>
                <a:headEnd/>
                <a:tailEnd type="triangle" w="sm" len="lg"/>
              </a:ln>
            </p:spPr>
            <p:txBody>
              <a:bodyPr wrap="none" anchor="ctr"/>
              <a:lstStyle/>
              <a:p>
                <a:endParaRPr kumimoji="1" lang="zh-CN" altLang="en-US" b="0" baseline="-25000">
                  <a:solidFill>
                    <a:srgbClr val="000000"/>
                  </a:solidFill>
                  <a:latin typeface="Times New Roman" pitchFamily="18" charset="0"/>
                  <a:ea typeface="宋体" charset="-122"/>
                </a:endParaRPr>
              </a:p>
            </p:txBody>
          </p:sp>
          <p:graphicFrame>
            <p:nvGraphicFramePr>
              <p:cNvPr id="43019" name="Object 9"/>
              <p:cNvGraphicFramePr>
                <a:graphicFrameLocks noChangeAspect="1"/>
              </p:cNvGraphicFramePr>
              <p:nvPr/>
            </p:nvGraphicFramePr>
            <p:xfrm>
              <a:off x="3163" y="2928"/>
              <a:ext cx="218" cy="240"/>
            </p:xfrm>
            <a:graphic>
              <a:graphicData uri="http://schemas.openxmlformats.org/presentationml/2006/ole">
                <mc:AlternateContent xmlns:mc="http://schemas.openxmlformats.org/markup-compatibility/2006">
                  <mc:Choice xmlns:v="urn:schemas-microsoft-com:vml" Requires="v">
                    <p:oleObj spid="_x0000_s86120" name="Equation" r:id="rId11" imgW="126720" imgH="139680" progId="Equation.3">
                      <p:embed/>
                    </p:oleObj>
                  </mc:Choice>
                  <mc:Fallback>
                    <p:oleObj name="Equation" r:id="rId11" imgW="126720" imgH="13968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3" y="2928"/>
                            <a:ext cx="21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5" name="Group 47"/>
          <p:cNvGrpSpPr>
            <a:grpSpLocks/>
          </p:cNvGrpSpPr>
          <p:nvPr/>
        </p:nvGrpSpPr>
        <p:grpSpPr bwMode="auto">
          <a:xfrm>
            <a:off x="2066087" y="1093055"/>
            <a:ext cx="2971800" cy="3246834"/>
            <a:chOff x="385" y="981"/>
            <a:chExt cx="2496" cy="2727"/>
          </a:xfrm>
        </p:grpSpPr>
        <p:sp>
          <p:nvSpPr>
            <p:cNvPr id="19474" name="Text Box 25"/>
            <p:cNvSpPr txBox="1">
              <a:spLocks noChangeArrowheads="1"/>
            </p:cNvSpPr>
            <p:nvPr/>
          </p:nvSpPr>
          <p:spPr bwMode="auto">
            <a:xfrm>
              <a:off x="385" y="2886"/>
              <a:ext cx="2493" cy="822"/>
            </a:xfrm>
            <a:prstGeom prst="rect">
              <a:avLst/>
            </a:prstGeom>
            <a:gradFill flip="none" rotWithShape="1">
              <a:gsLst>
                <a:gs pos="83000">
                  <a:srgbClr val="FFFFFF">
                    <a:alpha val="50000"/>
                  </a:srgbClr>
                </a:gs>
                <a:gs pos="100000">
                  <a:schemeClr val="accent1"/>
                </a:gs>
              </a:gsLst>
              <a:lin ang="2700000" scaled="1"/>
              <a:tileRect/>
            </a:gradFill>
            <a:ln w="6350">
              <a:solidFill>
                <a:schemeClr val="tx2"/>
              </a:solidFill>
              <a:miter lim="800000"/>
              <a:headEnd/>
              <a:tailEnd/>
            </a:ln>
          </p:spPr>
          <p:txBody>
            <a:bodyPr>
              <a:spAutoFit/>
            </a:bodyPr>
            <a:lstStyle/>
            <a:p>
              <a:pPr>
                <a:lnSpc>
                  <a:spcPct val="120000"/>
                </a:lnSpc>
                <a:spcBef>
                  <a:spcPct val="50000"/>
                </a:spcBef>
                <a:defRPr/>
              </a:pPr>
              <a:r>
                <a:rPr lang="en-US" altLang="zh-CN" sz="2400" dirty="0">
                  <a:solidFill>
                    <a:srgbClr val="1C1C1C"/>
                  </a:solidFill>
                  <a:latin typeface="Times New Roman" pitchFamily="18" charset="0"/>
                </a:rPr>
                <a:t>      N</a:t>
              </a:r>
              <a:r>
                <a:rPr lang="en-US" altLang="zh-CN" sz="2400" baseline="-25000" dirty="0">
                  <a:solidFill>
                    <a:srgbClr val="1C1C1C"/>
                  </a:solidFill>
                  <a:latin typeface="Times New Roman" pitchFamily="18" charset="0"/>
                </a:rPr>
                <a:t>2 </a:t>
              </a:r>
              <a:r>
                <a:rPr lang="zh-CN" altLang="en-US" sz="2400" dirty="0">
                  <a:solidFill>
                    <a:srgbClr val="1C1C1C"/>
                  </a:solidFill>
                  <a:latin typeface="Times New Roman" pitchFamily="18" charset="0"/>
                </a:rPr>
                <a:t>分子在不同温度下的速率分布</a:t>
              </a:r>
            </a:p>
          </p:txBody>
        </p:sp>
        <p:grpSp>
          <p:nvGrpSpPr>
            <p:cNvPr id="6" name="Group 46"/>
            <p:cNvGrpSpPr>
              <a:grpSpLocks/>
            </p:cNvGrpSpPr>
            <p:nvPr/>
          </p:nvGrpSpPr>
          <p:grpSpPr bwMode="auto">
            <a:xfrm>
              <a:off x="385" y="981"/>
              <a:ext cx="2496" cy="1824"/>
              <a:chOff x="385" y="981"/>
              <a:chExt cx="2496" cy="1824"/>
            </a:xfrm>
          </p:grpSpPr>
          <p:sp>
            <p:nvSpPr>
              <p:cNvPr id="43033" name="Rectangle 27"/>
              <p:cNvSpPr>
                <a:spLocks noChangeArrowheads="1"/>
              </p:cNvSpPr>
              <p:nvPr/>
            </p:nvSpPr>
            <p:spPr bwMode="auto">
              <a:xfrm>
                <a:off x="385" y="981"/>
                <a:ext cx="2496" cy="1824"/>
              </a:xfrm>
              <a:prstGeom prst="rect">
                <a:avLst/>
              </a:prstGeom>
              <a:solidFill>
                <a:srgbClr val="FFFFFF"/>
              </a:solidFill>
              <a:ln w="9525">
                <a:noFill/>
                <a:miter lim="800000"/>
                <a:headEnd/>
                <a:tailEnd/>
              </a:ln>
            </p:spPr>
            <p:txBody>
              <a:bodyPr wrap="none" anchor="ctr"/>
              <a:lstStyle/>
              <a:p>
                <a:endParaRPr lang="zh-CN" altLang="en-US" smtClean="0">
                  <a:solidFill>
                    <a:srgbClr val="000000"/>
                  </a:solidFill>
                  <a:ea typeface="宋体" charset="-122"/>
                </a:endParaRPr>
              </a:p>
            </p:txBody>
          </p:sp>
          <p:sp>
            <p:nvSpPr>
              <p:cNvPr id="43034" name="Freeform 28"/>
              <p:cNvSpPr>
                <a:spLocks/>
              </p:cNvSpPr>
              <p:nvPr/>
            </p:nvSpPr>
            <p:spPr bwMode="auto">
              <a:xfrm>
                <a:off x="585" y="1758"/>
                <a:ext cx="2104" cy="666"/>
              </a:xfrm>
              <a:custGeom>
                <a:avLst/>
                <a:gdLst>
                  <a:gd name="T0" fmla="*/ 0 w 2104"/>
                  <a:gd name="T1" fmla="*/ 666 h 666"/>
                  <a:gd name="T2" fmla="*/ 221 w 2104"/>
                  <a:gd name="T3" fmla="*/ 512 h 666"/>
                  <a:gd name="T4" fmla="*/ 643 w 2104"/>
                  <a:gd name="T5" fmla="*/ 108 h 666"/>
                  <a:gd name="T6" fmla="*/ 945 w 2104"/>
                  <a:gd name="T7" fmla="*/ 18 h 666"/>
                  <a:gd name="T8" fmla="*/ 1233 w 2104"/>
                  <a:gd name="T9" fmla="*/ 217 h 666"/>
                  <a:gd name="T10" fmla="*/ 1487 w 2104"/>
                  <a:gd name="T11" fmla="*/ 375 h 666"/>
                  <a:gd name="T12" fmla="*/ 1775 w 2104"/>
                  <a:gd name="T13" fmla="*/ 505 h 666"/>
                  <a:gd name="T14" fmla="*/ 2104 w 2104"/>
                  <a:gd name="T15" fmla="*/ 589 h 666"/>
                  <a:gd name="T16" fmla="*/ 0 60000 65536"/>
                  <a:gd name="T17" fmla="*/ 0 60000 65536"/>
                  <a:gd name="T18" fmla="*/ 0 60000 65536"/>
                  <a:gd name="T19" fmla="*/ 0 60000 65536"/>
                  <a:gd name="T20" fmla="*/ 0 60000 65536"/>
                  <a:gd name="T21" fmla="*/ 0 60000 65536"/>
                  <a:gd name="T22" fmla="*/ 0 60000 65536"/>
                  <a:gd name="T23" fmla="*/ 0 60000 65536"/>
                  <a:gd name="T24" fmla="*/ 0 w 2104"/>
                  <a:gd name="T25" fmla="*/ 0 h 666"/>
                  <a:gd name="T26" fmla="*/ 2104 w 2104"/>
                  <a:gd name="T27" fmla="*/ 666 h 6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04" h="666">
                    <a:moveTo>
                      <a:pt x="0" y="666"/>
                    </a:moveTo>
                    <a:cubicBezTo>
                      <a:pt x="60" y="637"/>
                      <a:pt x="114" y="605"/>
                      <a:pt x="221" y="512"/>
                    </a:cubicBezTo>
                    <a:cubicBezTo>
                      <a:pt x="328" y="419"/>
                      <a:pt x="522" y="190"/>
                      <a:pt x="643" y="108"/>
                    </a:cubicBezTo>
                    <a:cubicBezTo>
                      <a:pt x="764" y="26"/>
                      <a:pt x="847" y="0"/>
                      <a:pt x="945" y="18"/>
                    </a:cubicBezTo>
                    <a:cubicBezTo>
                      <a:pt x="1043" y="36"/>
                      <a:pt x="1143" y="158"/>
                      <a:pt x="1233" y="217"/>
                    </a:cubicBezTo>
                    <a:cubicBezTo>
                      <a:pt x="1323" y="276"/>
                      <a:pt x="1397" y="327"/>
                      <a:pt x="1487" y="375"/>
                    </a:cubicBezTo>
                    <a:cubicBezTo>
                      <a:pt x="1577" y="423"/>
                      <a:pt x="1672" y="469"/>
                      <a:pt x="1775" y="505"/>
                    </a:cubicBezTo>
                    <a:cubicBezTo>
                      <a:pt x="1878" y="541"/>
                      <a:pt x="2036" y="572"/>
                      <a:pt x="2104" y="589"/>
                    </a:cubicBezTo>
                  </a:path>
                </a:pathLst>
              </a:custGeom>
              <a:noFill/>
              <a:ln w="28575" cmpd="sng">
                <a:solidFill>
                  <a:srgbClr val="FF0000"/>
                </a:solidFill>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3035" name="Freeform 29"/>
              <p:cNvSpPr>
                <a:spLocks/>
              </p:cNvSpPr>
              <p:nvPr/>
            </p:nvSpPr>
            <p:spPr bwMode="auto">
              <a:xfrm>
                <a:off x="577" y="1267"/>
                <a:ext cx="1323" cy="1157"/>
              </a:xfrm>
              <a:custGeom>
                <a:avLst/>
                <a:gdLst>
                  <a:gd name="T0" fmla="*/ 0 w 1323"/>
                  <a:gd name="T1" fmla="*/ 1157 h 1157"/>
                  <a:gd name="T2" fmla="*/ 141 w 1323"/>
                  <a:gd name="T3" fmla="*/ 915 h 1157"/>
                  <a:gd name="T4" fmla="*/ 322 w 1323"/>
                  <a:gd name="T5" fmla="*/ 441 h 1157"/>
                  <a:gd name="T6" fmla="*/ 411 w 1323"/>
                  <a:gd name="T7" fmla="*/ 187 h 1157"/>
                  <a:gd name="T8" fmla="*/ 459 w 1323"/>
                  <a:gd name="T9" fmla="*/ 71 h 1157"/>
                  <a:gd name="T10" fmla="*/ 528 w 1323"/>
                  <a:gd name="T11" fmla="*/ 2 h 1157"/>
                  <a:gd name="T12" fmla="*/ 597 w 1323"/>
                  <a:gd name="T13" fmla="*/ 57 h 1157"/>
                  <a:gd name="T14" fmla="*/ 651 w 1323"/>
                  <a:gd name="T15" fmla="*/ 153 h 1157"/>
                  <a:gd name="T16" fmla="*/ 727 w 1323"/>
                  <a:gd name="T17" fmla="*/ 372 h 1157"/>
                  <a:gd name="T18" fmla="*/ 871 w 1323"/>
                  <a:gd name="T19" fmla="*/ 743 h 1157"/>
                  <a:gd name="T20" fmla="*/ 1090 w 1323"/>
                  <a:gd name="T21" fmla="*/ 996 h 1157"/>
                  <a:gd name="T22" fmla="*/ 1323 w 1323"/>
                  <a:gd name="T23" fmla="*/ 1079 h 115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3"/>
                  <a:gd name="T37" fmla="*/ 0 h 1157"/>
                  <a:gd name="T38" fmla="*/ 1323 w 1323"/>
                  <a:gd name="T39" fmla="*/ 1157 h 115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3" h="1157">
                    <a:moveTo>
                      <a:pt x="0" y="1157"/>
                    </a:moveTo>
                    <a:cubicBezTo>
                      <a:pt x="38" y="1112"/>
                      <a:pt x="87" y="1034"/>
                      <a:pt x="141" y="915"/>
                    </a:cubicBezTo>
                    <a:cubicBezTo>
                      <a:pt x="195" y="796"/>
                      <a:pt x="277" y="562"/>
                      <a:pt x="322" y="441"/>
                    </a:cubicBezTo>
                    <a:cubicBezTo>
                      <a:pt x="367" y="320"/>
                      <a:pt x="388" y="249"/>
                      <a:pt x="411" y="187"/>
                    </a:cubicBezTo>
                    <a:cubicBezTo>
                      <a:pt x="434" y="125"/>
                      <a:pt x="440" y="102"/>
                      <a:pt x="459" y="71"/>
                    </a:cubicBezTo>
                    <a:cubicBezTo>
                      <a:pt x="478" y="40"/>
                      <a:pt x="505" y="4"/>
                      <a:pt x="528" y="2"/>
                    </a:cubicBezTo>
                    <a:cubicBezTo>
                      <a:pt x="551" y="0"/>
                      <a:pt x="576" y="32"/>
                      <a:pt x="597" y="57"/>
                    </a:cubicBezTo>
                    <a:cubicBezTo>
                      <a:pt x="618" y="82"/>
                      <a:pt x="629" y="100"/>
                      <a:pt x="651" y="153"/>
                    </a:cubicBezTo>
                    <a:cubicBezTo>
                      <a:pt x="673" y="206"/>
                      <a:pt x="690" y="274"/>
                      <a:pt x="727" y="372"/>
                    </a:cubicBezTo>
                    <a:cubicBezTo>
                      <a:pt x="764" y="470"/>
                      <a:pt x="811" y="639"/>
                      <a:pt x="871" y="743"/>
                    </a:cubicBezTo>
                    <a:cubicBezTo>
                      <a:pt x="931" y="847"/>
                      <a:pt x="1015" y="940"/>
                      <a:pt x="1090" y="996"/>
                    </a:cubicBezTo>
                    <a:cubicBezTo>
                      <a:pt x="1165" y="1052"/>
                      <a:pt x="1275" y="1062"/>
                      <a:pt x="1323" y="1079"/>
                    </a:cubicBezTo>
                  </a:path>
                </a:pathLst>
              </a:custGeom>
              <a:noFill/>
              <a:ln w="28575" cmpd="sng">
                <a:solidFill>
                  <a:srgbClr val="0000FF"/>
                </a:solidFill>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3036" name="Freeform 30"/>
              <p:cNvSpPr>
                <a:spLocks/>
              </p:cNvSpPr>
              <p:nvPr/>
            </p:nvSpPr>
            <p:spPr bwMode="auto">
              <a:xfrm>
                <a:off x="1105" y="1276"/>
                <a:ext cx="1" cy="1145"/>
              </a:xfrm>
              <a:custGeom>
                <a:avLst/>
                <a:gdLst>
                  <a:gd name="T0" fmla="*/ 0 w 1"/>
                  <a:gd name="T1" fmla="*/ 0 h 1145"/>
                  <a:gd name="T2" fmla="*/ 0 w 1"/>
                  <a:gd name="T3" fmla="*/ 1145 h 1145"/>
                  <a:gd name="T4" fmla="*/ 0 60000 65536"/>
                  <a:gd name="T5" fmla="*/ 0 60000 65536"/>
                  <a:gd name="T6" fmla="*/ 0 w 1"/>
                  <a:gd name="T7" fmla="*/ 0 h 1145"/>
                  <a:gd name="T8" fmla="*/ 1 w 1"/>
                  <a:gd name="T9" fmla="*/ 1145 h 1145"/>
                </a:gdLst>
                <a:ahLst/>
                <a:cxnLst>
                  <a:cxn ang="T4">
                    <a:pos x="T0" y="T1"/>
                  </a:cxn>
                  <a:cxn ang="T5">
                    <a:pos x="T2" y="T3"/>
                  </a:cxn>
                </a:cxnLst>
                <a:rect l="T6" t="T7" r="T8" b="T9"/>
                <a:pathLst>
                  <a:path w="1" h="1145">
                    <a:moveTo>
                      <a:pt x="0" y="0"/>
                    </a:moveTo>
                    <a:lnTo>
                      <a:pt x="0" y="1145"/>
                    </a:lnTo>
                  </a:path>
                </a:pathLst>
              </a:custGeom>
              <a:noFill/>
              <a:ln w="19050">
                <a:solidFill>
                  <a:srgbClr val="000000"/>
                </a:solidFill>
                <a:prstDash val="dash"/>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3037" name="Line 31"/>
              <p:cNvSpPr>
                <a:spLocks noChangeShapeType="1"/>
              </p:cNvSpPr>
              <p:nvPr/>
            </p:nvSpPr>
            <p:spPr bwMode="auto">
              <a:xfrm>
                <a:off x="1489" y="1797"/>
                <a:ext cx="0" cy="624"/>
              </a:xfrm>
              <a:prstGeom prst="line">
                <a:avLst/>
              </a:prstGeom>
              <a:noFill/>
              <a:ln w="19050">
                <a:solidFill>
                  <a:srgbClr val="000000"/>
                </a:solidFill>
                <a:prstDash val="dash"/>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graphicFrame>
            <p:nvGraphicFramePr>
              <p:cNvPr id="43011" name="Object 1"/>
              <p:cNvGraphicFramePr>
                <a:graphicFrameLocks noChangeAspect="1"/>
              </p:cNvGraphicFramePr>
              <p:nvPr/>
            </p:nvGraphicFramePr>
            <p:xfrm>
              <a:off x="976" y="2368"/>
              <a:ext cx="298" cy="334"/>
            </p:xfrm>
            <a:graphic>
              <a:graphicData uri="http://schemas.openxmlformats.org/presentationml/2006/ole">
                <mc:AlternateContent xmlns:mc="http://schemas.openxmlformats.org/markup-compatibility/2006">
                  <mc:Choice xmlns:v="urn:schemas-microsoft-com:vml" Requires="v">
                    <p:oleObj spid="_x0000_s86121" name="公式" r:id="rId13" imgW="330120" imgH="368280" progId="Equation.3">
                      <p:embed/>
                    </p:oleObj>
                  </mc:Choice>
                  <mc:Fallback>
                    <p:oleObj name="公式" r:id="rId13" imgW="330120" imgH="368280" progId="Equation.3">
                      <p:embed/>
                      <p:pic>
                        <p:nvPicPr>
                          <p:cNvPr id="0" name="Object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76" y="2368"/>
                            <a:ext cx="298" cy="3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2" name="Object 2"/>
              <p:cNvGraphicFramePr>
                <a:graphicFrameLocks noChangeAspect="1"/>
              </p:cNvGraphicFramePr>
              <p:nvPr/>
            </p:nvGraphicFramePr>
            <p:xfrm>
              <a:off x="1413" y="2367"/>
              <a:ext cx="257" cy="335"/>
            </p:xfrm>
            <a:graphic>
              <a:graphicData uri="http://schemas.openxmlformats.org/presentationml/2006/ole">
                <mc:AlternateContent xmlns:mc="http://schemas.openxmlformats.org/markup-compatibility/2006">
                  <mc:Choice xmlns:v="urn:schemas-microsoft-com:vml" Requires="v">
                    <p:oleObj spid="_x0000_s86122" name="公式" r:id="rId15" imgW="342720" imgH="368280" progId="Equation.3">
                      <p:embed/>
                    </p:oleObj>
                  </mc:Choice>
                  <mc:Fallback>
                    <p:oleObj name="公式" r:id="rId15" imgW="342720" imgH="368280" progId="Equation.3">
                      <p:embed/>
                      <p:pic>
                        <p:nvPicPr>
                          <p:cNvPr id="0" name="Object 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13" y="2367"/>
                            <a:ext cx="257" cy="3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 36"/>
              <p:cNvGrpSpPr>
                <a:grpSpLocks/>
              </p:cNvGrpSpPr>
              <p:nvPr/>
            </p:nvGrpSpPr>
            <p:grpSpPr bwMode="auto">
              <a:xfrm>
                <a:off x="481" y="1173"/>
                <a:ext cx="2199" cy="1488"/>
                <a:chOff x="3163" y="2592"/>
                <a:chExt cx="2199" cy="1488"/>
              </a:xfrm>
            </p:grpSpPr>
            <p:sp>
              <p:nvSpPr>
                <p:cNvPr id="43039" name="Line 37"/>
                <p:cNvSpPr>
                  <a:spLocks noChangeShapeType="1"/>
                </p:cNvSpPr>
                <p:nvPr/>
              </p:nvSpPr>
              <p:spPr bwMode="auto">
                <a:xfrm>
                  <a:off x="3245" y="3836"/>
                  <a:ext cx="2117" cy="7"/>
                </a:xfrm>
                <a:prstGeom prst="line">
                  <a:avLst/>
                </a:prstGeom>
                <a:noFill/>
                <a:ln w="19050">
                  <a:solidFill>
                    <a:srgbClr val="1C1C1C"/>
                  </a:solidFill>
                  <a:round/>
                  <a:headEnd/>
                  <a:tailEnd type="triangle" w="sm" len="lg"/>
                </a:ln>
              </p:spPr>
              <p:txBody>
                <a:bodyPr wrap="none" anchor="ctr"/>
                <a:lstStyle/>
                <a:p>
                  <a:endParaRPr kumimoji="1" lang="zh-CN" altLang="en-US" b="0" baseline="-25000">
                    <a:solidFill>
                      <a:srgbClr val="000000"/>
                    </a:solidFill>
                    <a:latin typeface="Times New Roman" pitchFamily="18" charset="0"/>
                    <a:ea typeface="宋体" charset="-122"/>
                  </a:endParaRPr>
                </a:p>
              </p:txBody>
            </p:sp>
            <p:graphicFrame>
              <p:nvGraphicFramePr>
                <p:cNvPr id="43014" name="Object 4"/>
                <p:cNvGraphicFramePr>
                  <a:graphicFrameLocks noChangeAspect="1"/>
                </p:cNvGraphicFramePr>
                <p:nvPr/>
              </p:nvGraphicFramePr>
              <p:xfrm>
                <a:off x="5041" y="3888"/>
                <a:ext cx="146" cy="192"/>
              </p:xfrm>
              <a:graphic>
                <a:graphicData uri="http://schemas.openxmlformats.org/presentationml/2006/ole">
                  <mc:AlternateContent xmlns:mc="http://schemas.openxmlformats.org/markup-compatibility/2006">
                    <mc:Choice xmlns:v="urn:schemas-microsoft-com:vml" Requires="v">
                      <p:oleObj spid="_x0000_s86123" name="Equation" r:id="rId17" imgW="177480" imgH="190440" progId="Equation.3">
                        <p:embed/>
                      </p:oleObj>
                    </mc:Choice>
                    <mc:Fallback>
                      <p:oleObj name="Equation" r:id="rId17" imgW="177480" imgH="19044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41" y="3888"/>
                              <a:ext cx="146" cy="1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15" name="Object 5"/>
                <p:cNvGraphicFramePr>
                  <a:graphicFrameLocks noChangeAspect="1"/>
                </p:cNvGraphicFramePr>
                <p:nvPr/>
              </p:nvGraphicFramePr>
              <p:xfrm>
                <a:off x="3312" y="2592"/>
                <a:ext cx="328" cy="248"/>
              </p:xfrm>
              <a:graphic>
                <a:graphicData uri="http://schemas.openxmlformats.org/presentationml/2006/ole">
                  <mc:AlternateContent xmlns:mc="http://schemas.openxmlformats.org/markup-compatibility/2006">
                    <mc:Choice xmlns:v="urn:schemas-microsoft-com:vml" Requires="v">
                      <p:oleObj spid="_x0000_s86124" name="Equation" r:id="rId18" imgW="533160" imgH="304560" progId="Equation.3">
                        <p:embed/>
                      </p:oleObj>
                    </mc:Choice>
                    <mc:Fallback>
                      <p:oleObj name="Equation" r:id="rId18" imgW="533160" imgH="304560" progId="Equation.3">
                        <p:embed/>
                        <p:pic>
                          <p:nvPicPr>
                            <p:cNvPr id="0" name="Object 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12" y="2592"/>
                              <a:ext cx="328"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40" name="Line 40"/>
                <p:cNvSpPr>
                  <a:spLocks noChangeShapeType="1"/>
                </p:cNvSpPr>
                <p:nvPr/>
              </p:nvSpPr>
              <p:spPr bwMode="auto">
                <a:xfrm flipV="1">
                  <a:off x="3270" y="2592"/>
                  <a:ext cx="0" cy="1251"/>
                </a:xfrm>
                <a:prstGeom prst="line">
                  <a:avLst/>
                </a:prstGeom>
                <a:noFill/>
                <a:ln w="19050">
                  <a:solidFill>
                    <a:srgbClr val="1C1C1C"/>
                  </a:solidFill>
                  <a:round/>
                  <a:headEnd/>
                  <a:tailEnd type="triangle" w="sm" len="lg"/>
                </a:ln>
              </p:spPr>
              <p:txBody>
                <a:bodyPr wrap="none" anchor="ctr"/>
                <a:lstStyle/>
                <a:p>
                  <a:endParaRPr kumimoji="1" lang="zh-CN" altLang="en-US" b="0" baseline="-25000">
                    <a:solidFill>
                      <a:srgbClr val="000000"/>
                    </a:solidFill>
                    <a:latin typeface="Times New Roman" pitchFamily="18" charset="0"/>
                    <a:ea typeface="宋体" charset="-122"/>
                  </a:endParaRPr>
                </a:p>
              </p:txBody>
            </p:sp>
            <p:graphicFrame>
              <p:nvGraphicFramePr>
                <p:cNvPr id="43016" name="Object 6"/>
                <p:cNvGraphicFramePr>
                  <a:graphicFrameLocks noChangeAspect="1"/>
                </p:cNvGraphicFramePr>
                <p:nvPr/>
              </p:nvGraphicFramePr>
              <p:xfrm>
                <a:off x="3163" y="3840"/>
                <a:ext cx="218" cy="240"/>
              </p:xfrm>
              <a:graphic>
                <a:graphicData uri="http://schemas.openxmlformats.org/presentationml/2006/ole">
                  <mc:AlternateContent xmlns:mc="http://schemas.openxmlformats.org/markup-compatibility/2006">
                    <mc:Choice xmlns:v="urn:schemas-microsoft-com:vml" Requires="v">
                      <p:oleObj spid="_x0000_s86125" name="Equation" r:id="rId20" imgW="126720" imgH="139680" progId="Equation.3">
                        <p:embed/>
                      </p:oleObj>
                    </mc:Choice>
                    <mc:Fallback>
                      <p:oleObj name="Equation" r:id="rId20" imgW="126720" imgH="13968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3" y="3840"/>
                              <a:ext cx="21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grpSp>
        <p:nvGrpSpPr>
          <p:cNvPr id="8" name="Group 7"/>
          <p:cNvGrpSpPr>
            <a:grpSpLocks/>
          </p:cNvGrpSpPr>
          <p:nvPr/>
        </p:nvGrpSpPr>
        <p:grpSpPr bwMode="auto">
          <a:xfrm>
            <a:off x="450056" y="424411"/>
            <a:ext cx="1381125" cy="653654"/>
            <a:chOff x="384" y="528"/>
            <a:chExt cx="912" cy="432"/>
          </a:xfrm>
        </p:grpSpPr>
        <p:sp>
          <p:nvSpPr>
            <p:cNvPr id="39" name="AutoShape 8"/>
            <p:cNvSpPr>
              <a:spLocks noChangeArrowheads="1"/>
            </p:cNvSpPr>
            <p:nvPr/>
          </p:nvSpPr>
          <p:spPr bwMode="auto">
            <a:xfrm>
              <a:off x="384" y="528"/>
              <a:ext cx="816" cy="432"/>
            </a:xfrm>
            <a:prstGeom prst="horizontalScroll">
              <a:avLst>
                <a:gd name="adj" fmla="val 12500"/>
              </a:avLst>
            </a:prstGeom>
            <a:solidFill>
              <a:schemeClr val="bg1"/>
            </a:solidFill>
            <a:ln w="9525">
              <a:solidFill>
                <a:schemeClr val="tx1"/>
              </a:solidFill>
              <a:round/>
              <a:headEnd/>
              <a:tailEnd/>
            </a:ln>
            <a:effectLst>
              <a:outerShdw dist="107763" dir="13500000" algn="ctr" rotWithShape="0">
                <a:srgbClr val="669900"/>
              </a:outerShdw>
            </a:effectLst>
          </p:spPr>
          <p:txBody>
            <a:bodyPr wrap="none" anchor="ctr"/>
            <a:lstStyle/>
            <a:p>
              <a:pPr>
                <a:defRPr/>
              </a:pPr>
              <a:endParaRPr kumimoji="1" lang="zh-CN" altLang="en-US" b="0" baseline="-25000">
                <a:solidFill>
                  <a:srgbClr val="000000"/>
                </a:solidFill>
                <a:latin typeface="Times New Roman" pitchFamily="18" charset="0"/>
              </a:endParaRPr>
            </a:p>
          </p:txBody>
        </p:sp>
        <p:sp>
          <p:nvSpPr>
            <p:cNvPr id="43028" name="Text Box 9"/>
            <p:cNvSpPr txBox="1">
              <a:spLocks noChangeArrowheads="1"/>
            </p:cNvSpPr>
            <p:nvPr/>
          </p:nvSpPr>
          <p:spPr bwMode="auto">
            <a:xfrm>
              <a:off x="528" y="613"/>
              <a:ext cx="768" cy="275"/>
            </a:xfrm>
            <a:prstGeom prst="rect">
              <a:avLst/>
            </a:prstGeom>
            <a:noFill/>
            <a:ln w="9525">
              <a:noFill/>
              <a:miter lim="800000"/>
              <a:headEnd/>
              <a:tailEnd/>
            </a:ln>
          </p:spPr>
          <p:txBody>
            <a:bodyPr>
              <a:spAutoFit/>
            </a:bodyPr>
            <a:lstStyle/>
            <a:p>
              <a:pPr>
                <a:spcBef>
                  <a:spcPct val="50000"/>
                </a:spcBef>
              </a:pPr>
              <a:r>
                <a:rPr lang="zh-CN" altLang="en-US" sz="2100" dirty="0">
                  <a:solidFill>
                    <a:srgbClr val="CC0000"/>
                  </a:solidFill>
                  <a:latin typeface="Times New Roman" pitchFamily="18" charset="0"/>
                  <a:ea typeface="宋体" charset="-122"/>
                </a:rPr>
                <a:t>练习</a:t>
              </a:r>
              <a:endParaRPr lang="zh-CN" altLang="en-US" sz="2100" dirty="0">
                <a:solidFill>
                  <a:srgbClr val="CC0000"/>
                </a:solidFill>
                <a:latin typeface="Times New Roman" pitchFamily="18" charset="0"/>
                <a:ea typeface="宋体" charset="-122"/>
              </a:endParaRPr>
            </a:p>
          </p:txBody>
        </p:sp>
      </p:grpSp>
      <p:graphicFrame>
        <p:nvGraphicFramePr>
          <p:cNvPr id="41" name="Object 0"/>
          <p:cNvGraphicFramePr>
            <a:graphicFrameLocks noChangeAspect="1"/>
          </p:cNvGraphicFramePr>
          <p:nvPr>
            <p:extLst>
              <p:ext uri="{D42A27DB-BD31-4B8C-83A1-F6EECF244321}">
                <p14:modId xmlns:p14="http://schemas.microsoft.com/office/powerpoint/2010/main" val="339278152"/>
              </p:ext>
            </p:extLst>
          </p:nvPr>
        </p:nvGraphicFramePr>
        <p:xfrm>
          <a:off x="3071690" y="1242360"/>
          <a:ext cx="1026319" cy="322660"/>
        </p:xfrm>
        <a:graphic>
          <a:graphicData uri="http://schemas.openxmlformats.org/presentationml/2006/ole">
            <mc:AlternateContent xmlns:mc="http://schemas.openxmlformats.org/markup-compatibility/2006">
              <mc:Choice xmlns:v="urn:schemas-microsoft-com:vml" Requires="v">
                <p:oleObj spid="_x0000_s86126" name="公式" r:id="rId21" imgW="685800" imgH="215640" progId="Equation.3">
                  <p:embed/>
                </p:oleObj>
              </mc:Choice>
              <mc:Fallback>
                <p:oleObj name="公式" r:id="rId21" imgW="685800" imgH="215640" progId="Equation.3">
                  <p:embed/>
                  <p:pic>
                    <p:nvPicPr>
                      <p:cNvPr id="0" name="Object 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71690" y="1242360"/>
                        <a:ext cx="1026319" cy="3226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Object 3"/>
          <p:cNvGraphicFramePr>
            <a:graphicFrameLocks noChangeAspect="1"/>
          </p:cNvGraphicFramePr>
          <p:nvPr>
            <p:extLst>
              <p:ext uri="{D42A27DB-BD31-4B8C-83A1-F6EECF244321}">
                <p14:modId xmlns:p14="http://schemas.microsoft.com/office/powerpoint/2010/main" val="2969331319"/>
              </p:ext>
            </p:extLst>
          </p:nvPr>
        </p:nvGraphicFramePr>
        <p:xfrm>
          <a:off x="3597470" y="1857198"/>
          <a:ext cx="1141810" cy="313135"/>
        </p:xfrm>
        <a:graphic>
          <a:graphicData uri="http://schemas.openxmlformats.org/presentationml/2006/ole">
            <mc:AlternateContent xmlns:mc="http://schemas.openxmlformats.org/markup-compatibility/2006">
              <mc:Choice xmlns:v="urn:schemas-microsoft-com:vml" Requires="v">
                <p:oleObj spid="_x0000_s86127" name="公式" r:id="rId23" imgW="787320" imgH="215640" progId="Equation.3">
                  <p:embed/>
                </p:oleObj>
              </mc:Choice>
              <mc:Fallback>
                <p:oleObj name="公式" r:id="rId23" imgW="787320" imgH="215640" progId="Equation.3">
                  <p:embed/>
                  <p:pic>
                    <p:nvPicPr>
                      <p:cNvPr id="0" name="Object 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597470" y="1857198"/>
                        <a:ext cx="1141810" cy="3131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 name="Object 10"/>
          <p:cNvGraphicFramePr>
            <a:graphicFrameLocks noChangeAspect="1"/>
          </p:cNvGraphicFramePr>
          <p:nvPr>
            <p:extLst>
              <p:ext uri="{D42A27DB-BD31-4B8C-83A1-F6EECF244321}">
                <p14:modId xmlns:p14="http://schemas.microsoft.com/office/powerpoint/2010/main" val="351926797"/>
              </p:ext>
            </p:extLst>
          </p:nvPr>
        </p:nvGraphicFramePr>
        <p:xfrm>
          <a:off x="7580355" y="2106764"/>
          <a:ext cx="304800" cy="291704"/>
        </p:xfrm>
        <a:graphic>
          <a:graphicData uri="http://schemas.openxmlformats.org/presentationml/2006/ole">
            <mc:AlternateContent xmlns:mc="http://schemas.openxmlformats.org/markup-compatibility/2006">
              <mc:Choice xmlns:v="urn:schemas-microsoft-com:vml" Requires="v">
                <p:oleObj spid="_x0000_s86128" name="Equation" r:id="rId25" imgW="330120" imgH="317160" progId="Equation.3">
                  <p:embed/>
                </p:oleObj>
              </mc:Choice>
              <mc:Fallback>
                <p:oleObj name="Equation" r:id="rId25" imgW="330120" imgH="317160" progId="Equation.3">
                  <p:embed/>
                  <p:pic>
                    <p:nvPicPr>
                      <p:cNvPr id="0" name="Object 1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580355" y="2106764"/>
                        <a:ext cx="304800" cy="2917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11"/>
          <p:cNvGraphicFramePr>
            <a:graphicFrameLocks noChangeAspect="1"/>
          </p:cNvGraphicFramePr>
          <p:nvPr>
            <p:extLst>
              <p:ext uri="{D42A27DB-BD31-4B8C-83A1-F6EECF244321}">
                <p14:modId xmlns:p14="http://schemas.microsoft.com/office/powerpoint/2010/main" val="1279056858"/>
              </p:ext>
            </p:extLst>
          </p:nvPr>
        </p:nvGraphicFramePr>
        <p:xfrm>
          <a:off x="6013492" y="1878164"/>
          <a:ext cx="304800" cy="291704"/>
        </p:xfrm>
        <a:graphic>
          <a:graphicData uri="http://schemas.openxmlformats.org/presentationml/2006/ole">
            <mc:AlternateContent xmlns:mc="http://schemas.openxmlformats.org/markup-compatibility/2006">
              <mc:Choice xmlns:v="urn:schemas-microsoft-com:vml" Requires="v">
                <p:oleObj spid="_x0000_s86129" name="Equation" r:id="rId27" imgW="330120" imgH="317160" progId="Equation.3">
                  <p:embed/>
                </p:oleObj>
              </mc:Choice>
              <mc:Fallback>
                <p:oleObj name="Equation" r:id="rId27" imgW="330120" imgH="317160" progId="Equation.3">
                  <p:embed/>
                  <p:pic>
                    <p:nvPicPr>
                      <p:cNvPr id="0" name="Object 1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013492" y="1878164"/>
                        <a:ext cx="304800" cy="2917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down)">
                                      <p:cBhvr>
                                        <p:cTn id="7" dur="500"/>
                                        <p:tgtEl>
                                          <p:spTgt spid="41"/>
                                        </p:tgtEl>
                                      </p:cBhvr>
                                    </p:animEffect>
                                  </p:childTnLst>
                                </p:cTn>
                              </p:par>
                              <p:par>
                                <p:cTn id="8" presetID="22" presetClass="entr" presetSubtype="4" fill="hold"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wipe(down)">
                                      <p:cBhvr>
                                        <p:cTn id="10" dur="500"/>
                                        <p:tgtEl>
                                          <p:spTgt spid="42"/>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wipe(down)">
                                      <p:cBhvr>
                                        <p:cTn id="20" dur="500"/>
                                        <p:tgtEl>
                                          <p:spTgt spid="43"/>
                                        </p:tgtEl>
                                      </p:cBhvr>
                                    </p:animEffect>
                                  </p:childTnLst>
                                </p:cTn>
                              </p:par>
                              <p:par>
                                <p:cTn id="21" presetID="22" presetClass="entr" presetSubtype="4" fill="hold" nodeType="with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wipe(down)">
                                      <p:cBhvr>
                                        <p:cTn id="2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5"/>
          <p:cNvGrpSpPr>
            <a:grpSpLocks/>
          </p:cNvGrpSpPr>
          <p:nvPr/>
        </p:nvGrpSpPr>
        <p:grpSpPr bwMode="auto">
          <a:xfrm>
            <a:off x="1778532" y="2333375"/>
            <a:ext cx="2602702" cy="906671"/>
            <a:chOff x="1020" y="2767"/>
            <a:chExt cx="1448" cy="505"/>
          </a:xfrm>
        </p:grpSpPr>
        <p:graphicFrame>
          <p:nvGraphicFramePr>
            <p:cNvPr id="44040" name="Object 3"/>
            <p:cNvGraphicFramePr>
              <a:graphicFrameLocks noChangeAspect="1"/>
            </p:cNvGraphicFramePr>
            <p:nvPr>
              <p:extLst>
                <p:ext uri="{D42A27DB-BD31-4B8C-83A1-F6EECF244321}">
                  <p14:modId xmlns:p14="http://schemas.microsoft.com/office/powerpoint/2010/main" val="1914738371"/>
                </p:ext>
              </p:extLst>
            </p:nvPr>
          </p:nvGraphicFramePr>
          <p:xfrm>
            <a:off x="1504" y="2767"/>
            <a:ext cx="964" cy="505"/>
          </p:xfrm>
          <a:graphic>
            <a:graphicData uri="http://schemas.openxmlformats.org/presentationml/2006/ole">
              <mc:AlternateContent xmlns:mc="http://schemas.openxmlformats.org/markup-compatibility/2006">
                <mc:Choice xmlns:v="urn:schemas-microsoft-com:vml" Requires="v">
                  <p:oleObj spid="_x0000_s87089" name="Equation" r:id="rId3" imgW="761760" imgH="368280" progId="Equation.DSMT4">
                    <p:embed/>
                  </p:oleObj>
                </mc:Choice>
                <mc:Fallback>
                  <p:oleObj name="Equation" r:id="rId3" imgW="761760" imgH="368280" progId="Equation.DSMT4">
                    <p:embed/>
                    <p:pic>
                      <p:nvPicPr>
                        <p:cNvPr id="0" name="Object 3"/>
                        <p:cNvPicPr>
                          <a:picLocks noChangeAspect="1" noChangeArrowheads="1"/>
                        </p:cNvPicPr>
                        <p:nvPr/>
                      </p:nvPicPr>
                      <p:blipFill>
                        <a:blip r:embed="rId4"/>
                        <a:srcRect/>
                        <a:stretch>
                          <a:fillRect/>
                        </a:stretch>
                      </p:blipFill>
                      <p:spPr bwMode="auto">
                        <a:xfrm>
                          <a:off x="1504" y="2767"/>
                          <a:ext cx="964" cy="505"/>
                        </a:xfrm>
                        <a:prstGeom prst="rect">
                          <a:avLst/>
                        </a:prstGeom>
                        <a:noFill/>
                        <a:extLst/>
                      </p:spPr>
                    </p:pic>
                  </p:oleObj>
                </mc:Fallback>
              </mc:AlternateContent>
            </a:graphicData>
          </a:graphic>
        </p:graphicFrame>
        <p:sp>
          <p:nvSpPr>
            <p:cNvPr id="44047" name="Text Box 4"/>
            <p:cNvSpPr txBox="1">
              <a:spLocks noChangeArrowheads="1"/>
            </p:cNvSpPr>
            <p:nvPr/>
          </p:nvSpPr>
          <p:spPr bwMode="auto">
            <a:xfrm>
              <a:off x="1020" y="2878"/>
              <a:ext cx="479" cy="231"/>
            </a:xfrm>
            <a:prstGeom prst="rect">
              <a:avLst/>
            </a:prstGeom>
            <a:noFill/>
            <a:ln w="9525">
              <a:noFill/>
              <a:miter lim="800000"/>
              <a:headEnd/>
              <a:tailEnd/>
            </a:ln>
          </p:spPr>
          <p:txBody>
            <a:bodyPr wrap="none">
              <a:spAutoFit/>
            </a:bodyPr>
            <a:lstStyle/>
            <a:p>
              <a:pPr>
                <a:spcBef>
                  <a:spcPct val="50000"/>
                </a:spcBef>
              </a:pPr>
              <a:r>
                <a:rPr lang="zh-CN" altLang="en-US" sz="2100">
                  <a:solidFill>
                    <a:srgbClr val="CC0000"/>
                  </a:solidFill>
                  <a:latin typeface="Times New Roman" panose="02020603050405020304" pitchFamily="18" charset="0"/>
                  <a:ea typeface="+mn-ea"/>
                  <a:cs typeface="Times New Roman" panose="02020603050405020304" pitchFamily="18" charset="0"/>
                </a:rPr>
                <a:t>（</a:t>
              </a:r>
              <a:r>
                <a:rPr lang="en-US" altLang="zh-CN" sz="2100">
                  <a:solidFill>
                    <a:srgbClr val="CC0000"/>
                  </a:solidFill>
                  <a:latin typeface="Times New Roman" panose="02020603050405020304" pitchFamily="18" charset="0"/>
                  <a:ea typeface="+mn-ea"/>
                  <a:cs typeface="Times New Roman" panose="02020603050405020304" pitchFamily="18" charset="0"/>
                </a:rPr>
                <a:t>1</a:t>
              </a:r>
              <a:r>
                <a:rPr lang="zh-CN" altLang="en-US" sz="2100">
                  <a:solidFill>
                    <a:srgbClr val="CC0000"/>
                  </a:solidFill>
                  <a:latin typeface="Times New Roman" panose="02020603050405020304" pitchFamily="18" charset="0"/>
                  <a:ea typeface="+mn-ea"/>
                  <a:cs typeface="Times New Roman" panose="02020603050405020304" pitchFamily="18" charset="0"/>
                </a:rPr>
                <a:t>）</a:t>
              </a:r>
            </a:p>
          </p:txBody>
        </p:sp>
      </p:grpSp>
      <p:grpSp>
        <p:nvGrpSpPr>
          <p:cNvPr id="3" name="Group 5"/>
          <p:cNvGrpSpPr>
            <a:grpSpLocks/>
          </p:cNvGrpSpPr>
          <p:nvPr/>
        </p:nvGrpSpPr>
        <p:grpSpPr bwMode="auto">
          <a:xfrm>
            <a:off x="1769241" y="3691370"/>
            <a:ext cx="3444506" cy="924986"/>
            <a:chOff x="1078" y="3258"/>
            <a:chExt cx="3018" cy="866"/>
          </a:xfrm>
        </p:grpSpPr>
        <p:graphicFrame>
          <p:nvGraphicFramePr>
            <p:cNvPr id="44039" name="Object 6"/>
            <p:cNvGraphicFramePr>
              <a:graphicFrameLocks noChangeAspect="1"/>
            </p:cNvGraphicFramePr>
            <p:nvPr>
              <p:extLst>
                <p:ext uri="{D42A27DB-BD31-4B8C-83A1-F6EECF244321}">
                  <p14:modId xmlns:p14="http://schemas.microsoft.com/office/powerpoint/2010/main" val="2429576286"/>
                </p:ext>
              </p:extLst>
            </p:nvPr>
          </p:nvGraphicFramePr>
          <p:xfrm>
            <a:off x="1706" y="3258"/>
            <a:ext cx="2390" cy="866"/>
          </p:xfrm>
          <a:graphic>
            <a:graphicData uri="http://schemas.openxmlformats.org/presentationml/2006/ole">
              <mc:AlternateContent xmlns:mc="http://schemas.openxmlformats.org/markup-compatibility/2006">
                <mc:Choice xmlns:v="urn:schemas-microsoft-com:vml" Requires="v">
                  <p:oleObj spid="_x0000_s87090" name="Equation" r:id="rId5" imgW="1117440" imgH="393480" progId="Equation.DSMT4">
                    <p:embed/>
                  </p:oleObj>
                </mc:Choice>
                <mc:Fallback>
                  <p:oleObj name="Equation" r:id="rId5" imgW="1117440" imgH="393480" progId="Equation.DSMT4">
                    <p:embed/>
                    <p:pic>
                      <p:nvPicPr>
                        <p:cNvPr id="0" name="Object 6"/>
                        <p:cNvPicPr>
                          <a:picLocks noChangeAspect="1" noChangeArrowheads="1"/>
                        </p:cNvPicPr>
                        <p:nvPr/>
                      </p:nvPicPr>
                      <p:blipFill>
                        <a:blip r:embed="rId6"/>
                        <a:srcRect/>
                        <a:stretch>
                          <a:fillRect/>
                        </a:stretch>
                      </p:blipFill>
                      <p:spPr bwMode="auto">
                        <a:xfrm>
                          <a:off x="1706" y="3258"/>
                          <a:ext cx="2390" cy="866"/>
                        </a:xfrm>
                        <a:prstGeom prst="rect">
                          <a:avLst/>
                        </a:prstGeom>
                        <a:noFill/>
                        <a:extLst/>
                      </p:spPr>
                    </p:pic>
                  </p:oleObj>
                </mc:Fallback>
              </mc:AlternateContent>
            </a:graphicData>
          </a:graphic>
        </p:graphicFrame>
        <p:sp>
          <p:nvSpPr>
            <p:cNvPr id="44046" name="Text Box 7"/>
            <p:cNvSpPr txBox="1">
              <a:spLocks noChangeArrowheads="1"/>
            </p:cNvSpPr>
            <p:nvPr/>
          </p:nvSpPr>
          <p:spPr bwMode="auto">
            <a:xfrm>
              <a:off x="1078" y="3504"/>
              <a:ext cx="755" cy="389"/>
            </a:xfrm>
            <a:prstGeom prst="rect">
              <a:avLst/>
            </a:prstGeom>
            <a:noFill/>
            <a:ln w="9525">
              <a:noFill/>
              <a:miter lim="800000"/>
              <a:headEnd/>
              <a:tailEnd/>
            </a:ln>
          </p:spPr>
          <p:txBody>
            <a:bodyPr wrap="none">
              <a:spAutoFit/>
            </a:bodyPr>
            <a:lstStyle/>
            <a:p>
              <a:pPr>
                <a:spcBef>
                  <a:spcPct val="50000"/>
                </a:spcBef>
              </a:pPr>
              <a:r>
                <a:rPr lang="zh-CN" altLang="en-US" sz="2100">
                  <a:solidFill>
                    <a:srgbClr val="CC0000"/>
                  </a:solidFill>
                  <a:latin typeface="Times New Roman" panose="02020603050405020304" pitchFamily="18" charset="0"/>
                  <a:ea typeface="+mn-ea"/>
                  <a:cs typeface="Times New Roman" panose="02020603050405020304" pitchFamily="18" charset="0"/>
                </a:rPr>
                <a:t>（</a:t>
              </a:r>
              <a:r>
                <a:rPr lang="en-US" altLang="zh-CN" sz="2100">
                  <a:solidFill>
                    <a:srgbClr val="CC0000"/>
                  </a:solidFill>
                  <a:latin typeface="Times New Roman" panose="02020603050405020304" pitchFamily="18" charset="0"/>
                  <a:ea typeface="+mn-ea"/>
                  <a:cs typeface="Times New Roman" panose="02020603050405020304" pitchFamily="18" charset="0"/>
                </a:rPr>
                <a:t>2</a:t>
              </a:r>
              <a:r>
                <a:rPr lang="zh-CN" altLang="en-US" sz="2100">
                  <a:solidFill>
                    <a:srgbClr val="CC0000"/>
                  </a:solidFill>
                  <a:latin typeface="Times New Roman" panose="02020603050405020304" pitchFamily="18" charset="0"/>
                  <a:ea typeface="+mn-ea"/>
                  <a:cs typeface="Times New Roman" panose="02020603050405020304" pitchFamily="18" charset="0"/>
                </a:rPr>
                <a:t>）</a:t>
              </a:r>
            </a:p>
          </p:txBody>
        </p:sp>
      </p:grpSp>
      <p:grpSp>
        <p:nvGrpSpPr>
          <p:cNvPr id="4" name="Group 24"/>
          <p:cNvGrpSpPr>
            <a:grpSpLocks/>
          </p:cNvGrpSpPr>
          <p:nvPr/>
        </p:nvGrpSpPr>
        <p:grpSpPr bwMode="auto">
          <a:xfrm>
            <a:off x="1364456" y="307182"/>
            <a:ext cx="6405563" cy="1546622"/>
            <a:chOff x="362" y="528"/>
            <a:chExt cx="5058" cy="1299"/>
          </a:xfrm>
        </p:grpSpPr>
        <p:sp>
          <p:nvSpPr>
            <p:cNvPr id="44045" name="Text Box 9"/>
            <p:cNvSpPr txBox="1">
              <a:spLocks noChangeArrowheads="1"/>
            </p:cNvSpPr>
            <p:nvPr/>
          </p:nvSpPr>
          <p:spPr bwMode="auto">
            <a:xfrm>
              <a:off x="362" y="528"/>
              <a:ext cx="5058" cy="1299"/>
            </a:xfrm>
            <a:prstGeom prst="rect">
              <a:avLst/>
            </a:prstGeom>
            <a:noFill/>
            <a:ln w="9525">
              <a:noFill/>
              <a:miter lim="800000"/>
              <a:headEnd/>
              <a:tailEnd/>
            </a:ln>
          </p:spPr>
          <p:txBody>
            <a:bodyPr>
              <a:spAutoFit/>
            </a:bodyPr>
            <a:lstStyle/>
            <a:p>
              <a:pPr>
                <a:lnSpc>
                  <a:spcPct val="150000"/>
                </a:lnSpc>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例</a:t>
              </a:r>
              <a:r>
                <a:rPr lang="en-US" altLang="zh-CN" sz="2100" dirty="0">
                  <a:solidFill>
                    <a:srgbClr val="CC0000"/>
                  </a:solidFill>
                  <a:latin typeface="Times New Roman" panose="02020603050405020304" pitchFamily="18" charset="0"/>
                  <a:ea typeface="+mn-ea"/>
                  <a:cs typeface="Times New Roman" panose="02020603050405020304" pitchFamily="18" charset="0"/>
                </a:rPr>
                <a:t>2</a:t>
              </a: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已知分子数      ，分子质量     ，分布函数          </a:t>
              </a: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C00000"/>
                  </a:solidFill>
                  <a:latin typeface="Times New Roman" panose="02020603050405020304" pitchFamily="18" charset="0"/>
                  <a:ea typeface="+mn-ea"/>
                  <a:cs typeface="Times New Roman" panose="02020603050405020304" pitchFamily="18" charset="0"/>
                </a:rPr>
                <a:t>求</a:t>
              </a:r>
              <a:r>
                <a:rPr lang="en-US" altLang="zh-CN" sz="2100" dirty="0">
                  <a:solidFill>
                    <a:srgbClr val="C00000"/>
                  </a:solidFill>
                  <a:latin typeface="Times New Roman" panose="02020603050405020304" pitchFamily="18" charset="0"/>
                  <a:ea typeface="+mn-ea"/>
                  <a:cs typeface="Times New Roman" panose="02020603050405020304" pitchFamily="18" charset="0"/>
                </a:rPr>
                <a:t>:</a:t>
              </a:r>
              <a:r>
                <a:rPr lang="zh-CN" altLang="en-US" sz="2100" dirty="0">
                  <a:solidFill>
                    <a:srgbClr val="1F497D"/>
                  </a:solidFill>
                  <a:latin typeface="Times New Roman" panose="02020603050405020304" pitchFamily="18" charset="0"/>
                  <a:ea typeface="+mn-ea"/>
                  <a:cs typeface="Times New Roman" panose="02020603050405020304" pitchFamily="18" charset="0"/>
                </a:rPr>
                <a:t>（</a:t>
              </a:r>
              <a:r>
                <a:rPr lang="en-US" altLang="zh-CN" sz="2100" dirty="0">
                  <a:solidFill>
                    <a:srgbClr val="1F497D"/>
                  </a:solidFill>
                  <a:latin typeface="Times New Roman" panose="02020603050405020304" pitchFamily="18" charset="0"/>
                  <a:ea typeface="+mn-ea"/>
                  <a:cs typeface="Times New Roman" panose="02020603050405020304" pitchFamily="18" charset="0"/>
                </a:rPr>
                <a:t>1</a:t>
              </a:r>
              <a:r>
                <a:rPr lang="zh-CN" altLang="en-US" sz="2100" dirty="0">
                  <a:solidFill>
                    <a:srgbClr val="1F497D"/>
                  </a:solidFill>
                  <a:latin typeface="Times New Roman" panose="02020603050405020304" pitchFamily="18" charset="0"/>
                  <a:ea typeface="+mn-ea"/>
                  <a:cs typeface="Times New Roman" panose="02020603050405020304" pitchFamily="18" charset="0"/>
                </a:rPr>
                <a:t>）</a:t>
              </a:r>
              <a:r>
                <a:rPr lang="zh-CN" altLang="en-US" sz="2100" dirty="0">
                  <a:solidFill>
                    <a:srgbClr val="000000"/>
                  </a:solidFill>
                  <a:latin typeface="Times New Roman" panose="02020603050405020304" pitchFamily="18" charset="0"/>
                  <a:ea typeface="+mn-ea"/>
                  <a:cs typeface="Times New Roman" panose="02020603050405020304" pitchFamily="18" charset="0"/>
                </a:rPr>
                <a:t>速率在              区间的分子数；</a:t>
              </a:r>
              <a:r>
                <a:rPr lang="en-US" altLang="zh-CN" sz="2100" dirty="0">
                  <a:solidFill>
                    <a:srgbClr val="000000"/>
                  </a:solidFill>
                  <a:latin typeface="Times New Roman" panose="02020603050405020304" pitchFamily="18" charset="0"/>
                  <a:ea typeface="+mn-ea"/>
                  <a:cs typeface="Times New Roman" panose="02020603050405020304" pitchFamily="18" charset="0"/>
                </a:rPr>
                <a:t/>
              </a:r>
              <a:br>
                <a:rPr lang="en-US" altLang="zh-CN" sz="2100" dirty="0">
                  <a:solidFill>
                    <a:srgbClr val="000000"/>
                  </a:solidFill>
                  <a:latin typeface="Times New Roman" panose="02020603050405020304" pitchFamily="18" charset="0"/>
                  <a:ea typeface="+mn-ea"/>
                  <a:cs typeface="Times New Roman" panose="02020603050405020304" pitchFamily="18" charset="0"/>
                </a:rPr>
              </a:b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1F497D"/>
                  </a:solidFill>
                  <a:latin typeface="Times New Roman" panose="02020603050405020304" pitchFamily="18" charset="0"/>
                  <a:ea typeface="+mn-ea"/>
                  <a:cs typeface="Times New Roman" panose="02020603050405020304" pitchFamily="18" charset="0"/>
                </a:rPr>
                <a:t>（</a:t>
              </a:r>
              <a:r>
                <a:rPr lang="en-US" altLang="zh-CN" sz="2100" dirty="0">
                  <a:solidFill>
                    <a:srgbClr val="1F497D"/>
                  </a:solidFill>
                  <a:latin typeface="Times New Roman" panose="02020603050405020304" pitchFamily="18" charset="0"/>
                  <a:ea typeface="+mn-ea"/>
                  <a:cs typeface="Times New Roman" panose="02020603050405020304" pitchFamily="18" charset="0"/>
                </a:rPr>
                <a:t>2</a:t>
              </a:r>
              <a:r>
                <a:rPr lang="zh-CN" altLang="en-US" sz="2100" dirty="0">
                  <a:solidFill>
                    <a:srgbClr val="1F497D"/>
                  </a:solidFill>
                  <a:latin typeface="Times New Roman" panose="02020603050405020304" pitchFamily="18" charset="0"/>
                  <a:ea typeface="+mn-ea"/>
                  <a:cs typeface="Times New Roman" panose="02020603050405020304" pitchFamily="18" charset="0"/>
                </a:rPr>
                <a:t>）</a:t>
              </a:r>
              <a:r>
                <a:rPr lang="zh-CN" altLang="en-US" sz="2100" dirty="0">
                  <a:solidFill>
                    <a:srgbClr val="000000"/>
                  </a:solidFill>
                  <a:latin typeface="Times New Roman" panose="02020603050405020304" pitchFamily="18" charset="0"/>
                  <a:ea typeface="+mn-ea"/>
                  <a:cs typeface="Times New Roman" panose="02020603050405020304" pitchFamily="18" charset="0"/>
                </a:rPr>
                <a:t>速率在              区间所有分子动能之和 </a:t>
              </a:r>
              <a:r>
                <a:rPr lang="en-US" altLang="zh-CN" sz="2100" dirty="0">
                  <a:solidFill>
                    <a:srgbClr val="000000"/>
                  </a:solidFill>
                  <a:latin typeface="Times New Roman" panose="02020603050405020304" pitchFamily="18" charset="0"/>
                  <a:ea typeface="+mn-ea"/>
                  <a:cs typeface="Times New Roman" panose="02020603050405020304" pitchFamily="18" charset="0"/>
                </a:rPr>
                <a:t>.                             </a:t>
              </a:r>
            </a:p>
          </p:txBody>
        </p:sp>
        <p:graphicFrame>
          <p:nvGraphicFramePr>
            <p:cNvPr id="44034" name="Object 10"/>
            <p:cNvGraphicFramePr>
              <a:graphicFrameLocks noChangeAspect="1"/>
            </p:cNvGraphicFramePr>
            <p:nvPr>
              <p:extLst>
                <p:ext uri="{D42A27DB-BD31-4B8C-83A1-F6EECF244321}">
                  <p14:modId xmlns:p14="http://schemas.microsoft.com/office/powerpoint/2010/main" val="140903908"/>
                </p:ext>
              </p:extLst>
            </p:nvPr>
          </p:nvGraphicFramePr>
          <p:xfrm>
            <a:off x="1936" y="972"/>
            <a:ext cx="614" cy="428"/>
          </p:xfrm>
          <a:graphic>
            <a:graphicData uri="http://schemas.openxmlformats.org/presentationml/2006/ole">
              <mc:AlternateContent xmlns:mc="http://schemas.openxmlformats.org/markup-compatibility/2006">
                <mc:Choice xmlns:v="urn:schemas-microsoft-com:vml" Requires="v">
                  <p:oleObj spid="_x0000_s87091" name="Equation" r:id="rId7" imgW="812520" imgH="419040" progId="Equation.3">
                    <p:embed/>
                  </p:oleObj>
                </mc:Choice>
                <mc:Fallback>
                  <p:oleObj name="Equation" r:id="rId7" imgW="812520" imgH="41904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6" y="972"/>
                          <a:ext cx="614" cy="428"/>
                        </a:xfrm>
                        <a:prstGeom prst="rect">
                          <a:avLst/>
                        </a:prstGeom>
                        <a:noFill/>
                        <a:extLst/>
                      </p:spPr>
                    </p:pic>
                  </p:oleObj>
                </mc:Fallback>
              </mc:AlternateContent>
            </a:graphicData>
          </a:graphic>
        </p:graphicFrame>
        <p:graphicFrame>
          <p:nvGraphicFramePr>
            <p:cNvPr id="44035" name="Object 11"/>
            <p:cNvGraphicFramePr>
              <a:graphicFrameLocks noChangeAspect="1"/>
            </p:cNvGraphicFramePr>
            <p:nvPr>
              <p:extLst>
                <p:ext uri="{D42A27DB-BD31-4B8C-83A1-F6EECF244321}">
                  <p14:modId xmlns:p14="http://schemas.microsoft.com/office/powerpoint/2010/main" val="1532205967"/>
                </p:ext>
              </p:extLst>
            </p:nvPr>
          </p:nvGraphicFramePr>
          <p:xfrm>
            <a:off x="4667" y="620"/>
            <a:ext cx="411" cy="310"/>
          </p:xfrm>
          <a:graphic>
            <a:graphicData uri="http://schemas.openxmlformats.org/presentationml/2006/ole">
              <mc:AlternateContent xmlns:mc="http://schemas.openxmlformats.org/markup-compatibility/2006">
                <mc:Choice xmlns:v="urn:schemas-microsoft-com:vml" Requires="v">
                  <p:oleObj spid="_x0000_s87092" name="Equation" r:id="rId9" imgW="533160" imgH="304560" progId="Equation.3">
                    <p:embed/>
                  </p:oleObj>
                </mc:Choice>
                <mc:Fallback>
                  <p:oleObj name="Equation" r:id="rId9" imgW="533160" imgH="30456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67" y="620"/>
                          <a:ext cx="411" cy="3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6" name="Object 12"/>
            <p:cNvGraphicFramePr>
              <a:graphicFrameLocks noChangeAspect="1"/>
            </p:cNvGraphicFramePr>
            <p:nvPr>
              <p:extLst>
                <p:ext uri="{D42A27DB-BD31-4B8C-83A1-F6EECF244321}">
                  <p14:modId xmlns:p14="http://schemas.microsoft.com/office/powerpoint/2010/main" val="4151449191"/>
                </p:ext>
              </p:extLst>
            </p:nvPr>
          </p:nvGraphicFramePr>
          <p:xfrm>
            <a:off x="1966" y="652"/>
            <a:ext cx="253" cy="258"/>
          </p:xfrm>
          <a:graphic>
            <a:graphicData uri="http://schemas.openxmlformats.org/presentationml/2006/ole">
              <mc:AlternateContent xmlns:mc="http://schemas.openxmlformats.org/markup-compatibility/2006">
                <mc:Choice xmlns:v="urn:schemas-microsoft-com:vml" Requires="v">
                  <p:oleObj spid="_x0000_s87093" name="Equation" r:id="rId11" imgW="253800" imgH="241200" progId="Equation.3">
                    <p:embed/>
                  </p:oleObj>
                </mc:Choice>
                <mc:Fallback>
                  <p:oleObj name="Equation" r:id="rId11" imgW="253800" imgH="2412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66" y="652"/>
                          <a:ext cx="253" cy="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7" name="Object 13"/>
            <p:cNvGraphicFramePr>
              <a:graphicFrameLocks noChangeAspect="1"/>
            </p:cNvGraphicFramePr>
            <p:nvPr>
              <p:extLst>
                <p:ext uri="{D42A27DB-BD31-4B8C-83A1-F6EECF244321}">
                  <p14:modId xmlns:p14="http://schemas.microsoft.com/office/powerpoint/2010/main" val="2739746227"/>
                </p:ext>
              </p:extLst>
            </p:nvPr>
          </p:nvGraphicFramePr>
          <p:xfrm>
            <a:off x="3353" y="664"/>
            <a:ext cx="245" cy="220"/>
          </p:xfrm>
          <a:graphic>
            <a:graphicData uri="http://schemas.openxmlformats.org/presentationml/2006/ole">
              <mc:AlternateContent xmlns:mc="http://schemas.openxmlformats.org/markup-compatibility/2006">
                <mc:Choice xmlns:v="urn:schemas-microsoft-com:vml" Requires="v">
                  <p:oleObj spid="_x0000_s87094" name="Equation" r:id="rId13" imgW="228600" imgH="190440" progId="Equation.3">
                    <p:embed/>
                  </p:oleObj>
                </mc:Choice>
                <mc:Fallback>
                  <p:oleObj name="Equation" r:id="rId13" imgW="228600" imgH="19044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3" y="664"/>
                          <a:ext cx="245" cy="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038" name="Object 14"/>
            <p:cNvGraphicFramePr>
              <a:graphicFrameLocks noChangeAspect="1"/>
            </p:cNvGraphicFramePr>
            <p:nvPr>
              <p:extLst>
                <p:ext uri="{D42A27DB-BD31-4B8C-83A1-F6EECF244321}">
                  <p14:modId xmlns:p14="http://schemas.microsoft.com/office/powerpoint/2010/main" val="2344846181"/>
                </p:ext>
              </p:extLst>
            </p:nvPr>
          </p:nvGraphicFramePr>
          <p:xfrm>
            <a:off x="1936" y="1418"/>
            <a:ext cx="658" cy="385"/>
          </p:xfrm>
          <a:graphic>
            <a:graphicData uri="http://schemas.openxmlformats.org/presentationml/2006/ole">
              <mc:AlternateContent xmlns:mc="http://schemas.openxmlformats.org/markup-compatibility/2006">
                <mc:Choice xmlns:v="urn:schemas-microsoft-com:vml" Requires="v">
                  <p:oleObj spid="_x0000_s87095" name="Equation" r:id="rId15" imgW="850680" imgH="419040" progId="Equation.3">
                    <p:embed/>
                  </p:oleObj>
                </mc:Choice>
                <mc:Fallback>
                  <p:oleObj name="Equation" r:id="rId15" imgW="850680" imgH="41904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36" y="1418"/>
                          <a:ext cx="658" cy="385"/>
                        </a:xfrm>
                        <a:prstGeom prst="rect">
                          <a:avLst/>
                        </a:prstGeom>
                        <a:noFill/>
                        <a:extLst/>
                      </p:spPr>
                    </p:pic>
                  </p:oleObj>
                </mc:Fallback>
              </mc:AlternateContent>
            </a:graphicData>
          </a:graphic>
        </p:graphicFrame>
      </p:grpSp>
      <p:sp>
        <p:nvSpPr>
          <p:cNvPr id="44044" name="Text Box 26"/>
          <p:cNvSpPr txBox="1">
            <a:spLocks noChangeArrowheads="1"/>
          </p:cNvSpPr>
          <p:nvPr/>
        </p:nvSpPr>
        <p:spPr bwMode="auto">
          <a:xfrm>
            <a:off x="1501935" y="2520360"/>
            <a:ext cx="641747" cy="415498"/>
          </a:xfrm>
          <a:prstGeom prst="rect">
            <a:avLst/>
          </a:prstGeom>
          <a:noFill/>
          <a:ln w="9525">
            <a:noFill/>
            <a:miter lim="800000"/>
            <a:headEnd/>
            <a:tailEnd/>
          </a:ln>
        </p:spPr>
        <p:txBody>
          <a:bodyPr wrap="square">
            <a:spAutoFit/>
          </a:bodyPr>
          <a:lstStyle/>
          <a:p>
            <a:r>
              <a:rPr lang="zh-CN" altLang="en-US" sz="2100" dirty="0">
                <a:solidFill>
                  <a:srgbClr val="CC0000"/>
                </a:solidFill>
                <a:latin typeface="Times New Roman" panose="02020603050405020304" pitchFamily="18" charset="0"/>
                <a:ea typeface="+mn-ea"/>
                <a:cs typeface="Times New Roman" panose="02020603050405020304" pitchFamily="18" charset="0"/>
              </a:rPr>
              <a:t>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3"/>
          <p:cNvGrpSpPr>
            <a:grpSpLocks/>
          </p:cNvGrpSpPr>
          <p:nvPr/>
        </p:nvGrpSpPr>
        <p:grpSpPr bwMode="auto">
          <a:xfrm>
            <a:off x="887510" y="366333"/>
            <a:ext cx="7934325" cy="1062039"/>
            <a:chOff x="431" y="572"/>
            <a:chExt cx="6664" cy="892"/>
          </a:xfrm>
        </p:grpSpPr>
        <p:sp>
          <p:nvSpPr>
            <p:cNvPr id="45072" name="Text Box 3"/>
            <p:cNvSpPr txBox="1">
              <a:spLocks noChangeArrowheads="1"/>
            </p:cNvSpPr>
            <p:nvPr/>
          </p:nvSpPr>
          <p:spPr bwMode="auto">
            <a:xfrm>
              <a:off x="431" y="572"/>
              <a:ext cx="6664" cy="892"/>
            </a:xfrm>
            <a:prstGeom prst="rect">
              <a:avLst/>
            </a:prstGeom>
            <a:noFill/>
            <a:ln w="9525">
              <a:noFill/>
              <a:miter lim="800000"/>
              <a:headEnd/>
              <a:tailEnd/>
            </a:ln>
          </p:spPr>
          <p:txBody>
            <a:bodyPr wrap="square">
              <a:spAutoFit/>
            </a:bodyPr>
            <a:lstStyle/>
            <a:p>
              <a:pPr>
                <a:lnSpc>
                  <a:spcPct val="150000"/>
                </a:lnSpc>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例</a:t>
              </a:r>
              <a:r>
                <a:rPr lang="en-US" altLang="zh-CN" sz="2100" dirty="0">
                  <a:solidFill>
                    <a:srgbClr val="CC0000"/>
                  </a:solidFill>
                  <a:latin typeface="Times New Roman" panose="02020603050405020304" pitchFamily="18" charset="0"/>
                  <a:ea typeface="+mn-ea"/>
                  <a:cs typeface="Times New Roman" panose="02020603050405020304" pitchFamily="18" charset="0"/>
                </a:rPr>
                <a:t>3  </a:t>
              </a:r>
              <a:r>
                <a:rPr lang="zh-CN" altLang="en-US" sz="2100" dirty="0">
                  <a:solidFill>
                    <a:srgbClr val="1C1C1C"/>
                  </a:solidFill>
                  <a:latin typeface="Times New Roman" panose="02020603050405020304" pitchFamily="18" charset="0"/>
                  <a:ea typeface="+mn-ea"/>
                  <a:cs typeface="Times New Roman" panose="02020603050405020304" pitchFamily="18" charset="0"/>
                </a:rPr>
                <a:t>如图示两条                曲线分别表示</a:t>
              </a:r>
              <a:r>
                <a:rPr lang="zh-CN" altLang="en-US" sz="2100" dirty="0">
                  <a:solidFill>
                    <a:srgbClr val="C00000"/>
                  </a:solidFill>
                  <a:latin typeface="Times New Roman" panose="02020603050405020304" pitchFamily="18" charset="0"/>
                  <a:ea typeface="+mn-ea"/>
                  <a:cs typeface="Times New Roman" panose="02020603050405020304" pitchFamily="18" charset="0"/>
                </a:rPr>
                <a:t>氢气</a:t>
              </a:r>
              <a:r>
                <a:rPr lang="zh-CN" altLang="en-US" sz="2100" dirty="0">
                  <a:solidFill>
                    <a:srgbClr val="1C1C1C"/>
                  </a:solidFill>
                  <a:latin typeface="Times New Roman" panose="02020603050405020304" pitchFamily="18" charset="0"/>
                  <a:ea typeface="+mn-ea"/>
                  <a:cs typeface="Times New Roman" panose="02020603050405020304" pitchFamily="18" charset="0"/>
                </a:rPr>
                <a:t>和</a:t>
              </a:r>
              <a:r>
                <a:rPr lang="zh-CN" altLang="en-US" sz="2100" dirty="0">
                  <a:solidFill>
                    <a:srgbClr val="C00000"/>
                  </a:solidFill>
                  <a:latin typeface="Times New Roman" panose="02020603050405020304" pitchFamily="18" charset="0"/>
                  <a:ea typeface="+mn-ea"/>
                  <a:cs typeface="Times New Roman" panose="02020603050405020304" pitchFamily="18" charset="0"/>
                </a:rPr>
                <a:t>氧气</a:t>
              </a:r>
              <a:r>
                <a:rPr lang="zh-CN" altLang="en-US" sz="2100" dirty="0">
                  <a:solidFill>
                    <a:srgbClr val="1C1C1C"/>
                  </a:solidFill>
                  <a:latin typeface="Times New Roman" panose="02020603050405020304" pitchFamily="18" charset="0"/>
                  <a:ea typeface="+mn-ea"/>
                  <a:cs typeface="Times New Roman" panose="02020603050405020304" pitchFamily="18" charset="0"/>
                </a:rPr>
                <a:t>在</a:t>
              </a:r>
              <a:r>
                <a:rPr lang="zh-CN" altLang="en-US" sz="2100" dirty="0">
                  <a:solidFill>
                    <a:srgbClr val="C00000"/>
                  </a:solidFill>
                  <a:latin typeface="Times New Roman" panose="02020603050405020304" pitchFamily="18" charset="0"/>
                  <a:ea typeface="+mn-ea"/>
                  <a:cs typeface="Times New Roman" panose="02020603050405020304" pitchFamily="18" charset="0"/>
                </a:rPr>
                <a:t>同一温度</a:t>
              </a:r>
              <a:r>
                <a:rPr lang="zh-CN" altLang="en-US" sz="2100" dirty="0">
                  <a:solidFill>
                    <a:srgbClr val="1C1C1C"/>
                  </a:solidFill>
                  <a:latin typeface="Times New Roman" panose="02020603050405020304" pitchFamily="18" charset="0"/>
                  <a:ea typeface="+mn-ea"/>
                  <a:cs typeface="Times New Roman" panose="02020603050405020304" pitchFamily="18" charset="0"/>
                </a:rPr>
                <a:t>下的麦克斯韦速率分布曲线， 从图上数据求出</a:t>
              </a:r>
              <a:r>
                <a:rPr lang="zh-CN" altLang="en-US" sz="2100" dirty="0">
                  <a:solidFill>
                    <a:srgbClr val="C00000"/>
                  </a:solidFill>
                  <a:latin typeface="Times New Roman" panose="02020603050405020304" pitchFamily="18" charset="0"/>
                  <a:ea typeface="+mn-ea"/>
                  <a:cs typeface="Times New Roman" panose="02020603050405020304" pitchFamily="18" charset="0"/>
                </a:rPr>
                <a:t>两种</a:t>
              </a:r>
              <a:r>
                <a:rPr lang="zh-CN" altLang="en-US" sz="2100" dirty="0">
                  <a:solidFill>
                    <a:srgbClr val="1C1C1C"/>
                  </a:solidFill>
                  <a:latin typeface="Times New Roman" panose="02020603050405020304" pitchFamily="18" charset="0"/>
                  <a:ea typeface="+mn-ea"/>
                  <a:cs typeface="Times New Roman" panose="02020603050405020304" pitchFamily="18" charset="0"/>
                </a:rPr>
                <a:t>气体</a:t>
              </a:r>
              <a:r>
                <a:rPr lang="zh-CN" altLang="en-US" sz="2100" dirty="0">
                  <a:solidFill>
                    <a:srgbClr val="C00000"/>
                  </a:solidFill>
                  <a:latin typeface="Times New Roman" panose="02020603050405020304" pitchFamily="18" charset="0"/>
                  <a:ea typeface="+mn-ea"/>
                  <a:cs typeface="Times New Roman" panose="02020603050405020304" pitchFamily="18" charset="0"/>
                </a:rPr>
                <a:t>最概然速率</a:t>
              </a:r>
              <a:r>
                <a:rPr lang="en-US" altLang="zh-CN" sz="2100" dirty="0">
                  <a:solidFill>
                    <a:srgbClr val="C00000"/>
                  </a:solidFill>
                  <a:latin typeface="Times New Roman" panose="02020603050405020304" pitchFamily="18" charset="0"/>
                  <a:ea typeface="+mn-ea"/>
                  <a:cs typeface="Times New Roman" panose="02020603050405020304" pitchFamily="18" charset="0"/>
                </a:rPr>
                <a:t>.</a:t>
              </a:r>
            </a:p>
          </p:txBody>
        </p:sp>
        <p:graphicFrame>
          <p:nvGraphicFramePr>
            <p:cNvPr id="45061" name="Object 4"/>
            <p:cNvGraphicFramePr>
              <a:graphicFrameLocks noChangeAspect="1"/>
            </p:cNvGraphicFramePr>
            <p:nvPr>
              <p:extLst>
                <p:ext uri="{D42A27DB-BD31-4B8C-83A1-F6EECF244321}">
                  <p14:modId xmlns:p14="http://schemas.microsoft.com/office/powerpoint/2010/main" val="304565186"/>
                </p:ext>
              </p:extLst>
            </p:nvPr>
          </p:nvGraphicFramePr>
          <p:xfrm>
            <a:off x="2090" y="675"/>
            <a:ext cx="828" cy="305"/>
          </p:xfrm>
          <a:graphic>
            <a:graphicData uri="http://schemas.openxmlformats.org/presentationml/2006/ole">
              <mc:AlternateContent xmlns:mc="http://schemas.openxmlformats.org/markup-compatibility/2006">
                <mc:Choice xmlns:v="urn:schemas-microsoft-com:vml" Requires="v">
                  <p:oleObj spid="_x0000_s56934" name="Equation" r:id="rId3" imgW="927000" imgH="304560" progId="Equation.3">
                    <p:embed/>
                  </p:oleObj>
                </mc:Choice>
                <mc:Fallback>
                  <p:oleObj name="Equation" r:id="rId3" imgW="927000" imgH="30456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0" y="675"/>
                          <a:ext cx="828" cy="305"/>
                        </a:xfrm>
                        <a:prstGeom prst="rect">
                          <a:avLst/>
                        </a:prstGeom>
                        <a:noFill/>
                        <a:extLst/>
                      </p:spPr>
                    </p:pic>
                  </p:oleObj>
                </mc:Fallback>
              </mc:AlternateContent>
            </a:graphicData>
          </a:graphic>
        </p:graphicFrame>
      </p:grpSp>
      <p:grpSp>
        <p:nvGrpSpPr>
          <p:cNvPr id="3" name="Group 11"/>
          <p:cNvGrpSpPr>
            <a:grpSpLocks/>
          </p:cNvGrpSpPr>
          <p:nvPr/>
        </p:nvGrpSpPr>
        <p:grpSpPr bwMode="auto">
          <a:xfrm>
            <a:off x="2156772" y="1904255"/>
            <a:ext cx="5226350" cy="2744320"/>
            <a:chOff x="313" y="1544"/>
            <a:chExt cx="2940" cy="1544"/>
          </a:xfrm>
        </p:grpSpPr>
        <p:sp>
          <p:nvSpPr>
            <p:cNvPr id="45065" name="Line 13"/>
            <p:cNvSpPr>
              <a:spLocks noChangeShapeType="1"/>
            </p:cNvSpPr>
            <p:nvPr/>
          </p:nvSpPr>
          <p:spPr bwMode="auto">
            <a:xfrm>
              <a:off x="480" y="2880"/>
              <a:ext cx="2544" cy="0"/>
            </a:xfrm>
            <a:prstGeom prst="line">
              <a:avLst/>
            </a:prstGeom>
            <a:noFill/>
            <a:ln w="19050">
              <a:solidFill>
                <a:srgbClr val="000000"/>
              </a:solidFill>
              <a:round/>
              <a:headEnd/>
              <a:tailEnd type="triangle" w="sm" len="lg"/>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5066" name="Line 14"/>
            <p:cNvSpPr>
              <a:spLocks noChangeShapeType="1"/>
            </p:cNvSpPr>
            <p:nvPr/>
          </p:nvSpPr>
          <p:spPr bwMode="auto">
            <a:xfrm flipV="1">
              <a:off x="480" y="1776"/>
              <a:ext cx="0" cy="1087"/>
            </a:xfrm>
            <a:prstGeom prst="line">
              <a:avLst/>
            </a:prstGeom>
            <a:noFill/>
            <a:ln w="19050">
              <a:solidFill>
                <a:srgbClr val="000000"/>
              </a:solidFill>
              <a:round/>
              <a:headEnd/>
              <a:tailEnd type="triangle" w="sm" len="lg"/>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5067" name="Freeform 15"/>
            <p:cNvSpPr>
              <a:spLocks/>
            </p:cNvSpPr>
            <p:nvPr/>
          </p:nvSpPr>
          <p:spPr bwMode="auto">
            <a:xfrm>
              <a:off x="482" y="2038"/>
              <a:ext cx="1639" cy="836"/>
            </a:xfrm>
            <a:custGeom>
              <a:avLst/>
              <a:gdLst>
                <a:gd name="T0" fmla="*/ 0 w 1639"/>
                <a:gd name="T1" fmla="*/ 836 h 836"/>
                <a:gd name="T2" fmla="*/ 133 w 1639"/>
                <a:gd name="T3" fmla="*/ 620 h 836"/>
                <a:gd name="T4" fmla="*/ 243 w 1639"/>
                <a:gd name="T5" fmla="*/ 339 h 836"/>
                <a:gd name="T6" fmla="*/ 332 w 1639"/>
                <a:gd name="T7" fmla="*/ 119 h 836"/>
                <a:gd name="T8" fmla="*/ 449 w 1639"/>
                <a:gd name="T9" fmla="*/ 3 h 836"/>
                <a:gd name="T10" fmla="*/ 620 w 1639"/>
                <a:gd name="T11" fmla="*/ 99 h 836"/>
                <a:gd name="T12" fmla="*/ 805 w 1639"/>
                <a:gd name="T13" fmla="*/ 318 h 836"/>
                <a:gd name="T14" fmla="*/ 1032 w 1639"/>
                <a:gd name="T15" fmla="*/ 530 h 836"/>
                <a:gd name="T16" fmla="*/ 1285 w 1639"/>
                <a:gd name="T17" fmla="*/ 702 h 836"/>
                <a:gd name="T18" fmla="*/ 1639 w 1639"/>
                <a:gd name="T19" fmla="*/ 791 h 8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9"/>
                <a:gd name="T31" fmla="*/ 0 h 836"/>
                <a:gd name="T32" fmla="*/ 1639 w 1639"/>
                <a:gd name="T33" fmla="*/ 836 h 8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9" h="836">
                  <a:moveTo>
                    <a:pt x="0" y="836"/>
                  </a:moveTo>
                  <a:cubicBezTo>
                    <a:pt x="22" y="800"/>
                    <a:pt x="93" y="703"/>
                    <a:pt x="133" y="620"/>
                  </a:cubicBezTo>
                  <a:cubicBezTo>
                    <a:pt x="173" y="537"/>
                    <a:pt x="210" y="422"/>
                    <a:pt x="243" y="339"/>
                  </a:cubicBezTo>
                  <a:cubicBezTo>
                    <a:pt x="276" y="256"/>
                    <a:pt x="298" y="175"/>
                    <a:pt x="332" y="119"/>
                  </a:cubicBezTo>
                  <a:cubicBezTo>
                    <a:pt x="366" y="63"/>
                    <a:pt x="401" y="6"/>
                    <a:pt x="449" y="3"/>
                  </a:cubicBezTo>
                  <a:cubicBezTo>
                    <a:pt x="497" y="0"/>
                    <a:pt x="561" y="47"/>
                    <a:pt x="620" y="99"/>
                  </a:cubicBezTo>
                  <a:cubicBezTo>
                    <a:pt x="679" y="151"/>
                    <a:pt x="736" y="246"/>
                    <a:pt x="805" y="318"/>
                  </a:cubicBezTo>
                  <a:cubicBezTo>
                    <a:pt x="874" y="390"/>
                    <a:pt x="952" y="466"/>
                    <a:pt x="1032" y="530"/>
                  </a:cubicBezTo>
                  <a:cubicBezTo>
                    <a:pt x="1112" y="594"/>
                    <a:pt x="1184" y="659"/>
                    <a:pt x="1285" y="702"/>
                  </a:cubicBezTo>
                  <a:cubicBezTo>
                    <a:pt x="1386" y="746"/>
                    <a:pt x="1566" y="773"/>
                    <a:pt x="1639" y="791"/>
                  </a:cubicBezTo>
                </a:path>
              </a:pathLst>
            </a:custGeom>
            <a:noFill/>
            <a:ln w="28575" cmpd="sng">
              <a:solidFill>
                <a:srgbClr val="C00000"/>
              </a:solidFill>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5068" name="Freeform 16"/>
            <p:cNvSpPr>
              <a:spLocks/>
            </p:cNvSpPr>
            <p:nvPr/>
          </p:nvSpPr>
          <p:spPr bwMode="auto">
            <a:xfrm>
              <a:off x="483" y="2289"/>
              <a:ext cx="2496" cy="588"/>
            </a:xfrm>
            <a:custGeom>
              <a:avLst/>
              <a:gdLst>
                <a:gd name="T0" fmla="*/ 0 w 2496"/>
                <a:gd name="T1" fmla="*/ 588 h 588"/>
                <a:gd name="T2" fmla="*/ 590 w 2496"/>
                <a:gd name="T3" fmla="*/ 437 h 588"/>
                <a:gd name="T4" fmla="*/ 1063 w 2496"/>
                <a:gd name="T5" fmla="*/ 245 h 588"/>
                <a:gd name="T6" fmla="*/ 1539 w 2496"/>
                <a:gd name="T7" fmla="*/ 1 h 588"/>
                <a:gd name="T8" fmla="*/ 1923 w 2496"/>
                <a:gd name="T9" fmla="*/ 241 h 588"/>
                <a:gd name="T10" fmla="*/ 2209 w 2496"/>
                <a:gd name="T11" fmla="*/ 385 h 588"/>
                <a:gd name="T12" fmla="*/ 2496 w 2496"/>
                <a:gd name="T13" fmla="*/ 474 h 588"/>
                <a:gd name="T14" fmla="*/ 0 60000 65536"/>
                <a:gd name="T15" fmla="*/ 0 60000 65536"/>
                <a:gd name="T16" fmla="*/ 0 60000 65536"/>
                <a:gd name="T17" fmla="*/ 0 60000 65536"/>
                <a:gd name="T18" fmla="*/ 0 60000 65536"/>
                <a:gd name="T19" fmla="*/ 0 60000 65536"/>
                <a:gd name="T20" fmla="*/ 0 60000 65536"/>
                <a:gd name="T21" fmla="*/ 0 w 2496"/>
                <a:gd name="T22" fmla="*/ 0 h 588"/>
                <a:gd name="T23" fmla="*/ 2496 w 2496"/>
                <a:gd name="T24" fmla="*/ 588 h 5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96" h="588">
                  <a:moveTo>
                    <a:pt x="0" y="588"/>
                  </a:moveTo>
                  <a:cubicBezTo>
                    <a:pt x="98" y="563"/>
                    <a:pt x="413" y="494"/>
                    <a:pt x="590" y="437"/>
                  </a:cubicBezTo>
                  <a:cubicBezTo>
                    <a:pt x="767" y="380"/>
                    <a:pt x="905" y="318"/>
                    <a:pt x="1063" y="245"/>
                  </a:cubicBezTo>
                  <a:cubicBezTo>
                    <a:pt x="1221" y="172"/>
                    <a:pt x="1396" y="2"/>
                    <a:pt x="1539" y="1"/>
                  </a:cubicBezTo>
                  <a:cubicBezTo>
                    <a:pt x="1682" y="0"/>
                    <a:pt x="1811" y="177"/>
                    <a:pt x="1923" y="241"/>
                  </a:cubicBezTo>
                  <a:cubicBezTo>
                    <a:pt x="2034" y="305"/>
                    <a:pt x="2113" y="346"/>
                    <a:pt x="2209" y="385"/>
                  </a:cubicBezTo>
                  <a:cubicBezTo>
                    <a:pt x="2304" y="424"/>
                    <a:pt x="2437" y="455"/>
                    <a:pt x="2496" y="474"/>
                  </a:cubicBezTo>
                </a:path>
              </a:pathLst>
            </a:custGeom>
            <a:noFill/>
            <a:ln w="28575" cmpd="sng">
              <a:solidFill>
                <a:srgbClr val="0000FF"/>
              </a:solidFill>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sp>
          <p:nvSpPr>
            <p:cNvPr id="45069" name="Line 17"/>
            <p:cNvSpPr>
              <a:spLocks noChangeShapeType="1"/>
            </p:cNvSpPr>
            <p:nvPr/>
          </p:nvSpPr>
          <p:spPr bwMode="auto">
            <a:xfrm>
              <a:off x="2028" y="2302"/>
              <a:ext cx="0" cy="576"/>
            </a:xfrm>
            <a:prstGeom prst="line">
              <a:avLst/>
            </a:prstGeom>
            <a:noFill/>
            <a:ln w="19050">
              <a:solidFill>
                <a:srgbClr val="000000"/>
              </a:solidFill>
              <a:prstDash val="dash"/>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graphicFrame>
          <p:nvGraphicFramePr>
            <p:cNvPr id="45058" name="Object 18"/>
            <p:cNvGraphicFramePr>
              <a:graphicFrameLocks noChangeAspect="1"/>
            </p:cNvGraphicFramePr>
            <p:nvPr>
              <p:extLst>
                <p:ext uri="{D42A27DB-BD31-4B8C-83A1-F6EECF244321}">
                  <p14:modId xmlns:p14="http://schemas.microsoft.com/office/powerpoint/2010/main" val="2992055219"/>
                </p:ext>
              </p:extLst>
            </p:nvPr>
          </p:nvGraphicFramePr>
          <p:xfrm>
            <a:off x="313" y="1544"/>
            <a:ext cx="273" cy="203"/>
          </p:xfrm>
          <a:graphic>
            <a:graphicData uri="http://schemas.openxmlformats.org/presentationml/2006/ole">
              <mc:AlternateContent xmlns:mc="http://schemas.openxmlformats.org/markup-compatibility/2006">
                <mc:Choice xmlns:v="urn:schemas-microsoft-com:vml" Requires="v">
                  <p:oleObj spid="_x0000_s56935" name="Equation" r:id="rId5" imgW="533160" imgH="304560" progId="Equation.3">
                    <p:embed/>
                  </p:oleObj>
                </mc:Choice>
                <mc:Fallback>
                  <p:oleObj name="Equation" r:id="rId5" imgW="533160" imgH="304560"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 y="1544"/>
                          <a:ext cx="273" cy="203"/>
                        </a:xfrm>
                        <a:prstGeom prst="rect">
                          <a:avLst/>
                        </a:prstGeom>
                        <a:noFill/>
                        <a:extLst/>
                      </p:spPr>
                    </p:pic>
                  </p:oleObj>
                </mc:Fallback>
              </mc:AlternateContent>
            </a:graphicData>
          </a:graphic>
        </p:graphicFrame>
        <p:graphicFrame>
          <p:nvGraphicFramePr>
            <p:cNvPr id="45059" name="Object 19"/>
            <p:cNvGraphicFramePr>
              <a:graphicFrameLocks noChangeAspect="1"/>
            </p:cNvGraphicFramePr>
            <p:nvPr>
              <p:extLst>
                <p:ext uri="{D42A27DB-BD31-4B8C-83A1-F6EECF244321}">
                  <p14:modId xmlns:p14="http://schemas.microsoft.com/office/powerpoint/2010/main" val="2791241644"/>
                </p:ext>
              </p:extLst>
            </p:nvPr>
          </p:nvGraphicFramePr>
          <p:xfrm>
            <a:off x="3082" y="2851"/>
            <a:ext cx="171" cy="171"/>
          </p:xfrm>
          <a:graphic>
            <a:graphicData uri="http://schemas.openxmlformats.org/presentationml/2006/ole">
              <mc:AlternateContent xmlns:mc="http://schemas.openxmlformats.org/markup-compatibility/2006">
                <mc:Choice xmlns:v="urn:schemas-microsoft-com:vml" Requires="v">
                  <p:oleObj spid="_x0000_s56936" name="Equation" r:id="rId7" imgW="126720" imgH="139680" progId="Equation.DSMT4">
                    <p:embed/>
                  </p:oleObj>
                </mc:Choice>
                <mc:Fallback>
                  <p:oleObj name="Equation" r:id="rId7" imgW="126720" imgH="139680" progId="Equation.DSMT4">
                    <p:embed/>
                    <p:pic>
                      <p:nvPicPr>
                        <p:cNvPr id="0" name="Object 19"/>
                        <p:cNvPicPr>
                          <a:picLocks noChangeAspect="1" noChangeArrowheads="1"/>
                        </p:cNvPicPr>
                        <p:nvPr/>
                      </p:nvPicPr>
                      <p:blipFill>
                        <a:blip r:embed="rId8"/>
                        <a:srcRect/>
                        <a:stretch>
                          <a:fillRect/>
                        </a:stretch>
                      </p:blipFill>
                      <p:spPr bwMode="auto">
                        <a:xfrm>
                          <a:off x="3082" y="2851"/>
                          <a:ext cx="171" cy="171"/>
                        </a:xfrm>
                        <a:prstGeom prst="rect">
                          <a:avLst/>
                        </a:prstGeom>
                        <a:noFill/>
                        <a:extLst/>
                      </p:spPr>
                    </p:pic>
                  </p:oleObj>
                </mc:Fallback>
              </mc:AlternateContent>
            </a:graphicData>
          </a:graphic>
        </p:graphicFrame>
        <p:sp>
          <p:nvSpPr>
            <p:cNvPr id="45070" name="Text Box 20"/>
            <p:cNvSpPr txBox="1">
              <a:spLocks noChangeArrowheads="1"/>
            </p:cNvSpPr>
            <p:nvPr/>
          </p:nvSpPr>
          <p:spPr bwMode="auto">
            <a:xfrm>
              <a:off x="1776" y="2880"/>
              <a:ext cx="396" cy="208"/>
            </a:xfrm>
            <a:prstGeom prst="rect">
              <a:avLst/>
            </a:prstGeom>
            <a:noFill/>
            <a:ln w="9525">
              <a:noFill/>
              <a:miter lim="800000"/>
              <a:headEnd/>
              <a:tailEnd/>
            </a:ln>
          </p:spPr>
          <p:txBody>
            <a:bodyPr wrap="none">
              <a:spAutoFit/>
            </a:bodyPr>
            <a:lstStyle/>
            <a:p>
              <a:pPr>
                <a:spcBef>
                  <a:spcPct val="50000"/>
                </a:spcBef>
              </a:pPr>
              <a:r>
                <a:rPr lang="en-US" altLang="zh-CN">
                  <a:solidFill>
                    <a:srgbClr val="1C1C1C"/>
                  </a:solidFill>
                  <a:latin typeface="Times New Roman" pitchFamily="18" charset="0"/>
                  <a:ea typeface="宋体" charset="-122"/>
                </a:rPr>
                <a:t>2 000</a:t>
              </a:r>
            </a:p>
          </p:txBody>
        </p:sp>
        <p:sp>
          <p:nvSpPr>
            <p:cNvPr id="45071" name="Line 21"/>
            <p:cNvSpPr>
              <a:spLocks noChangeShapeType="1"/>
            </p:cNvSpPr>
            <p:nvPr/>
          </p:nvSpPr>
          <p:spPr bwMode="auto">
            <a:xfrm flipH="1">
              <a:off x="924" y="2049"/>
              <a:ext cx="0" cy="831"/>
            </a:xfrm>
            <a:prstGeom prst="line">
              <a:avLst/>
            </a:prstGeom>
            <a:noFill/>
            <a:ln w="19050">
              <a:solidFill>
                <a:srgbClr val="000000"/>
              </a:solidFill>
              <a:prstDash val="dash"/>
              <a:round/>
              <a:headEnd/>
              <a:tailEnd/>
            </a:ln>
          </p:spPr>
          <p:txBody>
            <a:bodyPr wrap="none" anchor="ctr"/>
            <a:lstStyle/>
            <a:p>
              <a:endParaRPr kumimoji="1" lang="zh-CN" altLang="en-US" b="0" baseline="-25000">
                <a:solidFill>
                  <a:srgbClr val="000000"/>
                </a:solidFill>
                <a:latin typeface="Times New Roman" pitchFamily="18" charset="0"/>
                <a:ea typeface="宋体" charset="-122"/>
              </a:endParaRPr>
            </a:p>
          </p:txBody>
        </p:sp>
        <p:graphicFrame>
          <p:nvGraphicFramePr>
            <p:cNvPr id="45060" name="Object 22"/>
            <p:cNvGraphicFramePr>
              <a:graphicFrameLocks noChangeAspect="1"/>
            </p:cNvGraphicFramePr>
            <p:nvPr>
              <p:extLst>
                <p:ext uri="{D42A27DB-BD31-4B8C-83A1-F6EECF244321}">
                  <p14:modId xmlns:p14="http://schemas.microsoft.com/office/powerpoint/2010/main" val="1122493449"/>
                </p:ext>
              </p:extLst>
            </p:nvPr>
          </p:nvGraphicFramePr>
          <p:xfrm>
            <a:off x="378" y="2891"/>
            <a:ext cx="129" cy="149"/>
          </p:xfrm>
          <a:graphic>
            <a:graphicData uri="http://schemas.openxmlformats.org/presentationml/2006/ole">
              <mc:AlternateContent xmlns:mc="http://schemas.openxmlformats.org/markup-compatibility/2006">
                <mc:Choice xmlns:v="urn:schemas-microsoft-com:vml" Requires="v">
                  <p:oleObj spid="_x0000_s56937" name="Equation" r:id="rId9" imgW="164880" imgH="190440" progId="Equation.3">
                    <p:embed/>
                  </p:oleObj>
                </mc:Choice>
                <mc:Fallback>
                  <p:oleObj name="Equation" r:id="rId9" imgW="164880" imgH="190440" progId="Equation.3">
                    <p:embed/>
                    <p:pic>
                      <p:nvPicPr>
                        <p:cNvPr id="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8" y="2891"/>
                          <a:ext cx="129" cy="149"/>
                        </a:xfrm>
                        <a:prstGeom prst="rect">
                          <a:avLst/>
                        </a:prstGeom>
                        <a:noFill/>
                        <a:extLst/>
                      </p:spPr>
                    </p:pic>
                  </p:oleObj>
                </mc:Fallback>
              </mc:AlternateContent>
            </a:graphicData>
          </a:graphic>
        </p:graphicFrame>
      </p:gr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Object 4"/>
          <p:cNvGraphicFramePr>
            <a:graphicFrameLocks noChangeAspect="1"/>
          </p:cNvGraphicFramePr>
          <p:nvPr>
            <p:extLst>
              <p:ext uri="{D42A27DB-BD31-4B8C-83A1-F6EECF244321}">
                <p14:modId xmlns:p14="http://schemas.microsoft.com/office/powerpoint/2010/main" val="699086412"/>
              </p:ext>
            </p:extLst>
          </p:nvPr>
        </p:nvGraphicFramePr>
        <p:xfrm>
          <a:off x="2140444" y="288274"/>
          <a:ext cx="1434227" cy="812153"/>
        </p:xfrm>
        <a:graphic>
          <a:graphicData uri="http://schemas.openxmlformats.org/presentationml/2006/ole">
            <mc:AlternateContent xmlns:mc="http://schemas.openxmlformats.org/markup-compatibility/2006">
              <mc:Choice xmlns:v="urn:schemas-microsoft-com:vml" Requires="v">
                <p:oleObj spid="_x0000_s58264" name="Equation" r:id="rId3" imgW="761760" imgH="444240" progId="Equation.DSMT4">
                  <p:embed/>
                </p:oleObj>
              </mc:Choice>
              <mc:Fallback>
                <p:oleObj name="Equation" r:id="rId3" imgW="761760" imgH="444240" progId="Equation.DSMT4">
                  <p:embed/>
                  <p:pic>
                    <p:nvPicPr>
                      <p:cNvPr id="0" name="Object 4"/>
                      <p:cNvPicPr>
                        <a:picLocks noChangeAspect="1" noChangeArrowheads="1"/>
                      </p:cNvPicPr>
                      <p:nvPr/>
                    </p:nvPicPr>
                    <p:blipFill>
                      <a:blip r:embed="rId4"/>
                      <a:srcRect/>
                      <a:stretch>
                        <a:fillRect/>
                      </a:stretch>
                    </p:blipFill>
                    <p:spPr bwMode="auto">
                      <a:xfrm>
                        <a:off x="2140444" y="288274"/>
                        <a:ext cx="1434227" cy="812153"/>
                      </a:xfrm>
                      <a:prstGeom prst="rect">
                        <a:avLst/>
                      </a:prstGeom>
                      <a:noFill/>
                      <a:extLst/>
                    </p:spPr>
                  </p:pic>
                </p:oleObj>
              </mc:Fallback>
            </mc:AlternateContent>
          </a:graphicData>
        </a:graphic>
      </p:graphicFrame>
      <p:graphicFrame>
        <p:nvGraphicFramePr>
          <p:cNvPr id="57349" name="Object 5"/>
          <p:cNvGraphicFramePr>
            <a:graphicFrameLocks noChangeAspect="1"/>
          </p:cNvGraphicFramePr>
          <p:nvPr>
            <p:extLst>
              <p:ext uri="{D42A27DB-BD31-4B8C-83A1-F6EECF244321}">
                <p14:modId xmlns:p14="http://schemas.microsoft.com/office/powerpoint/2010/main" val="268236311"/>
              </p:ext>
            </p:extLst>
          </p:nvPr>
        </p:nvGraphicFramePr>
        <p:xfrm>
          <a:off x="1940480" y="1417796"/>
          <a:ext cx="2381964" cy="433246"/>
        </p:xfrm>
        <a:graphic>
          <a:graphicData uri="http://schemas.openxmlformats.org/presentationml/2006/ole">
            <mc:AlternateContent xmlns:mc="http://schemas.openxmlformats.org/markup-compatibility/2006">
              <mc:Choice xmlns:v="urn:schemas-microsoft-com:vml" Requires="v">
                <p:oleObj spid="_x0000_s58265" name="Equation" r:id="rId5" imgW="1206360" imgH="228600" progId="Equation.DSMT4">
                  <p:embed/>
                </p:oleObj>
              </mc:Choice>
              <mc:Fallback>
                <p:oleObj name="Equation" r:id="rId5" imgW="1206360" imgH="228600" progId="Equation.DSMT4">
                  <p:embed/>
                  <p:pic>
                    <p:nvPicPr>
                      <p:cNvPr id="0" name="Object 5"/>
                      <p:cNvPicPr>
                        <a:picLocks noChangeAspect="1" noChangeArrowheads="1"/>
                      </p:cNvPicPr>
                      <p:nvPr/>
                    </p:nvPicPr>
                    <p:blipFill>
                      <a:blip r:embed="rId6"/>
                      <a:srcRect/>
                      <a:stretch>
                        <a:fillRect/>
                      </a:stretch>
                    </p:blipFill>
                    <p:spPr bwMode="auto">
                      <a:xfrm>
                        <a:off x="1940480" y="1417796"/>
                        <a:ext cx="2381964" cy="433246"/>
                      </a:xfrm>
                      <a:prstGeom prst="rect">
                        <a:avLst/>
                      </a:prstGeom>
                      <a:noFill/>
                      <a:extLst/>
                    </p:spPr>
                  </p:pic>
                </p:oleObj>
              </mc:Fallback>
            </mc:AlternateContent>
          </a:graphicData>
        </a:graphic>
      </p:graphicFrame>
      <p:graphicFrame>
        <p:nvGraphicFramePr>
          <p:cNvPr id="57350" name="Object 6"/>
          <p:cNvGraphicFramePr>
            <a:graphicFrameLocks noChangeAspect="1"/>
          </p:cNvGraphicFramePr>
          <p:nvPr>
            <p:extLst>
              <p:ext uri="{D42A27DB-BD31-4B8C-83A1-F6EECF244321}">
                <p14:modId xmlns:p14="http://schemas.microsoft.com/office/powerpoint/2010/main" val="2572505136"/>
              </p:ext>
            </p:extLst>
          </p:nvPr>
        </p:nvGraphicFramePr>
        <p:xfrm>
          <a:off x="4564856" y="1391126"/>
          <a:ext cx="2219325" cy="458391"/>
        </p:xfrm>
        <a:graphic>
          <a:graphicData uri="http://schemas.openxmlformats.org/presentationml/2006/ole">
            <mc:AlternateContent xmlns:mc="http://schemas.openxmlformats.org/markup-compatibility/2006">
              <mc:Choice xmlns:v="urn:schemas-microsoft-com:vml" Requires="v">
                <p:oleObj spid="_x0000_s58266" name="Equation" r:id="rId7" imgW="2311200" imgH="419040" progId="Equation.3">
                  <p:embed/>
                </p:oleObj>
              </mc:Choice>
              <mc:Fallback>
                <p:oleObj name="Equation" r:id="rId7" imgW="2311200" imgH="41904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64856" y="1391126"/>
                        <a:ext cx="2219325" cy="4583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7351" name="Object 7"/>
          <p:cNvGraphicFramePr>
            <a:graphicFrameLocks noChangeAspect="1"/>
          </p:cNvGraphicFramePr>
          <p:nvPr>
            <p:extLst>
              <p:ext uri="{D42A27DB-BD31-4B8C-83A1-F6EECF244321}">
                <p14:modId xmlns:p14="http://schemas.microsoft.com/office/powerpoint/2010/main" val="2468754663"/>
              </p:ext>
            </p:extLst>
          </p:nvPr>
        </p:nvGraphicFramePr>
        <p:xfrm>
          <a:off x="1950482" y="2149078"/>
          <a:ext cx="3089219" cy="517922"/>
        </p:xfrm>
        <a:graphic>
          <a:graphicData uri="http://schemas.openxmlformats.org/presentationml/2006/ole">
            <mc:AlternateContent xmlns:mc="http://schemas.openxmlformats.org/markup-compatibility/2006">
              <mc:Choice xmlns:v="urn:schemas-microsoft-com:vml" Requires="v">
                <p:oleObj spid="_x0000_s58267" name="Equation" r:id="rId9" imgW="1549080" imgH="253800" progId="Equation.DSMT4">
                  <p:embed/>
                </p:oleObj>
              </mc:Choice>
              <mc:Fallback>
                <p:oleObj name="Equation" r:id="rId9" imgW="1549080" imgH="253800" progId="Equation.DSMT4">
                  <p:embed/>
                  <p:pic>
                    <p:nvPicPr>
                      <p:cNvPr id="0" name="Object 7"/>
                      <p:cNvPicPr>
                        <a:picLocks noChangeAspect="1" noChangeArrowheads="1"/>
                      </p:cNvPicPr>
                      <p:nvPr/>
                    </p:nvPicPr>
                    <p:blipFill>
                      <a:blip r:embed="rId10"/>
                      <a:srcRect/>
                      <a:stretch>
                        <a:fillRect/>
                      </a:stretch>
                    </p:blipFill>
                    <p:spPr bwMode="auto">
                      <a:xfrm>
                        <a:off x="1950482" y="2149078"/>
                        <a:ext cx="3089219" cy="517922"/>
                      </a:xfrm>
                      <a:prstGeom prst="rect">
                        <a:avLst/>
                      </a:prstGeom>
                      <a:noFill/>
                      <a:extLst/>
                    </p:spPr>
                  </p:pic>
                </p:oleObj>
              </mc:Fallback>
            </mc:AlternateContent>
          </a:graphicData>
        </a:graphic>
      </p:graphicFrame>
      <p:graphicFrame>
        <p:nvGraphicFramePr>
          <p:cNvPr id="57352" name="Object 8"/>
          <p:cNvGraphicFramePr>
            <a:graphicFrameLocks noChangeAspect="1"/>
          </p:cNvGraphicFramePr>
          <p:nvPr>
            <p:extLst>
              <p:ext uri="{D42A27DB-BD31-4B8C-83A1-F6EECF244321}">
                <p14:modId xmlns:p14="http://schemas.microsoft.com/office/powerpoint/2010/main" val="1038294329"/>
              </p:ext>
            </p:extLst>
          </p:nvPr>
        </p:nvGraphicFramePr>
        <p:xfrm>
          <a:off x="2279339" y="3041094"/>
          <a:ext cx="3056643" cy="807006"/>
        </p:xfrm>
        <a:graphic>
          <a:graphicData uri="http://schemas.openxmlformats.org/presentationml/2006/ole">
            <mc:AlternateContent xmlns:mc="http://schemas.openxmlformats.org/markup-compatibility/2006">
              <mc:Choice xmlns:v="urn:schemas-microsoft-com:vml" Requires="v">
                <p:oleObj spid="_x0000_s58268" name="Equation" r:id="rId11" imgW="1917360" imgH="482400" progId="Equation.DSMT4">
                  <p:embed/>
                </p:oleObj>
              </mc:Choice>
              <mc:Fallback>
                <p:oleObj name="Equation" r:id="rId11" imgW="1917360" imgH="482400" progId="Equation.DSMT4">
                  <p:embed/>
                  <p:pic>
                    <p:nvPicPr>
                      <p:cNvPr id="0" name="Object 8"/>
                      <p:cNvPicPr>
                        <a:picLocks noChangeAspect="1" noChangeArrowheads="1"/>
                      </p:cNvPicPr>
                      <p:nvPr/>
                    </p:nvPicPr>
                    <p:blipFill>
                      <a:blip r:embed="rId12"/>
                      <a:srcRect/>
                      <a:stretch>
                        <a:fillRect/>
                      </a:stretch>
                    </p:blipFill>
                    <p:spPr bwMode="auto">
                      <a:xfrm>
                        <a:off x="2279339" y="3041094"/>
                        <a:ext cx="3056643" cy="807006"/>
                      </a:xfrm>
                      <a:prstGeom prst="rect">
                        <a:avLst/>
                      </a:prstGeom>
                      <a:noFill/>
                      <a:extLst/>
                    </p:spPr>
                  </p:pic>
                </p:oleObj>
              </mc:Fallback>
            </mc:AlternateContent>
          </a:graphicData>
        </a:graphic>
      </p:graphicFrame>
      <p:graphicFrame>
        <p:nvGraphicFramePr>
          <p:cNvPr id="57353" name="Object 9"/>
          <p:cNvGraphicFramePr>
            <a:graphicFrameLocks noChangeAspect="1"/>
          </p:cNvGraphicFramePr>
          <p:nvPr>
            <p:extLst>
              <p:ext uri="{D42A27DB-BD31-4B8C-83A1-F6EECF244321}">
                <p14:modId xmlns:p14="http://schemas.microsoft.com/office/powerpoint/2010/main" val="4169376936"/>
              </p:ext>
            </p:extLst>
          </p:nvPr>
        </p:nvGraphicFramePr>
        <p:xfrm>
          <a:off x="2080781" y="4145519"/>
          <a:ext cx="2672954" cy="473869"/>
        </p:xfrm>
        <a:graphic>
          <a:graphicData uri="http://schemas.openxmlformats.org/presentationml/2006/ole">
            <mc:AlternateContent xmlns:mc="http://schemas.openxmlformats.org/markup-compatibility/2006">
              <mc:Choice xmlns:v="urn:schemas-microsoft-com:vml" Requires="v">
                <p:oleObj spid="_x0000_s58269" name="Equation" r:id="rId13" imgW="1409400" imgH="253800" progId="Equation.DSMT4">
                  <p:embed/>
                </p:oleObj>
              </mc:Choice>
              <mc:Fallback>
                <p:oleObj name="Equation" r:id="rId13" imgW="1409400" imgH="253800" progId="Equation.DSMT4">
                  <p:embed/>
                  <p:pic>
                    <p:nvPicPr>
                      <p:cNvPr id="0" name="Object 9"/>
                      <p:cNvPicPr>
                        <a:picLocks noChangeAspect="1" noChangeArrowheads="1"/>
                      </p:cNvPicPr>
                      <p:nvPr/>
                    </p:nvPicPr>
                    <p:blipFill>
                      <a:blip r:embed="rId14"/>
                      <a:srcRect/>
                      <a:stretch>
                        <a:fillRect/>
                      </a:stretch>
                    </p:blipFill>
                    <p:spPr bwMode="auto">
                      <a:xfrm>
                        <a:off x="2080781" y="4145519"/>
                        <a:ext cx="2672954" cy="473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088" name="Text Box 10"/>
          <p:cNvSpPr txBox="1">
            <a:spLocks noChangeArrowheads="1"/>
          </p:cNvSpPr>
          <p:nvPr/>
        </p:nvSpPr>
        <p:spPr bwMode="auto">
          <a:xfrm>
            <a:off x="1526382" y="475060"/>
            <a:ext cx="828199" cy="461665"/>
          </a:xfrm>
          <a:prstGeom prst="rect">
            <a:avLst/>
          </a:prstGeom>
          <a:noFill/>
          <a:ln w="9525">
            <a:noFill/>
            <a:miter lim="800000"/>
            <a:headEnd/>
            <a:tailEnd/>
          </a:ln>
        </p:spPr>
        <p:txBody>
          <a:bodyPr wrap="square">
            <a:spAutoFit/>
          </a:bodyPr>
          <a:lstStyle/>
          <a:p>
            <a:r>
              <a:rPr lang="zh-CN" altLang="en-US" sz="2400" dirty="0">
                <a:solidFill>
                  <a:srgbClr val="CC0000"/>
                </a:solidFill>
                <a:ea typeface="宋体" charset="-122"/>
              </a:rPr>
              <a:t>解</a:t>
            </a:r>
            <a:r>
              <a:rPr lang="en-US" altLang="zh-CN" sz="2400" dirty="0">
                <a:solidFill>
                  <a:srgbClr val="CC0000"/>
                </a:solidFill>
                <a:ea typeface="宋体" charset="-122"/>
              </a:rPr>
              <a:t>:</a:t>
            </a:r>
            <a:endParaRPr lang="zh-CN" altLang="en-US" sz="2400" dirty="0">
              <a:solidFill>
                <a:srgbClr val="CC0000"/>
              </a:solidFill>
              <a:ea typeface="宋体"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57349"/>
                                        </p:tgtEl>
                                        <p:attrNameLst>
                                          <p:attrName>style.visibility</p:attrName>
                                        </p:attrNameLst>
                                      </p:cBhvr>
                                      <p:to>
                                        <p:strVal val="visible"/>
                                      </p:to>
                                    </p:set>
                                    <p:animEffect transition="in" filter="blinds(vertical)">
                                      <p:cBhvr>
                                        <p:cTn id="7" dur="500"/>
                                        <p:tgtEl>
                                          <p:spTgt spid="573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57350"/>
                                        </p:tgtEl>
                                        <p:attrNameLst>
                                          <p:attrName>style.visibility</p:attrName>
                                        </p:attrNameLst>
                                      </p:cBhvr>
                                      <p:to>
                                        <p:strVal val="visible"/>
                                      </p:to>
                                    </p:set>
                                    <p:animEffect transition="in" filter="blinds(vertical)">
                                      <p:cBhvr>
                                        <p:cTn id="12" dur="500"/>
                                        <p:tgtEl>
                                          <p:spTgt spid="5735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57351"/>
                                        </p:tgtEl>
                                        <p:attrNameLst>
                                          <p:attrName>style.visibility</p:attrName>
                                        </p:attrNameLst>
                                      </p:cBhvr>
                                      <p:to>
                                        <p:strVal val="visible"/>
                                      </p:to>
                                    </p:set>
                                    <p:animEffect transition="in" filter="box(in)">
                                      <p:cBhvr>
                                        <p:cTn id="17" dur="500"/>
                                        <p:tgtEl>
                                          <p:spTgt spid="5735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57352"/>
                                        </p:tgtEl>
                                        <p:attrNameLst>
                                          <p:attrName>style.visibility</p:attrName>
                                        </p:attrNameLst>
                                      </p:cBhvr>
                                      <p:to>
                                        <p:strVal val="visible"/>
                                      </p:to>
                                    </p:set>
                                    <p:animEffect transition="in" filter="blinds(vertical)">
                                      <p:cBhvr>
                                        <p:cTn id="22" dur="500"/>
                                        <p:tgtEl>
                                          <p:spTgt spid="5735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7353"/>
                                        </p:tgtEl>
                                        <p:attrNameLst>
                                          <p:attrName>style.visibility</p:attrName>
                                        </p:attrNameLst>
                                      </p:cBhvr>
                                      <p:to>
                                        <p:strVal val="visible"/>
                                      </p:to>
                                    </p:set>
                                    <p:animEffect transition="in" filter="blinds(horizontal)">
                                      <p:cBhvr>
                                        <p:cTn id="27" dur="500"/>
                                        <p:tgtEl>
                                          <p:spTgt spid="57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3"/>
          <p:cNvSpPr txBox="1">
            <a:spLocks noChangeArrowheads="1"/>
          </p:cNvSpPr>
          <p:nvPr/>
        </p:nvSpPr>
        <p:spPr bwMode="auto">
          <a:xfrm>
            <a:off x="1651890" y="284874"/>
            <a:ext cx="5957213" cy="480131"/>
          </a:xfrm>
          <a:prstGeom prst="rect">
            <a:avLst/>
          </a:prstGeom>
          <a:noFill/>
          <a:ln w="9525">
            <a:noFill/>
            <a:miter lim="800000"/>
            <a:headEnd/>
            <a:tailEnd/>
          </a:ln>
        </p:spPr>
        <p:txBody>
          <a:bodyPr wrap="square">
            <a:spAutoFit/>
          </a:bodyPr>
          <a:lstStyle/>
          <a:p>
            <a:pPr algn="ctr">
              <a:lnSpc>
                <a:spcPct val="120000"/>
              </a:lnSpc>
            </a:pPr>
            <a:r>
              <a:rPr lang="en-US" altLang="zh-CN" sz="2100" dirty="0">
                <a:latin typeface="Times New Roman" panose="02020603050405020304" pitchFamily="18" charset="0"/>
                <a:ea typeface="+mn-ea"/>
                <a:cs typeface="Times New Roman" panose="02020603050405020304" pitchFamily="18" charset="0"/>
              </a:rPr>
              <a:t>§12.8   </a:t>
            </a:r>
            <a:r>
              <a:rPr lang="zh-CN" altLang="en-US" sz="2100" dirty="0">
                <a:latin typeface="Times New Roman" panose="02020603050405020304" pitchFamily="18" charset="0"/>
                <a:ea typeface="+mn-ea"/>
                <a:cs typeface="Times New Roman" panose="02020603050405020304" pitchFamily="18" charset="0"/>
              </a:rPr>
              <a:t>气体分子的平均碰撞次数、平均自由程</a:t>
            </a:r>
          </a:p>
        </p:txBody>
      </p:sp>
      <p:pic>
        <p:nvPicPr>
          <p:cNvPr id="5" name="图片 4"/>
          <p:cNvPicPr>
            <a:picLocks noChangeAspect="1"/>
          </p:cNvPicPr>
          <p:nvPr/>
        </p:nvPicPr>
        <p:blipFill>
          <a:blip r:embed="rId3"/>
          <a:stretch>
            <a:fillRect/>
          </a:stretch>
        </p:blipFill>
        <p:spPr>
          <a:xfrm>
            <a:off x="1143000" y="742950"/>
            <a:ext cx="6858000" cy="4400551"/>
          </a:xfrm>
          <a:prstGeom prst="rect">
            <a:avLst/>
          </a:prstGeom>
        </p:spPr>
      </p:pic>
      <p:pic>
        <p:nvPicPr>
          <p:cNvPr id="6" name="图片 5"/>
          <p:cNvPicPr>
            <a:picLocks noChangeAspect="1"/>
          </p:cNvPicPr>
          <p:nvPr/>
        </p:nvPicPr>
        <p:blipFill>
          <a:blip r:embed="rId4">
            <a:clrChange>
              <a:clrFrom>
                <a:srgbClr val="999999"/>
              </a:clrFrom>
              <a:clrTo>
                <a:srgbClr val="999999">
                  <a:alpha val="0"/>
                </a:srgbClr>
              </a:clrTo>
            </a:clrChange>
            <a:extLst>
              <a:ext uri="{BEBA8EAE-BF5A-486C-A8C5-ECC9F3942E4B}">
                <a14:imgProps xmlns:a14="http://schemas.microsoft.com/office/drawing/2010/main">
                  <a14:imgLayer r:embed="rId5">
                    <a14:imgEffect>
                      <a14:saturation sat="66000"/>
                    </a14:imgEffect>
                    <a14:imgEffect>
                      <a14:brightnessContrast bright="-40000"/>
                    </a14:imgEffect>
                  </a14:imgLayer>
                </a14:imgProps>
              </a:ext>
            </a:extLst>
          </a:blip>
          <a:stretch>
            <a:fillRect/>
          </a:stretch>
        </p:blipFill>
        <p:spPr>
          <a:xfrm>
            <a:off x="6316028" y="3852510"/>
            <a:ext cx="206692" cy="363432"/>
          </a:xfrm>
          <a:prstGeom prst="rect">
            <a:avLst/>
          </a:prstGeom>
        </p:spPr>
      </p:pic>
      <p:graphicFrame>
        <p:nvGraphicFramePr>
          <p:cNvPr id="8" name="Object 9"/>
          <p:cNvGraphicFramePr>
            <a:graphicFrameLocks noChangeAspect="1"/>
          </p:cNvGraphicFramePr>
          <p:nvPr>
            <p:extLst>
              <p:ext uri="{D42A27DB-BD31-4B8C-83A1-F6EECF244321}">
                <p14:modId xmlns:p14="http://schemas.microsoft.com/office/powerpoint/2010/main" val="2220417080"/>
              </p:ext>
            </p:extLst>
          </p:nvPr>
        </p:nvGraphicFramePr>
        <p:xfrm>
          <a:off x="3639741" y="3717132"/>
          <a:ext cx="2456259" cy="473869"/>
        </p:xfrm>
        <a:graphic>
          <a:graphicData uri="http://schemas.openxmlformats.org/presentationml/2006/ole">
            <mc:AlternateContent xmlns:mc="http://schemas.openxmlformats.org/markup-compatibility/2006">
              <mc:Choice xmlns:v="urn:schemas-microsoft-com:vml" Requires="v">
                <p:oleObj spid="_x0000_s23638" name="Equation" r:id="rId6" imgW="1295280" imgH="253800" progId="Equation.DSMT4">
                  <p:embed/>
                </p:oleObj>
              </mc:Choice>
              <mc:Fallback>
                <p:oleObj name="Equation" r:id="rId6" imgW="1295280" imgH="253800" progId="Equation.DSMT4">
                  <p:embed/>
                  <p:pic>
                    <p:nvPicPr>
                      <p:cNvPr id="57353" name="Object 9"/>
                      <p:cNvPicPr>
                        <a:picLocks noChangeAspect="1" noChangeArrowheads="1"/>
                      </p:cNvPicPr>
                      <p:nvPr/>
                    </p:nvPicPr>
                    <p:blipFill>
                      <a:blip r:embed="rId7"/>
                      <a:srcRect/>
                      <a:stretch>
                        <a:fillRect/>
                      </a:stretch>
                    </p:blipFill>
                    <p:spPr bwMode="auto">
                      <a:xfrm>
                        <a:off x="3639741" y="3717132"/>
                        <a:ext cx="2456259" cy="4738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par>
                          <p:cTn id="21" fill="hold">
                            <p:stCondLst>
                              <p:cond delay="2000"/>
                            </p:stCondLst>
                            <p:childTnLst>
                              <p:par>
                                <p:cTn id="22" presetID="3" presetClass="entr" presetSubtype="1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linds(horizontal)">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80" name="Group 2"/>
          <p:cNvGrpSpPr>
            <a:grpSpLocks/>
          </p:cNvGrpSpPr>
          <p:nvPr/>
        </p:nvGrpSpPr>
        <p:grpSpPr bwMode="auto">
          <a:xfrm>
            <a:off x="768374" y="2700676"/>
            <a:ext cx="7905749" cy="2031207"/>
            <a:chOff x="-1016" y="1389"/>
            <a:chExt cx="6640" cy="1706"/>
          </a:xfrm>
        </p:grpSpPr>
        <p:grpSp>
          <p:nvGrpSpPr>
            <p:cNvPr id="24581" name="Group 3"/>
            <p:cNvGrpSpPr>
              <a:grpSpLocks/>
            </p:cNvGrpSpPr>
            <p:nvPr/>
          </p:nvGrpSpPr>
          <p:grpSpPr bwMode="auto">
            <a:xfrm>
              <a:off x="-1016" y="1389"/>
              <a:ext cx="6640" cy="1706"/>
              <a:chOff x="-1016" y="1389"/>
              <a:chExt cx="6640" cy="1706"/>
            </a:xfrm>
          </p:grpSpPr>
          <p:grpSp>
            <p:nvGrpSpPr>
              <p:cNvPr id="24582" name="Group 4"/>
              <p:cNvGrpSpPr>
                <a:grpSpLocks/>
              </p:cNvGrpSpPr>
              <p:nvPr/>
            </p:nvGrpSpPr>
            <p:grpSpPr bwMode="auto">
              <a:xfrm>
                <a:off x="-1016" y="1782"/>
                <a:ext cx="1769" cy="497"/>
                <a:chOff x="-504" y="2855"/>
                <a:chExt cx="1518" cy="497"/>
              </a:xfrm>
            </p:grpSpPr>
            <p:sp>
              <p:nvSpPr>
                <p:cNvPr id="71685" name="AutoShape 5"/>
                <p:cNvSpPr>
                  <a:spLocks noChangeArrowheads="1"/>
                </p:cNvSpPr>
                <p:nvPr/>
              </p:nvSpPr>
              <p:spPr bwMode="auto">
                <a:xfrm>
                  <a:off x="-504" y="2855"/>
                  <a:ext cx="1200" cy="497"/>
                </a:xfrm>
                <a:prstGeom prst="horizontalScroll">
                  <a:avLst>
                    <a:gd name="adj" fmla="val 15106"/>
                  </a:avLst>
                </a:prstGeom>
                <a:solidFill>
                  <a:schemeClr val="accent5">
                    <a:lumMod val="20000"/>
                    <a:lumOff val="80000"/>
                  </a:schemeClr>
                </a:solidFill>
                <a:ln w="9525">
                  <a:solidFill>
                    <a:schemeClr val="tx1"/>
                  </a:solidFill>
                  <a:round/>
                  <a:headEnd/>
                  <a:tailEnd/>
                </a:ln>
                <a:effectLst>
                  <a:outerShdw dist="107763" dir="13500000" algn="ctr" rotWithShape="0">
                    <a:srgbClr val="336600"/>
                  </a:outerShdw>
                </a:effectLst>
              </p:spPr>
              <p:txBody>
                <a:bodyPr anchor="ctr">
                  <a:spAutoFit/>
                </a:bodyPr>
                <a:lstStyle/>
                <a:p>
                  <a:pPr>
                    <a:defRPr/>
                  </a:pPr>
                  <a:endParaRPr lang="zh-CN" altLang="en-US" sz="2100">
                    <a:latin typeface="Times New Roman" panose="02020603050405020304" pitchFamily="18" charset="0"/>
                    <a:ea typeface="+mn-ea"/>
                    <a:cs typeface="Times New Roman" panose="02020603050405020304" pitchFamily="18" charset="0"/>
                  </a:endParaRPr>
                </a:p>
              </p:txBody>
            </p:sp>
            <p:sp>
              <p:nvSpPr>
                <p:cNvPr id="24585" name="Rectangle 6"/>
                <p:cNvSpPr>
                  <a:spLocks noChangeArrowheads="1"/>
                </p:cNvSpPr>
                <p:nvPr/>
              </p:nvSpPr>
              <p:spPr bwMode="auto">
                <a:xfrm>
                  <a:off x="-378" y="2929"/>
                  <a:ext cx="1392" cy="349"/>
                </a:xfrm>
                <a:prstGeom prst="rect">
                  <a:avLst/>
                </a:prstGeom>
                <a:noFill/>
                <a:ln w="9525">
                  <a:noFill/>
                  <a:miter lim="800000"/>
                  <a:headEnd/>
                  <a:tailEnd/>
                </a:ln>
              </p:spPr>
              <p:txBody>
                <a:bodyPr>
                  <a:spAutoFit/>
                </a:bodyPr>
                <a:lstStyle/>
                <a:p>
                  <a:r>
                    <a:rPr lang="zh-CN" altLang="en-US" sz="2100" dirty="0">
                      <a:solidFill>
                        <a:srgbClr val="000000"/>
                      </a:solidFill>
                      <a:latin typeface="Times New Roman" panose="02020603050405020304" pitchFamily="18" charset="0"/>
                      <a:ea typeface="+mn-ea"/>
                      <a:cs typeface="Times New Roman" panose="02020603050405020304" pitchFamily="18" charset="0"/>
                    </a:rPr>
                    <a:t>简化模型</a:t>
                  </a:r>
                </a:p>
              </p:txBody>
            </p:sp>
          </p:grpSp>
          <p:sp>
            <p:nvSpPr>
              <p:cNvPr id="24583" name="Text Box 7"/>
              <p:cNvSpPr txBox="1">
                <a:spLocks noChangeArrowheads="1"/>
              </p:cNvSpPr>
              <p:nvPr/>
            </p:nvSpPr>
            <p:spPr bwMode="auto">
              <a:xfrm>
                <a:off x="431" y="1389"/>
                <a:ext cx="5193" cy="1706"/>
              </a:xfrm>
              <a:prstGeom prst="rect">
                <a:avLst/>
              </a:prstGeom>
              <a:noFill/>
              <a:ln w="9525">
                <a:noFill/>
                <a:miter lim="800000"/>
                <a:headEnd/>
                <a:tailEnd/>
              </a:ln>
            </p:spPr>
            <p:txBody>
              <a:bodyPr>
                <a:spAutoFit/>
              </a:bodyPr>
              <a:lstStyle/>
              <a:p>
                <a:pPr>
                  <a:lnSpc>
                    <a:spcPct val="150000"/>
                  </a:lnSpc>
                </a:pPr>
                <a:r>
                  <a:rPr lang="en-US" altLang="zh-CN" sz="2100" dirty="0">
                    <a:solidFill>
                      <a:srgbClr val="CC0000"/>
                    </a:solidFill>
                    <a:latin typeface="Times New Roman" panose="02020603050405020304" pitchFamily="18" charset="0"/>
                    <a:ea typeface="+mn-ea"/>
                    <a:cs typeface="Times New Roman" panose="02020603050405020304" pitchFamily="18" charset="0"/>
                  </a:rPr>
                  <a:t> (1)</a:t>
                </a: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分子为刚性小球 </a:t>
                </a:r>
                <a:r>
                  <a:rPr lang="en-US" altLang="zh-CN" sz="2100" dirty="0">
                    <a:solidFill>
                      <a:srgbClr val="000000"/>
                    </a:solidFill>
                    <a:latin typeface="Times New Roman" panose="02020603050405020304" pitchFamily="18" charset="0"/>
                    <a:ea typeface="+mn-ea"/>
                    <a:cs typeface="Times New Roman" panose="02020603050405020304" pitchFamily="18" charset="0"/>
                  </a:rPr>
                  <a:t>.</a:t>
                </a:r>
              </a:p>
              <a:p>
                <a:pPr>
                  <a:lnSpc>
                    <a:spcPct val="150000"/>
                  </a:lnSpc>
                </a:pPr>
                <a:r>
                  <a:rPr lang="en-US" altLang="zh-CN" sz="2100" dirty="0">
                    <a:solidFill>
                      <a:srgbClr val="CC0000"/>
                    </a:solidFill>
                    <a:latin typeface="Times New Roman" panose="02020603050405020304" pitchFamily="18" charset="0"/>
                    <a:ea typeface="+mn-ea"/>
                    <a:cs typeface="Times New Roman" panose="02020603050405020304" pitchFamily="18" charset="0"/>
                  </a:rPr>
                  <a:t> (2)</a:t>
                </a: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分子有效直径为    </a:t>
                </a:r>
                <a:r>
                  <a:rPr lang="en-US" altLang="zh-CN" sz="2100" dirty="0">
                    <a:solidFill>
                      <a:srgbClr val="000000"/>
                    </a:solidFill>
                    <a:latin typeface="Times New Roman" panose="02020603050405020304" pitchFamily="18" charset="0"/>
                    <a:ea typeface="+mn-ea"/>
                    <a:cs typeface="Times New Roman" panose="02020603050405020304" pitchFamily="18" charset="0"/>
                  </a:rPr>
                  <a:t>.</a:t>
                </a:r>
              </a:p>
              <a:p>
                <a:pPr>
                  <a:lnSpc>
                    <a:spcPct val="150000"/>
                  </a:lnSpc>
                </a:pPr>
                <a:r>
                  <a:rPr lang="en-US" altLang="zh-CN" sz="2100" dirty="0">
                    <a:solidFill>
                      <a:srgbClr val="CC0000"/>
                    </a:solidFill>
                    <a:latin typeface="Times New Roman" panose="02020603050405020304" pitchFamily="18" charset="0"/>
                    <a:ea typeface="+mn-ea"/>
                    <a:cs typeface="Times New Roman" panose="02020603050405020304" pitchFamily="18" charset="0"/>
                  </a:rPr>
                  <a:t> (3)</a:t>
                </a: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其它分子皆静止，某分子以平均速率          </a:t>
                </a:r>
                <a:endParaRPr lang="en-US" altLang="zh-CN" sz="2100" dirty="0">
                  <a:solidFill>
                    <a:srgbClr val="000000"/>
                  </a:solidFill>
                  <a:latin typeface="Times New Roman" panose="02020603050405020304" pitchFamily="18" charset="0"/>
                  <a:ea typeface="+mn-ea"/>
                  <a:cs typeface="Times New Roman" panose="02020603050405020304" pitchFamily="18" charset="0"/>
                </a:endParaRPr>
              </a:p>
              <a:p>
                <a:pPr>
                  <a:lnSpc>
                    <a:spcPct val="150000"/>
                  </a:lnSpc>
                </a:pP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相对</a:t>
                </a:r>
                <a:r>
                  <a:rPr lang="zh-CN" altLang="en-US" sz="2100" dirty="0" smtClean="0">
                    <a:solidFill>
                      <a:srgbClr val="000000"/>
                    </a:solidFill>
                    <a:latin typeface="Times New Roman" panose="02020603050405020304" pitchFamily="18" charset="0"/>
                    <a:ea typeface="+mn-ea"/>
                    <a:cs typeface="Times New Roman" panose="02020603050405020304" pitchFamily="18" charset="0"/>
                  </a:rPr>
                  <a:t>其它分子</a:t>
                </a:r>
                <a:r>
                  <a:rPr lang="zh-CN" altLang="en-US" sz="2100" dirty="0">
                    <a:solidFill>
                      <a:srgbClr val="000000"/>
                    </a:solidFill>
                    <a:latin typeface="Times New Roman" panose="02020603050405020304" pitchFamily="18" charset="0"/>
                    <a:ea typeface="+mn-ea"/>
                    <a:cs typeface="Times New Roman" panose="02020603050405020304" pitchFamily="18" charset="0"/>
                  </a:rPr>
                  <a:t>运动 </a:t>
                </a:r>
                <a:r>
                  <a:rPr lang="en-US" altLang="zh-CN" sz="2100" dirty="0">
                    <a:solidFill>
                      <a:srgbClr val="000000"/>
                    </a:solidFill>
                    <a:latin typeface="Times New Roman" panose="02020603050405020304" pitchFamily="18" charset="0"/>
                    <a:ea typeface="+mn-ea"/>
                    <a:cs typeface="Times New Roman" panose="02020603050405020304" pitchFamily="18" charset="0"/>
                  </a:rPr>
                  <a:t>.</a:t>
                </a:r>
              </a:p>
            </p:txBody>
          </p:sp>
          <p:graphicFrame>
            <p:nvGraphicFramePr>
              <p:cNvPr id="24579" name="Object 3"/>
              <p:cNvGraphicFramePr>
                <a:graphicFrameLocks noChangeAspect="1"/>
              </p:cNvGraphicFramePr>
              <p:nvPr>
                <p:extLst>
                  <p:ext uri="{D42A27DB-BD31-4B8C-83A1-F6EECF244321}">
                    <p14:modId xmlns:p14="http://schemas.microsoft.com/office/powerpoint/2010/main" val="2144876080"/>
                  </p:ext>
                </p:extLst>
              </p:nvPr>
            </p:nvGraphicFramePr>
            <p:xfrm>
              <a:off x="2471" y="1893"/>
              <a:ext cx="200" cy="273"/>
            </p:xfrm>
            <a:graphic>
              <a:graphicData uri="http://schemas.openxmlformats.org/presentationml/2006/ole">
                <mc:AlternateContent xmlns:mc="http://schemas.openxmlformats.org/markup-compatibility/2006">
                  <mc:Choice xmlns:v="urn:schemas-microsoft-com:vml" Requires="v">
                    <p:oleObj spid="_x0000_s24884" name="Equation" r:id="rId3" imgW="190440" imgH="253800" progId="Equation.3">
                      <p:embed/>
                    </p:oleObj>
                  </mc:Choice>
                  <mc:Fallback>
                    <p:oleObj name="Equation" r:id="rId3" imgW="190440" imgH="253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1" y="1893"/>
                            <a:ext cx="200" cy="2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4578" name="Object 2"/>
            <p:cNvGraphicFramePr>
              <a:graphicFrameLocks noChangeAspect="1"/>
            </p:cNvGraphicFramePr>
            <p:nvPr>
              <p:extLst>
                <p:ext uri="{D42A27DB-BD31-4B8C-83A1-F6EECF244321}">
                  <p14:modId xmlns:p14="http://schemas.microsoft.com/office/powerpoint/2010/main" val="1981384071"/>
                </p:ext>
              </p:extLst>
            </p:nvPr>
          </p:nvGraphicFramePr>
          <p:xfrm>
            <a:off x="4483" y="2275"/>
            <a:ext cx="243" cy="372"/>
          </p:xfrm>
          <a:graphic>
            <a:graphicData uri="http://schemas.openxmlformats.org/presentationml/2006/ole">
              <mc:AlternateContent xmlns:mc="http://schemas.openxmlformats.org/markup-compatibility/2006">
                <mc:Choice xmlns:v="urn:schemas-microsoft-com:vml" Requires="v">
                  <p:oleObj spid="_x0000_s24885" name="公式" r:id="rId5" imgW="139680" imgH="215640" progId="Equation.3">
                    <p:embed/>
                  </p:oleObj>
                </mc:Choice>
                <mc:Fallback>
                  <p:oleObj name="公式" r:id="rId5" imgW="139680" imgH="21564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3" y="2275"/>
                          <a:ext cx="243" cy="3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 name="Text Box 2"/>
          <p:cNvSpPr txBox="1">
            <a:spLocks noChangeArrowheads="1"/>
          </p:cNvSpPr>
          <p:nvPr/>
        </p:nvSpPr>
        <p:spPr bwMode="auto">
          <a:xfrm>
            <a:off x="514957" y="2089083"/>
            <a:ext cx="8629043" cy="480131"/>
          </a:xfrm>
          <a:prstGeom prst="rect">
            <a:avLst/>
          </a:prstGeom>
          <a:noFill/>
          <a:ln w="9525">
            <a:noFill/>
            <a:miter lim="800000"/>
            <a:headEnd/>
            <a:tailEnd/>
          </a:ln>
        </p:spPr>
        <p:txBody>
          <a:bodyPr wrap="square">
            <a:spAutoFit/>
          </a:bodyPr>
          <a:lstStyle/>
          <a:p>
            <a:pPr>
              <a:lnSpc>
                <a:spcPct val="120000"/>
              </a:lnSpc>
              <a:spcBef>
                <a:spcPct val="50000"/>
              </a:spcBef>
            </a:pPr>
            <a:r>
              <a:rPr lang="zh-CN" altLang="en-US" sz="2100" dirty="0" smtClean="0">
                <a:solidFill>
                  <a:srgbClr val="CC0000"/>
                </a:solidFill>
                <a:latin typeface="Times New Roman" panose="02020603050405020304" pitchFamily="18" charset="0"/>
                <a:ea typeface="+mn-ea"/>
                <a:cs typeface="Times New Roman" panose="02020603050405020304" pitchFamily="18" charset="0"/>
              </a:rPr>
              <a:t>平均</a:t>
            </a:r>
            <a:r>
              <a:rPr lang="zh-CN" altLang="en-US" sz="2100" dirty="0">
                <a:solidFill>
                  <a:srgbClr val="CC0000"/>
                </a:solidFill>
                <a:latin typeface="Times New Roman" panose="02020603050405020304" pitchFamily="18" charset="0"/>
                <a:ea typeface="+mn-ea"/>
                <a:cs typeface="Times New Roman" panose="02020603050405020304" pitchFamily="18" charset="0"/>
              </a:rPr>
              <a:t>碰撞次数</a:t>
            </a:r>
            <a:r>
              <a:rPr lang="zh-CN" altLang="en-US" sz="2100" dirty="0" smtClean="0">
                <a:solidFill>
                  <a:srgbClr val="000000"/>
                </a:solidFill>
                <a:latin typeface="Times New Roman" panose="02020603050405020304" pitchFamily="18" charset="0"/>
                <a:ea typeface="+mn-ea"/>
                <a:cs typeface="Times New Roman" panose="02020603050405020304" pitchFamily="18" charset="0"/>
              </a:rPr>
              <a:t>：单位</a:t>
            </a:r>
            <a:r>
              <a:rPr lang="zh-CN" altLang="en-US" sz="2100" dirty="0">
                <a:solidFill>
                  <a:srgbClr val="000000"/>
                </a:solidFill>
                <a:latin typeface="Times New Roman" panose="02020603050405020304" pitchFamily="18" charset="0"/>
                <a:ea typeface="+mn-ea"/>
                <a:cs typeface="Times New Roman" panose="02020603050405020304" pitchFamily="18" charset="0"/>
              </a:rPr>
              <a:t>时间内一个分子和其它</a:t>
            </a:r>
            <a:r>
              <a:rPr lang="zh-CN" altLang="en-US" sz="2100" dirty="0" smtClean="0">
                <a:solidFill>
                  <a:srgbClr val="000000"/>
                </a:solidFill>
                <a:latin typeface="Times New Roman" panose="02020603050405020304" pitchFamily="18" charset="0"/>
                <a:ea typeface="+mn-ea"/>
                <a:cs typeface="Times New Roman" panose="02020603050405020304" pitchFamily="18" charset="0"/>
              </a:rPr>
              <a:t>分子</a:t>
            </a:r>
            <a:r>
              <a:rPr lang="zh-CN" altLang="en-US" sz="2100" dirty="0">
                <a:solidFill>
                  <a:srgbClr val="000000"/>
                </a:solidFill>
                <a:latin typeface="Times New Roman" panose="02020603050405020304" pitchFamily="18" charset="0"/>
                <a:ea typeface="+mn-ea"/>
                <a:cs typeface="Times New Roman" panose="02020603050405020304" pitchFamily="18" charset="0"/>
              </a:rPr>
              <a:t>碰撞的平均次数</a:t>
            </a:r>
            <a:r>
              <a:rPr lang="en-US" altLang="zh-CN" sz="2100" dirty="0">
                <a:solidFill>
                  <a:srgbClr val="000000"/>
                </a:solidFill>
                <a:latin typeface="Times New Roman" panose="02020603050405020304" pitchFamily="18" charset="0"/>
                <a:ea typeface="+mn-ea"/>
                <a:cs typeface="Times New Roman" panose="02020603050405020304" pitchFamily="18" charset="0"/>
              </a:rPr>
              <a:t>.</a:t>
            </a:r>
          </a:p>
        </p:txBody>
      </p:sp>
      <p:sp>
        <p:nvSpPr>
          <p:cNvPr id="11" name="Rectangle 3"/>
          <p:cNvSpPr>
            <a:spLocks noChangeArrowheads="1"/>
          </p:cNvSpPr>
          <p:nvPr/>
        </p:nvSpPr>
        <p:spPr bwMode="auto">
          <a:xfrm>
            <a:off x="514957" y="1353666"/>
            <a:ext cx="8629043" cy="480131"/>
          </a:xfrm>
          <a:prstGeom prst="rect">
            <a:avLst/>
          </a:prstGeom>
          <a:noFill/>
          <a:ln w="9525">
            <a:noFill/>
            <a:miter lim="800000"/>
            <a:headEnd/>
            <a:tailEnd/>
          </a:ln>
        </p:spPr>
        <p:txBody>
          <a:bodyPr wrap="square">
            <a:spAutoFit/>
          </a:bodyPr>
          <a:lstStyle/>
          <a:p>
            <a:pPr>
              <a:lnSpc>
                <a:spcPct val="120000"/>
              </a:lnSpc>
              <a:spcBef>
                <a:spcPct val="50000"/>
              </a:spcBef>
            </a:pPr>
            <a:r>
              <a:rPr lang="zh-CN" altLang="en-US" sz="2100" dirty="0" smtClean="0">
                <a:solidFill>
                  <a:srgbClr val="CC0000"/>
                </a:solidFill>
                <a:latin typeface="Times New Roman" panose="02020603050405020304" pitchFamily="18" charset="0"/>
                <a:ea typeface="+mn-ea"/>
                <a:cs typeface="Times New Roman" panose="02020603050405020304" pitchFamily="18" charset="0"/>
              </a:rPr>
              <a:t>平均自由程</a:t>
            </a:r>
            <a:r>
              <a:rPr lang="zh-CN" altLang="en-US" sz="2100" dirty="0" smtClean="0">
                <a:solidFill>
                  <a:srgbClr val="000000"/>
                </a:solidFill>
                <a:latin typeface="Times New Roman" panose="02020603050405020304" pitchFamily="18" charset="0"/>
                <a:ea typeface="+mn-ea"/>
                <a:cs typeface="Times New Roman" panose="02020603050405020304" pitchFamily="18" charset="0"/>
              </a:rPr>
              <a:t>：每</a:t>
            </a:r>
            <a:r>
              <a:rPr lang="zh-CN" altLang="en-US" sz="2100" dirty="0">
                <a:solidFill>
                  <a:srgbClr val="000000"/>
                </a:solidFill>
                <a:latin typeface="Times New Roman" panose="02020603050405020304" pitchFamily="18" charset="0"/>
                <a:ea typeface="+mn-ea"/>
                <a:cs typeface="Times New Roman" panose="02020603050405020304" pitchFamily="18" charset="0"/>
              </a:rPr>
              <a:t>两次连续碰撞之间，一个</a:t>
            </a:r>
            <a:r>
              <a:rPr lang="zh-CN" altLang="en-US" sz="2100" dirty="0" smtClean="0">
                <a:solidFill>
                  <a:srgbClr val="000000"/>
                </a:solidFill>
                <a:latin typeface="Times New Roman" panose="02020603050405020304" pitchFamily="18" charset="0"/>
                <a:ea typeface="+mn-ea"/>
                <a:cs typeface="Times New Roman" panose="02020603050405020304" pitchFamily="18" charset="0"/>
              </a:rPr>
              <a:t>分子自由</a:t>
            </a:r>
            <a:r>
              <a:rPr lang="zh-CN" altLang="en-US" sz="2100" dirty="0">
                <a:solidFill>
                  <a:srgbClr val="000000"/>
                </a:solidFill>
                <a:latin typeface="Times New Roman" panose="02020603050405020304" pitchFamily="18" charset="0"/>
                <a:ea typeface="+mn-ea"/>
                <a:cs typeface="Times New Roman" panose="02020603050405020304" pitchFamily="18" charset="0"/>
              </a:rPr>
              <a:t>运动的平均路程</a:t>
            </a:r>
            <a:r>
              <a:rPr lang="en-US" altLang="zh-CN" sz="2100" dirty="0">
                <a:solidFill>
                  <a:srgbClr val="000000"/>
                </a:solidFill>
                <a:latin typeface="Times New Roman" panose="02020603050405020304" pitchFamily="18" charset="0"/>
                <a:ea typeface="+mn-ea"/>
                <a:cs typeface="Times New Roman" panose="02020603050405020304" pitchFamily="18" charset="0"/>
              </a:rPr>
              <a:t>.</a:t>
            </a:r>
          </a:p>
        </p:txBody>
      </p:sp>
      <p:sp>
        <p:nvSpPr>
          <p:cNvPr id="12" name="Text Box 13"/>
          <p:cNvSpPr txBox="1">
            <a:spLocks noChangeArrowheads="1"/>
          </p:cNvSpPr>
          <p:nvPr/>
        </p:nvSpPr>
        <p:spPr bwMode="auto">
          <a:xfrm>
            <a:off x="1718565" y="494424"/>
            <a:ext cx="5957213" cy="480131"/>
          </a:xfrm>
          <a:prstGeom prst="rect">
            <a:avLst/>
          </a:prstGeom>
          <a:noFill/>
          <a:ln w="9525">
            <a:noFill/>
            <a:miter lim="800000"/>
            <a:headEnd/>
            <a:tailEnd/>
          </a:ln>
        </p:spPr>
        <p:txBody>
          <a:bodyPr wrap="square">
            <a:spAutoFit/>
          </a:bodyPr>
          <a:lstStyle/>
          <a:p>
            <a:pPr algn="ctr">
              <a:lnSpc>
                <a:spcPct val="120000"/>
              </a:lnSpc>
            </a:pPr>
            <a:r>
              <a:rPr lang="en-US" altLang="zh-CN" sz="2100" dirty="0">
                <a:latin typeface="Times New Roman" panose="02020603050405020304" pitchFamily="18" charset="0"/>
                <a:ea typeface="+mn-ea"/>
                <a:cs typeface="Times New Roman" panose="02020603050405020304" pitchFamily="18" charset="0"/>
              </a:rPr>
              <a:t>§12.8   </a:t>
            </a:r>
            <a:r>
              <a:rPr lang="zh-CN" altLang="en-US" sz="2100" dirty="0">
                <a:latin typeface="Times New Roman" panose="02020603050405020304" pitchFamily="18" charset="0"/>
                <a:ea typeface="+mn-ea"/>
                <a:cs typeface="Times New Roman" panose="02020603050405020304" pitchFamily="18" charset="0"/>
              </a:rPr>
              <a:t>气体分子的平均碰撞次数、平均自由程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580"/>
                                        </p:tgtEl>
                                        <p:attrNameLst>
                                          <p:attrName>style.visibility</p:attrName>
                                        </p:attrNameLst>
                                      </p:cBhvr>
                                      <p:to>
                                        <p:strVal val="visible"/>
                                      </p:to>
                                    </p:set>
                                    <p:animEffect transition="in" filter="wipe(left)">
                                      <p:cBhvr>
                                        <p:cTn id="12" dur="500"/>
                                        <p:tgtEl>
                                          <p:spTgt spid="24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Text Box 3"/>
          <p:cNvSpPr txBox="1">
            <a:spLocks noChangeArrowheads="1"/>
          </p:cNvSpPr>
          <p:nvPr/>
        </p:nvSpPr>
        <p:spPr bwMode="auto">
          <a:xfrm>
            <a:off x="1871662" y="3976018"/>
            <a:ext cx="3835004" cy="535531"/>
          </a:xfrm>
          <a:prstGeom prst="rect">
            <a:avLst/>
          </a:prstGeom>
          <a:noFill/>
          <a:ln w="9525">
            <a:noFill/>
            <a:miter lim="800000"/>
            <a:headEnd/>
            <a:tailEnd/>
          </a:ln>
        </p:spPr>
        <p:txBody>
          <a:bodyPr>
            <a:spAutoFit/>
          </a:bodyPr>
          <a:lstStyle/>
          <a:p>
            <a:pPr>
              <a:lnSpc>
                <a:spcPct val="120000"/>
              </a:lnSpc>
              <a:spcBef>
                <a:spcPct val="50000"/>
              </a:spcBef>
            </a:pPr>
            <a:r>
              <a:rPr lang="zh-CN" altLang="en-US" sz="2400" dirty="0">
                <a:solidFill>
                  <a:srgbClr val="0000FF"/>
                </a:solidFill>
              </a:rPr>
              <a:t>单位时间</a:t>
            </a:r>
            <a:r>
              <a:rPr lang="zh-CN" altLang="en-US" sz="2400" dirty="0">
                <a:solidFill>
                  <a:srgbClr val="000000"/>
                </a:solidFill>
              </a:rPr>
              <a:t>内平均碰撞次数：</a:t>
            </a:r>
          </a:p>
        </p:txBody>
      </p:sp>
      <p:graphicFrame>
        <p:nvGraphicFramePr>
          <p:cNvPr id="60420" name="Object 2"/>
          <p:cNvGraphicFramePr>
            <a:graphicFrameLocks noChangeAspect="1"/>
          </p:cNvGraphicFramePr>
          <p:nvPr/>
        </p:nvGraphicFramePr>
        <p:xfrm>
          <a:off x="5543550" y="4033764"/>
          <a:ext cx="1728788" cy="482203"/>
        </p:xfrm>
        <a:graphic>
          <a:graphicData uri="http://schemas.openxmlformats.org/presentationml/2006/ole">
            <mc:AlternateContent xmlns:mc="http://schemas.openxmlformats.org/markup-compatibility/2006">
              <mc:Choice xmlns:v="urn:schemas-microsoft-com:vml" Requires="v">
                <p:oleObj spid="_x0000_s25792" name="公式" r:id="rId5" imgW="761760" imgH="228600" progId="Equation.3">
                  <p:embed/>
                </p:oleObj>
              </mc:Choice>
              <mc:Fallback>
                <p:oleObj name="公式" r:id="rId5" imgW="761760" imgH="2286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43550" y="4033764"/>
                        <a:ext cx="1728788" cy="4822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碰撞">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1871662" y="477570"/>
            <a:ext cx="5454529" cy="2997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9"/>
                                        </p:tgtEl>
                                        <p:attrNameLst>
                                          <p:attrName>style.visibility</p:attrName>
                                        </p:attrNameLst>
                                      </p:cBhvr>
                                      <p:to>
                                        <p:strVal val="visible"/>
                                      </p:to>
                                    </p:set>
                                    <p:animEffect transition="in" filter="blinds(horizontal)">
                                      <p:cBhvr>
                                        <p:cTn id="7" dur="500"/>
                                        <p:tgtEl>
                                          <p:spTgt spid="6041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0420"/>
                                        </p:tgtEl>
                                        <p:attrNameLst>
                                          <p:attrName>style.visibility</p:attrName>
                                        </p:attrNameLst>
                                      </p:cBhvr>
                                      <p:to>
                                        <p:strVal val="visible"/>
                                      </p:to>
                                    </p:set>
                                    <p:animEffect transition="in" filter="blinds(horizontal)">
                                      <p:cBhvr>
                                        <p:cTn id="12" dur="500"/>
                                        <p:tgtEl>
                                          <p:spTgt spid="6042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3" restart="whenNotActive" fill="hold" evtFilter="cancelBubble" nodeType="interactiveSeq">
                <p:stCondLst>
                  <p:cond evt="onClick" delay="0">
                    <p:tgtEl>
                      <p:spTgt spid="3"/>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3"/>
                                        </p:tgtEl>
                                      </p:cBhvr>
                                    </p:cmd>
                                  </p:childTnLst>
                                </p:cTn>
                              </p:par>
                            </p:childTnLst>
                          </p:cTn>
                        </p:par>
                      </p:childTnLst>
                    </p:cTn>
                  </p:par>
                </p:childTnLst>
              </p:cTn>
              <p:nextCondLst>
                <p:cond evt="onClick" delay="0">
                  <p:tgtEl>
                    <p:spTgt spid="3"/>
                  </p:tgtEl>
                </p:cond>
              </p:nextCondLst>
            </p:seq>
            <p:video>
              <p:cMediaNode vol="80000">
                <p:cTn id="18" fill="hold" display="0">
                  <p:stCondLst>
                    <p:cond delay="indefinite"/>
                  </p:stCondLst>
                </p:cTn>
                <p:tgtEl>
                  <p:spTgt spid="3"/>
                </p:tgtEl>
              </p:cMediaNode>
            </p:video>
          </p:childTnLst>
        </p:cTn>
      </p:par>
    </p:tnLst>
    <p:bldLst>
      <p:bldP spid="604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658" name="Object 2"/>
          <p:cNvGraphicFramePr>
            <a:graphicFrameLocks noGrp="1" noChangeAspect="1"/>
          </p:cNvGraphicFramePr>
          <p:nvPr>
            <p:ph sz="half" idx="1"/>
            <p:extLst>
              <p:ext uri="{D42A27DB-BD31-4B8C-83A1-F6EECF244321}">
                <p14:modId xmlns:p14="http://schemas.microsoft.com/office/powerpoint/2010/main" val="1159929109"/>
              </p:ext>
            </p:extLst>
          </p:nvPr>
        </p:nvGraphicFramePr>
        <p:xfrm>
          <a:off x="2861072" y="4084797"/>
          <a:ext cx="2250988" cy="570101"/>
        </p:xfrm>
        <a:graphic>
          <a:graphicData uri="http://schemas.openxmlformats.org/presentationml/2006/ole">
            <mc:AlternateContent xmlns:mc="http://schemas.openxmlformats.org/markup-compatibility/2006">
              <mc:Choice xmlns:v="urn:schemas-microsoft-com:vml" Requires="v">
                <p:oleObj spid="_x0000_s26817" name="Equation" r:id="rId3" imgW="952200" imgH="241200" progId="Equation.DSMT4">
                  <p:embed/>
                </p:oleObj>
              </mc:Choice>
              <mc:Fallback>
                <p:oleObj name="Equation" r:id="rId3" imgW="952200" imgH="241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1072" y="4084797"/>
                        <a:ext cx="2250988" cy="570101"/>
                      </a:xfrm>
                      <a:prstGeom prst="rect">
                        <a:avLst/>
                      </a:prstGeom>
                      <a:gradFill rotWithShape="0">
                        <a:gsLst>
                          <a:gs pos="0">
                            <a:schemeClr val="accent1">
                              <a:alpha val="24001"/>
                            </a:schemeClr>
                          </a:gs>
                          <a:gs pos="50000">
                            <a:srgbClr val="FFFFFF"/>
                          </a:gs>
                          <a:gs pos="100000">
                            <a:schemeClr val="accent1">
                              <a:alpha val="24001"/>
                            </a:schemeClr>
                          </a:gs>
                        </a:gsLst>
                        <a:lin ang="5400000" scaled="1"/>
                      </a:gradFill>
                      <a:ln w="6350">
                        <a:solidFill>
                          <a:schemeClr val="tx1"/>
                        </a:solidFill>
                        <a:miter lim="800000"/>
                        <a:headEnd/>
                        <a:tailEnd/>
                      </a:ln>
                    </p:spPr>
                  </p:pic>
                </p:oleObj>
              </mc:Fallback>
            </mc:AlternateContent>
          </a:graphicData>
        </a:graphic>
      </p:graphicFrame>
      <p:sp>
        <p:nvSpPr>
          <p:cNvPr id="70660" name="Text Box 4"/>
          <p:cNvSpPr txBox="1">
            <a:spLocks noChangeArrowheads="1"/>
          </p:cNvSpPr>
          <p:nvPr/>
        </p:nvSpPr>
        <p:spPr bwMode="auto">
          <a:xfrm>
            <a:off x="1546771" y="3403923"/>
            <a:ext cx="6049565" cy="461665"/>
          </a:xfrm>
          <a:prstGeom prst="rect">
            <a:avLst/>
          </a:prstGeom>
          <a:noFill/>
          <a:ln w="9525">
            <a:noFill/>
            <a:miter lim="800000"/>
            <a:headEnd/>
            <a:tailEnd/>
          </a:ln>
        </p:spPr>
        <p:txBody>
          <a:bodyPr>
            <a:spAutoFit/>
          </a:bodyPr>
          <a:lstStyle/>
          <a:p>
            <a:pPr>
              <a:spcBef>
                <a:spcPct val="50000"/>
              </a:spcBef>
              <a:buFontTx/>
              <a:buBlip>
                <a:blip r:embed="rId5"/>
              </a:buBlip>
            </a:pPr>
            <a:r>
              <a:rPr lang="en-US" altLang="zh-CN" sz="2400" dirty="0">
                <a:solidFill>
                  <a:srgbClr val="000000"/>
                </a:solidFill>
              </a:rPr>
              <a:t> </a:t>
            </a:r>
            <a:r>
              <a:rPr lang="zh-CN" altLang="en-US" sz="2400" dirty="0">
                <a:solidFill>
                  <a:srgbClr val="000000"/>
                </a:solidFill>
              </a:rPr>
              <a:t>考虑其它分子的运动</a:t>
            </a:r>
            <a:r>
              <a:rPr lang="zh-CN" altLang="en-US" sz="2400" dirty="0">
                <a:solidFill>
                  <a:srgbClr val="000000"/>
                </a:solidFill>
                <a:latin typeface="Times New Roman" pitchFamily="18" charset="0"/>
              </a:rPr>
              <a:t>，</a:t>
            </a:r>
            <a:r>
              <a:rPr lang="zh-CN" altLang="en-US" sz="2400" dirty="0">
                <a:solidFill>
                  <a:srgbClr val="000000"/>
                </a:solidFill>
              </a:rPr>
              <a:t>分子平均碰撞次数</a:t>
            </a:r>
          </a:p>
        </p:txBody>
      </p:sp>
      <p:pic>
        <p:nvPicPr>
          <p:cNvPr id="3" name="图片 2"/>
          <p:cNvPicPr>
            <a:picLocks noChangeAspect="1"/>
          </p:cNvPicPr>
          <p:nvPr/>
        </p:nvPicPr>
        <p:blipFill>
          <a:blip r:embed="rId6"/>
          <a:stretch>
            <a:fillRect/>
          </a:stretch>
        </p:blipFill>
        <p:spPr>
          <a:xfrm>
            <a:off x="2046173" y="314136"/>
            <a:ext cx="5261147" cy="28329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animEffect transition="in" filter="blinds(horizontal)">
                                      <p:cBhvr>
                                        <p:cTn id="7" dur="500"/>
                                        <p:tgtEl>
                                          <p:spTgt spid="7066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70658"/>
                                        </p:tgtEl>
                                        <p:attrNameLst>
                                          <p:attrName>style.visibility</p:attrName>
                                        </p:attrNameLst>
                                      </p:cBhvr>
                                      <p:to>
                                        <p:strVal val="visible"/>
                                      </p:to>
                                    </p:set>
                                    <p:animEffect transition="in" filter="blinds(vertical)">
                                      <p:cBhvr>
                                        <p:cTn id="12" dur="500"/>
                                        <p:tgtEl>
                                          <p:spTgt spid="70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55" name="Group 5"/>
          <p:cNvGrpSpPr>
            <a:grpSpLocks/>
          </p:cNvGrpSpPr>
          <p:nvPr/>
        </p:nvGrpSpPr>
        <p:grpSpPr bwMode="auto">
          <a:xfrm>
            <a:off x="1385646" y="577197"/>
            <a:ext cx="3195784" cy="1573409"/>
            <a:chOff x="240" y="2544"/>
            <a:chExt cx="2736" cy="1342"/>
          </a:xfrm>
        </p:grpSpPr>
        <p:sp>
          <p:nvSpPr>
            <p:cNvPr id="27659" name="Text Box 6"/>
            <p:cNvSpPr txBox="1">
              <a:spLocks noChangeArrowheads="1"/>
            </p:cNvSpPr>
            <p:nvPr/>
          </p:nvSpPr>
          <p:spPr bwMode="auto">
            <a:xfrm>
              <a:off x="240" y="2544"/>
              <a:ext cx="2736" cy="394"/>
            </a:xfrm>
            <a:prstGeom prst="rect">
              <a:avLst/>
            </a:prstGeom>
            <a:noFill/>
            <a:ln w="9525">
              <a:noFill/>
              <a:miter lim="800000"/>
              <a:headEnd/>
              <a:tailEnd/>
            </a:ln>
          </p:spPr>
          <p:txBody>
            <a:bodyPr>
              <a:spAutoFit/>
            </a:bodyPr>
            <a:lstStyle/>
            <a:p>
              <a:pPr>
                <a:spcBef>
                  <a:spcPct val="50000"/>
                </a:spcBef>
                <a:buFontTx/>
                <a:buBlip>
                  <a:blip r:embed="rId3"/>
                </a:buBlip>
              </a:pPr>
              <a:r>
                <a:rPr lang="zh-CN" altLang="en-US" sz="2400" dirty="0">
                  <a:solidFill>
                    <a:srgbClr val="000000"/>
                  </a:solidFill>
                </a:rPr>
                <a:t> 平均自由程</a:t>
              </a:r>
              <a:r>
                <a:rPr lang="zh-CN" altLang="en-US" sz="2400" dirty="0">
                  <a:solidFill>
                    <a:srgbClr val="1C1C1C"/>
                  </a:solidFill>
                </a:rPr>
                <a:t> </a:t>
              </a:r>
            </a:p>
          </p:txBody>
        </p:sp>
        <p:graphicFrame>
          <p:nvGraphicFramePr>
            <p:cNvPr id="27654" name="Object 6"/>
            <p:cNvGraphicFramePr>
              <a:graphicFrameLocks noChangeAspect="1"/>
            </p:cNvGraphicFramePr>
            <p:nvPr>
              <p:extLst>
                <p:ext uri="{D42A27DB-BD31-4B8C-83A1-F6EECF244321}">
                  <p14:modId xmlns:p14="http://schemas.microsoft.com/office/powerpoint/2010/main" val="2109332725"/>
                </p:ext>
              </p:extLst>
            </p:nvPr>
          </p:nvGraphicFramePr>
          <p:xfrm>
            <a:off x="547" y="3143"/>
            <a:ext cx="1063" cy="743"/>
          </p:xfrm>
          <a:graphic>
            <a:graphicData uri="http://schemas.openxmlformats.org/presentationml/2006/ole">
              <mc:AlternateContent xmlns:mc="http://schemas.openxmlformats.org/markup-compatibility/2006">
                <mc:Choice xmlns:v="urn:schemas-microsoft-com:vml" Requires="v">
                  <p:oleObj spid="_x0000_s28562" name="Equation" r:id="rId4" imgW="596880" imgH="393480" progId="Equation.DSMT4">
                    <p:embed/>
                  </p:oleObj>
                </mc:Choice>
                <mc:Fallback>
                  <p:oleObj name="Equation" r:id="rId4" imgW="596880" imgH="393480" progId="Equation.DSMT4">
                    <p:embed/>
                    <p:pic>
                      <p:nvPicPr>
                        <p:cNvPr id="0" name="Object 6"/>
                        <p:cNvPicPr>
                          <a:picLocks noChangeAspect="1" noChangeArrowheads="1"/>
                        </p:cNvPicPr>
                        <p:nvPr/>
                      </p:nvPicPr>
                      <p:blipFill>
                        <a:blip r:embed="rId5"/>
                        <a:srcRect/>
                        <a:stretch>
                          <a:fillRect/>
                        </a:stretch>
                      </p:blipFill>
                      <p:spPr bwMode="auto">
                        <a:xfrm>
                          <a:off x="547" y="3143"/>
                          <a:ext cx="1063" cy="7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61448" name="Object 2"/>
          <p:cNvGraphicFramePr>
            <a:graphicFrameLocks noChangeAspect="1"/>
          </p:cNvGraphicFramePr>
          <p:nvPr>
            <p:extLst>
              <p:ext uri="{D42A27DB-BD31-4B8C-83A1-F6EECF244321}">
                <p14:modId xmlns:p14="http://schemas.microsoft.com/office/powerpoint/2010/main" val="2530096514"/>
              </p:ext>
            </p:extLst>
          </p:nvPr>
        </p:nvGraphicFramePr>
        <p:xfrm>
          <a:off x="5034596" y="1752466"/>
          <a:ext cx="1802987" cy="521401"/>
        </p:xfrm>
        <a:graphic>
          <a:graphicData uri="http://schemas.openxmlformats.org/presentationml/2006/ole">
            <mc:AlternateContent xmlns:mc="http://schemas.openxmlformats.org/markup-compatibility/2006">
              <mc:Choice xmlns:v="urn:schemas-microsoft-com:vml" Requires="v">
                <p:oleObj spid="_x0000_s28563" name="公式" r:id="rId6" imgW="545760" imgH="203040" progId="Equation.3">
                  <p:embed/>
                </p:oleObj>
              </mc:Choice>
              <mc:Fallback>
                <p:oleObj name="公式" r:id="rId6" imgW="545760" imgH="203040"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34596" y="1752466"/>
                        <a:ext cx="1802987" cy="52140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49" name="Object 3"/>
          <p:cNvGraphicFramePr>
            <a:graphicFrameLocks noChangeAspect="1"/>
          </p:cNvGraphicFramePr>
          <p:nvPr>
            <p:extLst>
              <p:ext uri="{D42A27DB-BD31-4B8C-83A1-F6EECF244321}">
                <p14:modId xmlns:p14="http://schemas.microsoft.com/office/powerpoint/2010/main" val="1003830059"/>
              </p:ext>
            </p:extLst>
          </p:nvPr>
        </p:nvGraphicFramePr>
        <p:xfrm>
          <a:off x="1809843" y="3122859"/>
          <a:ext cx="2022641" cy="1083067"/>
        </p:xfrm>
        <a:graphic>
          <a:graphicData uri="http://schemas.openxmlformats.org/presentationml/2006/ole">
            <mc:AlternateContent xmlns:mc="http://schemas.openxmlformats.org/markup-compatibility/2006">
              <mc:Choice xmlns:v="urn:schemas-microsoft-com:vml" Requires="v">
                <p:oleObj spid="_x0000_s28564" name="Equation" r:id="rId8" imgW="888840" imgH="444240" progId="Equation.DSMT4">
                  <p:embed/>
                </p:oleObj>
              </mc:Choice>
              <mc:Fallback>
                <p:oleObj name="Equation" r:id="rId8" imgW="888840" imgH="444240" progId="Equation.DSMT4">
                  <p:embed/>
                  <p:pic>
                    <p:nvPicPr>
                      <p:cNvPr id="0" name="Object 3"/>
                      <p:cNvPicPr>
                        <a:picLocks noChangeAspect="1" noChangeArrowheads="1"/>
                      </p:cNvPicPr>
                      <p:nvPr/>
                    </p:nvPicPr>
                    <p:blipFill>
                      <a:blip r:embed="rId9"/>
                      <a:srcRect/>
                      <a:stretch>
                        <a:fillRect/>
                      </a:stretch>
                    </p:blipFill>
                    <p:spPr bwMode="auto">
                      <a:xfrm>
                        <a:off x="1809843" y="3122859"/>
                        <a:ext cx="2022641" cy="1083067"/>
                      </a:xfrm>
                      <a:prstGeom prst="rect">
                        <a:avLst/>
                      </a:prstGeom>
                      <a:noFill/>
                      <a:ln w="6350">
                        <a:noFill/>
                        <a:miter lim="800000"/>
                        <a:headEnd/>
                        <a:tailEnd/>
                      </a:ln>
                    </p:spPr>
                  </p:pic>
                </p:oleObj>
              </mc:Fallback>
            </mc:AlternateContent>
          </a:graphicData>
        </a:graphic>
      </p:graphicFrame>
      <p:grpSp>
        <p:nvGrpSpPr>
          <p:cNvPr id="3" name="Group 19"/>
          <p:cNvGrpSpPr>
            <a:grpSpLocks/>
          </p:cNvGrpSpPr>
          <p:nvPr/>
        </p:nvGrpSpPr>
        <p:grpSpPr bwMode="auto">
          <a:xfrm>
            <a:off x="4221506" y="3973864"/>
            <a:ext cx="2535519" cy="461901"/>
            <a:chOff x="3107" y="2739"/>
            <a:chExt cx="1977" cy="354"/>
          </a:xfrm>
        </p:grpSpPr>
        <p:sp>
          <p:nvSpPr>
            <p:cNvPr id="27658" name="Text Box 13"/>
            <p:cNvSpPr txBox="1">
              <a:spLocks noChangeArrowheads="1"/>
            </p:cNvSpPr>
            <p:nvPr/>
          </p:nvSpPr>
          <p:spPr bwMode="auto">
            <a:xfrm>
              <a:off x="3107" y="2739"/>
              <a:ext cx="1488" cy="354"/>
            </a:xfrm>
            <a:prstGeom prst="rect">
              <a:avLst/>
            </a:prstGeom>
            <a:noFill/>
            <a:ln w="9525">
              <a:noFill/>
              <a:miter lim="800000"/>
              <a:headEnd/>
              <a:tailEnd/>
            </a:ln>
          </p:spPr>
          <p:txBody>
            <a:bodyPr>
              <a:spAutoFit/>
            </a:bodyPr>
            <a:lstStyle/>
            <a:p>
              <a:pPr>
                <a:spcBef>
                  <a:spcPct val="50000"/>
                </a:spcBef>
              </a:pPr>
              <a:r>
                <a:rPr lang="en-US" altLang="zh-CN" sz="2100" i="1">
                  <a:solidFill>
                    <a:srgbClr val="000000"/>
                  </a:solidFill>
                  <a:latin typeface="Times New Roman" pitchFamily="18" charset="0"/>
                </a:rPr>
                <a:t>   </a:t>
              </a:r>
              <a:r>
                <a:rPr lang="en-US" altLang="zh-CN" sz="2400" i="1">
                  <a:solidFill>
                    <a:srgbClr val="000000"/>
                  </a:solidFill>
                  <a:latin typeface="Times New Roman" pitchFamily="18" charset="0"/>
                </a:rPr>
                <a:t>p </a:t>
              </a:r>
              <a:r>
                <a:rPr lang="zh-CN" altLang="en-US" sz="2400">
                  <a:solidFill>
                    <a:srgbClr val="000000"/>
                  </a:solidFill>
                </a:rPr>
                <a:t>一定时</a:t>
              </a:r>
            </a:p>
          </p:txBody>
        </p:sp>
        <p:graphicFrame>
          <p:nvGraphicFramePr>
            <p:cNvPr id="27653" name="Object 5"/>
            <p:cNvGraphicFramePr>
              <a:graphicFrameLocks noChangeAspect="1"/>
            </p:cNvGraphicFramePr>
            <p:nvPr>
              <p:extLst>
                <p:ext uri="{D42A27DB-BD31-4B8C-83A1-F6EECF244321}">
                  <p14:modId xmlns:p14="http://schemas.microsoft.com/office/powerpoint/2010/main" val="1576240859"/>
                </p:ext>
              </p:extLst>
            </p:nvPr>
          </p:nvGraphicFramePr>
          <p:xfrm>
            <a:off x="4309" y="2765"/>
            <a:ext cx="775" cy="321"/>
          </p:xfrm>
          <a:graphic>
            <a:graphicData uri="http://schemas.openxmlformats.org/presentationml/2006/ole">
              <mc:AlternateContent xmlns:mc="http://schemas.openxmlformats.org/markup-compatibility/2006">
                <mc:Choice xmlns:v="urn:schemas-microsoft-com:vml" Requires="v">
                  <p:oleObj spid="_x0000_s28565" name="公式" r:id="rId10" imgW="419040" imgH="203040" progId="Equation.3">
                    <p:embed/>
                  </p:oleObj>
                </mc:Choice>
                <mc:Fallback>
                  <p:oleObj name="公式" r:id="rId10" imgW="419040" imgH="203040" progId="Equation.3">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09" y="2765"/>
                          <a:ext cx="775" cy="321"/>
                        </a:xfrm>
                        <a:prstGeom prst="rect">
                          <a:avLst/>
                        </a:prstGeom>
                        <a:noFill/>
                        <a:extLst/>
                      </p:spPr>
                    </p:pic>
                  </p:oleObj>
                </mc:Fallback>
              </mc:AlternateContent>
            </a:graphicData>
          </a:graphic>
        </p:graphicFrame>
      </p:grpSp>
      <p:sp>
        <p:nvSpPr>
          <p:cNvPr id="12" name="AutoShape 14"/>
          <p:cNvSpPr>
            <a:spLocks/>
          </p:cNvSpPr>
          <p:nvPr/>
        </p:nvSpPr>
        <p:spPr bwMode="auto">
          <a:xfrm>
            <a:off x="4185505" y="3102843"/>
            <a:ext cx="142875" cy="1189843"/>
          </a:xfrm>
          <a:prstGeom prst="leftBrace">
            <a:avLst>
              <a:gd name="adj1" fmla="val 50000"/>
              <a:gd name="adj2" fmla="val 50000"/>
            </a:avLst>
          </a:prstGeom>
          <a:noFill/>
          <a:ln w="19050">
            <a:solidFill>
              <a:srgbClr val="0000FF"/>
            </a:solidFill>
            <a:round/>
            <a:headEnd/>
            <a:tailEnd/>
          </a:ln>
        </p:spPr>
        <p:txBody>
          <a:bodyPr wrap="none" anchor="ctr"/>
          <a:lstStyle/>
          <a:p>
            <a:endParaRPr lang="zh-CN" altLang="en-US"/>
          </a:p>
        </p:txBody>
      </p:sp>
      <p:grpSp>
        <p:nvGrpSpPr>
          <p:cNvPr id="2" name="组合 1"/>
          <p:cNvGrpSpPr/>
          <p:nvPr/>
        </p:nvGrpSpPr>
        <p:grpSpPr>
          <a:xfrm>
            <a:off x="4185880" y="2782540"/>
            <a:ext cx="2481509" cy="867678"/>
            <a:chOff x="5004048" y="3764478"/>
            <a:chExt cx="3308679" cy="1156904"/>
          </a:xfrm>
        </p:grpSpPr>
        <p:sp>
          <p:nvSpPr>
            <p:cNvPr id="13" name="Text Box 11"/>
            <p:cNvSpPr txBox="1">
              <a:spLocks noChangeArrowheads="1"/>
            </p:cNvSpPr>
            <p:nvPr/>
          </p:nvSpPr>
          <p:spPr bwMode="auto">
            <a:xfrm>
              <a:off x="5004048" y="4015969"/>
              <a:ext cx="2421714" cy="615553"/>
            </a:xfrm>
            <a:prstGeom prst="rect">
              <a:avLst/>
            </a:prstGeom>
            <a:noFill/>
            <a:ln w="9525">
              <a:noFill/>
              <a:miter lim="800000"/>
              <a:headEnd/>
              <a:tailEnd/>
            </a:ln>
          </p:spPr>
          <p:txBody>
            <a:bodyPr>
              <a:spAutoFit/>
            </a:bodyPr>
            <a:lstStyle/>
            <a:p>
              <a:pPr>
                <a:spcBef>
                  <a:spcPct val="50000"/>
                </a:spcBef>
              </a:pPr>
              <a:r>
                <a:rPr lang="en-US" altLang="zh-CN" sz="2100" i="1" dirty="0">
                  <a:solidFill>
                    <a:srgbClr val="000000"/>
                  </a:solidFill>
                  <a:latin typeface="Times New Roman" pitchFamily="18" charset="0"/>
                </a:rPr>
                <a:t>   </a:t>
              </a:r>
              <a:r>
                <a:rPr lang="en-US" altLang="zh-CN" sz="2400" i="1" dirty="0">
                  <a:solidFill>
                    <a:srgbClr val="000000"/>
                  </a:solidFill>
                  <a:latin typeface="Times New Roman" pitchFamily="18" charset="0"/>
                </a:rPr>
                <a:t>T </a:t>
              </a:r>
              <a:r>
                <a:rPr lang="zh-CN" altLang="en-US" sz="2400" dirty="0">
                  <a:solidFill>
                    <a:srgbClr val="000000"/>
                  </a:solidFill>
                </a:rPr>
                <a:t>一定时</a:t>
              </a:r>
            </a:p>
          </p:txBody>
        </p:sp>
        <p:graphicFrame>
          <p:nvGraphicFramePr>
            <p:cNvPr id="14" name="Object 4"/>
            <p:cNvGraphicFramePr>
              <a:graphicFrameLocks noChangeAspect="1"/>
            </p:cNvGraphicFramePr>
            <p:nvPr>
              <p:extLst>
                <p:ext uri="{D42A27DB-BD31-4B8C-83A1-F6EECF244321}">
                  <p14:modId xmlns:p14="http://schemas.microsoft.com/office/powerpoint/2010/main" val="3084540165"/>
                </p:ext>
              </p:extLst>
            </p:nvPr>
          </p:nvGraphicFramePr>
          <p:xfrm>
            <a:off x="7054671" y="3764478"/>
            <a:ext cx="1258056" cy="1156904"/>
          </p:xfrm>
          <a:graphic>
            <a:graphicData uri="http://schemas.openxmlformats.org/presentationml/2006/ole">
              <mc:AlternateContent xmlns:mc="http://schemas.openxmlformats.org/markup-compatibility/2006">
                <mc:Choice xmlns:v="urn:schemas-microsoft-com:vml" Requires="v">
                  <p:oleObj spid="_x0000_s28566" name="Equation" r:id="rId12" imgW="698400" imgH="660240" progId="Equation.3">
                    <p:embed/>
                  </p:oleObj>
                </mc:Choice>
                <mc:Fallback>
                  <p:oleObj name="Equation" r:id="rId12" imgW="698400" imgH="66024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54671" y="3764478"/>
                          <a:ext cx="1258056" cy="1156904"/>
                        </a:xfrm>
                        <a:prstGeom prst="rect">
                          <a:avLst/>
                        </a:prstGeom>
                        <a:noFill/>
                        <a:extLst/>
                      </p:spPr>
                    </p:pic>
                  </p:oleObj>
                </mc:Fallback>
              </mc:AlternateContent>
            </a:graphicData>
          </a:graphic>
        </p:graphicFrame>
      </p:grpSp>
      <p:graphicFrame>
        <p:nvGraphicFramePr>
          <p:cNvPr id="4" name="对象 3"/>
          <p:cNvGraphicFramePr>
            <a:graphicFrameLocks noGrp="1" noChangeAspect="1"/>
          </p:cNvGraphicFramePr>
          <p:nvPr>
            <p:extLst>
              <p:ext uri="{D42A27DB-BD31-4B8C-83A1-F6EECF244321}">
                <p14:modId xmlns:p14="http://schemas.microsoft.com/office/powerpoint/2010/main" val="18335372"/>
              </p:ext>
            </p:extLst>
          </p:nvPr>
        </p:nvGraphicFramePr>
        <p:xfrm>
          <a:off x="5025351" y="1129400"/>
          <a:ext cx="2251472" cy="570310"/>
        </p:xfrm>
        <a:graphic>
          <a:graphicData uri="http://schemas.openxmlformats.org/presentationml/2006/ole">
            <mc:AlternateContent xmlns:mc="http://schemas.openxmlformats.org/markup-compatibility/2006">
              <mc:Choice xmlns:v="urn:schemas-microsoft-com:vml" Requires="v">
                <p:oleObj spid="_x0000_s28567" name="Equation" r:id="rId14" imgW="952087" imgH="241195" progId="Equation.DSMT4">
                  <p:embed/>
                </p:oleObj>
              </mc:Choice>
              <mc:Fallback>
                <p:oleObj name="Equation" r:id="rId14" imgW="952087" imgH="241195" progId="Equation.DSMT4">
                  <p:embed/>
                  <p:pic>
                    <p:nvPicPr>
                      <p:cNvPr id="0" name="Object 2"/>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25351" y="1129400"/>
                        <a:ext cx="2251472" cy="570310"/>
                      </a:xfrm>
                      <a:prstGeom prst="rect">
                        <a:avLst/>
                      </a:prstGeom>
                      <a:noFill/>
                      <a:ln w="6350">
                        <a:solidFill>
                          <a:srgbClr val="C00000"/>
                        </a:solidFill>
                        <a:miter lim="800000"/>
                        <a:headEnd/>
                        <a:tailEnd/>
                      </a:ln>
                    </p:spPr>
                  </p:pic>
                </p:oleObj>
              </mc:Fallback>
            </mc:AlternateContent>
          </a:graphicData>
        </a:graphic>
      </p:graphicFrame>
      <p:graphicFrame>
        <p:nvGraphicFramePr>
          <p:cNvPr id="17" name="Object 6"/>
          <p:cNvGraphicFramePr>
            <a:graphicFrameLocks noChangeAspect="1"/>
          </p:cNvGraphicFramePr>
          <p:nvPr>
            <p:extLst>
              <p:ext uri="{D42A27DB-BD31-4B8C-83A1-F6EECF244321}">
                <p14:modId xmlns:p14="http://schemas.microsoft.com/office/powerpoint/2010/main" val="351343328"/>
              </p:ext>
            </p:extLst>
          </p:nvPr>
        </p:nvGraphicFramePr>
        <p:xfrm>
          <a:off x="2959116" y="1264723"/>
          <a:ext cx="1504950" cy="983456"/>
        </p:xfrm>
        <a:graphic>
          <a:graphicData uri="http://schemas.openxmlformats.org/presentationml/2006/ole">
            <mc:AlternateContent xmlns:mc="http://schemas.openxmlformats.org/markup-compatibility/2006">
              <mc:Choice xmlns:v="urn:schemas-microsoft-com:vml" Requires="v">
                <p:oleObj spid="_x0000_s28568" name="Equation" r:id="rId16" imgW="723600" imgH="444240" progId="Equation.DSMT4">
                  <p:embed/>
                </p:oleObj>
              </mc:Choice>
              <mc:Fallback>
                <p:oleObj name="Equation" r:id="rId16" imgW="723600" imgH="444240" progId="Equation.DSMT4">
                  <p:embed/>
                  <p:pic>
                    <p:nvPicPr>
                      <p:cNvPr id="0" name=""/>
                      <p:cNvPicPr>
                        <a:picLocks noChangeAspect="1" noChangeArrowheads="1"/>
                      </p:cNvPicPr>
                      <p:nvPr/>
                    </p:nvPicPr>
                    <p:blipFill>
                      <a:blip r:embed="rId17"/>
                      <a:srcRect/>
                      <a:stretch>
                        <a:fillRect/>
                      </a:stretch>
                    </p:blipFill>
                    <p:spPr bwMode="auto">
                      <a:xfrm>
                        <a:off x="2959116" y="1264723"/>
                        <a:ext cx="1504950" cy="9834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61448"/>
                                        </p:tgtEl>
                                        <p:attrNameLst>
                                          <p:attrName>style.visibility</p:attrName>
                                        </p:attrNameLst>
                                      </p:cBhvr>
                                      <p:to>
                                        <p:strVal val="visible"/>
                                      </p:to>
                                    </p:set>
                                    <p:animEffect transition="in" filter="blinds(vertical)">
                                      <p:cBhvr>
                                        <p:cTn id="17" dur="500"/>
                                        <p:tgtEl>
                                          <p:spTgt spid="6144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61449"/>
                                        </p:tgtEl>
                                        <p:attrNameLst>
                                          <p:attrName>style.visibility</p:attrName>
                                        </p:attrNameLst>
                                      </p:cBhvr>
                                      <p:to>
                                        <p:strVal val="visible"/>
                                      </p:to>
                                    </p:set>
                                    <p:animEffect transition="in" filter="blinds(vertical)">
                                      <p:cBhvr>
                                        <p:cTn id="22" dur="500"/>
                                        <p:tgtEl>
                                          <p:spTgt spid="6144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376740" y="123099"/>
            <a:ext cx="6312533" cy="1546577"/>
            <a:chOff x="311653" y="164132"/>
            <a:chExt cx="8416711" cy="2062102"/>
          </a:xfrm>
        </p:grpSpPr>
        <p:sp>
          <p:nvSpPr>
            <p:cNvPr id="28678" name="Text Box 7"/>
            <p:cNvSpPr txBox="1">
              <a:spLocks noChangeArrowheads="1"/>
            </p:cNvSpPr>
            <p:nvPr/>
          </p:nvSpPr>
          <p:spPr bwMode="auto">
            <a:xfrm>
              <a:off x="311653" y="164132"/>
              <a:ext cx="8416711" cy="2062102"/>
            </a:xfrm>
            <a:prstGeom prst="rect">
              <a:avLst/>
            </a:prstGeom>
            <a:noFill/>
            <a:ln w="9525">
              <a:noFill/>
              <a:miter lim="800000"/>
              <a:headEnd/>
              <a:tailEnd/>
            </a:ln>
          </p:spPr>
          <p:txBody>
            <a:bodyPr wrap="square">
              <a:spAutoFit/>
            </a:bodyPr>
            <a:lstStyle/>
            <a:p>
              <a:pPr>
                <a:lnSpc>
                  <a:spcPct val="150000"/>
                </a:lnSpc>
                <a:spcBef>
                  <a:spcPct val="50000"/>
                </a:spcBef>
              </a:pPr>
              <a:r>
                <a:rPr lang="zh-CN" altLang="en-US" sz="2100" dirty="0">
                  <a:solidFill>
                    <a:srgbClr val="C00000"/>
                  </a:solidFill>
                  <a:latin typeface="Times New Roman" panose="02020603050405020304" pitchFamily="18" charset="0"/>
                  <a:ea typeface="+mn-ea"/>
                  <a:cs typeface="Times New Roman" panose="02020603050405020304" pitchFamily="18" charset="0"/>
                </a:rPr>
                <a:t>例</a:t>
              </a:r>
              <a:r>
                <a:rPr lang="en-US" altLang="zh-CN" sz="2100" dirty="0">
                  <a:solidFill>
                    <a:srgbClr val="C00000"/>
                  </a:solidFill>
                  <a:latin typeface="Times New Roman" panose="02020603050405020304" pitchFamily="18" charset="0"/>
                  <a:ea typeface="+mn-ea"/>
                  <a:cs typeface="Times New Roman" panose="02020603050405020304" pitchFamily="18" charset="0"/>
                </a:rPr>
                <a:t>4</a:t>
              </a:r>
              <a:r>
                <a:rPr lang="zh-CN" altLang="en-US" sz="2100" dirty="0">
                  <a:solidFill>
                    <a:srgbClr val="C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试估计下列两种情况下空气分子的平均自由程</a:t>
              </a:r>
              <a:r>
                <a:rPr lang="en-US" altLang="zh-CN" sz="2100" dirty="0">
                  <a:solidFill>
                    <a:srgbClr val="000000"/>
                  </a:solidFill>
                  <a:latin typeface="Times New Roman" panose="02020603050405020304" pitchFamily="18" charset="0"/>
                  <a:ea typeface="+mn-ea"/>
                  <a:cs typeface="Times New Roman" panose="02020603050405020304" pitchFamily="18" charset="0"/>
                </a:rPr>
                <a:t>:  </a:t>
              </a:r>
              <a:br>
                <a:rPr lang="en-US" altLang="zh-CN" sz="2100" dirty="0">
                  <a:solidFill>
                    <a:srgbClr val="000000"/>
                  </a:solidFill>
                  <a:latin typeface="Times New Roman" panose="02020603050405020304" pitchFamily="18" charset="0"/>
                  <a:ea typeface="+mn-ea"/>
                  <a:cs typeface="Times New Roman" panose="02020603050405020304" pitchFamily="18" charset="0"/>
                </a:rPr>
              </a:b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CC0000"/>
                  </a:solidFill>
                  <a:latin typeface="Times New Roman" panose="02020603050405020304" pitchFamily="18" charset="0"/>
                  <a:ea typeface="+mn-ea"/>
                  <a:cs typeface="Times New Roman" panose="02020603050405020304" pitchFamily="18" charset="0"/>
                </a:rPr>
                <a:t>（</a:t>
              </a:r>
              <a:r>
                <a:rPr lang="en-US" altLang="zh-CN" sz="2100" dirty="0">
                  <a:solidFill>
                    <a:srgbClr val="CC0000"/>
                  </a:solidFill>
                  <a:latin typeface="Times New Roman" panose="02020603050405020304" pitchFamily="18" charset="0"/>
                  <a:ea typeface="+mn-ea"/>
                  <a:cs typeface="Times New Roman" panose="02020603050405020304" pitchFamily="18" charset="0"/>
                </a:rPr>
                <a:t>1</a:t>
              </a:r>
              <a:r>
                <a:rPr lang="zh-CN" altLang="en-US" sz="2100" dirty="0">
                  <a:solidFill>
                    <a:srgbClr val="CC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 </a:t>
              </a:r>
              <a:r>
                <a:rPr lang="en-US" altLang="zh-CN" sz="2100" dirty="0">
                  <a:solidFill>
                    <a:srgbClr val="000000"/>
                  </a:solidFill>
                  <a:latin typeface="Times New Roman" panose="02020603050405020304" pitchFamily="18" charset="0"/>
                  <a:ea typeface="+mn-ea"/>
                  <a:cs typeface="Times New Roman" panose="02020603050405020304" pitchFamily="18" charset="0"/>
                </a:rPr>
                <a:t/>
              </a:r>
              <a:br>
                <a:rPr lang="en-US" altLang="zh-CN" sz="2100" dirty="0">
                  <a:solidFill>
                    <a:srgbClr val="000000"/>
                  </a:solidFill>
                  <a:latin typeface="Times New Roman" panose="02020603050405020304" pitchFamily="18" charset="0"/>
                  <a:ea typeface="+mn-ea"/>
                  <a:cs typeface="Times New Roman" panose="02020603050405020304" pitchFamily="18" charset="0"/>
                </a:rPr>
              </a:b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CC0000"/>
                  </a:solidFill>
                  <a:latin typeface="Times New Roman" panose="02020603050405020304" pitchFamily="18" charset="0"/>
                  <a:ea typeface="+mn-ea"/>
                  <a:cs typeface="Times New Roman" panose="02020603050405020304" pitchFamily="18" charset="0"/>
                </a:rPr>
                <a:t>（</a:t>
              </a:r>
              <a:r>
                <a:rPr lang="en-US" altLang="zh-CN" sz="2100" dirty="0">
                  <a:solidFill>
                    <a:srgbClr val="CC0000"/>
                  </a:solidFill>
                  <a:latin typeface="Times New Roman" panose="02020603050405020304" pitchFamily="18" charset="0"/>
                  <a:ea typeface="+mn-ea"/>
                  <a:cs typeface="Times New Roman" panose="02020603050405020304" pitchFamily="18" charset="0"/>
                </a:rPr>
                <a:t>2</a:t>
              </a:r>
              <a:r>
                <a:rPr lang="zh-CN" altLang="en-US" sz="2100" dirty="0">
                  <a:solidFill>
                    <a:srgbClr val="CC0000"/>
                  </a:solidFill>
                  <a:latin typeface="Times New Roman" panose="02020603050405020304" pitchFamily="18" charset="0"/>
                  <a:ea typeface="+mn-ea"/>
                  <a:cs typeface="Times New Roman" panose="02020603050405020304" pitchFamily="18" charset="0"/>
                </a:rPr>
                <a:t>）</a:t>
              </a:r>
              <a:endParaRPr lang="en-US" altLang="zh-CN" sz="2100" dirty="0">
                <a:solidFill>
                  <a:srgbClr val="000000"/>
                </a:solidFill>
                <a:latin typeface="Times New Roman" panose="02020603050405020304" pitchFamily="18" charset="0"/>
                <a:ea typeface="+mn-ea"/>
                <a:cs typeface="Times New Roman" panose="02020603050405020304" pitchFamily="18" charset="0"/>
              </a:endParaRPr>
            </a:p>
          </p:txBody>
        </p:sp>
        <p:graphicFrame>
          <p:nvGraphicFramePr>
            <p:cNvPr id="28674" name="Object 2"/>
            <p:cNvGraphicFramePr>
              <a:graphicFrameLocks noChangeAspect="1"/>
            </p:cNvGraphicFramePr>
            <p:nvPr>
              <p:extLst>
                <p:ext uri="{D42A27DB-BD31-4B8C-83A1-F6EECF244321}">
                  <p14:modId xmlns:p14="http://schemas.microsoft.com/office/powerpoint/2010/main" val="1541283528"/>
                </p:ext>
              </p:extLst>
            </p:nvPr>
          </p:nvGraphicFramePr>
          <p:xfrm>
            <a:off x="1842610" y="903613"/>
            <a:ext cx="3341677" cy="551361"/>
          </p:xfrm>
          <a:graphic>
            <a:graphicData uri="http://schemas.openxmlformats.org/presentationml/2006/ole">
              <mc:AlternateContent xmlns:mc="http://schemas.openxmlformats.org/markup-compatibility/2006">
                <mc:Choice xmlns:v="urn:schemas-microsoft-com:vml" Requires="v">
                  <p:oleObj spid="_x0000_s29591" name="Equation" r:id="rId3" imgW="1307880" imgH="215640" progId="Equation.DSMT4">
                    <p:embed/>
                  </p:oleObj>
                </mc:Choice>
                <mc:Fallback>
                  <p:oleObj name="Equation" r:id="rId3" imgW="1307880" imgH="215640" progId="Equation.DSMT4">
                    <p:embed/>
                    <p:pic>
                      <p:nvPicPr>
                        <p:cNvPr id="0" name="Object 2"/>
                        <p:cNvPicPr>
                          <a:picLocks noChangeAspect="1" noChangeArrowheads="1"/>
                        </p:cNvPicPr>
                        <p:nvPr/>
                      </p:nvPicPr>
                      <p:blipFill>
                        <a:blip r:embed="rId4"/>
                        <a:srcRect/>
                        <a:stretch>
                          <a:fillRect/>
                        </a:stretch>
                      </p:blipFill>
                      <p:spPr bwMode="auto">
                        <a:xfrm>
                          <a:off x="1842610" y="903613"/>
                          <a:ext cx="3341677" cy="551361"/>
                        </a:xfrm>
                        <a:prstGeom prst="rect">
                          <a:avLst/>
                        </a:prstGeom>
                        <a:noFill/>
                        <a:extLst/>
                      </p:spPr>
                    </p:pic>
                  </p:oleObj>
                </mc:Fallback>
              </mc:AlternateContent>
            </a:graphicData>
          </a:graphic>
        </p:graphicFrame>
        <p:graphicFrame>
          <p:nvGraphicFramePr>
            <p:cNvPr id="12" name="Object 2"/>
            <p:cNvGraphicFramePr>
              <a:graphicFrameLocks noChangeAspect="1"/>
            </p:cNvGraphicFramePr>
            <p:nvPr>
              <p:extLst>
                <p:ext uri="{D42A27DB-BD31-4B8C-83A1-F6EECF244321}">
                  <p14:modId xmlns:p14="http://schemas.microsoft.com/office/powerpoint/2010/main" val="2806256827"/>
                </p:ext>
              </p:extLst>
            </p:nvPr>
          </p:nvGraphicFramePr>
          <p:xfrm>
            <a:off x="1837130" y="1579719"/>
            <a:ext cx="3471141" cy="551362"/>
          </p:xfrm>
          <a:graphic>
            <a:graphicData uri="http://schemas.openxmlformats.org/presentationml/2006/ole">
              <mc:AlternateContent xmlns:mc="http://schemas.openxmlformats.org/markup-compatibility/2006">
                <mc:Choice xmlns:v="urn:schemas-microsoft-com:vml" Requires="v">
                  <p:oleObj spid="_x0000_s29592" name="Equation" r:id="rId5" imgW="1358640" imgH="215640" progId="Equation.DSMT4">
                    <p:embed/>
                  </p:oleObj>
                </mc:Choice>
                <mc:Fallback>
                  <p:oleObj name="Equation" r:id="rId5" imgW="1358640" imgH="215640" progId="Equation.DSMT4">
                    <p:embed/>
                    <p:pic>
                      <p:nvPicPr>
                        <p:cNvPr id="0" name=""/>
                        <p:cNvPicPr>
                          <a:picLocks noChangeAspect="1" noChangeArrowheads="1"/>
                        </p:cNvPicPr>
                        <p:nvPr/>
                      </p:nvPicPr>
                      <p:blipFill>
                        <a:blip r:embed="rId6"/>
                        <a:srcRect/>
                        <a:stretch>
                          <a:fillRect/>
                        </a:stretch>
                      </p:blipFill>
                      <p:spPr bwMode="auto">
                        <a:xfrm>
                          <a:off x="1837130" y="1579719"/>
                          <a:ext cx="3471141" cy="551362"/>
                        </a:xfrm>
                        <a:prstGeom prst="rect">
                          <a:avLst/>
                        </a:prstGeom>
                        <a:noFill/>
                        <a:extLst/>
                      </p:spPr>
                    </p:pic>
                  </p:oleObj>
                </mc:Fallback>
              </mc:AlternateContent>
            </a:graphicData>
          </a:graphic>
        </p:graphicFrame>
      </p:grpSp>
      <p:grpSp>
        <p:nvGrpSpPr>
          <p:cNvPr id="28679" name="Group 21"/>
          <p:cNvGrpSpPr>
            <a:grpSpLocks/>
          </p:cNvGrpSpPr>
          <p:nvPr/>
        </p:nvGrpSpPr>
        <p:grpSpPr bwMode="auto">
          <a:xfrm>
            <a:off x="1776965" y="1673314"/>
            <a:ext cx="5663803" cy="457204"/>
            <a:chOff x="703" y="1730"/>
            <a:chExt cx="4757" cy="384"/>
          </a:xfrm>
        </p:grpSpPr>
        <p:sp>
          <p:nvSpPr>
            <p:cNvPr id="28681" name="Text Box 11"/>
            <p:cNvSpPr txBox="1">
              <a:spLocks noChangeArrowheads="1"/>
            </p:cNvSpPr>
            <p:nvPr/>
          </p:nvSpPr>
          <p:spPr bwMode="auto">
            <a:xfrm>
              <a:off x="703" y="1765"/>
              <a:ext cx="4757" cy="349"/>
            </a:xfrm>
            <a:prstGeom prst="rect">
              <a:avLst/>
            </a:prstGeom>
            <a:noFill/>
            <a:ln w="9525">
              <a:noFill/>
              <a:miter lim="800000"/>
              <a:headEnd/>
              <a:tailEnd/>
            </a:ln>
          </p:spPr>
          <p:txBody>
            <a:bodyPr>
              <a:spAutoFit/>
            </a:bodyPr>
            <a:lstStyle/>
            <a:p>
              <a:pPr>
                <a:spcBef>
                  <a:spcPct val="50000"/>
                </a:spcBef>
              </a:pPr>
              <a:r>
                <a:rPr lang="zh-CN" altLang="en-US" sz="2100" dirty="0">
                  <a:solidFill>
                    <a:srgbClr val="000000"/>
                  </a:solidFill>
                  <a:latin typeface="Times New Roman" panose="02020603050405020304" pitchFamily="18" charset="0"/>
                  <a:ea typeface="+mn-ea"/>
                  <a:cs typeface="Times New Roman" panose="02020603050405020304" pitchFamily="18" charset="0"/>
                </a:rPr>
                <a:t>（空气分子有效直径     </a:t>
              </a:r>
              <a:r>
                <a:rPr lang="zh-CN" altLang="en-US" sz="2100" dirty="0">
                  <a:solidFill>
                    <a:srgbClr val="1C1C1C"/>
                  </a:solidFill>
                  <a:latin typeface="Times New Roman" panose="02020603050405020304" pitchFamily="18" charset="0"/>
                  <a:ea typeface="+mn-ea"/>
                  <a:cs typeface="Times New Roman" panose="02020603050405020304" pitchFamily="18" charset="0"/>
                </a:rPr>
                <a:t>                          ）</a:t>
              </a:r>
            </a:p>
          </p:txBody>
        </p:sp>
        <p:graphicFrame>
          <p:nvGraphicFramePr>
            <p:cNvPr id="28677" name="Object 5"/>
            <p:cNvGraphicFramePr>
              <a:graphicFrameLocks noChangeAspect="1"/>
            </p:cNvGraphicFramePr>
            <p:nvPr>
              <p:extLst>
                <p:ext uri="{D42A27DB-BD31-4B8C-83A1-F6EECF244321}">
                  <p14:modId xmlns:p14="http://schemas.microsoft.com/office/powerpoint/2010/main" val="3114330138"/>
                </p:ext>
              </p:extLst>
            </p:nvPr>
          </p:nvGraphicFramePr>
          <p:xfrm>
            <a:off x="2835" y="1730"/>
            <a:ext cx="1668" cy="323"/>
          </p:xfrm>
          <a:graphic>
            <a:graphicData uri="http://schemas.openxmlformats.org/presentationml/2006/ole">
              <mc:AlternateContent xmlns:mc="http://schemas.openxmlformats.org/markup-compatibility/2006">
                <mc:Choice xmlns:v="urn:schemas-microsoft-com:vml" Requires="v">
                  <p:oleObj spid="_x0000_s29593" name="公式" r:id="rId7" imgW="1117440" imgH="203040" progId="Equation.3">
                    <p:embed/>
                  </p:oleObj>
                </mc:Choice>
                <mc:Fallback>
                  <p:oleObj name="公式" r:id="rId7" imgW="1117440" imgH="20304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5" y="1730"/>
                          <a:ext cx="1668" cy="323"/>
                        </a:xfrm>
                        <a:prstGeom prst="rect">
                          <a:avLst/>
                        </a:prstGeom>
                        <a:noFill/>
                        <a:extLst/>
                      </p:spPr>
                    </p:pic>
                  </p:oleObj>
                </mc:Fallback>
              </mc:AlternateContent>
            </a:graphicData>
          </a:graphic>
        </p:graphicFrame>
      </p:grpSp>
      <p:graphicFrame>
        <p:nvGraphicFramePr>
          <p:cNvPr id="2" name="Object 2"/>
          <p:cNvGraphicFramePr>
            <a:graphicFrameLocks noChangeAspect="1"/>
          </p:cNvGraphicFramePr>
          <p:nvPr>
            <p:extLst>
              <p:ext uri="{D42A27DB-BD31-4B8C-83A1-F6EECF244321}">
                <p14:modId xmlns:p14="http://schemas.microsoft.com/office/powerpoint/2010/main" val="673597781"/>
              </p:ext>
            </p:extLst>
          </p:nvPr>
        </p:nvGraphicFramePr>
        <p:xfrm>
          <a:off x="2166479" y="3195638"/>
          <a:ext cx="5247570" cy="771525"/>
        </p:xfrm>
        <a:graphic>
          <a:graphicData uri="http://schemas.openxmlformats.org/presentationml/2006/ole">
            <mc:AlternateContent xmlns:mc="http://schemas.openxmlformats.org/markup-compatibility/2006">
              <mc:Choice xmlns:v="urn:schemas-microsoft-com:vml" Requires="v">
                <p:oleObj spid="_x0000_s29594" name="Equation" r:id="rId9" imgW="2768400" imgH="457200" progId="Equation.DSMT4">
                  <p:embed/>
                </p:oleObj>
              </mc:Choice>
              <mc:Fallback>
                <p:oleObj name="Equation" r:id="rId9" imgW="2768400" imgH="457200" progId="Equation.DSMT4">
                  <p:embed/>
                  <p:pic>
                    <p:nvPicPr>
                      <p:cNvPr id="0" name="Picture 6"/>
                      <p:cNvPicPr>
                        <a:picLocks noChangeAspect="1" noChangeArrowheads="1"/>
                      </p:cNvPicPr>
                      <p:nvPr/>
                    </p:nvPicPr>
                    <p:blipFill>
                      <a:blip r:embed="rId10"/>
                      <a:srcRect/>
                      <a:stretch>
                        <a:fillRect/>
                      </a:stretch>
                    </p:blipFill>
                    <p:spPr bwMode="auto">
                      <a:xfrm>
                        <a:off x="2166479" y="3195638"/>
                        <a:ext cx="5247570" cy="771525"/>
                      </a:xfrm>
                      <a:prstGeom prst="rect">
                        <a:avLst/>
                      </a:prstGeom>
                      <a:noFill/>
                      <a:extLst/>
                    </p:spPr>
                  </p:pic>
                </p:oleObj>
              </mc:Fallback>
            </mc:AlternateContent>
          </a:graphicData>
        </a:graphic>
      </p:graphicFrame>
      <p:grpSp>
        <p:nvGrpSpPr>
          <p:cNvPr id="6" name="组合 5"/>
          <p:cNvGrpSpPr/>
          <p:nvPr/>
        </p:nvGrpSpPr>
        <p:grpSpPr>
          <a:xfrm>
            <a:off x="1411796" y="2230908"/>
            <a:ext cx="2623151" cy="772582"/>
            <a:chOff x="334645" y="2974543"/>
            <a:chExt cx="3497534" cy="1030109"/>
          </a:xfrm>
        </p:grpSpPr>
        <p:graphicFrame>
          <p:nvGraphicFramePr>
            <p:cNvPr id="13" name="Object 4"/>
            <p:cNvGraphicFramePr>
              <a:graphicFrameLocks noChangeAspect="1"/>
            </p:cNvGraphicFramePr>
            <p:nvPr>
              <p:extLst>
                <p:ext uri="{D42A27DB-BD31-4B8C-83A1-F6EECF244321}">
                  <p14:modId xmlns:p14="http://schemas.microsoft.com/office/powerpoint/2010/main" val="3737378909"/>
                </p:ext>
              </p:extLst>
            </p:nvPr>
          </p:nvGraphicFramePr>
          <p:xfrm>
            <a:off x="1671220" y="2974543"/>
            <a:ext cx="2160959" cy="1030109"/>
          </p:xfrm>
          <a:graphic>
            <a:graphicData uri="http://schemas.openxmlformats.org/presentationml/2006/ole">
              <mc:AlternateContent xmlns:mc="http://schemas.openxmlformats.org/markup-compatibility/2006">
                <mc:Choice xmlns:v="urn:schemas-microsoft-com:vml" Requires="v">
                  <p:oleObj spid="_x0000_s29595" name="公式" r:id="rId11" imgW="901440" imgH="431640" progId="Equation.3">
                    <p:embed/>
                  </p:oleObj>
                </mc:Choice>
                <mc:Fallback>
                  <p:oleObj name="公式" r:id="rId11" imgW="901440" imgH="431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1220" y="2974543"/>
                          <a:ext cx="2160959" cy="10301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17"/>
            <p:cNvSpPr txBox="1">
              <a:spLocks noChangeArrowheads="1"/>
            </p:cNvSpPr>
            <p:nvPr/>
          </p:nvSpPr>
          <p:spPr bwMode="auto">
            <a:xfrm>
              <a:off x="334645" y="3125711"/>
              <a:ext cx="695325" cy="553997"/>
            </a:xfrm>
            <a:prstGeom prst="rect">
              <a:avLst/>
            </a:prstGeom>
            <a:noFill/>
            <a:ln w="9525">
              <a:noFill/>
              <a:miter lim="800000"/>
              <a:headEnd/>
              <a:tailEnd/>
            </a:ln>
          </p:spPr>
          <p:txBody>
            <a:bodyPr>
              <a:spAutoFit/>
            </a:bodyPr>
            <a:lstStyle/>
            <a:p>
              <a:pPr>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解：</a:t>
              </a:r>
            </a:p>
          </p:txBody>
        </p:sp>
        <p:sp>
          <p:nvSpPr>
            <p:cNvPr id="19" name="Text Box 17"/>
            <p:cNvSpPr txBox="1">
              <a:spLocks noChangeArrowheads="1"/>
            </p:cNvSpPr>
            <p:nvPr/>
          </p:nvSpPr>
          <p:spPr bwMode="auto">
            <a:xfrm>
              <a:off x="782729" y="3137586"/>
              <a:ext cx="1236080" cy="553997"/>
            </a:xfrm>
            <a:prstGeom prst="rect">
              <a:avLst/>
            </a:prstGeom>
            <a:noFill/>
            <a:ln w="9525">
              <a:noFill/>
              <a:miter lim="800000"/>
              <a:headEnd/>
              <a:tailEnd/>
            </a:ln>
          </p:spPr>
          <p:txBody>
            <a:bodyPr wrap="square">
              <a:spAutoFit/>
            </a:bodyPr>
            <a:lstStyle/>
            <a:p>
              <a:pPr>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a:t>
              </a:r>
              <a:r>
                <a:rPr lang="en-US" altLang="zh-CN" sz="2100" dirty="0">
                  <a:solidFill>
                    <a:srgbClr val="CC0000"/>
                  </a:solidFill>
                  <a:latin typeface="Times New Roman" panose="02020603050405020304" pitchFamily="18" charset="0"/>
                  <a:ea typeface="+mn-ea"/>
                  <a:cs typeface="Times New Roman" panose="02020603050405020304" pitchFamily="18" charset="0"/>
                </a:rPr>
                <a:t>1</a:t>
              </a:r>
              <a:r>
                <a:rPr lang="zh-CN" altLang="en-US" sz="2100" dirty="0">
                  <a:solidFill>
                    <a:srgbClr val="CC0000"/>
                  </a:solidFill>
                  <a:latin typeface="Times New Roman" panose="02020603050405020304" pitchFamily="18" charset="0"/>
                  <a:ea typeface="+mn-ea"/>
                  <a:cs typeface="Times New Roman" panose="02020603050405020304" pitchFamily="18" charset="0"/>
                </a:rPr>
                <a:t>）</a:t>
              </a:r>
            </a:p>
          </p:txBody>
        </p:sp>
      </p:grpSp>
      <p:graphicFrame>
        <p:nvGraphicFramePr>
          <p:cNvPr id="17" name="Object 2"/>
          <p:cNvGraphicFramePr>
            <a:graphicFrameLocks noChangeAspect="1"/>
          </p:cNvGraphicFramePr>
          <p:nvPr>
            <p:extLst>
              <p:ext uri="{D42A27DB-BD31-4B8C-83A1-F6EECF244321}">
                <p14:modId xmlns:p14="http://schemas.microsoft.com/office/powerpoint/2010/main" val="2313551566"/>
              </p:ext>
            </p:extLst>
          </p:nvPr>
        </p:nvGraphicFramePr>
        <p:xfrm>
          <a:off x="2727556" y="4295434"/>
          <a:ext cx="1859756" cy="385763"/>
        </p:xfrm>
        <a:graphic>
          <a:graphicData uri="http://schemas.openxmlformats.org/presentationml/2006/ole">
            <mc:AlternateContent xmlns:mc="http://schemas.openxmlformats.org/markup-compatibility/2006">
              <mc:Choice xmlns:v="urn:schemas-microsoft-com:vml" Requires="v">
                <p:oleObj spid="_x0000_s29596" name="Equation" r:id="rId13" imgW="1041120" imgH="228600" progId="Equation.DSMT4">
                  <p:embed/>
                </p:oleObj>
              </mc:Choice>
              <mc:Fallback>
                <p:oleObj name="Equation" r:id="rId13" imgW="1041120" imgH="228600" progId="Equation.DSMT4">
                  <p:embed/>
                  <p:pic>
                    <p:nvPicPr>
                      <p:cNvPr id="0" name=""/>
                      <p:cNvPicPr>
                        <a:picLocks noChangeAspect="1" noChangeArrowheads="1"/>
                      </p:cNvPicPr>
                      <p:nvPr/>
                    </p:nvPicPr>
                    <p:blipFill>
                      <a:blip r:embed="rId14"/>
                      <a:srcRect/>
                      <a:stretch>
                        <a:fillRect/>
                      </a:stretch>
                    </p:blipFill>
                    <p:spPr bwMode="auto">
                      <a:xfrm>
                        <a:off x="2727556" y="4295434"/>
                        <a:ext cx="1859756" cy="385763"/>
                      </a:xfrm>
                      <a:prstGeom prst="rect">
                        <a:avLst/>
                      </a:prstGeom>
                      <a:noFill/>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376740" y="123099"/>
            <a:ext cx="6312533" cy="1546577"/>
            <a:chOff x="311653" y="164132"/>
            <a:chExt cx="8416711" cy="2062102"/>
          </a:xfrm>
        </p:grpSpPr>
        <p:sp>
          <p:nvSpPr>
            <p:cNvPr id="28678" name="Text Box 7"/>
            <p:cNvSpPr txBox="1">
              <a:spLocks noChangeArrowheads="1"/>
            </p:cNvSpPr>
            <p:nvPr/>
          </p:nvSpPr>
          <p:spPr bwMode="auto">
            <a:xfrm>
              <a:off x="311653" y="164132"/>
              <a:ext cx="8416711" cy="2062102"/>
            </a:xfrm>
            <a:prstGeom prst="rect">
              <a:avLst/>
            </a:prstGeom>
            <a:noFill/>
            <a:ln w="9525">
              <a:noFill/>
              <a:miter lim="800000"/>
              <a:headEnd/>
              <a:tailEnd/>
            </a:ln>
          </p:spPr>
          <p:txBody>
            <a:bodyPr wrap="square">
              <a:spAutoFit/>
            </a:bodyPr>
            <a:lstStyle/>
            <a:p>
              <a:pPr>
                <a:lnSpc>
                  <a:spcPct val="150000"/>
                </a:lnSpc>
                <a:spcBef>
                  <a:spcPct val="50000"/>
                </a:spcBef>
              </a:pPr>
              <a:r>
                <a:rPr lang="zh-CN" altLang="en-US" sz="2100" dirty="0">
                  <a:solidFill>
                    <a:srgbClr val="C00000"/>
                  </a:solidFill>
                  <a:latin typeface="Times New Roman" panose="02020603050405020304" pitchFamily="18" charset="0"/>
                  <a:ea typeface="+mn-ea"/>
                  <a:cs typeface="Times New Roman" panose="02020603050405020304" pitchFamily="18" charset="0"/>
                </a:rPr>
                <a:t>例</a:t>
              </a:r>
              <a:r>
                <a:rPr lang="en-US" altLang="zh-CN" sz="2100" dirty="0">
                  <a:solidFill>
                    <a:srgbClr val="C00000"/>
                  </a:solidFill>
                  <a:latin typeface="Times New Roman" panose="02020603050405020304" pitchFamily="18" charset="0"/>
                  <a:ea typeface="+mn-ea"/>
                  <a:cs typeface="Times New Roman" panose="02020603050405020304" pitchFamily="18" charset="0"/>
                </a:rPr>
                <a:t>4</a:t>
              </a:r>
              <a:r>
                <a:rPr lang="zh-CN" altLang="en-US" sz="2100" dirty="0">
                  <a:solidFill>
                    <a:srgbClr val="C0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试估计下列两种情况下空气分子的平均自由程</a:t>
              </a:r>
              <a:r>
                <a:rPr lang="en-US" altLang="zh-CN" sz="2100" dirty="0">
                  <a:solidFill>
                    <a:srgbClr val="000000"/>
                  </a:solidFill>
                  <a:latin typeface="Times New Roman" panose="02020603050405020304" pitchFamily="18" charset="0"/>
                  <a:ea typeface="+mn-ea"/>
                  <a:cs typeface="Times New Roman" panose="02020603050405020304" pitchFamily="18" charset="0"/>
                </a:rPr>
                <a:t>:  </a:t>
              </a:r>
              <a:br>
                <a:rPr lang="en-US" altLang="zh-CN" sz="2100" dirty="0">
                  <a:solidFill>
                    <a:srgbClr val="000000"/>
                  </a:solidFill>
                  <a:latin typeface="Times New Roman" panose="02020603050405020304" pitchFamily="18" charset="0"/>
                  <a:ea typeface="+mn-ea"/>
                  <a:cs typeface="Times New Roman" panose="02020603050405020304" pitchFamily="18" charset="0"/>
                </a:rPr>
              </a:b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CC0000"/>
                  </a:solidFill>
                  <a:latin typeface="Times New Roman" panose="02020603050405020304" pitchFamily="18" charset="0"/>
                  <a:ea typeface="+mn-ea"/>
                  <a:cs typeface="Times New Roman" panose="02020603050405020304" pitchFamily="18" charset="0"/>
                </a:rPr>
                <a:t>（</a:t>
              </a:r>
              <a:r>
                <a:rPr lang="en-US" altLang="zh-CN" sz="2100" dirty="0">
                  <a:solidFill>
                    <a:srgbClr val="CC0000"/>
                  </a:solidFill>
                  <a:latin typeface="Times New Roman" panose="02020603050405020304" pitchFamily="18" charset="0"/>
                  <a:ea typeface="+mn-ea"/>
                  <a:cs typeface="Times New Roman" panose="02020603050405020304" pitchFamily="18" charset="0"/>
                </a:rPr>
                <a:t>1</a:t>
              </a:r>
              <a:r>
                <a:rPr lang="zh-CN" altLang="en-US" sz="2100" dirty="0">
                  <a:solidFill>
                    <a:srgbClr val="CC0000"/>
                  </a:solidFill>
                  <a:latin typeface="Times New Roman" panose="02020603050405020304" pitchFamily="18" charset="0"/>
                  <a:ea typeface="+mn-ea"/>
                  <a:cs typeface="Times New Roman" panose="02020603050405020304" pitchFamily="18" charset="0"/>
                </a:rPr>
                <a:t>）                                    </a:t>
              </a:r>
              <a:r>
                <a:rPr lang="zh-CN" altLang="en-US" sz="2100" dirty="0">
                  <a:solidFill>
                    <a:srgbClr val="000000"/>
                  </a:solidFill>
                  <a:latin typeface="Times New Roman" panose="02020603050405020304" pitchFamily="18" charset="0"/>
                  <a:ea typeface="+mn-ea"/>
                  <a:cs typeface="Times New Roman" panose="02020603050405020304" pitchFamily="18" charset="0"/>
                </a:rPr>
                <a:t> </a:t>
              </a:r>
              <a:r>
                <a:rPr lang="en-US" altLang="zh-CN" sz="2100" dirty="0">
                  <a:solidFill>
                    <a:srgbClr val="000000"/>
                  </a:solidFill>
                  <a:latin typeface="Times New Roman" panose="02020603050405020304" pitchFamily="18" charset="0"/>
                  <a:ea typeface="+mn-ea"/>
                  <a:cs typeface="Times New Roman" panose="02020603050405020304" pitchFamily="18" charset="0"/>
                </a:rPr>
                <a:t/>
              </a:r>
              <a:br>
                <a:rPr lang="en-US" altLang="zh-CN" sz="2100" dirty="0">
                  <a:solidFill>
                    <a:srgbClr val="000000"/>
                  </a:solidFill>
                  <a:latin typeface="Times New Roman" panose="02020603050405020304" pitchFamily="18" charset="0"/>
                  <a:ea typeface="+mn-ea"/>
                  <a:cs typeface="Times New Roman" panose="02020603050405020304" pitchFamily="18" charset="0"/>
                </a:rPr>
              </a:br>
              <a:r>
                <a:rPr lang="en-US" altLang="zh-CN" sz="2100" dirty="0">
                  <a:solidFill>
                    <a:srgbClr val="000000"/>
                  </a:solidFill>
                  <a:latin typeface="Times New Roman" panose="02020603050405020304" pitchFamily="18" charset="0"/>
                  <a:ea typeface="+mn-ea"/>
                  <a:cs typeface="Times New Roman" panose="02020603050405020304" pitchFamily="18" charset="0"/>
                </a:rPr>
                <a:t>       </a:t>
              </a:r>
              <a:r>
                <a:rPr lang="zh-CN" altLang="en-US" sz="2100" dirty="0">
                  <a:solidFill>
                    <a:srgbClr val="CC0000"/>
                  </a:solidFill>
                  <a:latin typeface="Times New Roman" panose="02020603050405020304" pitchFamily="18" charset="0"/>
                  <a:ea typeface="+mn-ea"/>
                  <a:cs typeface="Times New Roman" panose="02020603050405020304" pitchFamily="18" charset="0"/>
                </a:rPr>
                <a:t>（</a:t>
              </a:r>
              <a:r>
                <a:rPr lang="en-US" altLang="zh-CN" sz="2100" dirty="0">
                  <a:solidFill>
                    <a:srgbClr val="CC0000"/>
                  </a:solidFill>
                  <a:latin typeface="Times New Roman" panose="02020603050405020304" pitchFamily="18" charset="0"/>
                  <a:ea typeface="+mn-ea"/>
                  <a:cs typeface="Times New Roman" panose="02020603050405020304" pitchFamily="18" charset="0"/>
                </a:rPr>
                <a:t>2</a:t>
              </a:r>
              <a:r>
                <a:rPr lang="zh-CN" altLang="en-US" sz="2100" dirty="0">
                  <a:solidFill>
                    <a:srgbClr val="CC0000"/>
                  </a:solidFill>
                  <a:latin typeface="Times New Roman" panose="02020603050405020304" pitchFamily="18" charset="0"/>
                  <a:ea typeface="+mn-ea"/>
                  <a:cs typeface="Times New Roman" panose="02020603050405020304" pitchFamily="18" charset="0"/>
                </a:rPr>
                <a:t>）</a:t>
              </a:r>
              <a:endParaRPr lang="en-US" altLang="zh-CN" sz="2100" dirty="0">
                <a:solidFill>
                  <a:srgbClr val="000000"/>
                </a:solidFill>
                <a:latin typeface="Times New Roman" panose="02020603050405020304" pitchFamily="18" charset="0"/>
                <a:ea typeface="+mn-ea"/>
                <a:cs typeface="Times New Roman" panose="02020603050405020304" pitchFamily="18" charset="0"/>
              </a:endParaRPr>
            </a:p>
          </p:txBody>
        </p:sp>
        <p:graphicFrame>
          <p:nvGraphicFramePr>
            <p:cNvPr id="28674" name="Object 2"/>
            <p:cNvGraphicFramePr>
              <a:graphicFrameLocks noChangeAspect="1"/>
            </p:cNvGraphicFramePr>
            <p:nvPr>
              <p:extLst>
                <p:ext uri="{D42A27DB-BD31-4B8C-83A1-F6EECF244321}">
                  <p14:modId xmlns:p14="http://schemas.microsoft.com/office/powerpoint/2010/main" val="550730205"/>
                </p:ext>
              </p:extLst>
            </p:nvPr>
          </p:nvGraphicFramePr>
          <p:xfrm>
            <a:off x="1842610" y="903613"/>
            <a:ext cx="3341677" cy="551361"/>
          </p:xfrm>
          <a:graphic>
            <a:graphicData uri="http://schemas.openxmlformats.org/presentationml/2006/ole">
              <mc:AlternateContent xmlns:mc="http://schemas.openxmlformats.org/markup-compatibility/2006">
                <mc:Choice xmlns:v="urn:schemas-microsoft-com:vml" Requires="v">
                  <p:oleObj spid="_x0000_s77229" name="Equation" r:id="rId3" imgW="1307880" imgH="215640" progId="Equation.DSMT4">
                    <p:embed/>
                  </p:oleObj>
                </mc:Choice>
                <mc:Fallback>
                  <p:oleObj name="Equation" r:id="rId3" imgW="1307880" imgH="215640" progId="Equation.DSMT4">
                    <p:embed/>
                    <p:pic>
                      <p:nvPicPr>
                        <p:cNvPr id="0" name=""/>
                        <p:cNvPicPr>
                          <a:picLocks noChangeAspect="1" noChangeArrowheads="1"/>
                        </p:cNvPicPr>
                        <p:nvPr/>
                      </p:nvPicPr>
                      <p:blipFill>
                        <a:blip r:embed="rId4"/>
                        <a:srcRect/>
                        <a:stretch>
                          <a:fillRect/>
                        </a:stretch>
                      </p:blipFill>
                      <p:spPr bwMode="auto">
                        <a:xfrm>
                          <a:off x="1842610" y="903613"/>
                          <a:ext cx="3341677" cy="551361"/>
                        </a:xfrm>
                        <a:prstGeom prst="rect">
                          <a:avLst/>
                        </a:prstGeom>
                        <a:noFill/>
                        <a:extLst/>
                      </p:spPr>
                    </p:pic>
                  </p:oleObj>
                </mc:Fallback>
              </mc:AlternateContent>
            </a:graphicData>
          </a:graphic>
        </p:graphicFrame>
        <p:graphicFrame>
          <p:nvGraphicFramePr>
            <p:cNvPr id="12" name="Object 2"/>
            <p:cNvGraphicFramePr>
              <a:graphicFrameLocks noChangeAspect="1"/>
            </p:cNvGraphicFramePr>
            <p:nvPr>
              <p:extLst>
                <p:ext uri="{D42A27DB-BD31-4B8C-83A1-F6EECF244321}">
                  <p14:modId xmlns:p14="http://schemas.microsoft.com/office/powerpoint/2010/main" val="2833183975"/>
                </p:ext>
              </p:extLst>
            </p:nvPr>
          </p:nvGraphicFramePr>
          <p:xfrm>
            <a:off x="1837130" y="1579719"/>
            <a:ext cx="3471141" cy="551362"/>
          </p:xfrm>
          <a:graphic>
            <a:graphicData uri="http://schemas.openxmlformats.org/presentationml/2006/ole">
              <mc:AlternateContent xmlns:mc="http://schemas.openxmlformats.org/markup-compatibility/2006">
                <mc:Choice xmlns:v="urn:schemas-microsoft-com:vml" Requires="v">
                  <p:oleObj spid="_x0000_s77230" name="Equation" r:id="rId5" imgW="1358640" imgH="215640" progId="Equation.DSMT4">
                    <p:embed/>
                  </p:oleObj>
                </mc:Choice>
                <mc:Fallback>
                  <p:oleObj name="Equation" r:id="rId5" imgW="1358640" imgH="215640" progId="Equation.DSMT4">
                    <p:embed/>
                    <p:pic>
                      <p:nvPicPr>
                        <p:cNvPr id="0" name=""/>
                        <p:cNvPicPr>
                          <a:picLocks noChangeAspect="1" noChangeArrowheads="1"/>
                        </p:cNvPicPr>
                        <p:nvPr/>
                      </p:nvPicPr>
                      <p:blipFill>
                        <a:blip r:embed="rId6"/>
                        <a:srcRect/>
                        <a:stretch>
                          <a:fillRect/>
                        </a:stretch>
                      </p:blipFill>
                      <p:spPr bwMode="auto">
                        <a:xfrm>
                          <a:off x="1837130" y="1579719"/>
                          <a:ext cx="3471141" cy="551362"/>
                        </a:xfrm>
                        <a:prstGeom prst="rect">
                          <a:avLst/>
                        </a:prstGeom>
                        <a:noFill/>
                        <a:extLst/>
                      </p:spPr>
                    </p:pic>
                  </p:oleObj>
                </mc:Fallback>
              </mc:AlternateContent>
            </a:graphicData>
          </a:graphic>
        </p:graphicFrame>
      </p:grpSp>
      <p:grpSp>
        <p:nvGrpSpPr>
          <p:cNvPr id="28679" name="Group 21"/>
          <p:cNvGrpSpPr>
            <a:grpSpLocks/>
          </p:cNvGrpSpPr>
          <p:nvPr/>
        </p:nvGrpSpPr>
        <p:grpSpPr bwMode="auto">
          <a:xfrm>
            <a:off x="1776965" y="1673314"/>
            <a:ext cx="5663803" cy="457204"/>
            <a:chOff x="703" y="1730"/>
            <a:chExt cx="4757" cy="384"/>
          </a:xfrm>
        </p:grpSpPr>
        <p:sp>
          <p:nvSpPr>
            <p:cNvPr id="28681" name="Text Box 11"/>
            <p:cNvSpPr txBox="1">
              <a:spLocks noChangeArrowheads="1"/>
            </p:cNvSpPr>
            <p:nvPr/>
          </p:nvSpPr>
          <p:spPr bwMode="auto">
            <a:xfrm>
              <a:off x="703" y="1765"/>
              <a:ext cx="4757" cy="349"/>
            </a:xfrm>
            <a:prstGeom prst="rect">
              <a:avLst/>
            </a:prstGeom>
            <a:noFill/>
            <a:ln w="9525">
              <a:noFill/>
              <a:miter lim="800000"/>
              <a:headEnd/>
              <a:tailEnd/>
            </a:ln>
          </p:spPr>
          <p:txBody>
            <a:bodyPr>
              <a:spAutoFit/>
            </a:bodyPr>
            <a:lstStyle/>
            <a:p>
              <a:pPr>
                <a:spcBef>
                  <a:spcPct val="50000"/>
                </a:spcBef>
              </a:pPr>
              <a:r>
                <a:rPr lang="zh-CN" altLang="en-US" sz="2100" dirty="0">
                  <a:solidFill>
                    <a:srgbClr val="000000"/>
                  </a:solidFill>
                  <a:latin typeface="Times New Roman" panose="02020603050405020304" pitchFamily="18" charset="0"/>
                  <a:ea typeface="+mn-ea"/>
                  <a:cs typeface="Times New Roman" panose="02020603050405020304" pitchFamily="18" charset="0"/>
                </a:rPr>
                <a:t>（空气分子有效直径     </a:t>
              </a:r>
              <a:r>
                <a:rPr lang="zh-CN" altLang="en-US" sz="2100" dirty="0">
                  <a:solidFill>
                    <a:srgbClr val="1C1C1C"/>
                  </a:solidFill>
                  <a:latin typeface="Times New Roman" panose="02020603050405020304" pitchFamily="18" charset="0"/>
                  <a:ea typeface="+mn-ea"/>
                  <a:cs typeface="Times New Roman" panose="02020603050405020304" pitchFamily="18" charset="0"/>
                </a:rPr>
                <a:t>                          ）</a:t>
              </a:r>
            </a:p>
          </p:txBody>
        </p:sp>
        <p:graphicFrame>
          <p:nvGraphicFramePr>
            <p:cNvPr id="28677" name="Object 5"/>
            <p:cNvGraphicFramePr>
              <a:graphicFrameLocks noChangeAspect="1"/>
            </p:cNvGraphicFramePr>
            <p:nvPr>
              <p:extLst>
                <p:ext uri="{D42A27DB-BD31-4B8C-83A1-F6EECF244321}">
                  <p14:modId xmlns:p14="http://schemas.microsoft.com/office/powerpoint/2010/main" val="3849367228"/>
                </p:ext>
              </p:extLst>
            </p:nvPr>
          </p:nvGraphicFramePr>
          <p:xfrm>
            <a:off x="2835" y="1730"/>
            <a:ext cx="1668" cy="323"/>
          </p:xfrm>
          <a:graphic>
            <a:graphicData uri="http://schemas.openxmlformats.org/presentationml/2006/ole">
              <mc:AlternateContent xmlns:mc="http://schemas.openxmlformats.org/markup-compatibility/2006">
                <mc:Choice xmlns:v="urn:schemas-microsoft-com:vml" Requires="v">
                  <p:oleObj spid="_x0000_s77231" name="公式" r:id="rId7" imgW="1117440" imgH="203040" progId="Equation.3">
                    <p:embed/>
                  </p:oleObj>
                </mc:Choice>
                <mc:Fallback>
                  <p:oleObj name="公式" r:id="rId7" imgW="1117440" imgH="2030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5" y="1730"/>
                          <a:ext cx="1668" cy="323"/>
                        </a:xfrm>
                        <a:prstGeom prst="rect">
                          <a:avLst/>
                        </a:prstGeom>
                        <a:noFill/>
                        <a:extLst/>
                      </p:spPr>
                    </p:pic>
                  </p:oleObj>
                </mc:Fallback>
              </mc:AlternateContent>
            </a:graphicData>
          </a:graphic>
        </p:graphicFrame>
      </p:grpSp>
      <p:graphicFrame>
        <p:nvGraphicFramePr>
          <p:cNvPr id="2" name="Object 2"/>
          <p:cNvGraphicFramePr>
            <a:graphicFrameLocks noChangeAspect="1"/>
          </p:cNvGraphicFramePr>
          <p:nvPr>
            <p:extLst>
              <p:ext uri="{D42A27DB-BD31-4B8C-83A1-F6EECF244321}">
                <p14:modId xmlns:p14="http://schemas.microsoft.com/office/powerpoint/2010/main" val="1711561533"/>
              </p:ext>
            </p:extLst>
          </p:nvPr>
        </p:nvGraphicFramePr>
        <p:xfrm>
          <a:off x="2116312" y="3177825"/>
          <a:ext cx="5367338" cy="771525"/>
        </p:xfrm>
        <a:graphic>
          <a:graphicData uri="http://schemas.openxmlformats.org/presentationml/2006/ole">
            <mc:AlternateContent xmlns:mc="http://schemas.openxmlformats.org/markup-compatibility/2006">
              <mc:Choice xmlns:v="urn:schemas-microsoft-com:vml" Requires="v">
                <p:oleObj spid="_x0000_s77232" name="Equation" r:id="rId9" imgW="2831760" imgH="457200" progId="Equation.DSMT4">
                  <p:embed/>
                </p:oleObj>
              </mc:Choice>
              <mc:Fallback>
                <p:oleObj name="Equation" r:id="rId9" imgW="2831760" imgH="457200" progId="Equation.DSMT4">
                  <p:embed/>
                  <p:pic>
                    <p:nvPicPr>
                      <p:cNvPr id="0" name=""/>
                      <p:cNvPicPr>
                        <a:picLocks noChangeAspect="1" noChangeArrowheads="1"/>
                      </p:cNvPicPr>
                      <p:nvPr/>
                    </p:nvPicPr>
                    <p:blipFill>
                      <a:blip r:embed="rId10"/>
                      <a:srcRect/>
                      <a:stretch>
                        <a:fillRect/>
                      </a:stretch>
                    </p:blipFill>
                    <p:spPr bwMode="auto">
                      <a:xfrm>
                        <a:off x="2116312" y="3177825"/>
                        <a:ext cx="5367338" cy="771525"/>
                      </a:xfrm>
                      <a:prstGeom prst="rect">
                        <a:avLst/>
                      </a:prstGeom>
                      <a:noFill/>
                      <a:extLst/>
                    </p:spPr>
                  </p:pic>
                </p:oleObj>
              </mc:Fallback>
            </mc:AlternateContent>
          </a:graphicData>
        </a:graphic>
      </p:graphicFrame>
      <p:grpSp>
        <p:nvGrpSpPr>
          <p:cNvPr id="6" name="组合 5"/>
          <p:cNvGrpSpPr/>
          <p:nvPr/>
        </p:nvGrpSpPr>
        <p:grpSpPr>
          <a:xfrm>
            <a:off x="1411796" y="2230908"/>
            <a:ext cx="2623151" cy="772582"/>
            <a:chOff x="334645" y="2974543"/>
            <a:chExt cx="3497534" cy="1030109"/>
          </a:xfrm>
        </p:grpSpPr>
        <p:graphicFrame>
          <p:nvGraphicFramePr>
            <p:cNvPr id="13" name="Object 4"/>
            <p:cNvGraphicFramePr>
              <a:graphicFrameLocks noChangeAspect="1"/>
            </p:cNvGraphicFramePr>
            <p:nvPr>
              <p:extLst>
                <p:ext uri="{D42A27DB-BD31-4B8C-83A1-F6EECF244321}">
                  <p14:modId xmlns:p14="http://schemas.microsoft.com/office/powerpoint/2010/main" val="221697432"/>
                </p:ext>
              </p:extLst>
            </p:nvPr>
          </p:nvGraphicFramePr>
          <p:xfrm>
            <a:off x="1671220" y="2974543"/>
            <a:ext cx="2160959" cy="1030109"/>
          </p:xfrm>
          <a:graphic>
            <a:graphicData uri="http://schemas.openxmlformats.org/presentationml/2006/ole">
              <mc:AlternateContent xmlns:mc="http://schemas.openxmlformats.org/markup-compatibility/2006">
                <mc:Choice xmlns:v="urn:schemas-microsoft-com:vml" Requires="v">
                  <p:oleObj spid="_x0000_s77233" name="公式" r:id="rId11" imgW="901440" imgH="431640" progId="Equation.3">
                    <p:embed/>
                  </p:oleObj>
                </mc:Choice>
                <mc:Fallback>
                  <p:oleObj name="公式" r:id="rId11" imgW="901440" imgH="43164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1220" y="2974543"/>
                          <a:ext cx="2160959" cy="10301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 Box 17"/>
            <p:cNvSpPr txBox="1">
              <a:spLocks noChangeArrowheads="1"/>
            </p:cNvSpPr>
            <p:nvPr/>
          </p:nvSpPr>
          <p:spPr bwMode="auto">
            <a:xfrm>
              <a:off x="334645" y="3125711"/>
              <a:ext cx="695325" cy="553997"/>
            </a:xfrm>
            <a:prstGeom prst="rect">
              <a:avLst/>
            </a:prstGeom>
            <a:noFill/>
            <a:ln w="9525">
              <a:noFill/>
              <a:miter lim="800000"/>
              <a:headEnd/>
              <a:tailEnd/>
            </a:ln>
          </p:spPr>
          <p:txBody>
            <a:bodyPr>
              <a:spAutoFit/>
            </a:bodyPr>
            <a:lstStyle/>
            <a:p>
              <a:pPr>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解：</a:t>
              </a:r>
            </a:p>
          </p:txBody>
        </p:sp>
        <p:sp>
          <p:nvSpPr>
            <p:cNvPr id="19" name="Text Box 17"/>
            <p:cNvSpPr txBox="1">
              <a:spLocks noChangeArrowheads="1"/>
            </p:cNvSpPr>
            <p:nvPr/>
          </p:nvSpPr>
          <p:spPr bwMode="auto">
            <a:xfrm>
              <a:off x="782729" y="3137586"/>
              <a:ext cx="1236080" cy="553997"/>
            </a:xfrm>
            <a:prstGeom prst="rect">
              <a:avLst/>
            </a:prstGeom>
            <a:noFill/>
            <a:ln w="9525">
              <a:noFill/>
              <a:miter lim="800000"/>
              <a:headEnd/>
              <a:tailEnd/>
            </a:ln>
          </p:spPr>
          <p:txBody>
            <a:bodyPr wrap="square">
              <a:spAutoFit/>
            </a:bodyPr>
            <a:lstStyle/>
            <a:p>
              <a:pPr>
                <a:spcBef>
                  <a:spcPct val="50000"/>
                </a:spcBef>
              </a:pPr>
              <a:r>
                <a:rPr lang="zh-CN" altLang="en-US" sz="2100" dirty="0">
                  <a:solidFill>
                    <a:srgbClr val="CC0000"/>
                  </a:solidFill>
                  <a:latin typeface="Times New Roman" panose="02020603050405020304" pitchFamily="18" charset="0"/>
                  <a:ea typeface="+mn-ea"/>
                  <a:cs typeface="Times New Roman" panose="02020603050405020304" pitchFamily="18" charset="0"/>
                </a:rPr>
                <a:t>（</a:t>
              </a:r>
              <a:r>
                <a:rPr lang="en-US" altLang="zh-CN" sz="2100" dirty="0">
                  <a:solidFill>
                    <a:srgbClr val="CC0000"/>
                  </a:solidFill>
                  <a:latin typeface="Times New Roman" panose="02020603050405020304" pitchFamily="18" charset="0"/>
                  <a:ea typeface="+mn-ea"/>
                  <a:cs typeface="Times New Roman" panose="02020603050405020304" pitchFamily="18" charset="0"/>
                </a:rPr>
                <a:t>2</a:t>
              </a:r>
              <a:r>
                <a:rPr lang="zh-CN" altLang="en-US" sz="2100" dirty="0">
                  <a:solidFill>
                    <a:srgbClr val="CC0000"/>
                  </a:solidFill>
                  <a:latin typeface="Times New Roman" panose="02020603050405020304" pitchFamily="18" charset="0"/>
                  <a:ea typeface="+mn-ea"/>
                  <a:cs typeface="Times New Roman" panose="02020603050405020304" pitchFamily="18" charset="0"/>
                </a:rPr>
                <a:t>）</a:t>
              </a:r>
            </a:p>
          </p:txBody>
        </p:sp>
      </p:grpSp>
      <p:graphicFrame>
        <p:nvGraphicFramePr>
          <p:cNvPr id="17" name="Object 2"/>
          <p:cNvGraphicFramePr>
            <a:graphicFrameLocks noChangeAspect="1"/>
          </p:cNvGraphicFramePr>
          <p:nvPr>
            <p:extLst>
              <p:ext uri="{D42A27DB-BD31-4B8C-83A1-F6EECF244321}">
                <p14:modId xmlns:p14="http://schemas.microsoft.com/office/powerpoint/2010/main" val="1824929911"/>
              </p:ext>
            </p:extLst>
          </p:nvPr>
        </p:nvGraphicFramePr>
        <p:xfrm>
          <a:off x="2677463" y="4317206"/>
          <a:ext cx="1246585" cy="342900"/>
        </p:xfrm>
        <a:graphic>
          <a:graphicData uri="http://schemas.openxmlformats.org/presentationml/2006/ole">
            <mc:AlternateContent xmlns:mc="http://schemas.openxmlformats.org/markup-compatibility/2006">
              <mc:Choice xmlns:v="urn:schemas-microsoft-com:vml" Requires="v">
                <p:oleObj spid="_x0000_s77234" name="Equation" r:id="rId13" imgW="698400" imgH="203040" progId="Equation.DSMT4">
                  <p:embed/>
                </p:oleObj>
              </mc:Choice>
              <mc:Fallback>
                <p:oleObj name="Equation" r:id="rId13" imgW="698400" imgH="203040" progId="Equation.DSMT4">
                  <p:embed/>
                  <p:pic>
                    <p:nvPicPr>
                      <p:cNvPr id="0" name=""/>
                      <p:cNvPicPr>
                        <a:picLocks noChangeAspect="1" noChangeArrowheads="1"/>
                      </p:cNvPicPr>
                      <p:nvPr/>
                    </p:nvPicPr>
                    <p:blipFill>
                      <a:blip r:embed="rId14"/>
                      <a:srcRect/>
                      <a:stretch>
                        <a:fillRect/>
                      </a:stretch>
                    </p:blipFill>
                    <p:spPr bwMode="auto">
                      <a:xfrm>
                        <a:off x="2677463" y="4317206"/>
                        <a:ext cx="1246585" cy="342900"/>
                      </a:xfrm>
                      <a:prstGeom prst="rect">
                        <a:avLst/>
                      </a:prstGeom>
                      <a:noFill/>
                      <a:extLst/>
                    </p:spPr>
                  </p:pic>
                </p:oleObj>
              </mc:Fallback>
            </mc:AlternateContent>
          </a:graphicData>
        </a:graphic>
      </p:graphicFrame>
    </p:spTree>
    <p:extLst>
      <p:ext uri="{BB962C8B-B14F-4D97-AF65-F5344CB8AC3E}">
        <p14:creationId xmlns:p14="http://schemas.microsoft.com/office/powerpoint/2010/main" val="223493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3101517d3877e71aff784a645b690f8f527a2ae"/>
</p:tagLst>
</file>

<file path=ppt/theme/theme1.xml><?xml version="1.0" encoding="utf-8"?>
<a:theme xmlns:a="http://schemas.openxmlformats.org/drawingml/2006/main" name="2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_第六版母版">
  <a:themeElements>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第六版母版">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2_第六版母版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默认设计模板">
  <a:themeElements>
    <a:clrScheme name="默认设计模板 8">
      <a:dk1>
        <a:srgbClr val="000000"/>
      </a:dk1>
      <a:lt1>
        <a:srgbClr val="663300"/>
      </a:lt1>
      <a:dk2>
        <a:srgbClr val="000000"/>
      </a:dk2>
      <a:lt2>
        <a:srgbClr val="808080"/>
      </a:lt2>
      <a:accent1>
        <a:srgbClr val="00CC99"/>
      </a:accent1>
      <a:accent2>
        <a:srgbClr val="FFFFCC"/>
      </a:accent2>
      <a:accent3>
        <a:srgbClr val="B8ADAA"/>
      </a:accent3>
      <a:accent4>
        <a:srgbClr val="000000"/>
      </a:accent4>
      <a:accent5>
        <a:srgbClr val="AAE2CA"/>
      </a:accent5>
      <a:accent6>
        <a:srgbClr val="E7E7B9"/>
      </a:accent6>
      <a:hlink>
        <a:srgbClr val="0000FF"/>
      </a:hlink>
      <a:folHlink>
        <a:srgbClr val="FF00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bg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bg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默认设计模板 8">
        <a:dk1>
          <a:srgbClr val="000000"/>
        </a:dk1>
        <a:lt1>
          <a:srgbClr val="663300"/>
        </a:lt1>
        <a:dk2>
          <a:srgbClr val="000000"/>
        </a:dk2>
        <a:lt2>
          <a:srgbClr val="808080"/>
        </a:lt2>
        <a:accent1>
          <a:srgbClr val="00CC99"/>
        </a:accent1>
        <a:accent2>
          <a:srgbClr val="FFFFCC"/>
        </a:accent2>
        <a:accent3>
          <a:srgbClr val="B8ADAA"/>
        </a:accent3>
        <a:accent4>
          <a:srgbClr val="000000"/>
        </a:accent4>
        <a:accent5>
          <a:srgbClr val="AAE2CA"/>
        </a:accent5>
        <a:accent6>
          <a:srgbClr val="E7E7B9"/>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2140</TotalTime>
  <Words>871</Words>
  <Application>Microsoft Office PowerPoint</Application>
  <PresentationFormat>全屏显示(16:9)</PresentationFormat>
  <Paragraphs>120</Paragraphs>
  <Slides>33</Slides>
  <Notes>4</Notes>
  <HiddenSlides>0</HiddenSlides>
  <MMClips>2</MMClips>
  <ScaleCrop>false</ScaleCrop>
  <HeadingPairs>
    <vt:vector size="8" baseType="variant">
      <vt:variant>
        <vt:lpstr>已用的字体</vt:lpstr>
      </vt:variant>
      <vt:variant>
        <vt:i4>5</vt:i4>
      </vt:variant>
      <vt:variant>
        <vt:lpstr>主题</vt:lpstr>
      </vt:variant>
      <vt:variant>
        <vt:i4>3</vt:i4>
      </vt:variant>
      <vt:variant>
        <vt:lpstr>嵌入 OLE 服务器</vt:lpstr>
      </vt:variant>
      <vt:variant>
        <vt:i4>3</vt:i4>
      </vt:variant>
      <vt:variant>
        <vt:lpstr>幻灯片标题</vt:lpstr>
      </vt:variant>
      <vt:variant>
        <vt:i4>33</vt:i4>
      </vt:variant>
    </vt:vector>
  </HeadingPairs>
  <TitlesOfParts>
    <vt:vector size="44" baseType="lpstr">
      <vt:lpstr>宋体</vt:lpstr>
      <vt:lpstr>Arial</vt:lpstr>
      <vt:lpstr>Calibri</vt:lpstr>
      <vt:lpstr>Times New Roman</vt:lpstr>
      <vt:lpstr>Wingdings</vt:lpstr>
      <vt:lpstr>2_第六版母版</vt:lpstr>
      <vt:lpstr>4_第六版母版</vt:lpstr>
      <vt:lpstr>2_默认设计模板</vt:lpstr>
      <vt:lpstr>Equation</vt:lpstr>
      <vt:lpstr>公式</vt:lpstr>
      <vt:lpstr>MathType 6.7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江南大学理学院物理系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12-5能量均分定理理想气体内能</dc:title>
  <dc:creator>何跃娟</dc:creator>
  <cp:lastModifiedBy>Administrator</cp:lastModifiedBy>
  <cp:revision>237</cp:revision>
  <dcterms:created xsi:type="dcterms:W3CDTF">2005-09-11T15:39:18Z</dcterms:created>
  <dcterms:modified xsi:type="dcterms:W3CDTF">2024-05-24T13:29:10Z</dcterms:modified>
</cp:coreProperties>
</file>