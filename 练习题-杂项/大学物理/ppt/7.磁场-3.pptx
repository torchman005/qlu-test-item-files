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63" r:id="rId2"/>
  </p:sldMasterIdLst>
  <p:notesMasterIdLst>
    <p:notesMasterId r:id="rId34"/>
  </p:notesMasterIdLst>
  <p:handoutMasterIdLst>
    <p:handoutMasterId r:id="rId35"/>
  </p:handoutMasterIdLst>
  <p:sldIdLst>
    <p:sldId id="274" r:id="rId3"/>
    <p:sldId id="298" r:id="rId4"/>
    <p:sldId id="362" r:id="rId5"/>
    <p:sldId id="299" r:id="rId6"/>
    <p:sldId id="301" r:id="rId7"/>
    <p:sldId id="303" r:id="rId8"/>
    <p:sldId id="304" r:id="rId9"/>
    <p:sldId id="385" r:id="rId10"/>
    <p:sldId id="386" r:id="rId11"/>
    <p:sldId id="383" r:id="rId12"/>
    <p:sldId id="382" r:id="rId13"/>
    <p:sldId id="388" r:id="rId14"/>
    <p:sldId id="310" r:id="rId15"/>
    <p:sldId id="363" r:id="rId16"/>
    <p:sldId id="387" r:id="rId17"/>
    <p:sldId id="364" r:id="rId18"/>
    <p:sldId id="365" r:id="rId19"/>
    <p:sldId id="366" r:id="rId20"/>
    <p:sldId id="367" r:id="rId21"/>
    <p:sldId id="368" r:id="rId22"/>
    <p:sldId id="369" r:id="rId23"/>
    <p:sldId id="370" r:id="rId24"/>
    <p:sldId id="371" r:id="rId25"/>
    <p:sldId id="372" r:id="rId26"/>
    <p:sldId id="373" r:id="rId27"/>
    <p:sldId id="374" r:id="rId28"/>
    <p:sldId id="377" r:id="rId29"/>
    <p:sldId id="378" r:id="rId30"/>
    <p:sldId id="379" r:id="rId31"/>
    <p:sldId id="380" r:id="rId32"/>
    <p:sldId id="381" r:id="rId33"/>
  </p:sldIdLst>
  <p:sldSz cx="9144000" cy="5143500" type="screen16x9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60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0606"/>
    <a:srgbClr val="FFFFFF"/>
    <a:srgbClr val="B2B2B2"/>
    <a:srgbClr val="FF0000"/>
    <a:srgbClr val="FF00FF"/>
    <a:srgbClr val="0000FF"/>
    <a:srgbClr val="0066FF"/>
    <a:srgbClr val="FFFFCC"/>
    <a:srgbClr val="FF9933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19" autoAdjust="0"/>
    <p:restoredTop sz="95437" autoAdjust="0"/>
  </p:normalViewPr>
  <p:slideViewPr>
    <p:cSldViewPr snapToGrid="0">
      <p:cViewPr varScale="1">
        <p:scale>
          <a:sx n="128" d="100"/>
          <a:sy n="128" d="100"/>
        </p:scale>
        <p:origin x="714" y="90"/>
      </p:cViewPr>
      <p:guideLst>
        <p:guide orient="horz" pos="3060"/>
        <p:guide pos="2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>
      <p:cViewPr varScale="1">
        <p:scale>
          <a:sx n="37" d="100"/>
          <a:sy n="37" d="100"/>
        </p:scale>
        <p:origin x="-1090" y="-58"/>
      </p:cViewPr>
      <p:guideLst>
        <p:guide orient="horz" pos="2880"/>
        <p:guide pos="2160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e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e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4" Type="http://schemas.openxmlformats.org/officeDocument/2006/relationships/image" Target="../media/image4.wmf"/><Relationship Id="rId9" Type="http://schemas.openxmlformats.org/officeDocument/2006/relationships/image" Target="../media/image9.e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5" Type="http://schemas.openxmlformats.org/officeDocument/2006/relationships/image" Target="../media/image28.wmf"/><Relationship Id="rId10" Type="http://schemas.openxmlformats.org/officeDocument/2006/relationships/image" Target="../media/image33.emf"/><Relationship Id="rId4" Type="http://schemas.openxmlformats.org/officeDocument/2006/relationships/image" Target="../media/image27.wmf"/><Relationship Id="rId9" Type="http://schemas.openxmlformats.org/officeDocument/2006/relationships/image" Target="../media/image32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image" Target="../media/image42.wmf"/><Relationship Id="rId18" Type="http://schemas.openxmlformats.org/officeDocument/2006/relationships/image" Target="../media/image32.wmf"/><Relationship Id="rId3" Type="http://schemas.openxmlformats.org/officeDocument/2006/relationships/image" Target="../media/image29.wmf"/><Relationship Id="rId21" Type="http://schemas.openxmlformats.org/officeDocument/2006/relationships/image" Target="../media/image33.emf"/><Relationship Id="rId7" Type="http://schemas.openxmlformats.org/officeDocument/2006/relationships/image" Target="../media/image36.wmf"/><Relationship Id="rId12" Type="http://schemas.openxmlformats.org/officeDocument/2006/relationships/image" Target="../media/image41.wmf"/><Relationship Id="rId17" Type="http://schemas.openxmlformats.org/officeDocument/2006/relationships/image" Target="../media/image46.wmf"/><Relationship Id="rId2" Type="http://schemas.openxmlformats.org/officeDocument/2006/relationships/image" Target="../media/image28.wmf"/><Relationship Id="rId16" Type="http://schemas.openxmlformats.org/officeDocument/2006/relationships/image" Target="../media/image45.wmf"/><Relationship Id="rId20" Type="http://schemas.openxmlformats.org/officeDocument/2006/relationships/image" Target="../media/image48.wmf"/><Relationship Id="rId1" Type="http://schemas.openxmlformats.org/officeDocument/2006/relationships/image" Target="../media/image27.wmf"/><Relationship Id="rId6" Type="http://schemas.openxmlformats.org/officeDocument/2006/relationships/image" Target="../media/image35.wmf"/><Relationship Id="rId11" Type="http://schemas.openxmlformats.org/officeDocument/2006/relationships/image" Target="../media/image40.wmf"/><Relationship Id="rId5" Type="http://schemas.openxmlformats.org/officeDocument/2006/relationships/image" Target="../media/image34.emf"/><Relationship Id="rId15" Type="http://schemas.openxmlformats.org/officeDocument/2006/relationships/image" Target="../media/image44.wmf"/><Relationship Id="rId10" Type="http://schemas.openxmlformats.org/officeDocument/2006/relationships/image" Target="../media/image39.wmf"/><Relationship Id="rId19" Type="http://schemas.openxmlformats.org/officeDocument/2006/relationships/image" Target="../media/image47.wmf"/><Relationship Id="rId4" Type="http://schemas.openxmlformats.org/officeDocument/2006/relationships/image" Target="../media/image30.wmf"/><Relationship Id="rId9" Type="http://schemas.openxmlformats.org/officeDocument/2006/relationships/image" Target="../media/image38.wmf"/><Relationship Id="rId14" Type="http://schemas.openxmlformats.org/officeDocument/2006/relationships/image" Target="../media/image4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image" Target="../media/image56.wmf"/><Relationship Id="rId3" Type="http://schemas.openxmlformats.org/officeDocument/2006/relationships/image" Target="../media/image35.wmf"/><Relationship Id="rId7" Type="http://schemas.openxmlformats.org/officeDocument/2006/relationships/image" Target="../media/image27.wmf"/><Relationship Id="rId12" Type="http://schemas.openxmlformats.org/officeDocument/2006/relationships/image" Target="../media/image55.wmf"/><Relationship Id="rId2" Type="http://schemas.openxmlformats.org/officeDocument/2006/relationships/image" Target="../media/image50.wmf"/><Relationship Id="rId1" Type="http://schemas.openxmlformats.org/officeDocument/2006/relationships/image" Target="../media/image49.wmf"/><Relationship Id="rId6" Type="http://schemas.openxmlformats.org/officeDocument/2006/relationships/image" Target="../media/image51.wmf"/><Relationship Id="rId11" Type="http://schemas.openxmlformats.org/officeDocument/2006/relationships/image" Target="../media/image54.wmf"/><Relationship Id="rId5" Type="http://schemas.openxmlformats.org/officeDocument/2006/relationships/image" Target="../media/image29.wmf"/><Relationship Id="rId15" Type="http://schemas.openxmlformats.org/officeDocument/2006/relationships/image" Target="../media/image58.wmf"/><Relationship Id="rId10" Type="http://schemas.openxmlformats.org/officeDocument/2006/relationships/image" Target="../media/image53.wmf"/><Relationship Id="rId4" Type="http://schemas.openxmlformats.org/officeDocument/2006/relationships/image" Target="../media/image26.wmf"/><Relationship Id="rId9" Type="http://schemas.openxmlformats.org/officeDocument/2006/relationships/image" Target="../media/image52.wmf"/><Relationship Id="rId14" Type="http://schemas.openxmlformats.org/officeDocument/2006/relationships/image" Target="../media/image57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image" Target="../media/image61.wmf"/><Relationship Id="rId7" Type="http://schemas.openxmlformats.org/officeDocument/2006/relationships/image" Target="../media/image53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6" Type="http://schemas.openxmlformats.org/officeDocument/2006/relationships/image" Target="../media/image52.wmf"/><Relationship Id="rId11" Type="http://schemas.openxmlformats.org/officeDocument/2006/relationships/image" Target="../media/image35.wmf"/><Relationship Id="rId5" Type="http://schemas.openxmlformats.org/officeDocument/2006/relationships/image" Target="../media/image28.wmf"/><Relationship Id="rId10" Type="http://schemas.openxmlformats.org/officeDocument/2006/relationships/image" Target="../media/image55.wmf"/><Relationship Id="rId4" Type="http://schemas.openxmlformats.org/officeDocument/2006/relationships/image" Target="../media/image27.wmf"/><Relationship Id="rId9" Type="http://schemas.openxmlformats.org/officeDocument/2006/relationships/image" Target="../media/image54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image" Target="../media/image83.wmf"/><Relationship Id="rId3" Type="http://schemas.openxmlformats.org/officeDocument/2006/relationships/image" Target="../media/image73.wmf"/><Relationship Id="rId7" Type="http://schemas.openxmlformats.org/officeDocument/2006/relationships/image" Target="../media/image77.wmf"/><Relationship Id="rId12" Type="http://schemas.openxmlformats.org/officeDocument/2006/relationships/image" Target="../media/image82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6" Type="http://schemas.openxmlformats.org/officeDocument/2006/relationships/image" Target="../media/image76.emf"/><Relationship Id="rId11" Type="http://schemas.openxmlformats.org/officeDocument/2006/relationships/image" Target="../media/image81.wmf"/><Relationship Id="rId5" Type="http://schemas.openxmlformats.org/officeDocument/2006/relationships/image" Target="../media/image75.wmf"/><Relationship Id="rId10" Type="http://schemas.openxmlformats.org/officeDocument/2006/relationships/image" Target="../media/image80.wmf"/><Relationship Id="rId4" Type="http://schemas.openxmlformats.org/officeDocument/2006/relationships/image" Target="../media/image74.wmf"/><Relationship Id="rId9" Type="http://schemas.openxmlformats.org/officeDocument/2006/relationships/image" Target="../media/image79.wmf"/><Relationship Id="rId14" Type="http://schemas.openxmlformats.org/officeDocument/2006/relationships/image" Target="../media/image84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13" Type="http://schemas.openxmlformats.org/officeDocument/2006/relationships/image" Target="../media/image72.w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12" Type="http://schemas.openxmlformats.org/officeDocument/2006/relationships/image" Target="../media/image88.wmf"/><Relationship Id="rId17" Type="http://schemas.openxmlformats.org/officeDocument/2006/relationships/image" Target="../media/image92.wmf"/><Relationship Id="rId2" Type="http://schemas.openxmlformats.org/officeDocument/2006/relationships/image" Target="../media/image77.wmf"/><Relationship Id="rId16" Type="http://schemas.openxmlformats.org/officeDocument/2006/relationships/image" Target="../media/image91.wmf"/><Relationship Id="rId1" Type="http://schemas.openxmlformats.org/officeDocument/2006/relationships/image" Target="../media/image76.emf"/><Relationship Id="rId6" Type="http://schemas.openxmlformats.org/officeDocument/2006/relationships/image" Target="../media/image81.wmf"/><Relationship Id="rId11" Type="http://schemas.openxmlformats.org/officeDocument/2006/relationships/image" Target="../media/image87.wmf"/><Relationship Id="rId5" Type="http://schemas.openxmlformats.org/officeDocument/2006/relationships/image" Target="../media/image80.wmf"/><Relationship Id="rId15" Type="http://schemas.openxmlformats.org/officeDocument/2006/relationships/image" Target="../media/image90.wmf"/><Relationship Id="rId10" Type="http://schemas.openxmlformats.org/officeDocument/2006/relationships/image" Target="../media/image86.wmf"/><Relationship Id="rId4" Type="http://schemas.openxmlformats.org/officeDocument/2006/relationships/image" Target="../media/image79.wmf"/><Relationship Id="rId9" Type="http://schemas.openxmlformats.org/officeDocument/2006/relationships/image" Target="../media/image85.wmf"/><Relationship Id="rId14" Type="http://schemas.openxmlformats.org/officeDocument/2006/relationships/image" Target="../media/image8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95.wmf"/><Relationship Id="rId7" Type="http://schemas.openxmlformats.org/officeDocument/2006/relationships/image" Target="../media/image99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10" Type="http://schemas.openxmlformats.org/officeDocument/2006/relationships/image" Target="../media/image102.wmf"/><Relationship Id="rId4" Type="http://schemas.openxmlformats.org/officeDocument/2006/relationships/image" Target="../media/image96.wmf"/><Relationship Id="rId9" Type="http://schemas.openxmlformats.org/officeDocument/2006/relationships/image" Target="../media/image101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wmf"/><Relationship Id="rId3" Type="http://schemas.openxmlformats.org/officeDocument/2006/relationships/image" Target="../media/image106.emf"/><Relationship Id="rId7" Type="http://schemas.openxmlformats.org/officeDocument/2006/relationships/image" Target="../media/image110.wmf"/><Relationship Id="rId2" Type="http://schemas.openxmlformats.org/officeDocument/2006/relationships/image" Target="../media/image105.emf"/><Relationship Id="rId1" Type="http://schemas.openxmlformats.org/officeDocument/2006/relationships/image" Target="../media/image104.wmf"/><Relationship Id="rId6" Type="http://schemas.openxmlformats.org/officeDocument/2006/relationships/image" Target="../media/image109.emf"/><Relationship Id="rId5" Type="http://schemas.openxmlformats.org/officeDocument/2006/relationships/image" Target="../media/image108.emf"/><Relationship Id="rId4" Type="http://schemas.openxmlformats.org/officeDocument/2006/relationships/image" Target="../media/image107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emf"/><Relationship Id="rId3" Type="http://schemas.openxmlformats.org/officeDocument/2006/relationships/image" Target="../media/image114.emf"/><Relationship Id="rId7" Type="http://schemas.openxmlformats.org/officeDocument/2006/relationships/image" Target="../media/image118.emf"/><Relationship Id="rId2" Type="http://schemas.openxmlformats.org/officeDocument/2006/relationships/image" Target="../media/image113.emf"/><Relationship Id="rId1" Type="http://schemas.openxmlformats.org/officeDocument/2006/relationships/image" Target="../media/image112.emf"/><Relationship Id="rId6" Type="http://schemas.openxmlformats.org/officeDocument/2006/relationships/image" Target="../media/image117.emf"/><Relationship Id="rId11" Type="http://schemas.openxmlformats.org/officeDocument/2006/relationships/image" Target="../media/image122.emf"/><Relationship Id="rId5" Type="http://schemas.openxmlformats.org/officeDocument/2006/relationships/image" Target="../media/image116.emf"/><Relationship Id="rId10" Type="http://schemas.openxmlformats.org/officeDocument/2006/relationships/image" Target="../media/image121.emf"/><Relationship Id="rId4" Type="http://schemas.openxmlformats.org/officeDocument/2006/relationships/image" Target="../media/image115.emf"/><Relationship Id="rId9" Type="http://schemas.openxmlformats.org/officeDocument/2006/relationships/image" Target="../media/image120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wmf"/><Relationship Id="rId1" Type="http://schemas.openxmlformats.org/officeDocument/2006/relationships/image" Target="../media/image12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Relationship Id="rId4" Type="http://schemas.openxmlformats.org/officeDocument/2006/relationships/image" Target="../media/image128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wmf"/><Relationship Id="rId3" Type="http://schemas.openxmlformats.org/officeDocument/2006/relationships/image" Target="../media/image130.emf"/><Relationship Id="rId7" Type="http://schemas.openxmlformats.org/officeDocument/2006/relationships/image" Target="../media/image134.wmf"/><Relationship Id="rId12" Type="http://schemas.openxmlformats.org/officeDocument/2006/relationships/image" Target="../media/image139.wmf"/><Relationship Id="rId2" Type="http://schemas.openxmlformats.org/officeDocument/2006/relationships/image" Target="../media/image129.emf"/><Relationship Id="rId1" Type="http://schemas.openxmlformats.org/officeDocument/2006/relationships/image" Target="../media/image126.wmf"/><Relationship Id="rId6" Type="http://schemas.openxmlformats.org/officeDocument/2006/relationships/image" Target="../media/image133.wmf"/><Relationship Id="rId11" Type="http://schemas.openxmlformats.org/officeDocument/2006/relationships/image" Target="../media/image138.wmf"/><Relationship Id="rId5" Type="http://schemas.openxmlformats.org/officeDocument/2006/relationships/image" Target="../media/image132.wmf"/><Relationship Id="rId10" Type="http://schemas.openxmlformats.org/officeDocument/2006/relationships/image" Target="../media/image137.wmf"/><Relationship Id="rId4" Type="http://schemas.openxmlformats.org/officeDocument/2006/relationships/image" Target="../media/image131.wmf"/><Relationship Id="rId9" Type="http://schemas.openxmlformats.org/officeDocument/2006/relationships/image" Target="../media/image13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wmf"/><Relationship Id="rId2" Type="http://schemas.openxmlformats.org/officeDocument/2006/relationships/image" Target="../media/image141.emf"/><Relationship Id="rId1" Type="http://schemas.openxmlformats.org/officeDocument/2006/relationships/image" Target="../media/image140.emf"/><Relationship Id="rId4" Type="http://schemas.openxmlformats.org/officeDocument/2006/relationships/image" Target="../media/image12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emf"/><Relationship Id="rId2" Type="http://schemas.openxmlformats.org/officeDocument/2006/relationships/image" Target="../media/image140.emf"/><Relationship Id="rId1" Type="http://schemas.openxmlformats.org/officeDocument/2006/relationships/image" Target="../media/image143.wmf"/><Relationship Id="rId4" Type="http://schemas.openxmlformats.org/officeDocument/2006/relationships/image" Target="../media/image142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7" Type="http://schemas.openxmlformats.org/officeDocument/2006/relationships/image" Target="../media/image150.wmf"/><Relationship Id="rId2" Type="http://schemas.openxmlformats.org/officeDocument/2006/relationships/image" Target="../media/image145.wmf"/><Relationship Id="rId1" Type="http://schemas.openxmlformats.org/officeDocument/2006/relationships/image" Target="../media/image144.wmf"/><Relationship Id="rId6" Type="http://schemas.openxmlformats.org/officeDocument/2006/relationships/image" Target="../media/image149.wmf"/><Relationship Id="rId5" Type="http://schemas.openxmlformats.org/officeDocument/2006/relationships/image" Target="../media/image148.wmf"/><Relationship Id="rId4" Type="http://schemas.openxmlformats.org/officeDocument/2006/relationships/image" Target="../media/image14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wmf"/><Relationship Id="rId2" Type="http://schemas.openxmlformats.org/officeDocument/2006/relationships/image" Target="../media/image152.wmf"/><Relationship Id="rId1" Type="http://schemas.openxmlformats.org/officeDocument/2006/relationships/image" Target="../media/image151.wmf"/><Relationship Id="rId4" Type="http://schemas.openxmlformats.org/officeDocument/2006/relationships/image" Target="../media/image154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2.wmf"/><Relationship Id="rId3" Type="http://schemas.openxmlformats.org/officeDocument/2006/relationships/image" Target="../media/image157.wmf"/><Relationship Id="rId7" Type="http://schemas.openxmlformats.org/officeDocument/2006/relationships/image" Target="../media/image161.emf"/><Relationship Id="rId2" Type="http://schemas.openxmlformats.org/officeDocument/2006/relationships/image" Target="../media/image156.wmf"/><Relationship Id="rId1" Type="http://schemas.openxmlformats.org/officeDocument/2006/relationships/image" Target="../media/image155.wmf"/><Relationship Id="rId6" Type="http://schemas.openxmlformats.org/officeDocument/2006/relationships/image" Target="../media/image160.wmf"/><Relationship Id="rId5" Type="http://schemas.openxmlformats.org/officeDocument/2006/relationships/image" Target="../media/image159.wmf"/><Relationship Id="rId10" Type="http://schemas.openxmlformats.org/officeDocument/2006/relationships/image" Target="../media/image164.wmf"/><Relationship Id="rId4" Type="http://schemas.openxmlformats.org/officeDocument/2006/relationships/image" Target="../media/image158.wmf"/><Relationship Id="rId9" Type="http://schemas.openxmlformats.org/officeDocument/2006/relationships/image" Target="../media/image16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wmf"/><Relationship Id="rId7" Type="http://schemas.openxmlformats.org/officeDocument/2006/relationships/image" Target="../media/image170.wmf"/><Relationship Id="rId2" Type="http://schemas.openxmlformats.org/officeDocument/2006/relationships/image" Target="../media/image166.wmf"/><Relationship Id="rId1" Type="http://schemas.openxmlformats.org/officeDocument/2006/relationships/image" Target="../media/image165.wmf"/><Relationship Id="rId6" Type="http://schemas.openxmlformats.org/officeDocument/2006/relationships/image" Target="../media/image169.wmf"/><Relationship Id="rId5" Type="http://schemas.openxmlformats.org/officeDocument/2006/relationships/image" Target="../media/image24.wmf"/><Relationship Id="rId4" Type="http://schemas.openxmlformats.org/officeDocument/2006/relationships/image" Target="../media/image168.wmf"/></Relationships>
</file>

<file path=ppt/drawings/_rels/vmlDrawing2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9.wmf"/><Relationship Id="rId13" Type="http://schemas.openxmlformats.org/officeDocument/2006/relationships/image" Target="../media/image179.wmf"/><Relationship Id="rId3" Type="http://schemas.openxmlformats.org/officeDocument/2006/relationships/image" Target="../media/image173.wmf"/><Relationship Id="rId7" Type="http://schemas.openxmlformats.org/officeDocument/2006/relationships/image" Target="../media/image24.wmf"/><Relationship Id="rId12" Type="http://schemas.openxmlformats.org/officeDocument/2006/relationships/image" Target="../media/image178.wmf"/><Relationship Id="rId2" Type="http://schemas.openxmlformats.org/officeDocument/2006/relationships/image" Target="../media/image172.wmf"/><Relationship Id="rId1" Type="http://schemas.openxmlformats.org/officeDocument/2006/relationships/image" Target="../media/image171.wmf"/><Relationship Id="rId6" Type="http://schemas.openxmlformats.org/officeDocument/2006/relationships/image" Target="../media/image165.wmf"/><Relationship Id="rId11" Type="http://schemas.openxmlformats.org/officeDocument/2006/relationships/image" Target="../media/image177.wmf"/><Relationship Id="rId5" Type="http://schemas.openxmlformats.org/officeDocument/2006/relationships/image" Target="../media/image175.wmf"/><Relationship Id="rId15" Type="http://schemas.openxmlformats.org/officeDocument/2006/relationships/image" Target="../media/image181.wmf"/><Relationship Id="rId10" Type="http://schemas.openxmlformats.org/officeDocument/2006/relationships/image" Target="../media/image176.wmf"/><Relationship Id="rId4" Type="http://schemas.openxmlformats.org/officeDocument/2006/relationships/image" Target="../media/image174.wmf"/><Relationship Id="rId9" Type="http://schemas.openxmlformats.org/officeDocument/2006/relationships/image" Target="../media/image170.wmf"/><Relationship Id="rId14" Type="http://schemas.openxmlformats.org/officeDocument/2006/relationships/image" Target="../media/image180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5.wmf"/><Relationship Id="rId2" Type="http://schemas.openxmlformats.org/officeDocument/2006/relationships/image" Target="../media/image184.wmf"/><Relationship Id="rId1" Type="http://schemas.openxmlformats.org/officeDocument/2006/relationships/image" Target="../media/image183.wmf"/><Relationship Id="rId5" Type="http://schemas.openxmlformats.org/officeDocument/2006/relationships/image" Target="../media/image187.wmf"/><Relationship Id="rId4" Type="http://schemas.openxmlformats.org/officeDocument/2006/relationships/image" Target="../media/image186.wmf"/></Relationships>
</file>

<file path=ppt/drawings/_rels/vmlDrawing2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wmf"/><Relationship Id="rId13" Type="http://schemas.openxmlformats.org/officeDocument/2006/relationships/image" Target="../media/image200.wmf"/><Relationship Id="rId3" Type="http://schemas.openxmlformats.org/officeDocument/2006/relationships/image" Target="../media/image190.wmf"/><Relationship Id="rId7" Type="http://schemas.openxmlformats.org/officeDocument/2006/relationships/image" Target="../media/image194.wmf"/><Relationship Id="rId12" Type="http://schemas.openxmlformats.org/officeDocument/2006/relationships/image" Target="../media/image199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6" Type="http://schemas.openxmlformats.org/officeDocument/2006/relationships/image" Target="../media/image193.wmf"/><Relationship Id="rId11" Type="http://schemas.openxmlformats.org/officeDocument/2006/relationships/image" Target="../media/image198.wmf"/><Relationship Id="rId5" Type="http://schemas.openxmlformats.org/officeDocument/2006/relationships/image" Target="../media/image192.wmf"/><Relationship Id="rId10" Type="http://schemas.openxmlformats.org/officeDocument/2006/relationships/image" Target="../media/image197.wmf"/><Relationship Id="rId4" Type="http://schemas.openxmlformats.org/officeDocument/2006/relationships/image" Target="../media/image191.wmf"/><Relationship Id="rId9" Type="http://schemas.openxmlformats.org/officeDocument/2006/relationships/image" Target="../media/image196.wmf"/><Relationship Id="rId14" Type="http://schemas.openxmlformats.org/officeDocument/2006/relationships/image" Target="../media/image201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3.wmf"/><Relationship Id="rId1" Type="http://schemas.openxmlformats.org/officeDocument/2006/relationships/image" Target="../media/image19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/>
            </a:lvl1pPr>
          </a:lstStyle>
          <a:p>
            <a:endParaRPr lang="zh-CN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/>
            </a:lvl1pPr>
          </a:lstStyle>
          <a:p>
            <a:fld id="{105166ED-5F84-4A22-9867-D22E9C429C0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67668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/>
            </a:lvl1pPr>
          </a:lstStyle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 b="0"/>
            </a:lvl1pPr>
          </a:lstStyle>
          <a:p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 b="0"/>
            </a:lvl1pPr>
          </a:lstStyle>
          <a:p>
            <a:fld id="{4DD8FEDC-CAA0-4591-90DF-4281024F424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34853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reeform 2"/>
          <p:cNvSpPr>
            <a:spLocks/>
          </p:cNvSpPr>
          <p:nvPr/>
        </p:nvSpPr>
        <p:spPr bwMode="gray">
          <a:xfrm>
            <a:off x="690565" y="2505077"/>
            <a:ext cx="7653337" cy="364331"/>
          </a:xfrm>
          <a:custGeom>
            <a:avLst/>
            <a:gdLst/>
            <a:ahLst/>
            <a:cxnLst>
              <a:cxn ang="0">
                <a:pos x="163" y="200"/>
              </a:cxn>
              <a:cxn ang="0">
                <a:pos x="4128" y="200"/>
              </a:cxn>
              <a:cxn ang="0">
                <a:pos x="4128" y="429"/>
              </a:cxn>
              <a:cxn ang="0">
                <a:pos x="0" y="441"/>
              </a:cxn>
              <a:cxn ang="0">
                <a:pos x="163" y="200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000"/>
            </a:schemeClr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1714500"/>
            <a:ext cx="77724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fld id="{031E9B19-17ED-40BF-81F1-55E02E0A786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F48F66-5A87-441A-AEBD-94E88DE311B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BF28FD-5F34-43CF-A767-03E255CFC40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4CA6F1-DF58-4C61-8C50-7AA3D2BA9E7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502B6D3-AF70-47E1-A65B-9E62F79DA72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3F034D-3AC9-4243-B689-A738EFFE06D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09E1A1-F508-4F05-BB69-3067E5A2AAF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FBABB4-95CA-4249-B5D3-EC56E0CEC56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D9DBCC-9301-4F12-BC82-64E02A45B2A8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4804D32-E8A5-4AB4-8A87-6A31301851C3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7CA9AB-2D60-4411-98CD-689B66237D9B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900" indent="0" algn="ctr">
              <a:buNone/>
              <a:defRPr/>
            </a:lvl2pPr>
            <a:lvl3pPr marL="685800" indent="0" algn="ctr">
              <a:buNone/>
              <a:defRPr/>
            </a:lvl3pPr>
            <a:lvl4pPr marL="1028700" indent="0" algn="ctr">
              <a:buNone/>
              <a:defRPr/>
            </a:lvl4pPr>
            <a:lvl5pPr marL="1371600" indent="0" algn="ctr">
              <a:buNone/>
              <a:defRPr/>
            </a:lvl5pPr>
            <a:lvl6pPr marL="1714500" indent="0" algn="ctr">
              <a:buNone/>
              <a:defRPr/>
            </a:lvl6pPr>
            <a:lvl7pPr marL="2057400" indent="0" algn="ctr">
              <a:buNone/>
              <a:defRPr/>
            </a:lvl7pPr>
            <a:lvl8pPr marL="2400300" indent="0" algn="ctr">
              <a:buNone/>
              <a:defRPr/>
            </a:lvl8pPr>
            <a:lvl9pPr marL="27432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F91CF78-44C6-4D3A-934C-0D69229E4EA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EF1629-DB6A-4C0D-BE4D-B668DF98223E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0BDF4A-9DA4-4FD0-8027-89672808CB0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5900"/>
            <a:ext cx="3810000" cy="30861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7C30AD-9E6F-43F2-A879-1D2159D7EBFC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81AF5E-4AFB-454A-93F1-C4F91675F67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3E0C5C-C7C8-42BC-8972-E64A11F914F6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64B4C2-2EF6-40A0-A88B-20CB42C9725A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A243D0-DA16-4996-803B-EA776FDDE16C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28ECCB-E8F5-4B42-9F09-25FC4FEF3C70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6A58D5-27CE-4B0A-8B82-760964B296B8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42900"/>
            <a:ext cx="1943100" cy="42291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342900"/>
            <a:ext cx="5676900" cy="42291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64D458-E232-4390-B405-D25BF20A7A1D}" type="slidenum">
              <a:rPr lang="zh-CN" altLang="en-US">
                <a:solidFill>
                  <a:srgbClr val="578963"/>
                </a:solidFill>
              </a:rPr>
              <a:pPr/>
              <a:t>‹#›</a:t>
            </a:fld>
            <a:endParaRPr lang="en-US" altLang="zh-CN">
              <a:solidFill>
                <a:srgbClr val="578963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 b="0"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 b="0">
                <a:solidFill>
                  <a:schemeClr val="bg2"/>
                </a:solidFill>
              </a:defRPr>
            </a:lvl1pPr>
          </a:lstStyle>
          <a:p>
            <a:endParaRPr lang="en-US" altLang="zh-CN"/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89825" y="4920694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 b="0">
                <a:solidFill>
                  <a:schemeClr val="bg2"/>
                </a:solidFill>
              </a:defRPr>
            </a:lvl1pPr>
          </a:lstStyle>
          <a:p>
            <a:fld id="{6E2C7898-AAE6-426D-A4E1-183F7ED3DCAC}" type="slidenum">
              <a:rPr lang="zh-CN" altLang="en-US"/>
              <a:pPr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42900"/>
            <a:ext cx="77724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85900"/>
            <a:ext cx="77724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46863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spcBef>
                <a:spcPct val="50000"/>
              </a:spcBef>
              <a:defRPr sz="1050" b="0">
                <a:solidFill>
                  <a:schemeClr val="bg2"/>
                </a:solidFill>
              </a:defRPr>
            </a:lvl1pPr>
          </a:lstStyle>
          <a:p>
            <a:endParaRPr lang="en-US" altLang="zh-CN" smtClean="0">
              <a:solidFill>
                <a:srgbClr val="578963"/>
              </a:solidFill>
              <a:ea typeface="宋体" charset="-122"/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6300"/>
            <a:ext cx="28956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50000"/>
              </a:spcBef>
              <a:defRPr sz="1050" b="0">
                <a:solidFill>
                  <a:schemeClr val="bg2"/>
                </a:solidFill>
              </a:defRPr>
            </a:lvl1pPr>
          </a:lstStyle>
          <a:p>
            <a:endParaRPr lang="en-US" altLang="zh-CN" smtClean="0">
              <a:solidFill>
                <a:srgbClr val="578963"/>
              </a:solidFill>
              <a:ea typeface="宋体" charset="-122"/>
            </a:endParaRP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4876800"/>
            <a:ext cx="19050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50000"/>
              </a:spcBef>
              <a:defRPr sz="1050" b="0">
                <a:solidFill>
                  <a:schemeClr val="bg2"/>
                </a:solidFill>
              </a:defRPr>
            </a:lvl1pPr>
          </a:lstStyle>
          <a:p>
            <a:fld id="{B3158342-44E7-41C0-833D-402B4BC98914}" type="slidenum">
              <a:rPr lang="zh-CN" altLang="en-US" smtClean="0">
                <a:solidFill>
                  <a:srgbClr val="578963"/>
                </a:solidFill>
                <a:ea typeface="宋体" charset="-122"/>
              </a:rPr>
              <a:pPr/>
              <a:t>‹#›</a:t>
            </a:fld>
            <a:endParaRPr lang="en-US" altLang="zh-CN" smtClean="0">
              <a:solidFill>
                <a:srgbClr val="578963"/>
              </a:solidFill>
              <a:ea typeface="宋体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33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257175" indent="-257175" algn="l" rtl="0" fontAlgn="base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fontAlgn="base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fontAlgn="base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fontAlgn="base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emf"/><Relationship Id="rId26" Type="http://schemas.openxmlformats.org/officeDocument/2006/relationships/image" Target="../media/image12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wmf"/><Relationship Id="rId20" Type="http://schemas.openxmlformats.org/officeDocument/2006/relationships/image" Target="../media/image9.e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emf"/><Relationship Id="rId32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e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.bin"/><Relationship Id="rId13" Type="http://schemas.openxmlformats.org/officeDocument/2006/relationships/oleObject" Target="../embeddings/oleObject21.bin"/><Relationship Id="rId18" Type="http://schemas.openxmlformats.org/officeDocument/2006/relationships/image" Target="../media/image22.wm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20.bin"/><Relationship Id="rId5" Type="http://schemas.openxmlformats.org/officeDocument/2006/relationships/oleObject" Target="../embeddings/oleObject17.bin"/><Relationship Id="rId15" Type="http://schemas.openxmlformats.org/officeDocument/2006/relationships/oleObject" Target="../embeddings/oleObject22.bin"/><Relationship Id="rId10" Type="http://schemas.openxmlformats.org/officeDocument/2006/relationships/image" Target="../media/image23.png"/><Relationship Id="rId4" Type="http://schemas.openxmlformats.org/officeDocument/2006/relationships/image" Target="../media/image16.wmf"/><Relationship Id="rId9" Type="http://schemas.openxmlformats.org/officeDocument/2006/relationships/image" Target="../media/image18.emf"/><Relationship Id="rId14" Type="http://schemas.openxmlformats.org/officeDocument/2006/relationships/image" Target="../media/image2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oleObject" Target="../embeddings/oleObject29.bin"/><Relationship Id="rId18" Type="http://schemas.openxmlformats.org/officeDocument/2006/relationships/oleObject" Target="../embeddings/oleObject32.bin"/><Relationship Id="rId3" Type="http://schemas.openxmlformats.org/officeDocument/2006/relationships/oleObject" Target="../embeddings/oleObject24.bin"/><Relationship Id="rId21" Type="http://schemas.openxmlformats.org/officeDocument/2006/relationships/image" Target="../media/image32.wmf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3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0.wmf"/><Relationship Id="rId20" Type="http://schemas.openxmlformats.org/officeDocument/2006/relationships/oleObject" Target="../embeddings/oleObject33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0.bin"/><Relationship Id="rId23" Type="http://schemas.openxmlformats.org/officeDocument/2006/relationships/image" Target="../media/image33.emf"/><Relationship Id="rId10" Type="http://schemas.openxmlformats.org/officeDocument/2006/relationships/image" Target="../media/image27.wmf"/><Relationship Id="rId19" Type="http://schemas.openxmlformats.org/officeDocument/2006/relationships/image" Target="../media/image31.e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9.wmf"/><Relationship Id="rId22" Type="http://schemas.openxmlformats.org/officeDocument/2006/relationships/oleObject" Target="../embeddings/oleObject3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4.emf"/><Relationship Id="rId18" Type="http://schemas.openxmlformats.org/officeDocument/2006/relationships/oleObject" Target="../embeddings/oleObject43.bin"/><Relationship Id="rId26" Type="http://schemas.openxmlformats.org/officeDocument/2006/relationships/oleObject" Target="../embeddings/oleObject47.bin"/><Relationship Id="rId39" Type="http://schemas.openxmlformats.org/officeDocument/2006/relationships/image" Target="../media/image46.wmf"/><Relationship Id="rId3" Type="http://schemas.openxmlformats.org/officeDocument/2006/relationships/oleObject" Target="../embeddings/oleObject35.bin"/><Relationship Id="rId21" Type="http://schemas.openxmlformats.org/officeDocument/2006/relationships/image" Target="../media/image38.wmf"/><Relationship Id="rId34" Type="http://schemas.openxmlformats.org/officeDocument/2006/relationships/image" Target="../media/image44.wmf"/><Relationship Id="rId42" Type="http://schemas.openxmlformats.org/officeDocument/2006/relationships/oleObject" Target="../embeddings/oleObject56.bin"/><Relationship Id="rId47" Type="http://schemas.openxmlformats.org/officeDocument/2006/relationships/image" Target="../media/image33.emf"/><Relationship Id="rId7" Type="http://schemas.openxmlformats.org/officeDocument/2006/relationships/oleObject" Target="../embeddings/oleObject37.bin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36.wmf"/><Relationship Id="rId25" Type="http://schemas.openxmlformats.org/officeDocument/2006/relationships/image" Target="../media/image40.wmf"/><Relationship Id="rId33" Type="http://schemas.openxmlformats.org/officeDocument/2006/relationships/oleObject" Target="../embeddings/oleObject51.bin"/><Relationship Id="rId38" Type="http://schemas.openxmlformats.org/officeDocument/2006/relationships/oleObject" Target="../embeddings/oleObject54.bin"/><Relationship Id="rId46" Type="http://schemas.openxmlformats.org/officeDocument/2006/relationships/oleObject" Target="../embeddings/oleObject3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29" Type="http://schemas.openxmlformats.org/officeDocument/2006/relationships/oleObject" Target="../embeddings/oleObject49.bin"/><Relationship Id="rId41" Type="http://schemas.openxmlformats.org/officeDocument/2006/relationships/image" Target="../media/image32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39.bin"/><Relationship Id="rId24" Type="http://schemas.openxmlformats.org/officeDocument/2006/relationships/oleObject" Target="../embeddings/oleObject46.bin"/><Relationship Id="rId32" Type="http://schemas.openxmlformats.org/officeDocument/2006/relationships/image" Target="../media/image43.wmf"/><Relationship Id="rId37" Type="http://schemas.openxmlformats.org/officeDocument/2006/relationships/oleObject" Target="../embeddings/oleObject53.bin"/><Relationship Id="rId40" Type="http://schemas.openxmlformats.org/officeDocument/2006/relationships/oleObject" Target="../embeddings/oleObject55.bin"/><Relationship Id="rId45" Type="http://schemas.openxmlformats.org/officeDocument/2006/relationships/image" Target="../media/image48.wmf"/><Relationship Id="rId5" Type="http://schemas.openxmlformats.org/officeDocument/2006/relationships/oleObject" Target="../embeddings/oleObject36.bin"/><Relationship Id="rId15" Type="http://schemas.openxmlformats.org/officeDocument/2006/relationships/image" Target="../media/image35.wmf"/><Relationship Id="rId23" Type="http://schemas.openxmlformats.org/officeDocument/2006/relationships/image" Target="../media/image39.wmf"/><Relationship Id="rId28" Type="http://schemas.openxmlformats.org/officeDocument/2006/relationships/image" Target="../media/image41.wmf"/><Relationship Id="rId36" Type="http://schemas.openxmlformats.org/officeDocument/2006/relationships/image" Target="../media/image45.wmf"/><Relationship Id="rId10" Type="http://schemas.openxmlformats.org/officeDocument/2006/relationships/image" Target="../media/image30.wmf"/><Relationship Id="rId19" Type="http://schemas.openxmlformats.org/officeDocument/2006/relationships/image" Target="../media/image37.wmf"/><Relationship Id="rId31" Type="http://schemas.openxmlformats.org/officeDocument/2006/relationships/oleObject" Target="../embeddings/oleObject50.bin"/><Relationship Id="rId44" Type="http://schemas.openxmlformats.org/officeDocument/2006/relationships/oleObject" Target="../embeddings/oleObject57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38.bin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Relationship Id="rId27" Type="http://schemas.openxmlformats.org/officeDocument/2006/relationships/oleObject" Target="../embeddings/oleObject48.bin"/><Relationship Id="rId30" Type="http://schemas.openxmlformats.org/officeDocument/2006/relationships/image" Target="../media/image42.wmf"/><Relationship Id="rId35" Type="http://schemas.openxmlformats.org/officeDocument/2006/relationships/oleObject" Target="../embeddings/oleObject52.bin"/><Relationship Id="rId43" Type="http://schemas.openxmlformats.org/officeDocument/2006/relationships/image" Target="../media/image47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63.bin"/><Relationship Id="rId18" Type="http://schemas.openxmlformats.org/officeDocument/2006/relationships/image" Target="../media/image28.wmf"/><Relationship Id="rId26" Type="http://schemas.openxmlformats.org/officeDocument/2006/relationships/oleObject" Target="../embeddings/oleObject70.bin"/><Relationship Id="rId3" Type="http://schemas.openxmlformats.org/officeDocument/2006/relationships/oleObject" Target="../embeddings/oleObject58.bin"/><Relationship Id="rId21" Type="http://schemas.openxmlformats.org/officeDocument/2006/relationships/oleObject" Target="../embeddings/oleObject67.bin"/><Relationship Id="rId34" Type="http://schemas.openxmlformats.org/officeDocument/2006/relationships/oleObject" Target="../embeddings/oleObject75.bin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65.bin"/><Relationship Id="rId25" Type="http://schemas.openxmlformats.org/officeDocument/2006/relationships/image" Target="../media/image54.wmf"/><Relationship Id="rId33" Type="http://schemas.openxmlformats.org/officeDocument/2006/relationships/image" Target="../media/image57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20" Type="http://schemas.openxmlformats.org/officeDocument/2006/relationships/image" Target="../media/image52.wmf"/><Relationship Id="rId29" Type="http://schemas.openxmlformats.org/officeDocument/2006/relationships/oleObject" Target="../embeddings/oleObject72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62.bin"/><Relationship Id="rId24" Type="http://schemas.openxmlformats.org/officeDocument/2006/relationships/oleObject" Target="../embeddings/oleObject69.bin"/><Relationship Id="rId32" Type="http://schemas.openxmlformats.org/officeDocument/2006/relationships/oleObject" Target="../embeddings/oleObject74.bin"/><Relationship Id="rId5" Type="http://schemas.openxmlformats.org/officeDocument/2006/relationships/oleObject" Target="../embeddings/oleObject59.bin"/><Relationship Id="rId15" Type="http://schemas.openxmlformats.org/officeDocument/2006/relationships/oleObject" Target="../embeddings/oleObject64.bin"/><Relationship Id="rId23" Type="http://schemas.openxmlformats.org/officeDocument/2006/relationships/oleObject" Target="../embeddings/oleObject68.bin"/><Relationship Id="rId28" Type="http://schemas.openxmlformats.org/officeDocument/2006/relationships/oleObject" Target="../embeddings/oleObject71.bin"/><Relationship Id="rId10" Type="http://schemas.openxmlformats.org/officeDocument/2006/relationships/image" Target="../media/image26.wmf"/><Relationship Id="rId19" Type="http://schemas.openxmlformats.org/officeDocument/2006/relationships/oleObject" Target="../embeddings/oleObject66.bin"/><Relationship Id="rId31" Type="http://schemas.openxmlformats.org/officeDocument/2006/relationships/image" Target="../media/image56.wmf"/><Relationship Id="rId4" Type="http://schemas.openxmlformats.org/officeDocument/2006/relationships/image" Target="../media/image49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51.wmf"/><Relationship Id="rId22" Type="http://schemas.openxmlformats.org/officeDocument/2006/relationships/image" Target="../media/image53.wmf"/><Relationship Id="rId27" Type="http://schemas.openxmlformats.org/officeDocument/2006/relationships/image" Target="../media/image55.wmf"/><Relationship Id="rId30" Type="http://schemas.openxmlformats.org/officeDocument/2006/relationships/oleObject" Target="../embeddings/oleObject73.bin"/><Relationship Id="rId35" Type="http://schemas.openxmlformats.org/officeDocument/2006/relationships/image" Target="../media/image58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76.bin"/><Relationship Id="rId21" Type="http://schemas.openxmlformats.org/officeDocument/2006/relationships/oleObject" Target="../embeddings/oleObject85.bin"/><Relationship Id="rId7" Type="http://schemas.openxmlformats.org/officeDocument/2006/relationships/oleObject" Target="../embeddings/oleObject78.bin"/><Relationship Id="rId12" Type="http://schemas.openxmlformats.org/officeDocument/2006/relationships/image" Target="../media/image28.wmf"/><Relationship Id="rId17" Type="http://schemas.openxmlformats.org/officeDocument/2006/relationships/oleObject" Target="../embeddings/oleObject83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3.wmf"/><Relationship Id="rId20" Type="http://schemas.openxmlformats.org/officeDocument/2006/relationships/image" Target="../media/image54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80.bin"/><Relationship Id="rId24" Type="http://schemas.openxmlformats.org/officeDocument/2006/relationships/image" Target="../media/image35.wmf"/><Relationship Id="rId5" Type="http://schemas.openxmlformats.org/officeDocument/2006/relationships/oleObject" Target="../embeddings/oleObject77.bin"/><Relationship Id="rId15" Type="http://schemas.openxmlformats.org/officeDocument/2006/relationships/oleObject" Target="../embeddings/oleObject82.bin"/><Relationship Id="rId23" Type="http://schemas.openxmlformats.org/officeDocument/2006/relationships/oleObject" Target="../embeddings/oleObject86.bin"/><Relationship Id="rId10" Type="http://schemas.openxmlformats.org/officeDocument/2006/relationships/image" Target="../media/image27.wmf"/><Relationship Id="rId19" Type="http://schemas.openxmlformats.org/officeDocument/2006/relationships/oleObject" Target="../embeddings/oleObject84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52.wmf"/><Relationship Id="rId22" Type="http://schemas.openxmlformats.org/officeDocument/2006/relationships/image" Target="../media/image5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image" Target="../media/image64.png"/><Relationship Id="rId7" Type="http://schemas.openxmlformats.org/officeDocument/2006/relationships/oleObject" Target="../embeddings/oleObject8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62.wmf"/><Relationship Id="rId5" Type="http://schemas.openxmlformats.org/officeDocument/2006/relationships/oleObject" Target="../embeddings/oleObject87.bin"/><Relationship Id="rId4" Type="http://schemas.openxmlformats.org/officeDocument/2006/relationships/image" Target="../media/image65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9.gif"/><Relationship Id="rId4" Type="http://schemas.openxmlformats.org/officeDocument/2006/relationships/image" Target="../media/image6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13" Type="http://schemas.openxmlformats.org/officeDocument/2006/relationships/oleObject" Target="../embeddings/oleObject94.bin"/><Relationship Id="rId18" Type="http://schemas.openxmlformats.org/officeDocument/2006/relationships/image" Target="../media/image78.wmf"/><Relationship Id="rId26" Type="http://schemas.openxmlformats.org/officeDocument/2006/relationships/image" Target="../media/image82.wmf"/><Relationship Id="rId3" Type="http://schemas.openxmlformats.org/officeDocument/2006/relationships/oleObject" Target="../embeddings/oleObject89.bin"/><Relationship Id="rId21" Type="http://schemas.openxmlformats.org/officeDocument/2006/relationships/oleObject" Target="../embeddings/oleObject98.bin"/><Relationship Id="rId7" Type="http://schemas.openxmlformats.org/officeDocument/2006/relationships/oleObject" Target="../embeddings/oleObject91.bin"/><Relationship Id="rId12" Type="http://schemas.openxmlformats.org/officeDocument/2006/relationships/image" Target="../media/image75.wmf"/><Relationship Id="rId17" Type="http://schemas.openxmlformats.org/officeDocument/2006/relationships/oleObject" Target="../embeddings/oleObject96.bin"/><Relationship Id="rId25" Type="http://schemas.openxmlformats.org/officeDocument/2006/relationships/oleObject" Target="../embeddings/oleObject100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7.wmf"/><Relationship Id="rId20" Type="http://schemas.openxmlformats.org/officeDocument/2006/relationships/image" Target="../media/image79.wmf"/><Relationship Id="rId29" Type="http://schemas.openxmlformats.org/officeDocument/2006/relationships/oleObject" Target="../embeddings/oleObject102.bin"/><Relationship Id="rId1" Type="http://schemas.openxmlformats.org/officeDocument/2006/relationships/vmlDrawing" Target="../drawings/vmlDrawing8.vml"/><Relationship Id="rId6" Type="http://schemas.openxmlformats.org/officeDocument/2006/relationships/image" Target="../media/image72.wmf"/><Relationship Id="rId11" Type="http://schemas.openxmlformats.org/officeDocument/2006/relationships/oleObject" Target="../embeddings/oleObject93.bin"/><Relationship Id="rId24" Type="http://schemas.openxmlformats.org/officeDocument/2006/relationships/image" Target="../media/image81.wmf"/><Relationship Id="rId5" Type="http://schemas.openxmlformats.org/officeDocument/2006/relationships/oleObject" Target="../embeddings/oleObject90.bin"/><Relationship Id="rId15" Type="http://schemas.openxmlformats.org/officeDocument/2006/relationships/oleObject" Target="../embeddings/oleObject95.bin"/><Relationship Id="rId23" Type="http://schemas.openxmlformats.org/officeDocument/2006/relationships/oleObject" Target="../embeddings/oleObject99.bin"/><Relationship Id="rId28" Type="http://schemas.openxmlformats.org/officeDocument/2006/relationships/image" Target="../media/image83.wmf"/><Relationship Id="rId10" Type="http://schemas.openxmlformats.org/officeDocument/2006/relationships/image" Target="../media/image74.wmf"/><Relationship Id="rId19" Type="http://schemas.openxmlformats.org/officeDocument/2006/relationships/oleObject" Target="../embeddings/oleObject97.bin"/><Relationship Id="rId4" Type="http://schemas.openxmlformats.org/officeDocument/2006/relationships/image" Target="../media/image71.wmf"/><Relationship Id="rId9" Type="http://schemas.openxmlformats.org/officeDocument/2006/relationships/oleObject" Target="../embeddings/oleObject92.bin"/><Relationship Id="rId14" Type="http://schemas.openxmlformats.org/officeDocument/2006/relationships/image" Target="../media/image76.emf"/><Relationship Id="rId22" Type="http://schemas.openxmlformats.org/officeDocument/2006/relationships/image" Target="../media/image80.wmf"/><Relationship Id="rId27" Type="http://schemas.openxmlformats.org/officeDocument/2006/relationships/oleObject" Target="../embeddings/oleObject101.bin"/><Relationship Id="rId30" Type="http://schemas.openxmlformats.org/officeDocument/2006/relationships/image" Target="../media/image84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84.wmf"/><Relationship Id="rId26" Type="http://schemas.openxmlformats.org/officeDocument/2006/relationships/image" Target="../media/image88.wmf"/><Relationship Id="rId3" Type="http://schemas.openxmlformats.org/officeDocument/2006/relationships/oleObject" Target="../embeddings/oleObject94.bin"/><Relationship Id="rId21" Type="http://schemas.openxmlformats.org/officeDocument/2006/relationships/oleObject" Target="../embeddings/oleObject104.bin"/><Relationship Id="rId34" Type="http://schemas.openxmlformats.org/officeDocument/2006/relationships/oleObject" Target="../embeddings/oleObject111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80.wmf"/><Relationship Id="rId17" Type="http://schemas.openxmlformats.org/officeDocument/2006/relationships/oleObject" Target="../embeddings/oleObject102.bin"/><Relationship Id="rId25" Type="http://schemas.openxmlformats.org/officeDocument/2006/relationships/oleObject" Target="../embeddings/oleObject106.bin"/><Relationship Id="rId33" Type="http://schemas.openxmlformats.org/officeDocument/2006/relationships/image" Target="../media/image90.wmf"/><Relationship Id="rId38" Type="http://schemas.openxmlformats.org/officeDocument/2006/relationships/image" Target="../media/image92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82.wmf"/><Relationship Id="rId20" Type="http://schemas.openxmlformats.org/officeDocument/2006/relationships/image" Target="../media/image85.wmf"/><Relationship Id="rId29" Type="http://schemas.openxmlformats.org/officeDocument/2006/relationships/oleObject" Target="../embeddings/oleObject108.bin"/><Relationship Id="rId1" Type="http://schemas.openxmlformats.org/officeDocument/2006/relationships/vmlDrawing" Target="../drawings/vmlDrawing9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98.bin"/><Relationship Id="rId24" Type="http://schemas.openxmlformats.org/officeDocument/2006/relationships/image" Target="../media/image87.wmf"/><Relationship Id="rId32" Type="http://schemas.openxmlformats.org/officeDocument/2006/relationships/oleObject" Target="../embeddings/oleObject110.bin"/><Relationship Id="rId37" Type="http://schemas.openxmlformats.org/officeDocument/2006/relationships/oleObject" Target="../embeddings/oleObject113.bin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23" Type="http://schemas.openxmlformats.org/officeDocument/2006/relationships/oleObject" Target="../embeddings/oleObject105.bin"/><Relationship Id="rId28" Type="http://schemas.openxmlformats.org/officeDocument/2006/relationships/image" Target="../media/image72.wmf"/><Relationship Id="rId36" Type="http://schemas.openxmlformats.org/officeDocument/2006/relationships/image" Target="../media/image91.wmf"/><Relationship Id="rId10" Type="http://schemas.openxmlformats.org/officeDocument/2006/relationships/image" Target="../media/image79.wmf"/><Relationship Id="rId19" Type="http://schemas.openxmlformats.org/officeDocument/2006/relationships/oleObject" Target="../embeddings/oleObject103.bin"/><Relationship Id="rId31" Type="http://schemas.openxmlformats.org/officeDocument/2006/relationships/oleObject" Target="../embeddings/oleObject109.bin"/><Relationship Id="rId4" Type="http://schemas.openxmlformats.org/officeDocument/2006/relationships/image" Target="../media/image76.e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81.wmf"/><Relationship Id="rId22" Type="http://schemas.openxmlformats.org/officeDocument/2006/relationships/image" Target="../media/image86.wmf"/><Relationship Id="rId27" Type="http://schemas.openxmlformats.org/officeDocument/2006/relationships/oleObject" Target="../embeddings/oleObject107.bin"/><Relationship Id="rId30" Type="http://schemas.openxmlformats.org/officeDocument/2006/relationships/image" Target="../media/image89.wmf"/><Relationship Id="rId35" Type="http://schemas.openxmlformats.org/officeDocument/2006/relationships/oleObject" Target="../embeddings/oleObject112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13" Type="http://schemas.openxmlformats.org/officeDocument/2006/relationships/oleObject" Target="../embeddings/oleObject119.bin"/><Relationship Id="rId18" Type="http://schemas.openxmlformats.org/officeDocument/2006/relationships/oleObject" Target="../embeddings/oleObject122.bin"/><Relationship Id="rId3" Type="http://schemas.openxmlformats.org/officeDocument/2006/relationships/oleObject" Target="../embeddings/oleObject114.bin"/><Relationship Id="rId21" Type="http://schemas.openxmlformats.org/officeDocument/2006/relationships/image" Target="../media/image101.wmf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97.wmf"/><Relationship Id="rId17" Type="http://schemas.openxmlformats.org/officeDocument/2006/relationships/image" Target="../media/image99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1.bin"/><Relationship Id="rId20" Type="http://schemas.openxmlformats.org/officeDocument/2006/relationships/oleObject" Target="../embeddings/oleObject123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94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oleObject" Target="../embeddings/oleObject120.bin"/><Relationship Id="rId23" Type="http://schemas.openxmlformats.org/officeDocument/2006/relationships/image" Target="../media/image102.wmf"/><Relationship Id="rId10" Type="http://schemas.openxmlformats.org/officeDocument/2006/relationships/image" Target="../media/image96.wmf"/><Relationship Id="rId19" Type="http://schemas.openxmlformats.org/officeDocument/2006/relationships/image" Target="../media/image100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98.wmf"/><Relationship Id="rId22" Type="http://schemas.openxmlformats.org/officeDocument/2006/relationships/oleObject" Target="../embeddings/oleObject124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emf"/><Relationship Id="rId13" Type="http://schemas.openxmlformats.org/officeDocument/2006/relationships/oleObject" Target="../embeddings/oleObject130.bin"/><Relationship Id="rId18" Type="http://schemas.openxmlformats.org/officeDocument/2006/relationships/image" Target="../media/image111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12" Type="http://schemas.openxmlformats.org/officeDocument/2006/relationships/image" Target="../media/image108.emf"/><Relationship Id="rId17" Type="http://schemas.openxmlformats.org/officeDocument/2006/relationships/oleObject" Target="../embeddings/oleObject132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0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5.emf"/><Relationship Id="rId11" Type="http://schemas.openxmlformats.org/officeDocument/2006/relationships/oleObject" Target="../embeddings/oleObject129.bin"/><Relationship Id="rId5" Type="http://schemas.openxmlformats.org/officeDocument/2006/relationships/oleObject" Target="../embeddings/oleObject126.bin"/><Relationship Id="rId15" Type="http://schemas.openxmlformats.org/officeDocument/2006/relationships/oleObject" Target="../embeddings/oleObject131.bin"/><Relationship Id="rId10" Type="http://schemas.openxmlformats.org/officeDocument/2006/relationships/image" Target="../media/image107.wmf"/><Relationship Id="rId4" Type="http://schemas.openxmlformats.org/officeDocument/2006/relationships/image" Target="../media/image104.wmf"/><Relationship Id="rId9" Type="http://schemas.openxmlformats.org/officeDocument/2006/relationships/oleObject" Target="../embeddings/oleObject128.bin"/><Relationship Id="rId14" Type="http://schemas.openxmlformats.org/officeDocument/2006/relationships/image" Target="../media/image109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emf"/><Relationship Id="rId13" Type="http://schemas.openxmlformats.org/officeDocument/2006/relationships/oleObject" Target="../embeddings/oleObject138.bin"/><Relationship Id="rId18" Type="http://schemas.openxmlformats.org/officeDocument/2006/relationships/image" Target="../media/image119.emf"/><Relationship Id="rId3" Type="http://schemas.openxmlformats.org/officeDocument/2006/relationships/oleObject" Target="../embeddings/oleObject133.bin"/><Relationship Id="rId21" Type="http://schemas.openxmlformats.org/officeDocument/2006/relationships/oleObject" Target="../embeddings/oleObject142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16.emf"/><Relationship Id="rId17" Type="http://schemas.openxmlformats.org/officeDocument/2006/relationships/oleObject" Target="../embeddings/oleObject14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18.emf"/><Relationship Id="rId20" Type="http://schemas.openxmlformats.org/officeDocument/2006/relationships/image" Target="../media/image120.e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13.emf"/><Relationship Id="rId11" Type="http://schemas.openxmlformats.org/officeDocument/2006/relationships/oleObject" Target="../embeddings/oleObject137.bin"/><Relationship Id="rId24" Type="http://schemas.openxmlformats.org/officeDocument/2006/relationships/image" Target="../media/image122.emf"/><Relationship Id="rId5" Type="http://schemas.openxmlformats.org/officeDocument/2006/relationships/oleObject" Target="../embeddings/oleObject134.bin"/><Relationship Id="rId15" Type="http://schemas.openxmlformats.org/officeDocument/2006/relationships/oleObject" Target="../embeddings/oleObject139.bin"/><Relationship Id="rId23" Type="http://schemas.openxmlformats.org/officeDocument/2006/relationships/oleObject" Target="../embeddings/oleObject143.bin"/><Relationship Id="rId10" Type="http://schemas.openxmlformats.org/officeDocument/2006/relationships/image" Target="../media/image115.emf"/><Relationship Id="rId19" Type="http://schemas.openxmlformats.org/officeDocument/2006/relationships/oleObject" Target="../embeddings/oleObject141.bin"/><Relationship Id="rId4" Type="http://schemas.openxmlformats.org/officeDocument/2006/relationships/image" Target="../media/image112.emf"/><Relationship Id="rId9" Type="http://schemas.openxmlformats.org/officeDocument/2006/relationships/oleObject" Target="../embeddings/oleObject136.bin"/><Relationship Id="rId14" Type="http://schemas.openxmlformats.org/officeDocument/2006/relationships/image" Target="../media/image117.emf"/><Relationship Id="rId22" Type="http://schemas.openxmlformats.org/officeDocument/2006/relationships/image" Target="../media/image12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4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24.wmf"/><Relationship Id="rId5" Type="http://schemas.openxmlformats.org/officeDocument/2006/relationships/oleObject" Target="../embeddings/oleObject145.bin"/><Relationship Id="rId4" Type="http://schemas.openxmlformats.org/officeDocument/2006/relationships/image" Target="../media/image123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146.bin"/><Relationship Id="rId7" Type="http://schemas.openxmlformats.org/officeDocument/2006/relationships/oleObject" Target="../embeddings/oleObject148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147.bin"/><Relationship Id="rId10" Type="http://schemas.openxmlformats.org/officeDocument/2006/relationships/image" Target="../media/image128.wmf"/><Relationship Id="rId4" Type="http://schemas.openxmlformats.org/officeDocument/2006/relationships/image" Target="../media/image125.wmf"/><Relationship Id="rId9" Type="http://schemas.openxmlformats.org/officeDocument/2006/relationships/oleObject" Target="../embeddings/oleObject149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3.bin"/><Relationship Id="rId13" Type="http://schemas.openxmlformats.org/officeDocument/2006/relationships/image" Target="../media/image132.wmf"/><Relationship Id="rId18" Type="http://schemas.openxmlformats.org/officeDocument/2006/relationships/oleObject" Target="../embeddings/oleObject158.bin"/><Relationship Id="rId26" Type="http://schemas.openxmlformats.org/officeDocument/2006/relationships/oleObject" Target="../embeddings/oleObject163.bin"/><Relationship Id="rId3" Type="http://schemas.openxmlformats.org/officeDocument/2006/relationships/oleObject" Target="../embeddings/oleObject150.bin"/><Relationship Id="rId21" Type="http://schemas.openxmlformats.org/officeDocument/2006/relationships/image" Target="../media/image136.wmf"/><Relationship Id="rId7" Type="http://schemas.openxmlformats.org/officeDocument/2006/relationships/image" Target="../media/image129.emf"/><Relationship Id="rId12" Type="http://schemas.openxmlformats.org/officeDocument/2006/relationships/oleObject" Target="../embeddings/oleObject155.bin"/><Relationship Id="rId17" Type="http://schemas.openxmlformats.org/officeDocument/2006/relationships/image" Target="../media/image134.wmf"/><Relationship Id="rId25" Type="http://schemas.openxmlformats.org/officeDocument/2006/relationships/oleObject" Target="../embeddings/oleObject162.bin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157.bin"/><Relationship Id="rId20" Type="http://schemas.openxmlformats.org/officeDocument/2006/relationships/oleObject" Target="../embeddings/oleObject159.bin"/><Relationship Id="rId29" Type="http://schemas.openxmlformats.org/officeDocument/2006/relationships/oleObject" Target="../embeddings/oleObject166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152.bin"/><Relationship Id="rId11" Type="http://schemas.openxmlformats.org/officeDocument/2006/relationships/image" Target="../media/image131.wmf"/><Relationship Id="rId24" Type="http://schemas.openxmlformats.org/officeDocument/2006/relationships/oleObject" Target="../embeddings/oleObject161.bin"/><Relationship Id="rId32" Type="http://schemas.openxmlformats.org/officeDocument/2006/relationships/image" Target="../media/image139.wmf"/><Relationship Id="rId5" Type="http://schemas.openxmlformats.org/officeDocument/2006/relationships/oleObject" Target="../embeddings/oleObject151.bin"/><Relationship Id="rId15" Type="http://schemas.openxmlformats.org/officeDocument/2006/relationships/image" Target="../media/image133.wmf"/><Relationship Id="rId23" Type="http://schemas.openxmlformats.org/officeDocument/2006/relationships/image" Target="../media/image137.wmf"/><Relationship Id="rId28" Type="http://schemas.openxmlformats.org/officeDocument/2006/relationships/oleObject" Target="../embeddings/oleObject165.bin"/><Relationship Id="rId10" Type="http://schemas.openxmlformats.org/officeDocument/2006/relationships/oleObject" Target="../embeddings/oleObject154.bin"/><Relationship Id="rId19" Type="http://schemas.openxmlformats.org/officeDocument/2006/relationships/image" Target="../media/image135.wmf"/><Relationship Id="rId31" Type="http://schemas.openxmlformats.org/officeDocument/2006/relationships/oleObject" Target="../embeddings/oleObject167.bin"/><Relationship Id="rId4" Type="http://schemas.openxmlformats.org/officeDocument/2006/relationships/image" Target="../media/image126.wmf"/><Relationship Id="rId9" Type="http://schemas.openxmlformats.org/officeDocument/2006/relationships/image" Target="../media/image130.emf"/><Relationship Id="rId14" Type="http://schemas.openxmlformats.org/officeDocument/2006/relationships/oleObject" Target="../embeddings/oleObject156.bin"/><Relationship Id="rId22" Type="http://schemas.openxmlformats.org/officeDocument/2006/relationships/oleObject" Target="../embeddings/oleObject160.bin"/><Relationship Id="rId27" Type="http://schemas.openxmlformats.org/officeDocument/2006/relationships/oleObject" Target="../embeddings/oleObject164.bin"/><Relationship Id="rId30" Type="http://schemas.openxmlformats.org/officeDocument/2006/relationships/image" Target="../media/image138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3" Type="http://schemas.openxmlformats.org/officeDocument/2006/relationships/oleObject" Target="../embeddings/oleObject168.bin"/><Relationship Id="rId7" Type="http://schemas.openxmlformats.org/officeDocument/2006/relationships/oleObject" Target="../embeddings/oleObject17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1.emf"/><Relationship Id="rId5" Type="http://schemas.openxmlformats.org/officeDocument/2006/relationships/oleObject" Target="../embeddings/oleObject169.bin"/><Relationship Id="rId10" Type="http://schemas.openxmlformats.org/officeDocument/2006/relationships/image" Target="../media/image127.wmf"/><Relationship Id="rId4" Type="http://schemas.openxmlformats.org/officeDocument/2006/relationships/image" Target="../media/image140.emf"/><Relationship Id="rId9" Type="http://schemas.openxmlformats.org/officeDocument/2006/relationships/oleObject" Target="../embeddings/oleObject148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e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69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0.emf"/><Relationship Id="rId5" Type="http://schemas.openxmlformats.org/officeDocument/2006/relationships/oleObject" Target="../embeddings/oleObject168.bin"/><Relationship Id="rId10" Type="http://schemas.openxmlformats.org/officeDocument/2006/relationships/image" Target="../media/image142.wmf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70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13" Type="http://schemas.openxmlformats.org/officeDocument/2006/relationships/oleObject" Target="../embeddings/oleObject177.bin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4.bin"/><Relationship Id="rId12" Type="http://schemas.openxmlformats.org/officeDocument/2006/relationships/image" Target="../media/image148.wmf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50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45.wmf"/><Relationship Id="rId11" Type="http://schemas.openxmlformats.org/officeDocument/2006/relationships/oleObject" Target="../embeddings/oleObject176.bin"/><Relationship Id="rId5" Type="http://schemas.openxmlformats.org/officeDocument/2006/relationships/oleObject" Target="../embeddings/oleObject173.bin"/><Relationship Id="rId15" Type="http://schemas.openxmlformats.org/officeDocument/2006/relationships/oleObject" Target="../embeddings/oleObject178.bin"/><Relationship Id="rId10" Type="http://schemas.openxmlformats.org/officeDocument/2006/relationships/image" Target="../media/image147.wmf"/><Relationship Id="rId4" Type="http://schemas.openxmlformats.org/officeDocument/2006/relationships/image" Target="../media/image144.wmf"/><Relationship Id="rId9" Type="http://schemas.openxmlformats.org/officeDocument/2006/relationships/oleObject" Target="../embeddings/oleObject175.bin"/><Relationship Id="rId14" Type="http://schemas.openxmlformats.org/officeDocument/2006/relationships/image" Target="../media/image149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wmf"/><Relationship Id="rId3" Type="http://schemas.openxmlformats.org/officeDocument/2006/relationships/oleObject" Target="../embeddings/oleObject179.bin"/><Relationship Id="rId7" Type="http://schemas.openxmlformats.org/officeDocument/2006/relationships/oleObject" Target="../embeddings/oleObject181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2.wmf"/><Relationship Id="rId5" Type="http://schemas.openxmlformats.org/officeDocument/2006/relationships/oleObject" Target="../embeddings/oleObject180.bin"/><Relationship Id="rId10" Type="http://schemas.openxmlformats.org/officeDocument/2006/relationships/image" Target="../media/image154.wmf"/><Relationship Id="rId4" Type="http://schemas.openxmlformats.org/officeDocument/2006/relationships/image" Target="../media/image151.wmf"/><Relationship Id="rId9" Type="http://schemas.openxmlformats.org/officeDocument/2006/relationships/oleObject" Target="../embeddings/oleObject182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wmf"/><Relationship Id="rId13" Type="http://schemas.openxmlformats.org/officeDocument/2006/relationships/oleObject" Target="../embeddings/oleObject188.bin"/><Relationship Id="rId18" Type="http://schemas.openxmlformats.org/officeDocument/2006/relationships/image" Target="../media/image162.wmf"/><Relationship Id="rId3" Type="http://schemas.openxmlformats.org/officeDocument/2006/relationships/oleObject" Target="../embeddings/oleObject183.bin"/><Relationship Id="rId21" Type="http://schemas.openxmlformats.org/officeDocument/2006/relationships/oleObject" Target="../embeddings/oleObject192.bin"/><Relationship Id="rId7" Type="http://schemas.openxmlformats.org/officeDocument/2006/relationships/oleObject" Target="../embeddings/oleObject185.bin"/><Relationship Id="rId12" Type="http://schemas.openxmlformats.org/officeDocument/2006/relationships/image" Target="../media/image159.wmf"/><Relationship Id="rId17" Type="http://schemas.openxmlformats.org/officeDocument/2006/relationships/oleObject" Target="../embeddings/oleObject190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61.emf"/><Relationship Id="rId20" Type="http://schemas.openxmlformats.org/officeDocument/2006/relationships/image" Target="../media/image163.wmf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6.wmf"/><Relationship Id="rId11" Type="http://schemas.openxmlformats.org/officeDocument/2006/relationships/oleObject" Target="../embeddings/oleObject187.bin"/><Relationship Id="rId5" Type="http://schemas.openxmlformats.org/officeDocument/2006/relationships/oleObject" Target="../embeddings/oleObject184.bin"/><Relationship Id="rId15" Type="http://schemas.openxmlformats.org/officeDocument/2006/relationships/oleObject" Target="../embeddings/oleObject189.bin"/><Relationship Id="rId10" Type="http://schemas.openxmlformats.org/officeDocument/2006/relationships/image" Target="../media/image158.wmf"/><Relationship Id="rId19" Type="http://schemas.openxmlformats.org/officeDocument/2006/relationships/oleObject" Target="../embeddings/oleObject191.bin"/><Relationship Id="rId4" Type="http://schemas.openxmlformats.org/officeDocument/2006/relationships/image" Target="../media/image155.wmf"/><Relationship Id="rId9" Type="http://schemas.openxmlformats.org/officeDocument/2006/relationships/oleObject" Target="../embeddings/oleObject186.bin"/><Relationship Id="rId14" Type="http://schemas.openxmlformats.org/officeDocument/2006/relationships/image" Target="../media/image160.wmf"/><Relationship Id="rId22" Type="http://schemas.openxmlformats.org/officeDocument/2006/relationships/image" Target="../media/image164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7.wmf"/><Relationship Id="rId13" Type="http://schemas.openxmlformats.org/officeDocument/2006/relationships/image" Target="../media/image24.wm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12" Type="http://schemas.openxmlformats.org/officeDocument/2006/relationships/oleObject" Target="../embeddings/oleObject198.bin"/><Relationship Id="rId17" Type="http://schemas.openxmlformats.org/officeDocument/2006/relationships/image" Target="../media/image170.wmf"/><Relationship Id="rId2" Type="http://schemas.openxmlformats.org/officeDocument/2006/relationships/slideLayout" Target="../slideLayouts/slideLayout18.xml"/><Relationship Id="rId16" Type="http://schemas.openxmlformats.org/officeDocument/2006/relationships/oleObject" Target="../embeddings/oleObject200.bin"/><Relationship Id="rId1" Type="http://schemas.openxmlformats.org/officeDocument/2006/relationships/vmlDrawing" Target="../drawings/vmlDrawing21.vml"/><Relationship Id="rId6" Type="http://schemas.openxmlformats.org/officeDocument/2006/relationships/image" Target="../media/image166.wmf"/><Relationship Id="rId11" Type="http://schemas.openxmlformats.org/officeDocument/2006/relationships/oleObject" Target="../embeddings/oleObject197.bin"/><Relationship Id="rId5" Type="http://schemas.openxmlformats.org/officeDocument/2006/relationships/oleObject" Target="../embeddings/oleObject194.bin"/><Relationship Id="rId15" Type="http://schemas.openxmlformats.org/officeDocument/2006/relationships/image" Target="../media/image169.wmf"/><Relationship Id="rId10" Type="http://schemas.openxmlformats.org/officeDocument/2006/relationships/image" Target="../media/image168.wmf"/><Relationship Id="rId4" Type="http://schemas.openxmlformats.org/officeDocument/2006/relationships/image" Target="../media/image165.wmf"/><Relationship Id="rId9" Type="http://schemas.openxmlformats.org/officeDocument/2006/relationships/oleObject" Target="../embeddings/oleObject196.bin"/><Relationship Id="rId14" Type="http://schemas.openxmlformats.org/officeDocument/2006/relationships/oleObject" Target="../embeddings/oleObject199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wmf"/><Relationship Id="rId13" Type="http://schemas.openxmlformats.org/officeDocument/2006/relationships/oleObject" Target="../embeddings/oleObject197.bin"/><Relationship Id="rId18" Type="http://schemas.openxmlformats.org/officeDocument/2006/relationships/image" Target="../media/image169.wmf"/><Relationship Id="rId26" Type="http://schemas.openxmlformats.org/officeDocument/2006/relationships/image" Target="../media/image178.wmf"/><Relationship Id="rId3" Type="http://schemas.openxmlformats.org/officeDocument/2006/relationships/oleObject" Target="../embeddings/oleObject201.bin"/><Relationship Id="rId21" Type="http://schemas.openxmlformats.org/officeDocument/2006/relationships/oleObject" Target="../embeddings/oleObject206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175.wmf"/><Relationship Id="rId17" Type="http://schemas.openxmlformats.org/officeDocument/2006/relationships/oleObject" Target="../embeddings/oleObject199.bin"/><Relationship Id="rId25" Type="http://schemas.openxmlformats.org/officeDocument/2006/relationships/oleObject" Target="../embeddings/oleObject20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24.wmf"/><Relationship Id="rId20" Type="http://schemas.openxmlformats.org/officeDocument/2006/relationships/image" Target="../media/image170.wmf"/><Relationship Id="rId29" Type="http://schemas.openxmlformats.org/officeDocument/2006/relationships/oleObject" Target="../embeddings/oleObject210.bin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72.wmf"/><Relationship Id="rId11" Type="http://schemas.openxmlformats.org/officeDocument/2006/relationships/oleObject" Target="../embeddings/oleObject205.bin"/><Relationship Id="rId24" Type="http://schemas.openxmlformats.org/officeDocument/2006/relationships/image" Target="../media/image177.wmf"/><Relationship Id="rId32" Type="http://schemas.openxmlformats.org/officeDocument/2006/relationships/image" Target="../media/image181.wmf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198.bin"/><Relationship Id="rId23" Type="http://schemas.openxmlformats.org/officeDocument/2006/relationships/oleObject" Target="../embeddings/oleObject207.bin"/><Relationship Id="rId28" Type="http://schemas.openxmlformats.org/officeDocument/2006/relationships/image" Target="../media/image179.wmf"/><Relationship Id="rId10" Type="http://schemas.openxmlformats.org/officeDocument/2006/relationships/image" Target="../media/image174.wmf"/><Relationship Id="rId19" Type="http://schemas.openxmlformats.org/officeDocument/2006/relationships/oleObject" Target="../embeddings/oleObject200.bin"/><Relationship Id="rId31" Type="http://schemas.openxmlformats.org/officeDocument/2006/relationships/oleObject" Target="../embeddings/oleObject211.bin"/><Relationship Id="rId4" Type="http://schemas.openxmlformats.org/officeDocument/2006/relationships/image" Target="../media/image171.w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165.wmf"/><Relationship Id="rId22" Type="http://schemas.openxmlformats.org/officeDocument/2006/relationships/image" Target="../media/image176.wmf"/><Relationship Id="rId27" Type="http://schemas.openxmlformats.org/officeDocument/2006/relationships/oleObject" Target="../embeddings/oleObject209.bin"/><Relationship Id="rId30" Type="http://schemas.openxmlformats.org/officeDocument/2006/relationships/image" Target="../media/image180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8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5.wmf"/><Relationship Id="rId3" Type="http://schemas.openxmlformats.org/officeDocument/2006/relationships/oleObject" Target="../embeddings/oleObject212.bin"/><Relationship Id="rId7" Type="http://schemas.openxmlformats.org/officeDocument/2006/relationships/oleObject" Target="../embeddings/oleObject214.bin"/><Relationship Id="rId12" Type="http://schemas.openxmlformats.org/officeDocument/2006/relationships/image" Target="../media/image187.wmf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84.wmf"/><Relationship Id="rId11" Type="http://schemas.openxmlformats.org/officeDocument/2006/relationships/oleObject" Target="../embeddings/oleObject216.bin"/><Relationship Id="rId5" Type="http://schemas.openxmlformats.org/officeDocument/2006/relationships/oleObject" Target="../embeddings/oleObject213.bin"/><Relationship Id="rId10" Type="http://schemas.openxmlformats.org/officeDocument/2006/relationships/image" Target="../media/image186.wmf"/><Relationship Id="rId4" Type="http://schemas.openxmlformats.org/officeDocument/2006/relationships/image" Target="../media/image183.wmf"/><Relationship Id="rId9" Type="http://schemas.openxmlformats.org/officeDocument/2006/relationships/oleObject" Target="../embeddings/oleObject215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wmf"/><Relationship Id="rId13" Type="http://schemas.openxmlformats.org/officeDocument/2006/relationships/oleObject" Target="../embeddings/oleObject222.bin"/><Relationship Id="rId18" Type="http://schemas.openxmlformats.org/officeDocument/2006/relationships/image" Target="../media/image195.wmf"/><Relationship Id="rId26" Type="http://schemas.openxmlformats.org/officeDocument/2006/relationships/image" Target="../media/image199.wmf"/><Relationship Id="rId3" Type="http://schemas.openxmlformats.org/officeDocument/2006/relationships/oleObject" Target="../embeddings/oleObject217.bin"/><Relationship Id="rId21" Type="http://schemas.openxmlformats.org/officeDocument/2006/relationships/oleObject" Target="../embeddings/oleObject226.bin"/><Relationship Id="rId7" Type="http://schemas.openxmlformats.org/officeDocument/2006/relationships/oleObject" Target="../embeddings/oleObject219.bin"/><Relationship Id="rId12" Type="http://schemas.openxmlformats.org/officeDocument/2006/relationships/image" Target="../media/image192.wmf"/><Relationship Id="rId17" Type="http://schemas.openxmlformats.org/officeDocument/2006/relationships/oleObject" Target="../embeddings/oleObject224.bin"/><Relationship Id="rId25" Type="http://schemas.openxmlformats.org/officeDocument/2006/relationships/oleObject" Target="../embeddings/oleObject228.bin"/><Relationship Id="rId2" Type="http://schemas.openxmlformats.org/officeDocument/2006/relationships/slideLayout" Target="../slideLayouts/slideLayout18.xml"/><Relationship Id="rId16" Type="http://schemas.openxmlformats.org/officeDocument/2006/relationships/image" Target="../media/image194.wmf"/><Relationship Id="rId20" Type="http://schemas.openxmlformats.org/officeDocument/2006/relationships/image" Target="../media/image196.wmf"/><Relationship Id="rId29" Type="http://schemas.openxmlformats.org/officeDocument/2006/relationships/oleObject" Target="../embeddings/oleObject230.bin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89.wmf"/><Relationship Id="rId11" Type="http://schemas.openxmlformats.org/officeDocument/2006/relationships/oleObject" Target="../embeddings/oleObject221.bin"/><Relationship Id="rId24" Type="http://schemas.openxmlformats.org/officeDocument/2006/relationships/image" Target="../media/image198.wmf"/><Relationship Id="rId5" Type="http://schemas.openxmlformats.org/officeDocument/2006/relationships/oleObject" Target="../embeddings/oleObject218.bin"/><Relationship Id="rId15" Type="http://schemas.openxmlformats.org/officeDocument/2006/relationships/oleObject" Target="../embeddings/oleObject223.bin"/><Relationship Id="rId23" Type="http://schemas.openxmlformats.org/officeDocument/2006/relationships/oleObject" Target="../embeddings/oleObject227.bin"/><Relationship Id="rId28" Type="http://schemas.openxmlformats.org/officeDocument/2006/relationships/image" Target="../media/image200.wmf"/><Relationship Id="rId10" Type="http://schemas.openxmlformats.org/officeDocument/2006/relationships/image" Target="../media/image191.wmf"/><Relationship Id="rId19" Type="http://schemas.openxmlformats.org/officeDocument/2006/relationships/oleObject" Target="../embeddings/oleObject225.bin"/><Relationship Id="rId4" Type="http://schemas.openxmlformats.org/officeDocument/2006/relationships/image" Target="../media/image188.wmf"/><Relationship Id="rId9" Type="http://schemas.openxmlformats.org/officeDocument/2006/relationships/oleObject" Target="../embeddings/oleObject220.bin"/><Relationship Id="rId14" Type="http://schemas.openxmlformats.org/officeDocument/2006/relationships/image" Target="../media/image193.wmf"/><Relationship Id="rId22" Type="http://schemas.openxmlformats.org/officeDocument/2006/relationships/image" Target="../media/image197.wmf"/><Relationship Id="rId27" Type="http://schemas.openxmlformats.org/officeDocument/2006/relationships/oleObject" Target="../embeddings/oleObject229.bin"/><Relationship Id="rId30" Type="http://schemas.openxmlformats.org/officeDocument/2006/relationships/image" Target="../media/image201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34.bin"/><Relationship Id="rId3" Type="http://schemas.openxmlformats.org/officeDocument/2006/relationships/oleObject" Target="../embeddings/oleObject231.bin"/><Relationship Id="rId7" Type="http://schemas.openxmlformats.org/officeDocument/2006/relationships/oleObject" Target="../embeddings/oleObject233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93.wmf"/><Relationship Id="rId5" Type="http://schemas.openxmlformats.org/officeDocument/2006/relationships/oleObject" Target="../embeddings/oleObject232.bin"/><Relationship Id="rId10" Type="http://schemas.openxmlformats.org/officeDocument/2006/relationships/oleObject" Target="../embeddings/oleObject236.bin"/><Relationship Id="rId4" Type="http://schemas.openxmlformats.org/officeDocument/2006/relationships/image" Target="../media/image192.wmf"/><Relationship Id="rId9" Type="http://schemas.openxmlformats.org/officeDocument/2006/relationships/oleObject" Target="../embeddings/oleObject235.bin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2284812" y="858441"/>
            <a:ext cx="454461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100" dirty="0"/>
              <a:t>§</a:t>
            </a:r>
            <a:r>
              <a:rPr lang="en-US" altLang="zh-CN" sz="2100" dirty="0"/>
              <a:t>7.8 </a:t>
            </a:r>
            <a:r>
              <a:rPr lang="zh-CN" altLang="en-US" sz="2100" dirty="0"/>
              <a:t>载流导线在磁场中的受力</a:t>
            </a:r>
            <a:endParaRPr kumimoji="1" lang="zh-CN" altLang="en-US" sz="2100" dirty="0"/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2284812" y="2336006"/>
            <a:ext cx="401240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100">
                <a:sym typeface="Symbol" pitchFamily="18" charset="2"/>
              </a:rPr>
              <a:t>§</a:t>
            </a:r>
            <a:r>
              <a:rPr lang="en-US" altLang="zh-CN" sz="2100">
                <a:sym typeface="Symbol" pitchFamily="18" charset="2"/>
              </a:rPr>
              <a:t>7.9 </a:t>
            </a:r>
            <a:r>
              <a:rPr lang="zh-CN" altLang="en-US" sz="2100"/>
              <a:t>磁场中的磁介质</a:t>
            </a:r>
            <a:endParaRPr lang="en-US" altLang="zh-CN" sz="2100"/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2874169" y="1381126"/>
            <a:ext cx="230505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100" dirty="0"/>
              <a:t> 安培力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2874171" y="1858566"/>
            <a:ext cx="474106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zh-CN" altLang="en-US" sz="2100"/>
              <a:t> 磁场作用于载流线圈的磁力矩</a:t>
            </a:r>
          </a:p>
        </p:txBody>
      </p:sp>
      <p:sp>
        <p:nvSpPr>
          <p:cNvPr id="33807" name="Text Box 15"/>
          <p:cNvSpPr txBox="1">
            <a:spLocks noChangeArrowheads="1"/>
          </p:cNvSpPr>
          <p:nvPr/>
        </p:nvSpPr>
        <p:spPr bwMode="auto">
          <a:xfrm>
            <a:off x="2874169" y="2858692"/>
            <a:ext cx="1293944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kumimoji="1" lang="zh-CN" altLang="en-US" sz="2100"/>
              <a:t> 磁介质  </a:t>
            </a:r>
            <a:endParaRPr kumimoji="1" lang="en-US" altLang="zh-CN" sz="2100"/>
          </a:p>
        </p:txBody>
      </p:sp>
      <p:sp>
        <p:nvSpPr>
          <p:cNvPr id="33808" name="Text Box 16"/>
          <p:cNvSpPr txBox="1">
            <a:spLocks noChangeArrowheads="1"/>
          </p:cNvSpPr>
          <p:nvPr/>
        </p:nvSpPr>
        <p:spPr bwMode="auto">
          <a:xfrm>
            <a:off x="2874169" y="3400426"/>
            <a:ext cx="423386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buFontTx/>
              <a:buChar char="•"/>
            </a:pPr>
            <a:r>
              <a:rPr lang="zh-CN" altLang="en-US" sz="2100"/>
              <a:t> 磁介质中的安培环路定理</a:t>
            </a:r>
          </a:p>
        </p:txBody>
      </p:sp>
      <p:sp>
        <p:nvSpPr>
          <p:cNvPr id="33809" name="Text Box 17"/>
          <p:cNvSpPr txBox="1">
            <a:spLocks noChangeArrowheads="1"/>
          </p:cNvSpPr>
          <p:nvPr/>
        </p:nvSpPr>
        <p:spPr bwMode="auto">
          <a:xfrm>
            <a:off x="2874169" y="3877866"/>
            <a:ext cx="22860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kumimoji="1" lang="zh-CN" altLang="en-US" sz="2100"/>
              <a:t> 铁磁质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0DA03-8AEA-4FC2-92A8-3E4B686512BA}" type="slidenum">
              <a:rPr lang="zh-CN" altLang="en-US"/>
              <a:pPr/>
              <a:t>2</a:t>
            </a:fld>
            <a:endParaRPr lang="en-US" altLang="zh-CN"/>
          </a:p>
        </p:txBody>
      </p:sp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922259" y="901303"/>
            <a:ext cx="230505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100">
                <a:solidFill>
                  <a:srgbClr val="0000FF"/>
                </a:solidFill>
              </a:rPr>
              <a:t>一、安培力</a:t>
            </a:r>
          </a:p>
        </p:txBody>
      </p:sp>
      <p:graphicFrame>
        <p:nvGraphicFramePr>
          <p:cNvPr id="798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6568497"/>
              </p:ext>
            </p:extLst>
          </p:nvPr>
        </p:nvGraphicFramePr>
        <p:xfrm>
          <a:off x="1471136" y="2902746"/>
          <a:ext cx="2439591" cy="440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64" name="Equation" r:id="rId3" imgW="1307880" imgH="228600" progId="Equation.DSMT4">
                  <p:embed/>
                </p:oleObj>
              </mc:Choice>
              <mc:Fallback>
                <p:oleObj name="Equation" r:id="rId3" imgW="130788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1136" y="2902746"/>
                        <a:ext cx="2439591" cy="4405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974" name="Group 102"/>
          <p:cNvGrpSpPr>
            <a:grpSpLocks/>
          </p:cNvGrpSpPr>
          <p:nvPr/>
        </p:nvGrpSpPr>
        <p:grpSpPr bwMode="auto">
          <a:xfrm>
            <a:off x="1830515" y="3617447"/>
            <a:ext cx="3002328" cy="378619"/>
            <a:chOff x="2009" y="2556"/>
            <a:chExt cx="2440" cy="318"/>
          </a:xfrm>
        </p:grpSpPr>
        <p:graphicFrame>
          <p:nvGraphicFramePr>
            <p:cNvPr id="7987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33436589"/>
                </p:ext>
              </p:extLst>
            </p:nvPr>
          </p:nvGraphicFramePr>
          <p:xfrm>
            <a:off x="3127" y="2561"/>
            <a:ext cx="1322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65" name="Equation" r:id="rId5" imgW="850680" imgH="203040" progId="Equation.DSMT4">
                    <p:embed/>
                  </p:oleObj>
                </mc:Choice>
                <mc:Fallback>
                  <p:oleObj name="Equation" r:id="rId5" imgW="850680" imgH="20304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7" y="2561"/>
                          <a:ext cx="1322" cy="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87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681947417"/>
                </p:ext>
              </p:extLst>
            </p:nvPr>
          </p:nvGraphicFramePr>
          <p:xfrm>
            <a:off x="2009" y="2556"/>
            <a:ext cx="1110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66" name="Equation" r:id="rId7" imgW="838080" imgH="203040" progId="Equation.DSMT4">
                    <p:embed/>
                  </p:oleObj>
                </mc:Choice>
                <mc:Fallback>
                  <p:oleObj name="Equation" r:id="rId7" imgW="838080" imgH="20304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9" y="2556"/>
                          <a:ext cx="1110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990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5445467"/>
              </p:ext>
            </p:extLst>
          </p:nvPr>
        </p:nvGraphicFramePr>
        <p:xfrm>
          <a:off x="1390176" y="1451374"/>
          <a:ext cx="1851422" cy="511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67" name="Equation" r:id="rId9" imgW="990360" imgH="241200" progId="Equation.DSMT4">
                  <p:embed/>
                </p:oleObj>
              </mc:Choice>
              <mc:Fallback>
                <p:oleObj name="Equation" r:id="rId9" imgW="990360" imgH="241200" progId="Equation.DSMT4">
                  <p:embed/>
                  <p:pic>
                    <p:nvPicPr>
                      <p:cNvPr id="0" name="Picture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0176" y="1451374"/>
                        <a:ext cx="1851422" cy="5119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16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0222741"/>
              </p:ext>
            </p:extLst>
          </p:nvPr>
        </p:nvGraphicFramePr>
        <p:xfrm>
          <a:off x="1396127" y="2222897"/>
          <a:ext cx="2005796" cy="470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68" name="Equation" r:id="rId11" imgW="977760" imgH="228600" progId="Equation.DSMT4">
                  <p:embed/>
                </p:oleObj>
              </mc:Choice>
              <mc:Fallback>
                <p:oleObj name="Equation" r:id="rId11" imgW="977760" imgH="228600" progId="Equation.DSMT4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96127" y="2222897"/>
                        <a:ext cx="2005796" cy="4702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9979" name="Group 107"/>
          <p:cNvGrpSpPr>
            <a:grpSpLocks/>
          </p:cNvGrpSpPr>
          <p:nvPr/>
        </p:nvGrpSpPr>
        <p:grpSpPr bwMode="auto">
          <a:xfrm>
            <a:off x="5349479" y="1009652"/>
            <a:ext cx="3208734" cy="2080022"/>
            <a:chOff x="2971" y="912"/>
            <a:chExt cx="2695" cy="1747"/>
          </a:xfrm>
        </p:grpSpPr>
        <p:sp>
          <p:nvSpPr>
            <p:cNvPr id="79881" name="AutoShape 9"/>
            <p:cNvSpPr>
              <a:spLocks noChangeArrowheads="1"/>
            </p:cNvSpPr>
            <p:nvPr/>
          </p:nvSpPr>
          <p:spPr bwMode="auto">
            <a:xfrm rot="4698127">
              <a:off x="3775" y="568"/>
              <a:ext cx="581" cy="2190"/>
            </a:xfrm>
            <a:prstGeom prst="can">
              <a:avLst>
                <a:gd name="adj" fmla="val 40643"/>
              </a:avLst>
            </a:prstGeom>
            <a:gradFill rotWithShape="1">
              <a:gsLst>
                <a:gs pos="0">
                  <a:srgbClr val="CBE0EB">
                    <a:gamma/>
                    <a:shade val="85882"/>
                    <a:invGamma/>
                  </a:srgbClr>
                </a:gs>
                <a:gs pos="50000">
                  <a:srgbClr val="CBE0EB">
                    <a:alpha val="39999"/>
                  </a:srgbClr>
                </a:gs>
                <a:gs pos="100000">
                  <a:srgbClr val="CBE0EB">
                    <a:gamma/>
                    <a:shade val="85882"/>
                    <a:invGamma/>
                  </a:srgbClr>
                </a:gs>
              </a:gsLst>
              <a:lin ang="0" scaled="1"/>
            </a:gradFill>
            <a:ln w="9525">
              <a:solidFill>
                <a:srgbClr val="969696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9883" name="Object 11"/>
            <p:cNvGraphicFramePr>
              <a:graphicFrameLocks noChangeAspect="1"/>
            </p:cNvGraphicFramePr>
            <p:nvPr/>
          </p:nvGraphicFramePr>
          <p:xfrm>
            <a:off x="4196" y="1978"/>
            <a:ext cx="227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69" name="Equation" r:id="rId13" imgW="253800" imgH="253800" progId="Equation.3">
                    <p:embed/>
                  </p:oleObj>
                </mc:Choice>
                <mc:Fallback>
                  <p:oleObj name="Equation" r:id="rId13" imgW="253800" imgH="253800" progId="Equation.3">
                    <p:embed/>
                    <p:pic>
                      <p:nvPicPr>
                        <p:cNvPr id="0" name="Picture 1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96" y="1978"/>
                          <a:ext cx="227" cy="22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84" name="Freeform 12"/>
            <p:cNvSpPr>
              <a:spLocks/>
            </p:cNvSpPr>
            <p:nvPr/>
          </p:nvSpPr>
          <p:spPr bwMode="auto">
            <a:xfrm>
              <a:off x="5018" y="1369"/>
              <a:ext cx="364" cy="75"/>
            </a:xfrm>
            <a:custGeom>
              <a:avLst/>
              <a:gdLst/>
              <a:ahLst/>
              <a:cxnLst>
                <a:cxn ang="0">
                  <a:pos x="0" y="81"/>
                </a:cxn>
                <a:cxn ang="0">
                  <a:pos x="383" y="0"/>
                </a:cxn>
              </a:cxnLst>
              <a:rect l="0" t="0" r="r" b="b"/>
              <a:pathLst>
                <a:path w="383" h="81">
                  <a:moveTo>
                    <a:pt x="0" y="81"/>
                  </a:moveTo>
                  <a:lnTo>
                    <a:pt x="383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none" w="sm" len="lg"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886" name="Oval 14"/>
            <p:cNvSpPr>
              <a:spLocks noChangeArrowheads="1"/>
            </p:cNvSpPr>
            <p:nvPr/>
          </p:nvSpPr>
          <p:spPr bwMode="auto">
            <a:xfrm>
              <a:off x="3473" y="1898"/>
              <a:ext cx="137" cy="13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887" name="Line 15"/>
            <p:cNvSpPr>
              <a:spLocks noChangeShapeType="1"/>
            </p:cNvSpPr>
            <p:nvPr/>
          </p:nvSpPr>
          <p:spPr bwMode="auto">
            <a:xfrm>
              <a:off x="3494" y="1971"/>
              <a:ext cx="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889" name="Oval 17"/>
            <p:cNvSpPr>
              <a:spLocks noChangeArrowheads="1"/>
            </p:cNvSpPr>
            <p:nvPr/>
          </p:nvSpPr>
          <p:spPr bwMode="auto">
            <a:xfrm>
              <a:off x="3473" y="1537"/>
              <a:ext cx="137" cy="13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890" name="Line 18"/>
            <p:cNvSpPr>
              <a:spLocks noChangeShapeType="1"/>
            </p:cNvSpPr>
            <p:nvPr/>
          </p:nvSpPr>
          <p:spPr bwMode="auto">
            <a:xfrm>
              <a:off x="3494" y="1610"/>
              <a:ext cx="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9891" name="Object 19"/>
            <p:cNvGraphicFramePr>
              <a:graphicFrameLocks noChangeAspect="1"/>
            </p:cNvGraphicFramePr>
            <p:nvPr/>
          </p:nvGraphicFramePr>
          <p:xfrm>
            <a:off x="5115" y="1193"/>
            <a:ext cx="132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70" name="Equation" r:id="rId15" imgW="165028" imgH="228501" progId="Equation.3">
                    <p:embed/>
                  </p:oleObj>
                </mc:Choice>
                <mc:Fallback>
                  <p:oleObj name="Equation" r:id="rId15" imgW="165028" imgH="228501" progId="Equation.3">
                    <p:embed/>
                    <p:pic>
                      <p:nvPicPr>
                        <p:cNvPr id="0" name="Picture 1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5" y="1193"/>
                          <a:ext cx="132" cy="17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92" name="Text Box 20"/>
            <p:cNvSpPr txBox="1">
              <a:spLocks noChangeArrowheads="1"/>
            </p:cNvSpPr>
            <p:nvPr/>
          </p:nvSpPr>
          <p:spPr bwMode="auto">
            <a:xfrm>
              <a:off x="4932" y="1417"/>
              <a:ext cx="36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100" b="0" i="1">
                  <a:solidFill>
                    <a:srgbClr val="000000"/>
                  </a:solidFill>
                </a:rPr>
                <a:t>S</a:t>
              </a:r>
            </a:p>
          </p:txBody>
        </p:sp>
        <p:graphicFrame>
          <p:nvGraphicFramePr>
            <p:cNvPr id="79893" name="Object 21"/>
            <p:cNvGraphicFramePr>
              <a:graphicFrameLocks noChangeAspect="1"/>
            </p:cNvGraphicFramePr>
            <p:nvPr/>
          </p:nvGraphicFramePr>
          <p:xfrm>
            <a:off x="3080" y="2221"/>
            <a:ext cx="259" cy="3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71" name="Equation" r:id="rId17" imgW="215640" imgH="266400" progId="Equation.3">
                    <p:embed/>
                  </p:oleObj>
                </mc:Choice>
                <mc:Fallback>
                  <p:oleObj name="Equation" r:id="rId17" imgW="215640" imgH="266400" progId="Equation.3">
                    <p:embed/>
                    <p:pic>
                      <p:nvPicPr>
                        <p:cNvPr id="0" name="Picture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80" y="2221"/>
                          <a:ext cx="259" cy="3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94" name="Line 22"/>
            <p:cNvSpPr>
              <a:spLocks noChangeShapeType="1"/>
            </p:cNvSpPr>
            <p:nvPr/>
          </p:nvSpPr>
          <p:spPr bwMode="auto">
            <a:xfrm>
              <a:off x="4876" y="912"/>
              <a:ext cx="0" cy="152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79896" name="Line 24"/>
            <p:cNvSpPr>
              <a:spLocks noChangeShapeType="1"/>
            </p:cNvSpPr>
            <p:nvPr/>
          </p:nvSpPr>
          <p:spPr bwMode="auto">
            <a:xfrm>
              <a:off x="3107" y="1139"/>
              <a:ext cx="0" cy="152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79897" name="Line 25"/>
            <p:cNvSpPr>
              <a:spLocks noChangeShapeType="1"/>
            </p:cNvSpPr>
            <p:nvPr/>
          </p:nvSpPr>
          <p:spPr bwMode="auto">
            <a:xfrm rot="19994">
              <a:off x="3418" y="2087"/>
              <a:ext cx="65" cy="32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79898" name="Line 26"/>
            <p:cNvSpPr>
              <a:spLocks noChangeShapeType="1"/>
            </p:cNvSpPr>
            <p:nvPr/>
          </p:nvSpPr>
          <p:spPr bwMode="auto">
            <a:xfrm rot="194302">
              <a:off x="4840" y="1803"/>
              <a:ext cx="91" cy="35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79899" name="Line 27"/>
            <p:cNvSpPr>
              <a:spLocks noChangeShapeType="1"/>
            </p:cNvSpPr>
            <p:nvPr/>
          </p:nvSpPr>
          <p:spPr bwMode="auto">
            <a:xfrm flipV="1">
              <a:off x="4423" y="2042"/>
              <a:ext cx="464" cy="9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79900" name="Line 28"/>
            <p:cNvSpPr>
              <a:spLocks noChangeShapeType="1"/>
            </p:cNvSpPr>
            <p:nvPr/>
          </p:nvSpPr>
          <p:spPr bwMode="auto">
            <a:xfrm rot="21435112" flipH="1">
              <a:off x="3471" y="2187"/>
              <a:ext cx="724" cy="11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79901" name="Line 29"/>
            <p:cNvSpPr>
              <a:spLocks noChangeShapeType="1"/>
            </p:cNvSpPr>
            <p:nvPr/>
          </p:nvSpPr>
          <p:spPr bwMode="auto">
            <a:xfrm>
              <a:off x="4105" y="1003"/>
              <a:ext cx="0" cy="152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79913" name="Freeform 41"/>
            <p:cNvSpPr>
              <a:spLocks/>
            </p:cNvSpPr>
            <p:nvPr/>
          </p:nvSpPr>
          <p:spPr bwMode="auto">
            <a:xfrm>
              <a:off x="3679" y="1489"/>
              <a:ext cx="365" cy="78"/>
            </a:xfrm>
            <a:custGeom>
              <a:avLst/>
              <a:gdLst/>
              <a:ahLst/>
              <a:cxnLst>
                <a:cxn ang="0">
                  <a:pos x="384" y="0"/>
                </a:cxn>
                <a:cxn ang="0">
                  <a:pos x="0" y="84"/>
                </a:cxn>
              </a:cxnLst>
              <a:rect l="0" t="0" r="r" b="b"/>
              <a:pathLst>
                <a:path w="384" h="84">
                  <a:moveTo>
                    <a:pt x="384" y="0"/>
                  </a:moveTo>
                  <a:lnTo>
                    <a:pt x="0" y="84"/>
                  </a:lnTo>
                </a:path>
              </a:pathLst>
            </a:custGeom>
            <a:noFill/>
            <a:ln w="38100" cmpd="sng">
              <a:solidFill>
                <a:srgbClr val="3333FF"/>
              </a:solidFill>
              <a:round/>
              <a:headEnd type="none" w="sm" len="lg"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9914" name="Object 42"/>
            <p:cNvGraphicFramePr>
              <a:graphicFrameLocks noChangeAspect="1"/>
            </p:cNvGraphicFramePr>
            <p:nvPr/>
          </p:nvGraphicFramePr>
          <p:xfrm>
            <a:off x="3560" y="1185"/>
            <a:ext cx="272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72" name="公式" r:id="rId19" imgW="177480" imgH="228600" progId="Equation.3">
                    <p:embed/>
                  </p:oleObj>
                </mc:Choice>
                <mc:Fallback>
                  <p:oleObj name="公式" r:id="rId19" imgW="177480" imgH="228600" progId="Equation.3">
                    <p:embed/>
                    <p:pic>
                      <p:nvPicPr>
                        <p:cNvPr id="0" name="Picture 4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0" y="1185"/>
                          <a:ext cx="272" cy="3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918" name="Freeform 46"/>
            <p:cNvSpPr>
              <a:spLocks/>
            </p:cNvSpPr>
            <p:nvPr/>
          </p:nvSpPr>
          <p:spPr bwMode="auto">
            <a:xfrm>
              <a:off x="4095" y="1548"/>
              <a:ext cx="1" cy="38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14"/>
                </a:cxn>
              </a:cxnLst>
              <a:rect l="0" t="0" r="r" b="b"/>
              <a:pathLst>
                <a:path w="1" h="414">
                  <a:moveTo>
                    <a:pt x="0" y="0"/>
                  </a:moveTo>
                  <a:lnTo>
                    <a:pt x="0" y="414"/>
                  </a:lnTo>
                </a:path>
              </a:pathLst>
            </a:cu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79920" name="Freeform 48"/>
            <p:cNvSpPr>
              <a:spLocks/>
            </p:cNvSpPr>
            <p:nvPr/>
          </p:nvSpPr>
          <p:spPr bwMode="auto">
            <a:xfrm>
              <a:off x="3921" y="1496"/>
              <a:ext cx="138" cy="175"/>
            </a:xfrm>
            <a:custGeom>
              <a:avLst/>
              <a:gdLst/>
              <a:ahLst/>
              <a:cxnLst>
                <a:cxn ang="0">
                  <a:pos x="7" y="20"/>
                </a:cxn>
                <a:cxn ang="0">
                  <a:pos x="7" y="20"/>
                </a:cxn>
                <a:cxn ang="0">
                  <a:pos x="49" y="140"/>
                </a:cxn>
                <a:cxn ang="0">
                  <a:pos x="145" y="188"/>
                </a:cxn>
              </a:cxnLst>
              <a:rect l="0" t="0" r="r" b="b"/>
              <a:pathLst>
                <a:path w="145" h="188">
                  <a:moveTo>
                    <a:pt x="7" y="20"/>
                  </a:moveTo>
                  <a:cubicBezTo>
                    <a:pt x="7" y="20"/>
                    <a:pt x="0" y="0"/>
                    <a:pt x="7" y="20"/>
                  </a:cubicBezTo>
                  <a:cubicBezTo>
                    <a:pt x="14" y="40"/>
                    <a:pt x="26" y="112"/>
                    <a:pt x="49" y="140"/>
                  </a:cubicBezTo>
                  <a:cubicBezTo>
                    <a:pt x="72" y="168"/>
                    <a:pt x="125" y="178"/>
                    <a:pt x="145" y="188"/>
                  </a:cubicBezTo>
                </a:path>
              </a:pathLst>
            </a:custGeom>
            <a:noFill/>
            <a:ln w="28575" cmpd="sng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graphicFrame>
          <p:nvGraphicFramePr>
            <p:cNvPr id="79921" name="Object 49"/>
            <p:cNvGraphicFramePr>
              <a:graphicFrameLocks noChangeAspect="1"/>
            </p:cNvGraphicFramePr>
            <p:nvPr/>
          </p:nvGraphicFramePr>
          <p:xfrm>
            <a:off x="3787" y="1570"/>
            <a:ext cx="195" cy="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73" name="Equation" r:id="rId21" imgW="126720" imgH="177480" progId="Equation.3">
                    <p:embed/>
                  </p:oleObj>
                </mc:Choice>
                <mc:Fallback>
                  <p:oleObj name="Equation" r:id="rId21" imgW="126720" imgH="177480" progId="Equation.3">
                    <p:embed/>
                    <p:pic>
                      <p:nvPicPr>
                        <p:cNvPr id="0" name="Picture 4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7" y="1570"/>
                          <a:ext cx="195" cy="26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926" name="Oval 54"/>
            <p:cNvSpPr>
              <a:spLocks noChangeArrowheads="1"/>
            </p:cNvSpPr>
            <p:nvPr/>
          </p:nvSpPr>
          <p:spPr bwMode="auto">
            <a:xfrm>
              <a:off x="3923" y="1809"/>
              <a:ext cx="137" cy="13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927" name="Line 55"/>
            <p:cNvSpPr>
              <a:spLocks noChangeShapeType="1"/>
            </p:cNvSpPr>
            <p:nvPr/>
          </p:nvSpPr>
          <p:spPr bwMode="auto">
            <a:xfrm>
              <a:off x="3944" y="1882"/>
              <a:ext cx="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929" name="Oval 57"/>
            <p:cNvSpPr>
              <a:spLocks noChangeArrowheads="1"/>
            </p:cNvSpPr>
            <p:nvPr/>
          </p:nvSpPr>
          <p:spPr bwMode="auto">
            <a:xfrm>
              <a:off x="4421" y="1671"/>
              <a:ext cx="137" cy="13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930" name="Line 58"/>
            <p:cNvSpPr>
              <a:spLocks noChangeShapeType="1"/>
            </p:cNvSpPr>
            <p:nvPr/>
          </p:nvSpPr>
          <p:spPr bwMode="auto">
            <a:xfrm>
              <a:off x="4442" y="1744"/>
              <a:ext cx="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932" name="Oval 60"/>
            <p:cNvSpPr>
              <a:spLocks noChangeArrowheads="1"/>
            </p:cNvSpPr>
            <p:nvPr/>
          </p:nvSpPr>
          <p:spPr bwMode="auto">
            <a:xfrm>
              <a:off x="4014" y="1399"/>
              <a:ext cx="137" cy="13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933" name="Line 61"/>
            <p:cNvSpPr>
              <a:spLocks noChangeShapeType="1"/>
            </p:cNvSpPr>
            <p:nvPr/>
          </p:nvSpPr>
          <p:spPr bwMode="auto">
            <a:xfrm>
              <a:off x="4035" y="1472"/>
              <a:ext cx="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935" name="Oval 63"/>
            <p:cNvSpPr>
              <a:spLocks noChangeArrowheads="1"/>
            </p:cNvSpPr>
            <p:nvPr/>
          </p:nvSpPr>
          <p:spPr bwMode="auto">
            <a:xfrm>
              <a:off x="4557" y="1310"/>
              <a:ext cx="137" cy="13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chemeClr val="accent2"/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936" name="Line 64"/>
            <p:cNvSpPr>
              <a:spLocks noChangeShapeType="1"/>
            </p:cNvSpPr>
            <p:nvPr/>
          </p:nvSpPr>
          <p:spPr bwMode="auto">
            <a:xfrm>
              <a:off x="4578" y="1383"/>
              <a:ext cx="85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 type="none" w="sm" len="lg"/>
              <a:tailEnd type="none" w="sm" len="med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9938" name="Object 66"/>
            <p:cNvGraphicFramePr>
              <a:graphicFrameLocks noChangeAspect="1"/>
            </p:cNvGraphicFramePr>
            <p:nvPr/>
          </p:nvGraphicFramePr>
          <p:xfrm>
            <a:off x="5061" y="2087"/>
            <a:ext cx="605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74" name="Equation" r:id="rId23" imgW="266400" imgH="215640" progId="Equation.3">
                    <p:embed/>
                  </p:oleObj>
                </mc:Choice>
                <mc:Fallback>
                  <p:oleObj name="Equation" r:id="rId23" imgW="266400" imgH="215640" progId="Equation.3">
                    <p:embed/>
                    <p:pic>
                      <p:nvPicPr>
                        <p:cNvPr id="0" name="Picture 6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1" y="2087"/>
                          <a:ext cx="605" cy="5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977" name="Group 105"/>
          <p:cNvGrpSpPr>
            <a:grpSpLocks/>
          </p:cNvGrpSpPr>
          <p:nvPr/>
        </p:nvGrpSpPr>
        <p:grpSpPr bwMode="auto">
          <a:xfrm>
            <a:off x="6678216" y="1570436"/>
            <a:ext cx="517922" cy="500063"/>
            <a:chOff x="4080" y="1389"/>
            <a:chExt cx="435" cy="420"/>
          </a:xfrm>
        </p:grpSpPr>
        <p:graphicFrame>
          <p:nvGraphicFramePr>
            <p:cNvPr id="79923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3158427"/>
                </p:ext>
              </p:extLst>
            </p:nvPr>
          </p:nvGraphicFramePr>
          <p:xfrm>
            <a:off x="4168" y="1554"/>
            <a:ext cx="219" cy="2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75" name="Equation" r:id="rId25" imgW="139680" imgH="164880" progId="Equation.DSMT4">
                    <p:embed/>
                  </p:oleObj>
                </mc:Choice>
                <mc:Fallback>
                  <p:oleObj name="Equation" r:id="rId25" imgW="139680" imgH="164880" progId="Equation.DSMT4">
                    <p:embed/>
                    <p:pic>
                      <p:nvPicPr>
                        <p:cNvPr id="0" name="Picture 5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8" y="1554"/>
                          <a:ext cx="219" cy="2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924" name="Arc 52"/>
            <p:cNvSpPr>
              <a:spLocks/>
            </p:cNvSpPr>
            <p:nvPr/>
          </p:nvSpPr>
          <p:spPr bwMode="auto">
            <a:xfrm flipV="1">
              <a:off x="4080" y="1444"/>
              <a:ext cx="136" cy="24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2684"/>
                <a:gd name="T2" fmla="*/ 21573 w 21600"/>
                <a:gd name="T3" fmla="*/ 22684 h 22684"/>
                <a:gd name="T4" fmla="*/ 0 w 21600"/>
                <a:gd name="T5" fmla="*/ 21600 h 22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2684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961"/>
                    <a:pt x="21590" y="22322"/>
                    <a:pt x="21572" y="22683"/>
                  </a:cubicBezTo>
                </a:path>
                <a:path w="21600" h="22684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1961"/>
                    <a:pt x="21590" y="22322"/>
                    <a:pt x="21572" y="2268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9939" name="Freeform 67"/>
            <p:cNvSpPr>
              <a:spLocks/>
            </p:cNvSpPr>
            <p:nvPr/>
          </p:nvSpPr>
          <p:spPr bwMode="auto">
            <a:xfrm>
              <a:off x="4151" y="1389"/>
              <a:ext cx="364" cy="75"/>
            </a:xfrm>
            <a:custGeom>
              <a:avLst/>
              <a:gdLst/>
              <a:ahLst/>
              <a:cxnLst>
                <a:cxn ang="0">
                  <a:pos x="0" y="81"/>
                </a:cxn>
                <a:cxn ang="0">
                  <a:pos x="383" y="0"/>
                </a:cxn>
              </a:cxnLst>
              <a:rect l="0" t="0" r="r" b="b"/>
              <a:pathLst>
                <a:path w="383" h="81">
                  <a:moveTo>
                    <a:pt x="0" y="81"/>
                  </a:moveTo>
                  <a:lnTo>
                    <a:pt x="383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 type="none" w="sm" len="lg"/>
              <a:tailEnd type="triangle" w="sm" len="med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sp>
        <p:nvSpPr>
          <p:cNvPr id="79942" name="Text Box 70"/>
          <p:cNvSpPr txBox="1">
            <a:spLocks noChangeArrowheads="1"/>
          </p:cNvSpPr>
          <p:nvPr/>
        </p:nvSpPr>
        <p:spPr bwMode="auto">
          <a:xfrm>
            <a:off x="2681289" y="357187"/>
            <a:ext cx="3839513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sz="2100">
                <a:solidFill>
                  <a:srgbClr val="000000"/>
                </a:solidFill>
              </a:rPr>
              <a:t>§</a:t>
            </a:r>
            <a:r>
              <a:rPr lang="en-US" altLang="zh-CN" sz="2100">
                <a:solidFill>
                  <a:srgbClr val="000000"/>
                </a:solidFill>
              </a:rPr>
              <a:t>7.8 </a:t>
            </a:r>
            <a:r>
              <a:rPr lang="zh-CN" altLang="en-US" sz="2100">
                <a:solidFill>
                  <a:srgbClr val="000000"/>
                </a:solidFill>
              </a:rPr>
              <a:t>载流导线在磁场中的受力</a:t>
            </a:r>
            <a:endParaRPr kumimoji="1" lang="zh-CN" altLang="en-US" sz="2100">
              <a:solidFill>
                <a:srgbClr val="000000"/>
              </a:solidFill>
            </a:endParaRPr>
          </a:p>
        </p:txBody>
      </p:sp>
      <p:grpSp>
        <p:nvGrpSpPr>
          <p:cNvPr id="79976" name="Group 104"/>
          <p:cNvGrpSpPr>
            <a:grpSpLocks/>
          </p:cNvGrpSpPr>
          <p:nvPr/>
        </p:nvGrpSpPr>
        <p:grpSpPr bwMode="auto">
          <a:xfrm>
            <a:off x="1450896" y="4340547"/>
            <a:ext cx="5794772" cy="421482"/>
            <a:chOff x="431" y="3448"/>
            <a:chExt cx="4867" cy="354"/>
          </a:xfrm>
        </p:grpSpPr>
        <p:grpSp>
          <p:nvGrpSpPr>
            <p:cNvPr id="79950" name="Group 78"/>
            <p:cNvGrpSpPr>
              <a:grpSpLocks/>
            </p:cNvGrpSpPr>
            <p:nvPr/>
          </p:nvGrpSpPr>
          <p:grpSpPr bwMode="auto">
            <a:xfrm>
              <a:off x="431" y="3453"/>
              <a:ext cx="2245" cy="349"/>
              <a:chOff x="720" y="3475"/>
              <a:chExt cx="2245" cy="349"/>
            </a:xfrm>
          </p:grpSpPr>
          <p:graphicFrame>
            <p:nvGraphicFramePr>
              <p:cNvPr id="79940" name="Object 68"/>
              <p:cNvGraphicFramePr>
                <a:graphicFrameLocks noChangeAspect="1"/>
              </p:cNvGraphicFramePr>
              <p:nvPr/>
            </p:nvGraphicFramePr>
            <p:xfrm>
              <a:off x="1625" y="3475"/>
              <a:ext cx="1340" cy="3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1476" name="公式" r:id="rId27" imgW="863280" imgH="203040" progId="Equation.3">
                      <p:embed/>
                    </p:oleObj>
                  </mc:Choice>
                  <mc:Fallback>
                    <p:oleObj name="公式" r:id="rId27" imgW="863280" imgH="203040" progId="Equation.3">
                      <p:embed/>
                      <p:pic>
                        <p:nvPicPr>
                          <p:cNvPr id="0" name="Picture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25" y="3475"/>
                            <a:ext cx="1340" cy="3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12700">
                                <a:solidFill>
                                  <a:schemeClr val="tx2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9941" name="Rectangle 69"/>
              <p:cNvSpPr>
                <a:spLocks noChangeArrowheads="1"/>
              </p:cNvSpPr>
              <p:nvPr/>
            </p:nvSpPr>
            <p:spPr bwMode="auto">
              <a:xfrm>
                <a:off x="720" y="3475"/>
                <a:ext cx="1104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zh-CN" altLang="en-US" sz="2100">
                    <a:solidFill>
                      <a:srgbClr val="000000"/>
                    </a:solidFill>
                  </a:rPr>
                  <a:t> </a:t>
                </a:r>
                <a:r>
                  <a:rPr lang="zh-CN" altLang="zh-CN" sz="2100">
                    <a:solidFill>
                      <a:srgbClr val="000000"/>
                    </a:solidFill>
                  </a:rPr>
                  <a:t>安培力：</a:t>
                </a:r>
                <a:endParaRPr lang="zh-CN" altLang="en-US" sz="21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79975" name="Text Box 103"/>
            <p:cNvSpPr txBox="1">
              <a:spLocks noChangeArrowheads="1"/>
            </p:cNvSpPr>
            <p:nvPr/>
          </p:nvSpPr>
          <p:spPr bwMode="auto">
            <a:xfrm>
              <a:off x="2820" y="3448"/>
              <a:ext cx="247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100">
                  <a:solidFill>
                    <a:srgbClr val="000000"/>
                  </a:solidFill>
                </a:rPr>
                <a:t>实质还是洛伦兹力</a:t>
              </a:r>
            </a:p>
          </p:txBody>
        </p:sp>
      </p:grpSp>
      <p:grpSp>
        <p:nvGrpSpPr>
          <p:cNvPr id="79981" name="Group 109"/>
          <p:cNvGrpSpPr>
            <a:grpSpLocks/>
          </p:cNvGrpSpPr>
          <p:nvPr/>
        </p:nvGrpSpPr>
        <p:grpSpPr bwMode="auto">
          <a:xfrm>
            <a:off x="6410327" y="1108474"/>
            <a:ext cx="369094" cy="691753"/>
            <a:chOff x="2524" y="612"/>
            <a:chExt cx="310" cy="581"/>
          </a:xfrm>
        </p:grpSpPr>
        <p:graphicFrame>
          <p:nvGraphicFramePr>
            <p:cNvPr id="79907" name="Object 35"/>
            <p:cNvGraphicFramePr>
              <a:graphicFrameLocks noChangeAspect="1"/>
            </p:cNvGraphicFramePr>
            <p:nvPr/>
          </p:nvGraphicFramePr>
          <p:xfrm>
            <a:off x="2524" y="612"/>
            <a:ext cx="242" cy="3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1477" name="公式" r:id="rId29" imgW="203040" imgH="228600" progId="Equation.3">
                    <p:embed/>
                  </p:oleObj>
                </mc:Choice>
                <mc:Fallback>
                  <p:oleObj name="公式" r:id="rId29" imgW="203040" imgH="228600" progId="Equation.3">
                    <p:embed/>
                    <p:pic>
                      <p:nvPicPr>
                        <p:cNvPr id="0" name="Picture 3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24" y="612"/>
                          <a:ext cx="242" cy="38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9908" name="Group 36"/>
            <p:cNvGrpSpPr>
              <a:grpSpLocks/>
            </p:cNvGrpSpPr>
            <p:nvPr/>
          </p:nvGrpSpPr>
          <p:grpSpPr bwMode="auto">
            <a:xfrm>
              <a:off x="2651" y="1013"/>
              <a:ext cx="183" cy="180"/>
              <a:chOff x="3792" y="576"/>
              <a:chExt cx="192" cy="192"/>
            </a:xfrm>
          </p:grpSpPr>
          <p:sp>
            <p:nvSpPr>
              <p:cNvPr id="79909" name="Oval 37"/>
              <p:cNvSpPr>
                <a:spLocks noChangeArrowheads="1"/>
              </p:cNvSpPr>
              <p:nvPr/>
            </p:nvSpPr>
            <p:spPr bwMode="auto">
              <a:xfrm>
                <a:off x="3792" y="576"/>
                <a:ext cx="192" cy="192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79910" name="Line 38"/>
              <p:cNvSpPr>
                <a:spLocks noChangeShapeType="1"/>
              </p:cNvSpPr>
              <p:nvPr/>
            </p:nvSpPr>
            <p:spPr bwMode="auto">
              <a:xfrm flipH="1">
                <a:off x="3840" y="62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79911" name="Line 39"/>
              <p:cNvSpPr>
                <a:spLocks noChangeShapeType="1"/>
              </p:cNvSpPr>
              <p:nvPr/>
            </p:nvSpPr>
            <p:spPr bwMode="auto">
              <a:xfrm>
                <a:off x="3840" y="624"/>
                <a:ext cx="96" cy="96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</p:grpSp>
      <p:graphicFrame>
        <p:nvGraphicFramePr>
          <p:cNvPr id="5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695805"/>
              </p:ext>
            </p:extLst>
          </p:nvPr>
        </p:nvGraphicFramePr>
        <p:xfrm>
          <a:off x="5396805" y="3587688"/>
          <a:ext cx="1346123" cy="4607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478" name="Equation" r:id="rId31" imgW="647640" imgH="228600" progId="Equation.DSMT4">
                  <p:embed/>
                </p:oleObj>
              </mc:Choice>
              <mc:Fallback>
                <p:oleObj name="Equation" r:id="rId31" imgW="647640" imgH="228600" progId="Equation.DSMT4">
                  <p:embed/>
                  <p:pic>
                    <p:nvPicPr>
                      <p:cNvPr id="798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6805" y="3587688"/>
                        <a:ext cx="1346123" cy="46077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9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9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363488" y="2350261"/>
            <a:ext cx="3961114" cy="1500179"/>
            <a:chOff x="1566355" y="3242105"/>
            <a:chExt cx="4378186" cy="1658135"/>
          </a:xfrm>
        </p:grpSpPr>
        <p:grpSp>
          <p:nvGrpSpPr>
            <p:cNvPr id="2" name="组合 1"/>
            <p:cNvGrpSpPr/>
            <p:nvPr/>
          </p:nvGrpSpPr>
          <p:grpSpPr>
            <a:xfrm>
              <a:off x="1566355" y="3242105"/>
              <a:ext cx="211137" cy="1658135"/>
              <a:chOff x="7044053" y="2321742"/>
              <a:chExt cx="211137" cy="1658135"/>
            </a:xfrm>
          </p:grpSpPr>
          <p:graphicFrame>
            <p:nvGraphicFramePr>
              <p:cNvPr id="27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12585"/>
                  </p:ext>
                </p:extLst>
              </p:nvPr>
            </p:nvGraphicFramePr>
            <p:xfrm>
              <a:off x="7044053" y="2321742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34" name="Equation" r:id="rId3" imgW="88560" imgH="114120" progId="Equation.DSMT4">
                      <p:embed/>
                    </p:oleObj>
                  </mc:Choice>
                  <mc:Fallback>
                    <p:oleObj name="Equation" r:id="rId3" imgW="88560" imgH="1141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2321742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4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6441867"/>
                  </p:ext>
                </p:extLst>
              </p:nvPr>
            </p:nvGraphicFramePr>
            <p:xfrm>
              <a:off x="7044053" y="3018253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35" name="Equation" r:id="rId5" imgW="88560" imgH="114120" progId="Equation.DSMT4">
                      <p:embed/>
                    </p:oleObj>
                  </mc:Choice>
                  <mc:Fallback>
                    <p:oleObj name="Equation" r:id="rId5" imgW="88560" imgH="1141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018253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5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842516"/>
                  </p:ext>
                </p:extLst>
              </p:nvPr>
            </p:nvGraphicFramePr>
            <p:xfrm>
              <a:off x="7044053" y="3714764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36" name="Equation" r:id="rId7" imgW="88560" imgH="114120" progId="Equation.DSMT4">
                      <p:embed/>
                    </p:oleObj>
                  </mc:Choice>
                  <mc:Fallback>
                    <p:oleObj name="Equation" r:id="rId7" imgW="88560" imgH="11412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714764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5" name="组合 64"/>
            <p:cNvGrpSpPr/>
            <p:nvPr/>
          </p:nvGrpSpPr>
          <p:grpSpPr>
            <a:xfrm>
              <a:off x="2734785" y="3242105"/>
              <a:ext cx="211137" cy="1658135"/>
              <a:chOff x="7044053" y="2321742"/>
              <a:chExt cx="211137" cy="1658135"/>
            </a:xfrm>
          </p:grpSpPr>
          <p:graphicFrame>
            <p:nvGraphicFramePr>
              <p:cNvPr id="66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12585"/>
                  </p:ext>
                </p:extLst>
              </p:nvPr>
            </p:nvGraphicFramePr>
            <p:xfrm>
              <a:off x="7044053" y="2321742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37" name="Equation" r:id="rId3" imgW="88560" imgH="114120" progId="Equation.DSMT4">
                      <p:embed/>
                    </p:oleObj>
                  </mc:Choice>
                  <mc:Fallback>
                    <p:oleObj name="Equation" r:id="rId3" imgW="88560" imgH="114120" progId="Equation.DSMT4">
                      <p:embed/>
                      <p:pic>
                        <p:nvPicPr>
                          <p:cNvPr id="27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2321742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6441867"/>
                  </p:ext>
                </p:extLst>
              </p:nvPr>
            </p:nvGraphicFramePr>
            <p:xfrm>
              <a:off x="7044053" y="3018253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38" name="Equation" r:id="rId5" imgW="88560" imgH="114120" progId="Equation.DSMT4">
                      <p:embed/>
                    </p:oleObj>
                  </mc:Choice>
                  <mc:Fallback>
                    <p:oleObj name="Equation" r:id="rId5" imgW="88560" imgH="114120" progId="Equation.DSMT4">
                      <p:embed/>
                      <p:pic>
                        <p:nvPicPr>
                          <p:cNvPr id="44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018253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8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842516"/>
                  </p:ext>
                </p:extLst>
              </p:nvPr>
            </p:nvGraphicFramePr>
            <p:xfrm>
              <a:off x="7044053" y="3714764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39" name="Equation" r:id="rId7" imgW="88560" imgH="114120" progId="Equation.DSMT4">
                      <p:embed/>
                    </p:oleObj>
                  </mc:Choice>
                  <mc:Fallback>
                    <p:oleObj name="Equation" r:id="rId7" imgW="88560" imgH="114120" progId="Equation.DSMT4">
                      <p:embed/>
                      <p:pic>
                        <p:nvPicPr>
                          <p:cNvPr id="55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714764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9" name="组合 68"/>
            <p:cNvGrpSpPr/>
            <p:nvPr/>
          </p:nvGrpSpPr>
          <p:grpSpPr>
            <a:xfrm>
              <a:off x="3655033" y="3242105"/>
              <a:ext cx="211137" cy="1658135"/>
              <a:chOff x="7044053" y="2321742"/>
              <a:chExt cx="211137" cy="1658135"/>
            </a:xfrm>
          </p:grpSpPr>
          <p:graphicFrame>
            <p:nvGraphicFramePr>
              <p:cNvPr id="72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12585"/>
                  </p:ext>
                </p:extLst>
              </p:nvPr>
            </p:nvGraphicFramePr>
            <p:xfrm>
              <a:off x="7044053" y="2321742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40" name="Equation" r:id="rId3" imgW="88560" imgH="114120" progId="Equation.DSMT4">
                      <p:embed/>
                    </p:oleObj>
                  </mc:Choice>
                  <mc:Fallback>
                    <p:oleObj name="Equation" r:id="rId3" imgW="88560" imgH="114120" progId="Equation.DSMT4">
                      <p:embed/>
                      <p:pic>
                        <p:nvPicPr>
                          <p:cNvPr id="66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2321742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3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6441867"/>
                  </p:ext>
                </p:extLst>
              </p:nvPr>
            </p:nvGraphicFramePr>
            <p:xfrm>
              <a:off x="7044053" y="3018253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41" name="Equation" r:id="rId5" imgW="88560" imgH="114120" progId="Equation.DSMT4">
                      <p:embed/>
                    </p:oleObj>
                  </mc:Choice>
                  <mc:Fallback>
                    <p:oleObj name="Equation" r:id="rId5" imgW="88560" imgH="114120" progId="Equation.DSMT4">
                      <p:embed/>
                      <p:pic>
                        <p:nvPicPr>
                          <p:cNvPr id="67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018253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4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842516"/>
                  </p:ext>
                </p:extLst>
              </p:nvPr>
            </p:nvGraphicFramePr>
            <p:xfrm>
              <a:off x="7044053" y="3714764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42" name="Equation" r:id="rId7" imgW="88560" imgH="114120" progId="Equation.DSMT4">
                      <p:embed/>
                    </p:oleObj>
                  </mc:Choice>
                  <mc:Fallback>
                    <p:oleObj name="Equation" r:id="rId7" imgW="88560" imgH="114120" progId="Equation.DSMT4">
                      <p:embed/>
                      <p:pic>
                        <p:nvPicPr>
                          <p:cNvPr id="68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714764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75" name="组合 74"/>
            <p:cNvGrpSpPr/>
            <p:nvPr/>
          </p:nvGrpSpPr>
          <p:grpSpPr>
            <a:xfrm>
              <a:off x="4301130" y="3242105"/>
              <a:ext cx="211137" cy="1658135"/>
              <a:chOff x="7044053" y="2321742"/>
              <a:chExt cx="211137" cy="1658135"/>
            </a:xfrm>
          </p:grpSpPr>
          <p:graphicFrame>
            <p:nvGraphicFramePr>
              <p:cNvPr id="77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12585"/>
                  </p:ext>
                </p:extLst>
              </p:nvPr>
            </p:nvGraphicFramePr>
            <p:xfrm>
              <a:off x="7044053" y="2321742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43" name="Equation" r:id="rId3" imgW="88560" imgH="114120" progId="Equation.DSMT4">
                      <p:embed/>
                    </p:oleObj>
                  </mc:Choice>
                  <mc:Fallback>
                    <p:oleObj name="Equation" r:id="rId3" imgW="88560" imgH="114120" progId="Equation.DSMT4">
                      <p:embed/>
                      <p:pic>
                        <p:nvPicPr>
                          <p:cNvPr id="72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2321742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0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6441867"/>
                  </p:ext>
                </p:extLst>
              </p:nvPr>
            </p:nvGraphicFramePr>
            <p:xfrm>
              <a:off x="7044053" y="3018253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44" name="Equation" r:id="rId5" imgW="88560" imgH="114120" progId="Equation.DSMT4">
                      <p:embed/>
                    </p:oleObj>
                  </mc:Choice>
                  <mc:Fallback>
                    <p:oleObj name="Equation" r:id="rId5" imgW="88560" imgH="114120" progId="Equation.DSMT4">
                      <p:embed/>
                      <p:pic>
                        <p:nvPicPr>
                          <p:cNvPr id="73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018253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842516"/>
                  </p:ext>
                </p:extLst>
              </p:nvPr>
            </p:nvGraphicFramePr>
            <p:xfrm>
              <a:off x="7044053" y="3714764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45" name="Equation" r:id="rId7" imgW="88560" imgH="114120" progId="Equation.DSMT4">
                      <p:embed/>
                    </p:oleObj>
                  </mc:Choice>
                  <mc:Fallback>
                    <p:oleObj name="Equation" r:id="rId7" imgW="88560" imgH="114120" progId="Equation.DSMT4">
                      <p:embed/>
                      <p:pic>
                        <p:nvPicPr>
                          <p:cNvPr id="74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714764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2" name="组合 81"/>
            <p:cNvGrpSpPr/>
            <p:nvPr/>
          </p:nvGrpSpPr>
          <p:grpSpPr>
            <a:xfrm>
              <a:off x="4661723" y="3242105"/>
              <a:ext cx="211137" cy="1658135"/>
              <a:chOff x="7044053" y="2321742"/>
              <a:chExt cx="211137" cy="1658135"/>
            </a:xfrm>
          </p:grpSpPr>
          <p:graphicFrame>
            <p:nvGraphicFramePr>
              <p:cNvPr id="83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12585"/>
                  </p:ext>
                </p:extLst>
              </p:nvPr>
            </p:nvGraphicFramePr>
            <p:xfrm>
              <a:off x="7044053" y="2321742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46" name="Equation" r:id="rId3" imgW="88560" imgH="114120" progId="Equation.DSMT4">
                      <p:embed/>
                    </p:oleObj>
                  </mc:Choice>
                  <mc:Fallback>
                    <p:oleObj name="Equation" r:id="rId3" imgW="88560" imgH="114120" progId="Equation.DSMT4">
                      <p:embed/>
                      <p:pic>
                        <p:nvPicPr>
                          <p:cNvPr id="77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2321742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4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6441867"/>
                  </p:ext>
                </p:extLst>
              </p:nvPr>
            </p:nvGraphicFramePr>
            <p:xfrm>
              <a:off x="7044053" y="3018253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47" name="Equation" r:id="rId5" imgW="88560" imgH="114120" progId="Equation.DSMT4">
                      <p:embed/>
                    </p:oleObj>
                  </mc:Choice>
                  <mc:Fallback>
                    <p:oleObj name="Equation" r:id="rId5" imgW="88560" imgH="114120" progId="Equation.DSMT4">
                      <p:embed/>
                      <p:pic>
                        <p:nvPicPr>
                          <p:cNvPr id="8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018253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5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842516"/>
                  </p:ext>
                </p:extLst>
              </p:nvPr>
            </p:nvGraphicFramePr>
            <p:xfrm>
              <a:off x="7044053" y="3714764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48" name="Equation" r:id="rId7" imgW="88560" imgH="114120" progId="Equation.DSMT4">
                      <p:embed/>
                    </p:oleObj>
                  </mc:Choice>
                  <mc:Fallback>
                    <p:oleObj name="Equation" r:id="rId7" imgW="88560" imgH="114120" progId="Equation.DSMT4">
                      <p:embed/>
                      <p:pic>
                        <p:nvPicPr>
                          <p:cNvPr id="81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714764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6" name="组合 85"/>
            <p:cNvGrpSpPr/>
            <p:nvPr/>
          </p:nvGrpSpPr>
          <p:grpSpPr>
            <a:xfrm>
              <a:off x="5001762" y="3242105"/>
              <a:ext cx="211137" cy="1658135"/>
              <a:chOff x="7044053" y="2321742"/>
              <a:chExt cx="211137" cy="1658135"/>
            </a:xfrm>
          </p:grpSpPr>
          <p:graphicFrame>
            <p:nvGraphicFramePr>
              <p:cNvPr id="87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12585"/>
                  </p:ext>
                </p:extLst>
              </p:nvPr>
            </p:nvGraphicFramePr>
            <p:xfrm>
              <a:off x="7044053" y="2321742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49" name="Equation" r:id="rId3" imgW="88560" imgH="114120" progId="Equation.DSMT4">
                      <p:embed/>
                    </p:oleObj>
                  </mc:Choice>
                  <mc:Fallback>
                    <p:oleObj name="Equation" r:id="rId3" imgW="88560" imgH="114120" progId="Equation.DSMT4">
                      <p:embed/>
                      <p:pic>
                        <p:nvPicPr>
                          <p:cNvPr id="83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2321742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8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6441867"/>
                  </p:ext>
                </p:extLst>
              </p:nvPr>
            </p:nvGraphicFramePr>
            <p:xfrm>
              <a:off x="7044053" y="3018253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50" name="Equation" r:id="rId5" imgW="88560" imgH="114120" progId="Equation.DSMT4">
                      <p:embed/>
                    </p:oleObj>
                  </mc:Choice>
                  <mc:Fallback>
                    <p:oleObj name="Equation" r:id="rId5" imgW="88560" imgH="114120" progId="Equation.DSMT4">
                      <p:embed/>
                      <p:pic>
                        <p:nvPicPr>
                          <p:cNvPr id="84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018253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9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842516"/>
                  </p:ext>
                </p:extLst>
              </p:nvPr>
            </p:nvGraphicFramePr>
            <p:xfrm>
              <a:off x="7044053" y="3714764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51" name="Equation" r:id="rId7" imgW="88560" imgH="114120" progId="Equation.DSMT4">
                      <p:embed/>
                    </p:oleObj>
                  </mc:Choice>
                  <mc:Fallback>
                    <p:oleObj name="Equation" r:id="rId7" imgW="88560" imgH="114120" progId="Equation.DSMT4">
                      <p:embed/>
                      <p:pic>
                        <p:nvPicPr>
                          <p:cNvPr id="85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714764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0" name="组合 89"/>
            <p:cNvGrpSpPr/>
            <p:nvPr/>
          </p:nvGrpSpPr>
          <p:grpSpPr>
            <a:xfrm>
              <a:off x="5259353" y="3242105"/>
              <a:ext cx="211137" cy="1658135"/>
              <a:chOff x="7044053" y="2321742"/>
              <a:chExt cx="211137" cy="1658135"/>
            </a:xfrm>
          </p:grpSpPr>
          <p:graphicFrame>
            <p:nvGraphicFramePr>
              <p:cNvPr id="91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12585"/>
                  </p:ext>
                </p:extLst>
              </p:nvPr>
            </p:nvGraphicFramePr>
            <p:xfrm>
              <a:off x="7044053" y="2321742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52" name="Equation" r:id="rId3" imgW="88560" imgH="114120" progId="Equation.DSMT4">
                      <p:embed/>
                    </p:oleObj>
                  </mc:Choice>
                  <mc:Fallback>
                    <p:oleObj name="Equation" r:id="rId3" imgW="88560" imgH="114120" progId="Equation.DSMT4">
                      <p:embed/>
                      <p:pic>
                        <p:nvPicPr>
                          <p:cNvPr id="87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2321742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6441867"/>
                  </p:ext>
                </p:extLst>
              </p:nvPr>
            </p:nvGraphicFramePr>
            <p:xfrm>
              <a:off x="7044053" y="3018253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53" name="Equation" r:id="rId5" imgW="88560" imgH="114120" progId="Equation.DSMT4">
                      <p:embed/>
                    </p:oleObj>
                  </mc:Choice>
                  <mc:Fallback>
                    <p:oleObj name="Equation" r:id="rId5" imgW="88560" imgH="114120" progId="Equation.DSMT4">
                      <p:embed/>
                      <p:pic>
                        <p:nvPicPr>
                          <p:cNvPr id="88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018253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3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842516"/>
                  </p:ext>
                </p:extLst>
              </p:nvPr>
            </p:nvGraphicFramePr>
            <p:xfrm>
              <a:off x="7044053" y="3714764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54" name="Equation" r:id="rId7" imgW="88560" imgH="114120" progId="Equation.DSMT4">
                      <p:embed/>
                    </p:oleObj>
                  </mc:Choice>
                  <mc:Fallback>
                    <p:oleObj name="Equation" r:id="rId7" imgW="88560" imgH="114120" progId="Equation.DSMT4">
                      <p:embed/>
                      <p:pic>
                        <p:nvPicPr>
                          <p:cNvPr id="89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714764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4" name="组合 93"/>
            <p:cNvGrpSpPr/>
            <p:nvPr/>
          </p:nvGrpSpPr>
          <p:grpSpPr>
            <a:xfrm>
              <a:off x="5459239" y="3242105"/>
              <a:ext cx="211137" cy="1658135"/>
              <a:chOff x="7044053" y="2321742"/>
              <a:chExt cx="211137" cy="1658135"/>
            </a:xfrm>
          </p:grpSpPr>
          <p:graphicFrame>
            <p:nvGraphicFramePr>
              <p:cNvPr id="95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12585"/>
                  </p:ext>
                </p:extLst>
              </p:nvPr>
            </p:nvGraphicFramePr>
            <p:xfrm>
              <a:off x="7044053" y="2321742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55" name="Equation" r:id="rId3" imgW="88560" imgH="114120" progId="Equation.DSMT4">
                      <p:embed/>
                    </p:oleObj>
                  </mc:Choice>
                  <mc:Fallback>
                    <p:oleObj name="Equation" r:id="rId3" imgW="88560" imgH="114120" progId="Equation.DSMT4">
                      <p:embed/>
                      <p:pic>
                        <p:nvPicPr>
                          <p:cNvPr id="91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2321742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6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6441867"/>
                  </p:ext>
                </p:extLst>
              </p:nvPr>
            </p:nvGraphicFramePr>
            <p:xfrm>
              <a:off x="7044053" y="3018253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56" name="Equation" r:id="rId5" imgW="88560" imgH="114120" progId="Equation.DSMT4">
                      <p:embed/>
                    </p:oleObj>
                  </mc:Choice>
                  <mc:Fallback>
                    <p:oleObj name="Equation" r:id="rId5" imgW="88560" imgH="114120" progId="Equation.DSMT4">
                      <p:embed/>
                      <p:pic>
                        <p:nvPicPr>
                          <p:cNvPr id="92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018253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7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842516"/>
                  </p:ext>
                </p:extLst>
              </p:nvPr>
            </p:nvGraphicFramePr>
            <p:xfrm>
              <a:off x="7044053" y="3714764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57" name="Equation" r:id="rId7" imgW="88560" imgH="114120" progId="Equation.DSMT4">
                      <p:embed/>
                    </p:oleObj>
                  </mc:Choice>
                  <mc:Fallback>
                    <p:oleObj name="Equation" r:id="rId7" imgW="88560" imgH="114120" progId="Equation.DSMT4">
                      <p:embed/>
                      <p:pic>
                        <p:nvPicPr>
                          <p:cNvPr id="93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714764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8" name="组合 97"/>
            <p:cNvGrpSpPr/>
            <p:nvPr/>
          </p:nvGrpSpPr>
          <p:grpSpPr>
            <a:xfrm>
              <a:off x="5621203" y="3242105"/>
              <a:ext cx="211137" cy="1658135"/>
              <a:chOff x="7044053" y="2321742"/>
              <a:chExt cx="211137" cy="1658135"/>
            </a:xfrm>
          </p:grpSpPr>
          <p:graphicFrame>
            <p:nvGraphicFramePr>
              <p:cNvPr id="99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12585"/>
                  </p:ext>
                </p:extLst>
              </p:nvPr>
            </p:nvGraphicFramePr>
            <p:xfrm>
              <a:off x="7044053" y="2321742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58" name="Equation" r:id="rId3" imgW="88560" imgH="114120" progId="Equation.DSMT4">
                      <p:embed/>
                    </p:oleObj>
                  </mc:Choice>
                  <mc:Fallback>
                    <p:oleObj name="Equation" r:id="rId3" imgW="88560" imgH="114120" progId="Equation.DSMT4">
                      <p:embed/>
                      <p:pic>
                        <p:nvPicPr>
                          <p:cNvPr id="95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2321742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0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6441867"/>
                  </p:ext>
                </p:extLst>
              </p:nvPr>
            </p:nvGraphicFramePr>
            <p:xfrm>
              <a:off x="7044053" y="3018253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59" name="Equation" r:id="rId5" imgW="88560" imgH="114120" progId="Equation.DSMT4">
                      <p:embed/>
                    </p:oleObj>
                  </mc:Choice>
                  <mc:Fallback>
                    <p:oleObj name="Equation" r:id="rId5" imgW="88560" imgH="114120" progId="Equation.DSMT4">
                      <p:embed/>
                      <p:pic>
                        <p:nvPicPr>
                          <p:cNvPr id="96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018253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1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842516"/>
                  </p:ext>
                </p:extLst>
              </p:nvPr>
            </p:nvGraphicFramePr>
            <p:xfrm>
              <a:off x="7044053" y="3714764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60" name="Equation" r:id="rId7" imgW="88560" imgH="114120" progId="Equation.DSMT4">
                      <p:embed/>
                    </p:oleObj>
                  </mc:Choice>
                  <mc:Fallback>
                    <p:oleObj name="Equation" r:id="rId7" imgW="88560" imgH="114120" progId="Equation.DSMT4">
                      <p:embed/>
                      <p:pic>
                        <p:nvPicPr>
                          <p:cNvPr id="97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714764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02" name="组合 101"/>
            <p:cNvGrpSpPr/>
            <p:nvPr/>
          </p:nvGrpSpPr>
          <p:grpSpPr>
            <a:xfrm>
              <a:off x="5733404" y="3242105"/>
              <a:ext cx="211137" cy="1658135"/>
              <a:chOff x="7044053" y="2321742"/>
              <a:chExt cx="211137" cy="1658135"/>
            </a:xfrm>
          </p:grpSpPr>
          <p:graphicFrame>
            <p:nvGraphicFramePr>
              <p:cNvPr id="103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212585"/>
                  </p:ext>
                </p:extLst>
              </p:nvPr>
            </p:nvGraphicFramePr>
            <p:xfrm>
              <a:off x="7044053" y="2321742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61" name="Equation" r:id="rId3" imgW="88560" imgH="114120" progId="Equation.DSMT4">
                      <p:embed/>
                    </p:oleObj>
                  </mc:Choice>
                  <mc:Fallback>
                    <p:oleObj name="Equation" r:id="rId3" imgW="88560" imgH="114120" progId="Equation.DSMT4">
                      <p:embed/>
                      <p:pic>
                        <p:nvPicPr>
                          <p:cNvPr id="99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2321742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4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6441867"/>
                  </p:ext>
                </p:extLst>
              </p:nvPr>
            </p:nvGraphicFramePr>
            <p:xfrm>
              <a:off x="7044053" y="3018253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62" name="Equation" r:id="rId5" imgW="88560" imgH="114120" progId="Equation.DSMT4">
                      <p:embed/>
                    </p:oleObj>
                  </mc:Choice>
                  <mc:Fallback>
                    <p:oleObj name="Equation" r:id="rId5" imgW="88560" imgH="114120" progId="Equation.DSMT4">
                      <p:embed/>
                      <p:pic>
                        <p:nvPicPr>
                          <p:cNvPr id="100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018253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5" name="Object 2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24842516"/>
                  </p:ext>
                </p:extLst>
              </p:nvPr>
            </p:nvGraphicFramePr>
            <p:xfrm>
              <a:off x="7044053" y="3714764"/>
              <a:ext cx="211137" cy="2651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9963" name="Equation" r:id="rId7" imgW="88560" imgH="114120" progId="Equation.DSMT4">
                      <p:embed/>
                    </p:oleObj>
                  </mc:Choice>
                  <mc:Fallback>
                    <p:oleObj name="Equation" r:id="rId7" imgW="88560" imgH="114120" progId="Equation.DSMT4">
                      <p:embed/>
                      <p:pic>
                        <p:nvPicPr>
                          <p:cNvPr id="101" name="Object 2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44053" y="3714764"/>
                            <a:ext cx="211137" cy="2651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802618-77A9-4B5A-B901-48B404BEDEDF}" type="slidenum">
              <a:rPr lang="zh-CN" altLang="en-US"/>
              <a:pPr/>
              <a:t>3</a:t>
            </a:fld>
            <a:endParaRPr lang="en-US" altLang="zh-CN"/>
          </a:p>
        </p:txBody>
      </p:sp>
      <p:graphicFrame>
        <p:nvGraphicFramePr>
          <p:cNvPr id="147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531546"/>
              </p:ext>
            </p:extLst>
          </p:nvPr>
        </p:nvGraphicFramePr>
        <p:xfrm>
          <a:off x="2849761" y="1382694"/>
          <a:ext cx="1451372" cy="369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64" name="公式" r:id="rId8" imgW="863280" imgH="203040" progId="Equation.3">
                  <p:embed/>
                </p:oleObj>
              </mc:Choice>
              <mc:Fallback>
                <p:oleObj name="公式" r:id="rId8" imgW="863280" imgH="2030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9761" y="1382694"/>
                        <a:ext cx="1451372" cy="369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7461" name="Picture 5" descr="wltx1"/>
          <p:cNvPicPr preferRelativeResize="0">
            <a:picLocks noChangeAspect="1" noChangeArrowheads="1"/>
          </p:cNvPicPr>
          <p:nvPr/>
        </p:nvPicPr>
        <p:blipFill>
          <a:blip r:embed="rId10" cstate="print">
            <a:lum contrast="18000"/>
          </a:blip>
          <a:srcRect/>
          <a:stretch>
            <a:fillRect/>
          </a:stretch>
        </p:blipFill>
        <p:spPr bwMode="auto">
          <a:xfrm rot="19764265">
            <a:off x="5169924" y="990441"/>
            <a:ext cx="913210" cy="13108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47479" name="Text Box 23"/>
          <p:cNvSpPr txBox="1">
            <a:spLocks noChangeArrowheads="1"/>
          </p:cNvSpPr>
          <p:nvPr/>
        </p:nvSpPr>
        <p:spPr bwMode="auto">
          <a:xfrm>
            <a:off x="1633538" y="506018"/>
            <a:ext cx="5335191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buFontTx/>
              <a:buChar char="•"/>
            </a:pPr>
            <a:r>
              <a:rPr lang="zh-CN" altLang="en-US" sz="2100">
                <a:solidFill>
                  <a:srgbClr val="990000"/>
                </a:solidFill>
              </a:rPr>
              <a:t> </a:t>
            </a:r>
            <a:r>
              <a:rPr lang="zh-CN" altLang="zh-CN" sz="2100">
                <a:solidFill>
                  <a:srgbClr val="990000"/>
                </a:solidFill>
              </a:rPr>
              <a:t>有限长载流导线所受的安培力</a:t>
            </a:r>
            <a:endParaRPr lang="zh-CN" altLang="en-US" sz="2100">
              <a:solidFill>
                <a:srgbClr val="990000"/>
              </a:solidFill>
            </a:endParaRPr>
          </a:p>
        </p:txBody>
      </p:sp>
      <p:graphicFrame>
        <p:nvGraphicFramePr>
          <p:cNvPr id="147480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40741"/>
              </p:ext>
            </p:extLst>
          </p:nvPr>
        </p:nvGraphicFramePr>
        <p:xfrm>
          <a:off x="2979743" y="4176338"/>
          <a:ext cx="2376488" cy="5310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65" name="公式" r:id="rId11" imgW="1333440" imgH="304560" progId="Equation.3">
                  <p:embed/>
                </p:oleObj>
              </mc:Choice>
              <mc:Fallback>
                <p:oleObj name="公式" r:id="rId11" imgW="1333440" imgH="30456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743" y="4176338"/>
                        <a:ext cx="2376488" cy="5310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任意多边形 2"/>
          <p:cNvSpPr/>
          <p:nvPr/>
        </p:nvSpPr>
        <p:spPr bwMode="auto">
          <a:xfrm>
            <a:off x="2478286" y="2618627"/>
            <a:ext cx="3743841" cy="732566"/>
          </a:xfrm>
          <a:custGeom>
            <a:avLst/>
            <a:gdLst>
              <a:gd name="connsiteX0" fmla="*/ 26248 w 4644547"/>
              <a:gd name="connsiteY0" fmla="*/ 463926 h 1609820"/>
              <a:gd name="connsiteX1" fmla="*/ 165145 w 4644547"/>
              <a:gd name="connsiteY1" fmla="*/ 579673 h 1609820"/>
              <a:gd name="connsiteX2" fmla="*/ 1276314 w 4644547"/>
              <a:gd name="connsiteY2" fmla="*/ 973212 h 1609820"/>
              <a:gd name="connsiteX3" fmla="*/ 2283312 w 4644547"/>
              <a:gd name="connsiteY3" fmla="*/ 325030 h 1609820"/>
              <a:gd name="connsiteX4" fmla="*/ 3417631 w 4644547"/>
              <a:gd name="connsiteY4" fmla="*/ 939 h 1609820"/>
              <a:gd name="connsiteX5" fmla="*/ 4505651 w 4644547"/>
              <a:gd name="connsiteY5" fmla="*/ 417628 h 1609820"/>
              <a:gd name="connsiteX6" fmla="*/ 4609823 w 4644547"/>
              <a:gd name="connsiteY6" fmla="*/ 996362 h 1609820"/>
              <a:gd name="connsiteX7" fmla="*/ 4644547 w 4644547"/>
              <a:gd name="connsiteY7" fmla="*/ 1609820 h 1609820"/>
              <a:gd name="connsiteX0" fmla="*/ 26248 w 4991788"/>
              <a:gd name="connsiteY0" fmla="*/ 463926 h 999697"/>
              <a:gd name="connsiteX1" fmla="*/ 165145 w 4991788"/>
              <a:gd name="connsiteY1" fmla="*/ 579673 h 999697"/>
              <a:gd name="connsiteX2" fmla="*/ 1276314 w 4991788"/>
              <a:gd name="connsiteY2" fmla="*/ 973212 h 999697"/>
              <a:gd name="connsiteX3" fmla="*/ 2283312 w 4991788"/>
              <a:gd name="connsiteY3" fmla="*/ 325030 h 999697"/>
              <a:gd name="connsiteX4" fmla="*/ 3417631 w 4991788"/>
              <a:gd name="connsiteY4" fmla="*/ 939 h 999697"/>
              <a:gd name="connsiteX5" fmla="*/ 4505651 w 4991788"/>
              <a:gd name="connsiteY5" fmla="*/ 417628 h 999697"/>
              <a:gd name="connsiteX6" fmla="*/ 4609823 w 4991788"/>
              <a:gd name="connsiteY6" fmla="*/ 996362 h 999697"/>
              <a:gd name="connsiteX7" fmla="*/ 4991788 w 4991788"/>
              <a:gd name="connsiteY7" fmla="*/ 718569 h 999697"/>
              <a:gd name="connsiteX0" fmla="*/ 26248 w 4991788"/>
              <a:gd name="connsiteY0" fmla="*/ 463926 h 976755"/>
              <a:gd name="connsiteX1" fmla="*/ 165145 w 4991788"/>
              <a:gd name="connsiteY1" fmla="*/ 579673 h 976755"/>
              <a:gd name="connsiteX2" fmla="*/ 1276314 w 4991788"/>
              <a:gd name="connsiteY2" fmla="*/ 973212 h 976755"/>
              <a:gd name="connsiteX3" fmla="*/ 2283312 w 4991788"/>
              <a:gd name="connsiteY3" fmla="*/ 325030 h 976755"/>
              <a:gd name="connsiteX4" fmla="*/ 3417631 w 4991788"/>
              <a:gd name="connsiteY4" fmla="*/ 939 h 976755"/>
              <a:gd name="connsiteX5" fmla="*/ 4505651 w 4991788"/>
              <a:gd name="connsiteY5" fmla="*/ 417628 h 976755"/>
              <a:gd name="connsiteX6" fmla="*/ 4991788 w 4991788"/>
              <a:gd name="connsiteY6" fmla="*/ 718569 h 976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1788" h="976755">
                <a:moveTo>
                  <a:pt x="26248" y="463926"/>
                </a:moveTo>
                <a:cubicBezTo>
                  <a:pt x="-8476" y="479359"/>
                  <a:pt x="-43199" y="494792"/>
                  <a:pt x="165145" y="579673"/>
                </a:cubicBezTo>
                <a:cubicBezTo>
                  <a:pt x="373489" y="664554"/>
                  <a:pt x="923286" y="1015653"/>
                  <a:pt x="1276314" y="973212"/>
                </a:cubicBezTo>
                <a:cubicBezTo>
                  <a:pt x="1629342" y="930772"/>
                  <a:pt x="1926426" y="487076"/>
                  <a:pt x="2283312" y="325030"/>
                </a:cubicBezTo>
                <a:cubicBezTo>
                  <a:pt x="2640198" y="162984"/>
                  <a:pt x="3047241" y="-14494"/>
                  <a:pt x="3417631" y="939"/>
                </a:cubicBezTo>
                <a:cubicBezTo>
                  <a:pt x="3788021" y="16372"/>
                  <a:pt x="4243292" y="298023"/>
                  <a:pt x="4505651" y="417628"/>
                </a:cubicBezTo>
                <a:cubicBezTo>
                  <a:pt x="4768010" y="537233"/>
                  <a:pt x="4890510" y="655873"/>
                  <a:pt x="4991788" y="718569"/>
                </a:cubicBezTo>
              </a:path>
            </a:pathLst>
          </a:custGeom>
          <a:noFill/>
          <a:ln w="76200" cap="flat" cmpd="sng" algn="ctr">
            <a:solidFill>
              <a:srgbClr val="B2B2B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2100"/>
          </a:p>
        </p:txBody>
      </p:sp>
      <p:cxnSp>
        <p:nvCxnSpPr>
          <p:cNvPr id="70" name="直接箭头连接符 69"/>
          <p:cNvCxnSpPr/>
          <p:nvPr/>
        </p:nvCxnSpPr>
        <p:spPr bwMode="auto">
          <a:xfrm flipH="1">
            <a:off x="4705199" y="2603891"/>
            <a:ext cx="303840" cy="60767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71" name="直接箭头连接符 70"/>
          <p:cNvCxnSpPr>
            <a:endCxn id="3" idx="1"/>
          </p:cNvCxnSpPr>
          <p:nvPr/>
        </p:nvCxnSpPr>
        <p:spPr bwMode="auto">
          <a:xfrm flipH="1" flipV="1">
            <a:off x="2602145" y="3053382"/>
            <a:ext cx="136719" cy="6302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B2B2B2"/>
            </a:solidFill>
            <a:prstDash val="solid"/>
            <a:round/>
            <a:headEnd type="none" w="med" len="med"/>
            <a:tailEnd type="arrow"/>
          </a:ln>
          <a:effectLst/>
        </p:spPr>
      </p:cxn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892785"/>
              </p:ext>
            </p:extLst>
          </p:nvPr>
        </p:nvGraphicFramePr>
        <p:xfrm>
          <a:off x="2688348" y="3199193"/>
          <a:ext cx="226219" cy="265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66" name="Equation" r:id="rId13" imgW="126720" imgH="152280" progId="Equation.DSMT4">
                  <p:embed/>
                </p:oleObj>
              </mc:Choice>
              <mc:Fallback>
                <p:oleObj name="Equation" r:id="rId13" imgW="126720" imgH="15228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8348" y="3199193"/>
                        <a:ext cx="226219" cy="2655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277945"/>
              </p:ext>
            </p:extLst>
          </p:nvPr>
        </p:nvGraphicFramePr>
        <p:xfrm>
          <a:off x="4656414" y="2693048"/>
          <a:ext cx="427435" cy="369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967" name="Equation" r:id="rId15" imgW="253800" imgH="203040" progId="Equation.DSMT4">
                  <p:embed/>
                </p:oleObj>
              </mc:Choice>
              <mc:Fallback>
                <p:oleObj name="Equation" r:id="rId15" imgW="2538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6414" y="2693048"/>
                        <a:ext cx="427435" cy="369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4598688" y="1858345"/>
            <a:ext cx="334566" cy="738177"/>
            <a:chOff x="4557274" y="2372891"/>
            <a:chExt cx="446089" cy="984236"/>
          </a:xfrm>
        </p:grpSpPr>
        <p:graphicFrame>
          <p:nvGraphicFramePr>
            <p:cNvPr id="7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74568562"/>
                </p:ext>
              </p:extLst>
            </p:nvPr>
          </p:nvGraphicFramePr>
          <p:xfrm>
            <a:off x="4557274" y="2372891"/>
            <a:ext cx="446089" cy="4270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968" name="Equation" r:id="rId17" imgW="380880" imgH="291960" progId="Equation.3">
                    <p:embed/>
                  </p:oleObj>
                </mc:Choice>
                <mc:Fallback>
                  <p:oleObj name="Equation" r:id="rId17" imgW="380880" imgH="291960" progId="Equation.3">
                    <p:embed/>
                    <p:pic>
                      <p:nvPicPr>
                        <p:cNvPr id="0" name="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7274" y="2372891"/>
                          <a:ext cx="446089" cy="4270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" name="Line 8"/>
            <p:cNvSpPr>
              <a:spLocks noChangeShapeType="1"/>
            </p:cNvSpPr>
            <p:nvPr/>
          </p:nvSpPr>
          <p:spPr bwMode="auto">
            <a:xfrm flipH="1" flipV="1">
              <a:off x="4830629" y="2787831"/>
              <a:ext cx="117219" cy="569296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cxnSp>
        <p:nvCxnSpPr>
          <p:cNvPr id="56" name="直接箭头连接符 55"/>
          <p:cNvCxnSpPr/>
          <p:nvPr/>
        </p:nvCxnSpPr>
        <p:spPr bwMode="auto">
          <a:xfrm flipH="1">
            <a:off x="3754112" y="3014459"/>
            <a:ext cx="242493" cy="191991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7" name="组合 56"/>
          <p:cNvGrpSpPr/>
          <p:nvPr/>
        </p:nvGrpSpPr>
        <p:grpSpPr>
          <a:xfrm>
            <a:off x="3540793" y="2495436"/>
            <a:ext cx="370977" cy="542726"/>
            <a:chOff x="4501591" y="2643168"/>
            <a:chExt cx="494637" cy="723635"/>
          </a:xfrm>
        </p:grpSpPr>
        <p:graphicFrame>
          <p:nvGraphicFramePr>
            <p:cNvPr id="5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6565818"/>
                </p:ext>
              </p:extLst>
            </p:nvPr>
          </p:nvGraphicFramePr>
          <p:xfrm>
            <a:off x="4501591" y="2643168"/>
            <a:ext cx="446089" cy="4270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969" name="Equation" r:id="rId17" imgW="380880" imgH="291960" progId="Equation.3">
                    <p:embed/>
                  </p:oleObj>
                </mc:Choice>
                <mc:Fallback>
                  <p:oleObj name="Equation" r:id="rId17" imgW="380880" imgH="291960" progId="Equation.3">
                    <p:embed/>
                    <p:pic>
                      <p:nvPicPr>
                        <p:cNvPr id="78" name="Object 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1591" y="2643168"/>
                          <a:ext cx="446089" cy="4270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Line 8"/>
            <p:cNvSpPr>
              <a:spLocks noChangeShapeType="1"/>
            </p:cNvSpPr>
            <p:nvPr/>
          </p:nvSpPr>
          <p:spPr bwMode="auto">
            <a:xfrm flipH="1" flipV="1">
              <a:off x="4773178" y="3044480"/>
              <a:ext cx="223050" cy="322323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cxnSp>
        <p:nvCxnSpPr>
          <p:cNvPr id="62" name="直接箭头连接符 61"/>
          <p:cNvCxnSpPr/>
          <p:nvPr/>
        </p:nvCxnSpPr>
        <p:spPr bwMode="auto">
          <a:xfrm flipH="1" flipV="1">
            <a:off x="5606962" y="2796951"/>
            <a:ext cx="265192" cy="142212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63" name="组合 62"/>
          <p:cNvGrpSpPr/>
          <p:nvPr/>
        </p:nvGrpSpPr>
        <p:grpSpPr>
          <a:xfrm>
            <a:off x="5773149" y="2078694"/>
            <a:ext cx="613489" cy="797411"/>
            <a:chOff x="3104609" y="2522029"/>
            <a:chExt cx="817987" cy="1063216"/>
          </a:xfrm>
        </p:grpSpPr>
        <p:graphicFrame>
          <p:nvGraphicFramePr>
            <p:cNvPr id="64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1185397"/>
                </p:ext>
              </p:extLst>
            </p:nvPr>
          </p:nvGraphicFramePr>
          <p:xfrm>
            <a:off x="3476507" y="2522029"/>
            <a:ext cx="446089" cy="4270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9970" name="Equation" r:id="rId17" imgW="380880" imgH="291960" progId="Equation.3">
                    <p:embed/>
                  </p:oleObj>
                </mc:Choice>
                <mc:Fallback>
                  <p:oleObj name="Equation" r:id="rId17" imgW="380880" imgH="291960" progId="Equation.3">
                    <p:embed/>
                    <p:pic>
                      <p:nvPicPr>
                        <p:cNvPr id="58" name="Object 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76507" y="2522029"/>
                          <a:ext cx="446089" cy="42703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6" name="Line 8"/>
            <p:cNvSpPr>
              <a:spLocks noChangeShapeType="1"/>
            </p:cNvSpPr>
            <p:nvPr/>
          </p:nvSpPr>
          <p:spPr bwMode="auto">
            <a:xfrm flipV="1">
              <a:off x="3104609" y="2898629"/>
              <a:ext cx="426828" cy="686616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147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47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47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5C9FB-CE9E-467A-9C2B-10097F605920}" type="slidenum">
              <a:rPr lang="zh-CN" altLang="en-US"/>
              <a:pPr/>
              <a:t>4</a:t>
            </a:fld>
            <a:endParaRPr lang="en-US" altLang="zh-CN"/>
          </a:p>
        </p:txBody>
      </p:sp>
      <p:grpSp>
        <p:nvGrpSpPr>
          <p:cNvPr id="4" name="组合 3"/>
          <p:cNvGrpSpPr/>
          <p:nvPr/>
        </p:nvGrpSpPr>
        <p:grpSpPr>
          <a:xfrm>
            <a:off x="895705" y="225757"/>
            <a:ext cx="7246620" cy="1643527"/>
            <a:chOff x="1058228" y="282906"/>
            <a:chExt cx="7246620" cy="1643527"/>
          </a:xfrm>
        </p:grpSpPr>
        <p:sp>
          <p:nvSpPr>
            <p:cNvPr id="80946" name="Text Box 50"/>
            <p:cNvSpPr txBox="1">
              <a:spLocks noChangeArrowheads="1"/>
            </p:cNvSpPr>
            <p:nvPr/>
          </p:nvSpPr>
          <p:spPr bwMode="auto">
            <a:xfrm>
              <a:off x="1058228" y="282906"/>
              <a:ext cx="7246620" cy="16435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algn="just" eaLnBrk="1" hangingPunct="1">
                <a:lnSpc>
                  <a:spcPct val="120000"/>
                </a:lnSpc>
              </a:pPr>
              <a:r>
                <a:rPr lang="zh-CN" altLang="en-US" sz="2100" dirty="0">
                  <a:solidFill>
                    <a:srgbClr val="A50021"/>
                  </a:solidFill>
                </a:rPr>
                <a:t>例 </a:t>
              </a:r>
              <a:r>
                <a:rPr lang="en-US" altLang="zh-CN" sz="2100" dirty="0">
                  <a:solidFill>
                    <a:srgbClr val="A50021"/>
                  </a:solidFill>
                </a:rPr>
                <a:t>1</a:t>
              </a:r>
              <a:r>
                <a:rPr lang="en-US" altLang="zh-CN" sz="2100" dirty="0"/>
                <a:t>   </a:t>
              </a:r>
              <a:r>
                <a:rPr lang="zh-CN" altLang="en-US" sz="2100" dirty="0"/>
                <a:t>如图一通有电流   的闭合回路放在磁感应强度为  的均匀磁场中，回路平面与磁感强度垂直 </a:t>
              </a:r>
              <a:r>
                <a:rPr lang="en-US" altLang="zh-CN" sz="2100" dirty="0"/>
                <a:t>.</a:t>
              </a:r>
              <a:r>
                <a:rPr lang="zh-CN" altLang="en-US" sz="2100" dirty="0"/>
                <a:t>回路由直导线 </a:t>
              </a:r>
              <a:r>
                <a:rPr lang="en-US" altLang="zh-CN" sz="2100" b="0" i="1" dirty="0"/>
                <a:t>AB </a:t>
              </a:r>
              <a:r>
                <a:rPr lang="zh-CN" altLang="en-US" sz="2100" dirty="0"/>
                <a:t>和半径为   的圆弧导线 </a:t>
              </a:r>
              <a:r>
                <a:rPr lang="en-US" altLang="zh-CN" sz="2100" b="0" i="1" dirty="0"/>
                <a:t>BCA </a:t>
              </a:r>
              <a:r>
                <a:rPr lang="zh-CN" altLang="en-US" sz="2100" dirty="0"/>
                <a:t>组成，电流为顺时针</a:t>
              </a:r>
              <a:r>
                <a:rPr lang="zh-CN" altLang="en-US" sz="2100"/>
                <a:t>方</a:t>
              </a:r>
              <a:r>
                <a:rPr lang="zh-CN" altLang="en-US" sz="2100" smtClean="0"/>
                <a:t>向</a:t>
              </a:r>
              <a:r>
                <a:rPr lang="en-US" altLang="zh-CN" sz="2100" smtClean="0"/>
                <a:t>.</a:t>
              </a:r>
            </a:p>
            <a:p>
              <a:pPr algn="just" eaLnBrk="1" hangingPunct="1">
                <a:lnSpc>
                  <a:spcPct val="120000"/>
                </a:lnSpc>
              </a:pPr>
              <a:r>
                <a:rPr lang="zh-CN" altLang="en-US" sz="2100" smtClean="0">
                  <a:solidFill>
                    <a:srgbClr val="A50021"/>
                  </a:solidFill>
                </a:rPr>
                <a:t>求</a:t>
              </a:r>
              <a:r>
                <a:rPr lang="en-US" altLang="zh-CN" sz="2100" dirty="0">
                  <a:solidFill>
                    <a:srgbClr val="A50021"/>
                  </a:solidFill>
                </a:rPr>
                <a:t>: </a:t>
              </a:r>
              <a:r>
                <a:rPr lang="zh-CN" altLang="en-US" sz="2100" dirty="0"/>
                <a:t>磁场作用于闭合导线的力</a:t>
              </a:r>
              <a:r>
                <a:rPr lang="en-US" altLang="zh-CN" sz="2100" dirty="0"/>
                <a:t>.</a:t>
              </a:r>
            </a:p>
          </p:txBody>
        </p:sp>
        <p:graphicFrame>
          <p:nvGraphicFramePr>
            <p:cNvPr id="80949" name="Object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81477514"/>
                </p:ext>
              </p:extLst>
            </p:nvPr>
          </p:nvGraphicFramePr>
          <p:xfrm>
            <a:off x="1664497" y="1172164"/>
            <a:ext cx="213122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74" name="Equation" r:id="rId3" imgW="152202" imgH="177569" progId="Equation.3">
                    <p:embed/>
                  </p:oleObj>
                </mc:Choice>
                <mc:Fallback>
                  <p:oleObj name="Equation" r:id="rId3" imgW="152202" imgH="177569" progId="Equation.3">
                    <p:embed/>
                    <p:pic>
                      <p:nvPicPr>
                        <p:cNvPr id="0" name="Picture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4497" y="1172164"/>
                          <a:ext cx="213122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47" name="Object 5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3875326"/>
                </p:ext>
              </p:extLst>
            </p:nvPr>
          </p:nvGraphicFramePr>
          <p:xfrm>
            <a:off x="3810122" y="354589"/>
            <a:ext cx="191691" cy="285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75" name="公式" r:id="rId5" imgW="126720" imgH="164880" progId="Equation.3">
                    <p:embed/>
                  </p:oleObj>
                </mc:Choice>
                <mc:Fallback>
                  <p:oleObj name="公式" r:id="rId5" imgW="126720" imgH="164880" progId="Equation.3">
                    <p:embed/>
                    <p:pic>
                      <p:nvPicPr>
                        <p:cNvPr id="0" name="Picture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0122" y="354589"/>
                          <a:ext cx="191691" cy="285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0948" name="Object 5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3968079"/>
                </p:ext>
              </p:extLst>
            </p:nvPr>
          </p:nvGraphicFramePr>
          <p:xfrm>
            <a:off x="7480735" y="354589"/>
            <a:ext cx="200025" cy="282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76" name="Equation" r:id="rId7" imgW="215619" imgH="266353" progId="Equation.3">
                    <p:embed/>
                  </p:oleObj>
                </mc:Choice>
                <mc:Fallback>
                  <p:oleObj name="Equation" r:id="rId7" imgW="215619" imgH="266353" progId="Equation.3">
                    <p:embed/>
                    <p:pic>
                      <p:nvPicPr>
                        <p:cNvPr id="0" name="Picture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80735" y="354589"/>
                          <a:ext cx="200025" cy="2821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1109" name="Group 213"/>
          <p:cNvGrpSpPr>
            <a:grpSpLocks/>
          </p:cNvGrpSpPr>
          <p:nvPr/>
        </p:nvGrpSpPr>
        <p:grpSpPr bwMode="auto">
          <a:xfrm>
            <a:off x="3640933" y="2146699"/>
            <a:ext cx="2431256" cy="2378869"/>
            <a:chOff x="3532" y="1877"/>
            <a:chExt cx="2042" cy="1998"/>
          </a:xfrm>
        </p:grpSpPr>
        <p:grpSp>
          <p:nvGrpSpPr>
            <p:cNvPr id="80953" name="Group 57"/>
            <p:cNvGrpSpPr>
              <a:grpSpLocks/>
            </p:cNvGrpSpPr>
            <p:nvPr/>
          </p:nvGrpSpPr>
          <p:grpSpPr bwMode="auto">
            <a:xfrm>
              <a:off x="4937" y="2005"/>
              <a:ext cx="76" cy="94"/>
              <a:chOff x="4080" y="720"/>
              <a:chExt cx="144" cy="96"/>
            </a:xfrm>
          </p:grpSpPr>
          <p:sp>
            <p:nvSpPr>
              <p:cNvPr id="80954" name="Line 58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55" name="Line 59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56" name="Group 60"/>
            <p:cNvGrpSpPr>
              <a:grpSpLocks/>
            </p:cNvGrpSpPr>
            <p:nvPr/>
          </p:nvGrpSpPr>
          <p:grpSpPr bwMode="auto">
            <a:xfrm>
              <a:off x="4937" y="2332"/>
              <a:ext cx="76" cy="94"/>
              <a:chOff x="4080" y="720"/>
              <a:chExt cx="144" cy="96"/>
            </a:xfrm>
          </p:grpSpPr>
          <p:sp>
            <p:nvSpPr>
              <p:cNvPr id="80957" name="Line 61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58" name="Line 62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59" name="Group 63"/>
            <p:cNvGrpSpPr>
              <a:grpSpLocks/>
            </p:cNvGrpSpPr>
            <p:nvPr/>
          </p:nvGrpSpPr>
          <p:grpSpPr bwMode="auto">
            <a:xfrm>
              <a:off x="4937" y="2660"/>
              <a:ext cx="76" cy="93"/>
              <a:chOff x="4080" y="720"/>
              <a:chExt cx="144" cy="96"/>
            </a:xfrm>
          </p:grpSpPr>
          <p:sp>
            <p:nvSpPr>
              <p:cNvPr id="80960" name="Line 64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61" name="Line 65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62" name="Group 66"/>
            <p:cNvGrpSpPr>
              <a:grpSpLocks/>
            </p:cNvGrpSpPr>
            <p:nvPr/>
          </p:nvGrpSpPr>
          <p:grpSpPr bwMode="auto">
            <a:xfrm>
              <a:off x="3532" y="2005"/>
              <a:ext cx="76" cy="94"/>
              <a:chOff x="4080" y="720"/>
              <a:chExt cx="144" cy="96"/>
            </a:xfrm>
          </p:grpSpPr>
          <p:sp>
            <p:nvSpPr>
              <p:cNvPr id="80963" name="Line 67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64" name="Line 68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65" name="Group 69"/>
            <p:cNvGrpSpPr>
              <a:grpSpLocks/>
            </p:cNvGrpSpPr>
            <p:nvPr/>
          </p:nvGrpSpPr>
          <p:grpSpPr bwMode="auto">
            <a:xfrm>
              <a:off x="3798" y="2005"/>
              <a:ext cx="76" cy="94"/>
              <a:chOff x="4080" y="720"/>
              <a:chExt cx="144" cy="96"/>
            </a:xfrm>
          </p:grpSpPr>
          <p:sp>
            <p:nvSpPr>
              <p:cNvPr id="80966" name="Line 70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67" name="Line 71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68" name="Group 72"/>
            <p:cNvGrpSpPr>
              <a:grpSpLocks/>
            </p:cNvGrpSpPr>
            <p:nvPr/>
          </p:nvGrpSpPr>
          <p:grpSpPr bwMode="auto">
            <a:xfrm>
              <a:off x="4064" y="2005"/>
              <a:ext cx="76" cy="94"/>
              <a:chOff x="4080" y="720"/>
              <a:chExt cx="144" cy="96"/>
            </a:xfrm>
          </p:grpSpPr>
          <p:sp>
            <p:nvSpPr>
              <p:cNvPr id="80969" name="Line 73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70" name="Line 74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71" name="Group 75"/>
            <p:cNvGrpSpPr>
              <a:grpSpLocks/>
            </p:cNvGrpSpPr>
            <p:nvPr/>
          </p:nvGrpSpPr>
          <p:grpSpPr bwMode="auto">
            <a:xfrm>
              <a:off x="3532" y="2332"/>
              <a:ext cx="76" cy="94"/>
              <a:chOff x="4080" y="720"/>
              <a:chExt cx="144" cy="96"/>
            </a:xfrm>
          </p:grpSpPr>
          <p:sp>
            <p:nvSpPr>
              <p:cNvPr id="80972" name="Line 76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73" name="Line 77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74" name="Group 78"/>
            <p:cNvGrpSpPr>
              <a:grpSpLocks/>
            </p:cNvGrpSpPr>
            <p:nvPr/>
          </p:nvGrpSpPr>
          <p:grpSpPr bwMode="auto">
            <a:xfrm>
              <a:off x="3798" y="2332"/>
              <a:ext cx="76" cy="94"/>
              <a:chOff x="4080" y="720"/>
              <a:chExt cx="144" cy="96"/>
            </a:xfrm>
          </p:grpSpPr>
          <p:sp>
            <p:nvSpPr>
              <p:cNvPr id="80975" name="Line 79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76" name="Line 80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77" name="Group 81"/>
            <p:cNvGrpSpPr>
              <a:grpSpLocks/>
            </p:cNvGrpSpPr>
            <p:nvPr/>
          </p:nvGrpSpPr>
          <p:grpSpPr bwMode="auto">
            <a:xfrm>
              <a:off x="4064" y="2332"/>
              <a:ext cx="76" cy="94"/>
              <a:chOff x="4080" y="720"/>
              <a:chExt cx="144" cy="96"/>
            </a:xfrm>
          </p:grpSpPr>
          <p:sp>
            <p:nvSpPr>
              <p:cNvPr id="80978" name="Line 82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79" name="Line 83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80" name="Group 84"/>
            <p:cNvGrpSpPr>
              <a:grpSpLocks/>
            </p:cNvGrpSpPr>
            <p:nvPr/>
          </p:nvGrpSpPr>
          <p:grpSpPr bwMode="auto">
            <a:xfrm>
              <a:off x="3532" y="2660"/>
              <a:ext cx="76" cy="93"/>
              <a:chOff x="4080" y="720"/>
              <a:chExt cx="144" cy="96"/>
            </a:xfrm>
          </p:grpSpPr>
          <p:sp>
            <p:nvSpPr>
              <p:cNvPr id="80981" name="Line 85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82" name="Line 86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83" name="Group 87"/>
            <p:cNvGrpSpPr>
              <a:grpSpLocks/>
            </p:cNvGrpSpPr>
            <p:nvPr/>
          </p:nvGrpSpPr>
          <p:grpSpPr bwMode="auto">
            <a:xfrm>
              <a:off x="3798" y="2660"/>
              <a:ext cx="76" cy="93"/>
              <a:chOff x="4080" y="720"/>
              <a:chExt cx="144" cy="96"/>
            </a:xfrm>
          </p:grpSpPr>
          <p:sp>
            <p:nvSpPr>
              <p:cNvPr id="80984" name="Line 88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85" name="Line 89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86" name="Group 90"/>
            <p:cNvGrpSpPr>
              <a:grpSpLocks/>
            </p:cNvGrpSpPr>
            <p:nvPr/>
          </p:nvGrpSpPr>
          <p:grpSpPr bwMode="auto">
            <a:xfrm>
              <a:off x="4064" y="2660"/>
              <a:ext cx="76" cy="93"/>
              <a:chOff x="4080" y="720"/>
              <a:chExt cx="144" cy="96"/>
            </a:xfrm>
          </p:grpSpPr>
          <p:sp>
            <p:nvSpPr>
              <p:cNvPr id="80987" name="Line 91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88" name="Line 92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89" name="Group 93"/>
            <p:cNvGrpSpPr>
              <a:grpSpLocks/>
            </p:cNvGrpSpPr>
            <p:nvPr/>
          </p:nvGrpSpPr>
          <p:grpSpPr bwMode="auto">
            <a:xfrm>
              <a:off x="3532" y="3034"/>
              <a:ext cx="76" cy="93"/>
              <a:chOff x="4080" y="720"/>
              <a:chExt cx="144" cy="96"/>
            </a:xfrm>
          </p:grpSpPr>
          <p:sp>
            <p:nvSpPr>
              <p:cNvPr id="80990" name="Line 94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91" name="Line 95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92" name="Group 96"/>
            <p:cNvGrpSpPr>
              <a:grpSpLocks/>
            </p:cNvGrpSpPr>
            <p:nvPr/>
          </p:nvGrpSpPr>
          <p:grpSpPr bwMode="auto">
            <a:xfrm>
              <a:off x="3798" y="3034"/>
              <a:ext cx="76" cy="93"/>
              <a:chOff x="4080" y="720"/>
              <a:chExt cx="144" cy="96"/>
            </a:xfrm>
          </p:grpSpPr>
          <p:sp>
            <p:nvSpPr>
              <p:cNvPr id="80993" name="Line 97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94" name="Line 98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95" name="Group 99"/>
            <p:cNvGrpSpPr>
              <a:grpSpLocks/>
            </p:cNvGrpSpPr>
            <p:nvPr/>
          </p:nvGrpSpPr>
          <p:grpSpPr bwMode="auto">
            <a:xfrm>
              <a:off x="4064" y="3034"/>
              <a:ext cx="76" cy="93"/>
              <a:chOff x="4080" y="720"/>
              <a:chExt cx="144" cy="96"/>
            </a:xfrm>
          </p:grpSpPr>
          <p:sp>
            <p:nvSpPr>
              <p:cNvPr id="80996" name="Line 100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0997" name="Line 101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0998" name="Group 102"/>
            <p:cNvGrpSpPr>
              <a:grpSpLocks/>
            </p:cNvGrpSpPr>
            <p:nvPr/>
          </p:nvGrpSpPr>
          <p:grpSpPr bwMode="auto">
            <a:xfrm>
              <a:off x="4368" y="2005"/>
              <a:ext cx="76" cy="94"/>
              <a:chOff x="4080" y="720"/>
              <a:chExt cx="144" cy="96"/>
            </a:xfrm>
          </p:grpSpPr>
          <p:sp>
            <p:nvSpPr>
              <p:cNvPr id="80999" name="Line 103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00" name="Line 104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01" name="Group 105"/>
            <p:cNvGrpSpPr>
              <a:grpSpLocks/>
            </p:cNvGrpSpPr>
            <p:nvPr/>
          </p:nvGrpSpPr>
          <p:grpSpPr bwMode="auto">
            <a:xfrm>
              <a:off x="4671" y="2005"/>
              <a:ext cx="76" cy="94"/>
              <a:chOff x="4080" y="720"/>
              <a:chExt cx="144" cy="96"/>
            </a:xfrm>
          </p:grpSpPr>
          <p:sp>
            <p:nvSpPr>
              <p:cNvPr id="81002" name="Line 106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03" name="Line 107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04" name="Group 108"/>
            <p:cNvGrpSpPr>
              <a:grpSpLocks/>
            </p:cNvGrpSpPr>
            <p:nvPr/>
          </p:nvGrpSpPr>
          <p:grpSpPr bwMode="auto">
            <a:xfrm>
              <a:off x="4368" y="2332"/>
              <a:ext cx="76" cy="94"/>
              <a:chOff x="4080" y="720"/>
              <a:chExt cx="144" cy="96"/>
            </a:xfrm>
          </p:grpSpPr>
          <p:sp>
            <p:nvSpPr>
              <p:cNvPr id="81005" name="Line 109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06" name="Line 110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07" name="Group 111"/>
            <p:cNvGrpSpPr>
              <a:grpSpLocks/>
            </p:cNvGrpSpPr>
            <p:nvPr/>
          </p:nvGrpSpPr>
          <p:grpSpPr bwMode="auto">
            <a:xfrm>
              <a:off x="4671" y="2332"/>
              <a:ext cx="76" cy="94"/>
              <a:chOff x="4080" y="720"/>
              <a:chExt cx="144" cy="96"/>
            </a:xfrm>
          </p:grpSpPr>
          <p:sp>
            <p:nvSpPr>
              <p:cNvPr id="81008" name="Line 112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09" name="Line 113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10" name="Group 114"/>
            <p:cNvGrpSpPr>
              <a:grpSpLocks/>
            </p:cNvGrpSpPr>
            <p:nvPr/>
          </p:nvGrpSpPr>
          <p:grpSpPr bwMode="auto">
            <a:xfrm>
              <a:off x="4368" y="2660"/>
              <a:ext cx="76" cy="93"/>
              <a:chOff x="4080" y="720"/>
              <a:chExt cx="144" cy="96"/>
            </a:xfrm>
          </p:grpSpPr>
          <p:sp>
            <p:nvSpPr>
              <p:cNvPr id="81011" name="Line 115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12" name="Line 116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13" name="Group 117"/>
            <p:cNvGrpSpPr>
              <a:grpSpLocks/>
            </p:cNvGrpSpPr>
            <p:nvPr/>
          </p:nvGrpSpPr>
          <p:grpSpPr bwMode="auto">
            <a:xfrm>
              <a:off x="4671" y="2660"/>
              <a:ext cx="76" cy="93"/>
              <a:chOff x="4080" y="720"/>
              <a:chExt cx="144" cy="96"/>
            </a:xfrm>
          </p:grpSpPr>
          <p:sp>
            <p:nvSpPr>
              <p:cNvPr id="81014" name="Line 118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15" name="Line 119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16" name="Group 120"/>
            <p:cNvGrpSpPr>
              <a:grpSpLocks/>
            </p:cNvGrpSpPr>
            <p:nvPr/>
          </p:nvGrpSpPr>
          <p:grpSpPr bwMode="auto">
            <a:xfrm>
              <a:off x="4368" y="3034"/>
              <a:ext cx="76" cy="93"/>
              <a:chOff x="4080" y="720"/>
              <a:chExt cx="144" cy="96"/>
            </a:xfrm>
          </p:grpSpPr>
          <p:sp>
            <p:nvSpPr>
              <p:cNvPr id="81017" name="Line 121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18" name="Line 122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19" name="Group 123"/>
            <p:cNvGrpSpPr>
              <a:grpSpLocks/>
            </p:cNvGrpSpPr>
            <p:nvPr/>
          </p:nvGrpSpPr>
          <p:grpSpPr bwMode="auto">
            <a:xfrm>
              <a:off x="4671" y="3034"/>
              <a:ext cx="76" cy="93"/>
              <a:chOff x="4080" y="720"/>
              <a:chExt cx="144" cy="96"/>
            </a:xfrm>
          </p:grpSpPr>
          <p:sp>
            <p:nvSpPr>
              <p:cNvPr id="81020" name="Line 124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21" name="Line 125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22" name="Group 126"/>
            <p:cNvGrpSpPr>
              <a:grpSpLocks/>
            </p:cNvGrpSpPr>
            <p:nvPr/>
          </p:nvGrpSpPr>
          <p:grpSpPr bwMode="auto">
            <a:xfrm>
              <a:off x="4937" y="3034"/>
              <a:ext cx="76" cy="93"/>
              <a:chOff x="4080" y="720"/>
              <a:chExt cx="144" cy="96"/>
            </a:xfrm>
          </p:grpSpPr>
          <p:sp>
            <p:nvSpPr>
              <p:cNvPr id="81023" name="Line 127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24" name="Line 128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25" name="Group 129"/>
            <p:cNvGrpSpPr>
              <a:grpSpLocks/>
            </p:cNvGrpSpPr>
            <p:nvPr/>
          </p:nvGrpSpPr>
          <p:grpSpPr bwMode="auto">
            <a:xfrm>
              <a:off x="3532" y="3408"/>
              <a:ext cx="76" cy="93"/>
              <a:chOff x="4080" y="720"/>
              <a:chExt cx="144" cy="96"/>
            </a:xfrm>
          </p:grpSpPr>
          <p:sp>
            <p:nvSpPr>
              <p:cNvPr id="81026" name="Line 130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27" name="Line 131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28" name="Group 132"/>
            <p:cNvGrpSpPr>
              <a:grpSpLocks/>
            </p:cNvGrpSpPr>
            <p:nvPr/>
          </p:nvGrpSpPr>
          <p:grpSpPr bwMode="auto">
            <a:xfrm>
              <a:off x="3798" y="3408"/>
              <a:ext cx="76" cy="93"/>
              <a:chOff x="4080" y="720"/>
              <a:chExt cx="144" cy="96"/>
            </a:xfrm>
          </p:grpSpPr>
          <p:sp>
            <p:nvSpPr>
              <p:cNvPr id="81029" name="Line 133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30" name="Line 134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31" name="Group 135"/>
            <p:cNvGrpSpPr>
              <a:grpSpLocks/>
            </p:cNvGrpSpPr>
            <p:nvPr/>
          </p:nvGrpSpPr>
          <p:grpSpPr bwMode="auto">
            <a:xfrm>
              <a:off x="4064" y="3408"/>
              <a:ext cx="76" cy="93"/>
              <a:chOff x="4080" y="720"/>
              <a:chExt cx="144" cy="96"/>
            </a:xfrm>
          </p:grpSpPr>
          <p:sp>
            <p:nvSpPr>
              <p:cNvPr id="81032" name="Line 136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33" name="Line 137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34" name="Group 138"/>
            <p:cNvGrpSpPr>
              <a:grpSpLocks/>
            </p:cNvGrpSpPr>
            <p:nvPr/>
          </p:nvGrpSpPr>
          <p:grpSpPr bwMode="auto">
            <a:xfrm>
              <a:off x="4368" y="3408"/>
              <a:ext cx="76" cy="93"/>
              <a:chOff x="4080" y="720"/>
              <a:chExt cx="144" cy="96"/>
            </a:xfrm>
          </p:grpSpPr>
          <p:sp>
            <p:nvSpPr>
              <p:cNvPr id="81035" name="Line 139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36" name="Line 140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37" name="Group 141"/>
            <p:cNvGrpSpPr>
              <a:grpSpLocks/>
            </p:cNvGrpSpPr>
            <p:nvPr/>
          </p:nvGrpSpPr>
          <p:grpSpPr bwMode="auto">
            <a:xfrm>
              <a:off x="4671" y="3408"/>
              <a:ext cx="76" cy="93"/>
              <a:chOff x="4080" y="720"/>
              <a:chExt cx="144" cy="96"/>
            </a:xfrm>
          </p:grpSpPr>
          <p:sp>
            <p:nvSpPr>
              <p:cNvPr id="81038" name="Line 142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39" name="Line 143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40" name="Group 144"/>
            <p:cNvGrpSpPr>
              <a:grpSpLocks/>
            </p:cNvGrpSpPr>
            <p:nvPr/>
          </p:nvGrpSpPr>
          <p:grpSpPr bwMode="auto">
            <a:xfrm>
              <a:off x="4937" y="3408"/>
              <a:ext cx="76" cy="93"/>
              <a:chOff x="4080" y="720"/>
              <a:chExt cx="144" cy="96"/>
            </a:xfrm>
          </p:grpSpPr>
          <p:sp>
            <p:nvSpPr>
              <p:cNvPr id="81041" name="Line 145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42" name="Line 146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43" name="Group 147"/>
            <p:cNvGrpSpPr>
              <a:grpSpLocks/>
            </p:cNvGrpSpPr>
            <p:nvPr/>
          </p:nvGrpSpPr>
          <p:grpSpPr bwMode="auto">
            <a:xfrm>
              <a:off x="5279" y="2005"/>
              <a:ext cx="76" cy="94"/>
              <a:chOff x="4080" y="720"/>
              <a:chExt cx="144" cy="96"/>
            </a:xfrm>
          </p:grpSpPr>
          <p:sp>
            <p:nvSpPr>
              <p:cNvPr id="81044" name="Line 148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45" name="Line 149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46" name="Group 150"/>
            <p:cNvGrpSpPr>
              <a:grpSpLocks/>
            </p:cNvGrpSpPr>
            <p:nvPr/>
          </p:nvGrpSpPr>
          <p:grpSpPr bwMode="auto">
            <a:xfrm>
              <a:off x="5279" y="2332"/>
              <a:ext cx="76" cy="94"/>
              <a:chOff x="4080" y="720"/>
              <a:chExt cx="144" cy="96"/>
            </a:xfrm>
          </p:grpSpPr>
          <p:sp>
            <p:nvSpPr>
              <p:cNvPr id="81047" name="Line 151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48" name="Line 152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49" name="Group 153"/>
            <p:cNvGrpSpPr>
              <a:grpSpLocks/>
            </p:cNvGrpSpPr>
            <p:nvPr/>
          </p:nvGrpSpPr>
          <p:grpSpPr bwMode="auto">
            <a:xfrm>
              <a:off x="5279" y="2660"/>
              <a:ext cx="76" cy="93"/>
              <a:chOff x="4080" y="720"/>
              <a:chExt cx="144" cy="96"/>
            </a:xfrm>
          </p:grpSpPr>
          <p:sp>
            <p:nvSpPr>
              <p:cNvPr id="81050" name="Line 154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51" name="Line 155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52" name="Group 156"/>
            <p:cNvGrpSpPr>
              <a:grpSpLocks/>
            </p:cNvGrpSpPr>
            <p:nvPr/>
          </p:nvGrpSpPr>
          <p:grpSpPr bwMode="auto">
            <a:xfrm>
              <a:off x="5279" y="3034"/>
              <a:ext cx="76" cy="93"/>
              <a:chOff x="4080" y="720"/>
              <a:chExt cx="144" cy="96"/>
            </a:xfrm>
          </p:grpSpPr>
          <p:sp>
            <p:nvSpPr>
              <p:cNvPr id="81053" name="Line 157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54" name="Line 158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55" name="Group 159"/>
            <p:cNvGrpSpPr>
              <a:grpSpLocks/>
            </p:cNvGrpSpPr>
            <p:nvPr/>
          </p:nvGrpSpPr>
          <p:grpSpPr bwMode="auto">
            <a:xfrm>
              <a:off x="5279" y="3408"/>
              <a:ext cx="76" cy="93"/>
              <a:chOff x="4080" y="720"/>
              <a:chExt cx="144" cy="96"/>
            </a:xfrm>
          </p:grpSpPr>
          <p:sp>
            <p:nvSpPr>
              <p:cNvPr id="81056" name="Line 160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57" name="Line 161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58" name="Group 162"/>
            <p:cNvGrpSpPr>
              <a:grpSpLocks/>
            </p:cNvGrpSpPr>
            <p:nvPr/>
          </p:nvGrpSpPr>
          <p:grpSpPr bwMode="auto">
            <a:xfrm>
              <a:off x="3532" y="3782"/>
              <a:ext cx="76" cy="93"/>
              <a:chOff x="4080" y="720"/>
              <a:chExt cx="144" cy="96"/>
            </a:xfrm>
          </p:grpSpPr>
          <p:sp>
            <p:nvSpPr>
              <p:cNvPr id="81059" name="Line 163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60" name="Line 164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61" name="Group 165"/>
            <p:cNvGrpSpPr>
              <a:grpSpLocks/>
            </p:cNvGrpSpPr>
            <p:nvPr/>
          </p:nvGrpSpPr>
          <p:grpSpPr bwMode="auto">
            <a:xfrm>
              <a:off x="3798" y="3782"/>
              <a:ext cx="76" cy="93"/>
              <a:chOff x="4080" y="720"/>
              <a:chExt cx="144" cy="96"/>
            </a:xfrm>
          </p:grpSpPr>
          <p:sp>
            <p:nvSpPr>
              <p:cNvPr id="81062" name="Line 166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63" name="Line 167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64" name="Group 168"/>
            <p:cNvGrpSpPr>
              <a:grpSpLocks/>
            </p:cNvGrpSpPr>
            <p:nvPr/>
          </p:nvGrpSpPr>
          <p:grpSpPr bwMode="auto">
            <a:xfrm>
              <a:off x="4064" y="3782"/>
              <a:ext cx="76" cy="93"/>
              <a:chOff x="4080" y="720"/>
              <a:chExt cx="144" cy="96"/>
            </a:xfrm>
          </p:grpSpPr>
          <p:sp>
            <p:nvSpPr>
              <p:cNvPr id="81065" name="Line 169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66" name="Line 170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67" name="Group 171"/>
            <p:cNvGrpSpPr>
              <a:grpSpLocks/>
            </p:cNvGrpSpPr>
            <p:nvPr/>
          </p:nvGrpSpPr>
          <p:grpSpPr bwMode="auto">
            <a:xfrm>
              <a:off x="4368" y="3782"/>
              <a:ext cx="76" cy="93"/>
              <a:chOff x="4080" y="720"/>
              <a:chExt cx="144" cy="96"/>
            </a:xfrm>
          </p:grpSpPr>
          <p:sp>
            <p:nvSpPr>
              <p:cNvPr id="81068" name="Line 172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69" name="Line 173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70" name="Group 174"/>
            <p:cNvGrpSpPr>
              <a:grpSpLocks/>
            </p:cNvGrpSpPr>
            <p:nvPr/>
          </p:nvGrpSpPr>
          <p:grpSpPr bwMode="auto">
            <a:xfrm>
              <a:off x="4671" y="3782"/>
              <a:ext cx="76" cy="93"/>
              <a:chOff x="4080" y="720"/>
              <a:chExt cx="144" cy="96"/>
            </a:xfrm>
          </p:grpSpPr>
          <p:sp>
            <p:nvSpPr>
              <p:cNvPr id="81071" name="Line 175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72" name="Line 176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73" name="Group 177"/>
            <p:cNvGrpSpPr>
              <a:grpSpLocks/>
            </p:cNvGrpSpPr>
            <p:nvPr/>
          </p:nvGrpSpPr>
          <p:grpSpPr bwMode="auto">
            <a:xfrm>
              <a:off x="4937" y="3782"/>
              <a:ext cx="76" cy="93"/>
              <a:chOff x="4080" y="720"/>
              <a:chExt cx="144" cy="96"/>
            </a:xfrm>
          </p:grpSpPr>
          <p:sp>
            <p:nvSpPr>
              <p:cNvPr id="81074" name="Line 178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75" name="Line 179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pSp>
          <p:nvGrpSpPr>
            <p:cNvPr id="81076" name="Group 180"/>
            <p:cNvGrpSpPr>
              <a:grpSpLocks/>
            </p:cNvGrpSpPr>
            <p:nvPr/>
          </p:nvGrpSpPr>
          <p:grpSpPr bwMode="auto">
            <a:xfrm>
              <a:off x="5279" y="3782"/>
              <a:ext cx="76" cy="93"/>
              <a:chOff x="4080" y="720"/>
              <a:chExt cx="144" cy="96"/>
            </a:xfrm>
          </p:grpSpPr>
          <p:sp>
            <p:nvSpPr>
              <p:cNvPr id="81077" name="Line 181"/>
              <p:cNvSpPr>
                <a:spLocks noChangeShapeType="1"/>
              </p:cNvSpPr>
              <p:nvPr/>
            </p:nvSpPr>
            <p:spPr bwMode="auto">
              <a:xfrm flipH="1"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81078" name="Line 182"/>
              <p:cNvSpPr>
                <a:spLocks noChangeShapeType="1"/>
              </p:cNvSpPr>
              <p:nvPr/>
            </p:nvSpPr>
            <p:spPr bwMode="auto">
              <a:xfrm>
                <a:off x="4080" y="720"/>
                <a:ext cx="144" cy="96"/>
              </a:xfrm>
              <a:prstGeom prst="line">
                <a:avLst/>
              </a:prstGeom>
              <a:noFill/>
              <a:ln w="19050">
                <a:solidFill>
                  <a:srgbClr val="0099FF"/>
                </a:solidFill>
                <a:round/>
                <a:headEnd/>
                <a:tailEnd type="none" w="sm" len="lg"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sp>
          <p:nvSpPr>
            <p:cNvPr id="81079" name="Line 183"/>
            <p:cNvSpPr>
              <a:spLocks noChangeShapeType="1"/>
            </p:cNvSpPr>
            <p:nvPr/>
          </p:nvSpPr>
          <p:spPr bwMode="auto">
            <a:xfrm>
              <a:off x="3539" y="3335"/>
              <a:ext cx="19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1080" name="Line 184"/>
            <p:cNvSpPr>
              <a:spLocks noChangeShapeType="1"/>
            </p:cNvSpPr>
            <p:nvPr/>
          </p:nvSpPr>
          <p:spPr bwMode="auto">
            <a:xfrm flipH="1" flipV="1">
              <a:off x="4439" y="1926"/>
              <a:ext cx="0" cy="179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1081" name="Text Box 185"/>
            <p:cNvSpPr txBox="1">
              <a:spLocks noChangeArrowheads="1"/>
            </p:cNvSpPr>
            <p:nvPr/>
          </p:nvSpPr>
          <p:spPr bwMode="auto">
            <a:xfrm>
              <a:off x="5060" y="2913"/>
              <a:ext cx="51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100" b="0" i="1">
                  <a:solidFill>
                    <a:srgbClr val="0000FF"/>
                  </a:solidFill>
                </a:rPr>
                <a:t>A</a:t>
              </a:r>
            </a:p>
          </p:txBody>
        </p:sp>
        <p:sp>
          <p:nvSpPr>
            <p:cNvPr id="81082" name="Text Box 186"/>
            <p:cNvSpPr txBox="1">
              <a:spLocks noChangeArrowheads="1"/>
            </p:cNvSpPr>
            <p:nvPr/>
          </p:nvSpPr>
          <p:spPr bwMode="auto">
            <a:xfrm>
              <a:off x="3578" y="2922"/>
              <a:ext cx="46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100" b="0" i="1">
                  <a:solidFill>
                    <a:srgbClr val="0000FF"/>
                  </a:solidFill>
                </a:rPr>
                <a:t>B</a:t>
              </a:r>
            </a:p>
          </p:txBody>
        </p:sp>
        <p:sp>
          <p:nvSpPr>
            <p:cNvPr id="81083" name="Text Box 187"/>
            <p:cNvSpPr txBox="1">
              <a:spLocks noChangeArrowheads="1"/>
            </p:cNvSpPr>
            <p:nvPr/>
          </p:nvSpPr>
          <p:spPr bwMode="auto">
            <a:xfrm>
              <a:off x="4394" y="2285"/>
              <a:ext cx="589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100" b="0" i="1">
                  <a:solidFill>
                    <a:srgbClr val="0000FF"/>
                  </a:solidFill>
                </a:rPr>
                <a:t>C</a:t>
              </a:r>
            </a:p>
          </p:txBody>
        </p:sp>
        <p:sp>
          <p:nvSpPr>
            <p:cNvPr id="81084" name="Text Box 188"/>
            <p:cNvSpPr txBox="1">
              <a:spLocks noChangeArrowheads="1"/>
            </p:cNvSpPr>
            <p:nvPr/>
          </p:nvSpPr>
          <p:spPr bwMode="auto">
            <a:xfrm>
              <a:off x="4351" y="3283"/>
              <a:ext cx="155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endParaRPr lang="zh-CN" altLang="en-US" sz="2100"/>
            </a:p>
          </p:txBody>
        </p:sp>
        <p:graphicFrame>
          <p:nvGraphicFramePr>
            <p:cNvPr id="81085" name="Object 189"/>
            <p:cNvGraphicFramePr>
              <a:graphicFrameLocks noChangeAspect="1"/>
            </p:cNvGraphicFramePr>
            <p:nvPr/>
          </p:nvGraphicFramePr>
          <p:xfrm>
            <a:off x="5325" y="3402"/>
            <a:ext cx="193" cy="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77" name="公式" r:id="rId9" imgW="177480" imgH="190440" progId="Equation.3">
                    <p:embed/>
                  </p:oleObj>
                </mc:Choice>
                <mc:Fallback>
                  <p:oleObj name="公式" r:id="rId9" imgW="177480" imgH="190440" progId="Equation.3">
                    <p:embed/>
                    <p:pic>
                      <p:nvPicPr>
                        <p:cNvPr id="0" name="Picture 1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25" y="3402"/>
                          <a:ext cx="193" cy="18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086" name="Object 190"/>
            <p:cNvGraphicFramePr>
              <a:graphicFrameLocks noChangeAspect="1"/>
            </p:cNvGraphicFramePr>
            <p:nvPr/>
          </p:nvGraphicFramePr>
          <p:xfrm>
            <a:off x="4439" y="1958"/>
            <a:ext cx="206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78" name="公式" r:id="rId11" imgW="190440" imgH="241200" progId="Equation.3">
                    <p:embed/>
                  </p:oleObj>
                </mc:Choice>
                <mc:Fallback>
                  <p:oleObj name="公式" r:id="rId11" imgW="190440" imgH="241200" progId="Equation.3">
                    <p:embed/>
                    <p:pic>
                      <p:nvPicPr>
                        <p:cNvPr id="0" name="Picture 1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9" y="1958"/>
                          <a:ext cx="206" cy="23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087" name="Object 191"/>
            <p:cNvGraphicFramePr>
              <a:graphicFrameLocks noChangeAspect="1"/>
            </p:cNvGraphicFramePr>
            <p:nvPr/>
          </p:nvGraphicFramePr>
          <p:xfrm>
            <a:off x="3717" y="2742"/>
            <a:ext cx="146" cy="2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79" name="Equation" r:id="rId13" imgW="164880" imgH="228600" progId="Equation.3">
                    <p:embed/>
                  </p:oleObj>
                </mc:Choice>
                <mc:Fallback>
                  <p:oleObj name="Equation" r:id="rId13" imgW="164880" imgH="228600" progId="Equation.3">
                    <p:embed/>
                    <p:pic>
                      <p:nvPicPr>
                        <p:cNvPr id="0" name="Picture 19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17" y="2742"/>
                          <a:ext cx="146" cy="2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088" name="AutoShape 192"/>
            <p:cNvSpPr>
              <a:spLocks noChangeArrowheads="1"/>
            </p:cNvSpPr>
            <p:nvPr/>
          </p:nvSpPr>
          <p:spPr bwMode="auto">
            <a:xfrm>
              <a:off x="3802" y="2579"/>
              <a:ext cx="1258" cy="1222"/>
            </a:xfrm>
            <a:custGeom>
              <a:avLst/>
              <a:gdLst>
                <a:gd name="G0" fmla="+- 9829 0 0"/>
                <a:gd name="G1" fmla="+- -11319206 0 0"/>
                <a:gd name="G2" fmla="+- 0 0 -11319206"/>
                <a:gd name="T0" fmla="*/ 0 256 1"/>
                <a:gd name="T1" fmla="*/ 180 256 1"/>
                <a:gd name="G3" fmla="+- -11319206 T0 T1"/>
                <a:gd name="T2" fmla="*/ 0 256 1"/>
                <a:gd name="T3" fmla="*/ 90 256 1"/>
                <a:gd name="G4" fmla="+- -11319206 T2 T3"/>
                <a:gd name="G5" fmla="*/ G4 2 1"/>
                <a:gd name="T4" fmla="*/ 90 256 1"/>
                <a:gd name="T5" fmla="*/ 0 256 1"/>
                <a:gd name="G6" fmla="+- -11319206 T4 T5"/>
                <a:gd name="G7" fmla="*/ G6 2 1"/>
                <a:gd name="G8" fmla="abs -11319206"/>
                <a:gd name="T6" fmla="*/ 0 256 1"/>
                <a:gd name="T7" fmla="*/ 90 256 1"/>
                <a:gd name="G9" fmla="+- G8 T6 T7"/>
                <a:gd name="G10" fmla="?: G9 G7 G5"/>
                <a:gd name="T8" fmla="*/ 0 256 1"/>
                <a:gd name="T9" fmla="*/ 360 256 1"/>
                <a:gd name="G11" fmla="+- G10 T8 T9"/>
                <a:gd name="G12" fmla="?: G10 G11 G10"/>
                <a:gd name="T10" fmla="*/ 0 256 1"/>
                <a:gd name="T11" fmla="*/ 360 256 1"/>
                <a:gd name="G13" fmla="+- G12 T10 T11"/>
                <a:gd name="G14" fmla="?: G12 G13 G12"/>
                <a:gd name="G15" fmla="+- 0 0 G14"/>
                <a:gd name="G16" fmla="+- 10800 0 0"/>
                <a:gd name="G17" fmla="+- 10800 0 9829"/>
                <a:gd name="G18" fmla="*/ 9829 1 2"/>
                <a:gd name="G19" fmla="+- G18 5400 0"/>
                <a:gd name="G20" fmla="cos G19 -11319206"/>
                <a:gd name="G21" fmla="sin G19 -11319206"/>
                <a:gd name="G22" fmla="+- G20 10800 0"/>
                <a:gd name="G23" fmla="+- G21 10800 0"/>
                <a:gd name="G24" fmla="+- 10800 0 G20"/>
                <a:gd name="G25" fmla="+- 9829 10800 0"/>
                <a:gd name="G26" fmla="?: G9 G17 G25"/>
                <a:gd name="G27" fmla="?: G9 0 21600"/>
                <a:gd name="G28" fmla="cos 10800 -11319206"/>
                <a:gd name="G29" fmla="sin 10800 -11319206"/>
                <a:gd name="G30" fmla="sin 9829 -11319206"/>
                <a:gd name="G31" fmla="+- G28 10800 0"/>
                <a:gd name="G32" fmla="+- G29 10800 0"/>
                <a:gd name="G33" fmla="+- G30 10800 0"/>
                <a:gd name="G34" fmla="?: G4 0 G31"/>
                <a:gd name="G35" fmla="?: -11319206 G34 0"/>
                <a:gd name="G36" fmla="?: G6 G35 G31"/>
                <a:gd name="G37" fmla="+- 21600 0 G36"/>
                <a:gd name="G38" fmla="?: G4 0 G33"/>
                <a:gd name="G39" fmla="?: -11319206 G38 G32"/>
                <a:gd name="G40" fmla="?: G6 G39 0"/>
                <a:gd name="G41" fmla="?: G4 G32 21600"/>
                <a:gd name="G42" fmla="?: G6 G41 G33"/>
                <a:gd name="T12" fmla="*/ 10800 w 21600"/>
                <a:gd name="T13" fmla="*/ 0 h 21600"/>
                <a:gd name="T14" fmla="*/ 568 w 21600"/>
                <a:gd name="T15" fmla="*/ 9492 h 21600"/>
                <a:gd name="T16" fmla="*/ 10800 w 21600"/>
                <a:gd name="T17" fmla="*/ 971 h 21600"/>
                <a:gd name="T18" fmla="*/ 21032 w 21600"/>
                <a:gd name="T19" fmla="*/ 9492 h 21600"/>
                <a:gd name="T20" fmla="*/ G36 w 21600"/>
                <a:gd name="T21" fmla="*/ G40 h 21600"/>
                <a:gd name="T22" fmla="*/ G37 w 21600"/>
                <a:gd name="T23" fmla="*/ G42 h 21600"/>
              </a:gdLst>
              <a:ahLst/>
              <a:cxnLst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T20" t="T21" r="T22" b="T23"/>
              <a:pathLst>
                <a:path w="21600" h="21600">
                  <a:moveTo>
                    <a:pt x="1050" y="9554"/>
                  </a:moveTo>
                  <a:cubicBezTo>
                    <a:pt x="1677" y="4647"/>
                    <a:pt x="5853" y="970"/>
                    <a:pt x="10800" y="971"/>
                  </a:cubicBezTo>
                  <a:cubicBezTo>
                    <a:pt x="15746" y="971"/>
                    <a:pt x="19922" y="4647"/>
                    <a:pt x="20549" y="9554"/>
                  </a:cubicBezTo>
                  <a:lnTo>
                    <a:pt x="21512" y="9430"/>
                  </a:lnTo>
                  <a:cubicBezTo>
                    <a:pt x="20823" y="4039"/>
                    <a:pt x="16235" y="-1"/>
                    <a:pt x="10799" y="0"/>
                  </a:cubicBezTo>
                  <a:cubicBezTo>
                    <a:pt x="5364" y="0"/>
                    <a:pt x="776" y="4039"/>
                    <a:pt x="87" y="9430"/>
                  </a:cubicBezTo>
                  <a:close/>
                </a:path>
              </a:pathLst>
            </a:custGeom>
            <a:solidFill>
              <a:srgbClr val="CCECFF"/>
            </a:solidFill>
            <a:ln w="19050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1089" name="Rectangle 193"/>
            <p:cNvSpPr>
              <a:spLocks noChangeArrowheads="1"/>
            </p:cNvSpPr>
            <p:nvPr/>
          </p:nvSpPr>
          <p:spPr bwMode="auto">
            <a:xfrm>
              <a:off x="3805" y="3116"/>
              <a:ext cx="93" cy="4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1090" name="Rectangle 194"/>
            <p:cNvSpPr>
              <a:spLocks noChangeArrowheads="1"/>
            </p:cNvSpPr>
            <p:nvPr/>
          </p:nvSpPr>
          <p:spPr bwMode="auto">
            <a:xfrm>
              <a:off x="4970" y="3116"/>
              <a:ext cx="93" cy="47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81091" name="Object 195"/>
            <p:cNvGraphicFramePr>
              <a:graphicFrameLocks noChangeAspect="1"/>
            </p:cNvGraphicFramePr>
            <p:nvPr/>
          </p:nvGraphicFramePr>
          <p:xfrm>
            <a:off x="4925" y="3102"/>
            <a:ext cx="195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80" name="公式" r:id="rId15" imgW="164880" imgH="228600" progId="Equation.3">
                    <p:embed/>
                  </p:oleObj>
                </mc:Choice>
                <mc:Fallback>
                  <p:oleObj name="公式" r:id="rId15" imgW="164880" imgH="228600" progId="Equation.3">
                    <p:embed/>
                    <p:pic>
                      <p:nvPicPr>
                        <p:cNvPr id="0" name="Picture 19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5" y="3102"/>
                          <a:ext cx="195" cy="27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092" name="Object 196"/>
            <p:cNvGraphicFramePr>
              <a:graphicFrameLocks noChangeAspect="1"/>
            </p:cNvGraphicFramePr>
            <p:nvPr/>
          </p:nvGraphicFramePr>
          <p:xfrm>
            <a:off x="3759" y="3097"/>
            <a:ext cx="193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81" name="公式" r:id="rId17" imgW="164880" imgH="228600" progId="Equation.3">
                    <p:embed/>
                  </p:oleObj>
                </mc:Choice>
                <mc:Fallback>
                  <p:oleObj name="公式" r:id="rId17" imgW="164880" imgH="228600" progId="Equation.3">
                    <p:embed/>
                    <p:pic>
                      <p:nvPicPr>
                        <p:cNvPr id="0" name="Picture 1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59" y="3097"/>
                          <a:ext cx="193" cy="27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1093" name="Object 197"/>
            <p:cNvGraphicFramePr>
              <a:graphicFrameLocks noChangeAspect="1"/>
            </p:cNvGraphicFramePr>
            <p:nvPr/>
          </p:nvGraphicFramePr>
          <p:xfrm>
            <a:off x="5081" y="1877"/>
            <a:ext cx="238" cy="2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82" name="Equation" r:id="rId18" imgW="215619" imgH="266353" progId="Equation.3">
                    <p:embed/>
                  </p:oleObj>
                </mc:Choice>
                <mc:Fallback>
                  <p:oleObj name="Equation" r:id="rId18" imgW="215619" imgH="266353" progId="Equation.3">
                    <p:embed/>
                    <p:pic>
                      <p:nvPicPr>
                        <p:cNvPr id="0" name="Picture 1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1" y="1877"/>
                          <a:ext cx="238" cy="2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094" name="Line 198"/>
            <p:cNvSpPr>
              <a:spLocks noChangeShapeType="1"/>
            </p:cNvSpPr>
            <p:nvPr/>
          </p:nvSpPr>
          <p:spPr bwMode="auto">
            <a:xfrm flipH="1" flipV="1">
              <a:off x="3805" y="3101"/>
              <a:ext cx="621" cy="2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1095" name="Line 199"/>
            <p:cNvSpPr>
              <a:spLocks noChangeShapeType="1"/>
            </p:cNvSpPr>
            <p:nvPr/>
          </p:nvSpPr>
          <p:spPr bwMode="auto">
            <a:xfrm flipV="1">
              <a:off x="4426" y="3109"/>
              <a:ext cx="607" cy="2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1096" name="Text Box 200"/>
            <p:cNvSpPr txBox="1">
              <a:spLocks noChangeArrowheads="1"/>
            </p:cNvSpPr>
            <p:nvPr/>
          </p:nvSpPr>
          <p:spPr bwMode="auto">
            <a:xfrm>
              <a:off x="4439" y="3231"/>
              <a:ext cx="254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400" b="0" i="1">
                  <a:solidFill>
                    <a:srgbClr val="1C1C1C"/>
                  </a:solidFill>
                </a:rPr>
                <a:t>o</a:t>
              </a:r>
            </a:p>
          </p:txBody>
        </p:sp>
        <p:graphicFrame>
          <p:nvGraphicFramePr>
            <p:cNvPr id="81097" name="Object 201"/>
            <p:cNvGraphicFramePr>
              <a:graphicFrameLocks noChangeAspect="1"/>
            </p:cNvGraphicFramePr>
            <p:nvPr/>
          </p:nvGraphicFramePr>
          <p:xfrm>
            <a:off x="4164" y="2768"/>
            <a:ext cx="140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8583" name="公式" r:id="rId20" imgW="152280" imgH="177480" progId="Equation.3">
                    <p:embed/>
                  </p:oleObj>
                </mc:Choice>
                <mc:Fallback>
                  <p:oleObj name="公式" r:id="rId20" imgW="152280" imgH="177480" progId="Equation.3">
                    <p:embed/>
                    <p:pic>
                      <p:nvPicPr>
                        <p:cNvPr id="0" name="Picture 20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64" y="2768"/>
                          <a:ext cx="140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103" name="Rectangle 207"/>
            <p:cNvSpPr>
              <a:spLocks noChangeArrowheads="1"/>
            </p:cNvSpPr>
            <p:nvPr/>
          </p:nvSpPr>
          <p:spPr bwMode="auto">
            <a:xfrm>
              <a:off x="3804" y="3102"/>
              <a:ext cx="1251" cy="44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1106" name="Line 210"/>
            <p:cNvSpPr>
              <a:spLocks noChangeShapeType="1"/>
            </p:cNvSpPr>
            <p:nvPr/>
          </p:nvSpPr>
          <p:spPr bwMode="auto">
            <a:xfrm>
              <a:off x="4576" y="3120"/>
              <a:ext cx="363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stealth" w="lg" len="lg"/>
              <a:tailEnd/>
            </a:ln>
            <a:effectLst/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81099" name="Line 203"/>
            <p:cNvSpPr>
              <a:spLocks noChangeShapeType="1"/>
            </p:cNvSpPr>
            <p:nvPr/>
          </p:nvSpPr>
          <p:spPr bwMode="auto">
            <a:xfrm flipH="1" flipV="1">
              <a:off x="4051" y="2738"/>
              <a:ext cx="378" cy="5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</p:grpSp>
      <p:graphicFrame>
        <p:nvGraphicFramePr>
          <p:cNvPr id="15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063219"/>
              </p:ext>
            </p:extLst>
          </p:nvPr>
        </p:nvGraphicFramePr>
        <p:xfrm>
          <a:off x="7027488" y="3736183"/>
          <a:ext cx="157697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584" name="公式" r:id="rId22" imgW="977760" imgH="241200" progId="Equation.3">
                  <p:embed/>
                </p:oleObj>
              </mc:Choice>
              <mc:Fallback>
                <p:oleObj name="公式" r:id="rId22" imgW="977760" imgH="241200" progId="Equation.3">
                  <p:embed/>
                  <p:pic>
                    <p:nvPicPr>
                      <p:cNvPr id="19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7488" y="3736183"/>
                        <a:ext cx="1576977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210C03-4B83-4519-9FDA-4FEE17E6B2BE}" type="slidenum">
              <a:rPr lang="zh-CN" altLang="en-US"/>
              <a:pPr/>
              <a:t>5</a:t>
            </a:fld>
            <a:endParaRPr lang="en-US" altLang="zh-CN"/>
          </a:p>
        </p:txBody>
      </p:sp>
      <p:grpSp>
        <p:nvGrpSpPr>
          <p:cNvPr id="82954" name="Group 10"/>
          <p:cNvGrpSpPr>
            <a:grpSpLocks/>
          </p:cNvGrpSpPr>
          <p:nvPr/>
        </p:nvGrpSpPr>
        <p:grpSpPr bwMode="auto">
          <a:xfrm>
            <a:off x="7615485" y="1017388"/>
            <a:ext cx="90488" cy="111919"/>
            <a:chOff x="4080" y="720"/>
            <a:chExt cx="144" cy="96"/>
          </a:xfrm>
        </p:grpSpPr>
        <p:sp>
          <p:nvSpPr>
            <p:cNvPr id="82955" name="Line 11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56" name="Line 12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57" name="Group 13"/>
          <p:cNvGrpSpPr>
            <a:grpSpLocks/>
          </p:cNvGrpSpPr>
          <p:nvPr/>
        </p:nvGrpSpPr>
        <p:grpSpPr bwMode="auto">
          <a:xfrm>
            <a:off x="7615485" y="1406722"/>
            <a:ext cx="90488" cy="111919"/>
            <a:chOff x="4080" y="720"/>
            <a:chExt cx="144" cy="96"/>
          </a:xfrm>
        </p:grpSpPr>
        <p:sp>
          <p:nvSpPr>
            <p:cNvPr id="82958" name="Line 14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59" name="Line 15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60" name="Group 16"/>
          <p:cNvGrpSpPr>
            <a:grpSpLocks/>
          </p:cNvGrpSpPr>
          <p:nvPr/>
        </p:nvGrpSpPr>
        <p:grpSpPr bwMode="auto">
          <a:xfrm>
            <a:off x="7615485" y="1797245"/>
            <a:ext cx="90488" cy="110729"/>
            <a:chOff x="4080" y="720"/>
            <a:chExt cx="144" cy="96"/>
          </a:xfrm>
        </p:grpSpPr>
        <p:sp>
          <p:nvSpPr>
            <p:cNvPr id="82961" name="Line 17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62" name="Line 18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63" name="Group 19"/>
          <p:cNvGrpSpPr>
            <a:grpSpLocks/>
          </p:cNvGrpSpPr>
          <p:nvPr/>
        </p:nvGrpSpPr>
        <p:grpSpPr bwMode="auto">
          <a:xfrm>
            <a:off x="5942657" y="1017388"/>
            <a:ext cx="90488" cy="111919"/>
            <a:chOff x="4080" y="720"/>
            <a:chExt cx="144" cy="96"/>
          </a:xfrm>
        </p:grpSpPr>
        <p:sp>
          <p:nvSpPr>
            <p:cNvPr id="82964" name="Line 20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65" name="Line 21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66" name="Group 22"/>
          <p:cNvGrpSpPr>
            <a:grpSpLocks/>
          </p:cNvGrpSpPr>
          <p:nvPr/>
        </p:nvGrpSpPr>
        <p:grpSpPr bwMode="auto">
          <a:xfrm>
            <a:off x="6259363" y="1017388"/>
            <a:ext cx="90488" cy="111919"/>
            <a:chOff x="4080" y="720"/>
            <a:chExt cx="144" cy="96"/>
          </a:xfrm>
        </p:grpSpPr>
        <p:sp>
          <p:nvSpPr>
            <p:cNvPr id="82967" name="Line 23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68" name="Line 24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69" name="Group 25"/>
          <p:cNvGrpSpPr>
            <a:grpSpLocks/>
          </p:cNvGrpSpPr>
          <p:nvPr/>
        </p:nvGrpSpPr>
        <p:grpSpPr bwMode="auto">
          <a:xfrm>
            <a:off x="6576069" y="1017388"/>
            <a:ext cx="90488" cy="111919"/>
            <a:chOff x="4080" y="720"/>
            <a:chExt cx="144" cy="96"/>
          </a:xfrm>
        </p:grpSpPr>
        <p:sp>
          <p:nvSpPr>
            <p:cNvPr id="82970" name="Line 26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71" name="Line 27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72" name="Group 28"/>
          <p:cNvGrpSpPr>
            <a:grpSpLocks/>
          </p:cNvGrpSpPr>
          <p:nvPr/>
        </p:nvGrpSpPr>
        <p:grpSpPr bwMode="auto">
          <a:xfrm>
            <a:off x="5942657" y="1406722"/>
            <a:ext cx="90488" cy="111919"/>
            <a:chOff x="4080" y="720"/>
            <a:chExt cx="144" cy="96"/>
          </a:xfrm>
        </p:grpSpPr>
        <p:sp>
          <p:nvSpPr>
            <p:cNvPr id="82973" name="Line 29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74" name="Line 30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75" name="Group 31"/>
          <p:cNvGrpSpPr>
            <a:grpSpLocks/>
          </p:cNvGrpSpPr>
          <p:nvPr/>
        </p:nvGrpSpPr>
        <p:grpSpPr bwMode="auto">
          <a:xfrm>
            <a:off x="6259363" y="1406722"/>
            <a:ext cx="90488" cy="111919"/>
            <a:chOff x="4080" y="720"/>
            <a:chExt cx="144" cy="96"/>
          </a:xfrm>
        </p:grpSpPr>
        <p:sp>
          <p:nvSpPr>
            <p:cNvPr id="82976" name="Line 32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77" name="Line 33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78" name="Group 34"/>
          <p:cNvGrpSpPr>
            <a:grpSpLocks/>
          </p:cNvGrpSpPr>
          <p:nvPr/>
        </p:nvGrpSpPr>
        <p:grpSpPr bwMode="auto">
          <a:xfrm>
            <a:off x="6576069" y="1406722"/>
            <a:ext cx="90488" cy="111919"/>
            <a:chOff x="4080" y="720"/>
            <a:chExt cx="144" cy="96"/>
          </a:xfrm>
        </p:grpSpPr>
        <p:sp>
          <p:nvSpPr>
            <p:cNvPr id="82979" name="Line 35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80" name="Line 36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81" name="Group 37"/>
          <p:cNvGrpSpPr>
            <a:grpSpLocks/>
          </p:cNvGrpSpPr>
          <p:nvPr/>
        </p:nvGrpSpPr>
        <p:grpSpPr bwMode="auto">
          <a:xfrm>
            <a:off x="5942657" y="1797245"/>
            <a:ext cx="90488" cy="110729"/>
            <a:chOff x="4080" y="720"/>
            <a:chExt cx="144" cy="96"/>
          </a:xfrm>
        </p:grpSpPr>
        <p:sp>
          <p:nvSpPr>
            <p:cNvPr id="82982" name="Line 38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83" name="Line 39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84" name="Group 40"/>
          <p:cNvGrpSpPr>
            <a:grpSpLocks/>
          </p:cNvGrpSpPr>
          <p:nvPr/>
        </p:nvGrpSpPr>
        <p:grpSpPr bwMode="auto">
          <a:xfrm>
            <a:off x="6259363" y="1797245"/>
            <a:ext cx="90488" cy="110729"/>
            <a:chOff x="4080" y="720"/>
            <a:chExt cx="144" cy="96"/>
          </a:xfrm>
        </p:grpSpPr>
        <p:sp>
          <p:nvSpPr>
            <p:cNvPr id="82985" name="Line 41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86" name="Line 42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87" name="Group 43"/>
          <p:cNvGrpSpPr>
            <a:grpSpLocks/>
          </p:cNvGrpSpPr>
          <p:nvPr/>
        </p:nvGrpSpPr>
        <p:grpSpPr bwMode="auto">
          <a:xfrm>
            <a:off x="6576069" y="1797245"/>
            <a:ext cx="90488" cy="110729"/>
            <a:chOff x="4080" y="720"/>
            <a:chExt cx="144" cy="96"/>
          </a:xfrm>
        </p:grpSpPr>
        <p:sp>
          <p:nvSpPr>
            <p:cNvPr id="82988" name="Line 44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89" name="Line 45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90" name="Group 46"/>
          <p:cNvGrpSpPr>
            <a:grpSpLocks/>
          </p:cNvGrpSpPr>
          <p:nvPr/>
        </p:nvGrpSpPr>
        <p:grpSpPr bwMode="auto">
          <a:xfrm>
            <a:off x="5942657" y="2242539"/>
            <a:ext cx="90488" cy="110729"/>
            <a:chOff x="4080" y="720"/>
            <a:chExt cx="144" cy="96"/>
          </a:xfrm>
        </p:grpSpPr>
        <p:sp>
          <p:nvSpPr>
            <p:cNvPr id="82991" name="Line 47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92" name="Line 48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93" name="Group 49"/>
          <p:cNvGrpSpPr>
            <a:grpSpLocks/>
          </p:cNvGrpSpPr>
          <p:nvPr/>
        </p:nvGrpSpPr>
        <p:grpSpPr bwMode="auto">
          <a:xfrm>
            <a:off x="6259363" y="2242539"/>
            <a:ext cx="90488" cy="110729"/>
            <a:chOff x="4080" y="720"/>
            <a:chExt cx="144" cy="96"/>
          </a:xfrm>
        </p:grpSpPr>
        <p:sp>
          <p:nvSpPr>
            <p:cNvPr id="82994" name="Line 50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95" name="Line 51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96" name="Group 52"/>
          <p:cNvGrpSpPr>
            <a:grpSpLocks/>
          </p:cNvGrpSpPr>
          <p:nvPr/>
        </p:nvGrpSpPr>
        <p:grpSpPr bwMode="auto">
          <a:xfrm>
            <a:off x="6576069" y="2242539"/>
            <a:ext cx="90488" cy="110729"/>
            <a:chOff x="4080" y="720"/>
            <a:chExt cx="144" cy="96"/>
          </a:xfrm>
        </p:grpSpPr>
        <p:sp>
          <p:nvSpPr>
            <p:cNvPr id="82997" name="Line 53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2998" name="Line 54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2999" name="Group 55"/>
          <p:cNvGrpSpPr>
            <a:grpSpLocks/>
          </p:cNvGrpSpPr>
          <p:nvPr/>
        </p:nvGrpSpPr>
        <p:grpSpPr bwMode="auto">
          <a:xfrm>
            <a:off x="6938019" y="1017388"/>
            <a:ext cx="90488" cy="111919"/>
            <a:chOff x="4080" y="720"/>
            <a:chExt cx="144" cy="96"/>
          </a:xfrm>
        </p:grpSpPr>
        <p:sp>
          <p:nvSpPr>
            <p:cNvPr id="83000" name="Line 56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01" name="Line 57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02" name="Group 58"/>
          <p:cNvGrpSpPr>
            <a:grpSpLocks/>
          </p:cNvGrpSpPr>
          <p:nvPr/>
        </p:nvGrpSpPr>
        <p:grpSpPr bwMode="auto">
          <a:xfrm>
            <a:off x="7298778" y="1017388"/>
            <a:ext cx="90488" cy="111919"/>
            <a:chOff x="4080" y="720"/>
            <a:chExt cx="144" cy="96"/>
          </a:xfrm>
        </p:grpSpPr>
        <p:sp>
          <p:nvSpPr>
            <p:cNvPr id="83003" name="Line 59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04" name="Line 60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05" name="Group 61"/>
          <p:cNvGrpSpPr>
            <a:grpSpLocks/>
          </p:cNvGrpSpPr>
          <p:nvPr/>
        </p:nvGrpSpPr>
        <p:grpSpPr bwMode="auto">
          <a:xfrm>
            <a:off x="6938019" y="1406722"/>
            <a:ext cx="90488" cy="111919"/>
            <a:chOff x="4080" y="720"/>
            <a:chExt cx="144" cy="96"/>
          </a:xfrm>
        </p:grpSpPr>
        <p:sp>
          <p:nvSpPr>
            <p:cNvPr id="83006" name="Line 62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07" name="Line 63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08" name="Group 64"/>
          <p:cNvGrpSpPr>
            <a:grpSpLocks/>
          </p:cNvGrpSpPr>
          <p:nvPr/>
        </p:nvGrpSpPr>
        <p:grpSpPr bwMode="auto">
          <a:xfrm>
            <a:off x="7298778" y="1406722"/>
            <a:ext cx="90488" cy="111919"/>
            <a:chOff x="4080" y="720"/>
            <a:chExt cx="144" cy="96"/>
          </a:xfrm>
        </p:grpSpPr>
        <p:sp>
          <p:nvSpPr>
            <p:cNvPr id="83009" name="Line 65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10" name="Line 66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11" name="Group 67"/>
          <p:cNvGrpSpPr>
            <a:grpSpLocks/>
          </p:cNvGrpSpPr>
          <p:nvPr/>
        </p:nvGrpSpPr>
        <p:grpSpPr bwMode="auto">
          <a:xfrm>
            <a:off x="6938019" y="1797245"/>
            <a:ext cx="90488" cy="110729"/>
            <a:chOff x="4080" y="720"/>
            <a:chExt cx="144" cy="96"/>
          </a:xfrm>
        </p:grpSpPr>
        <p:sp>
          <p:nvSpPr>
            <p:cNvPr id="83012" name="Line 68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13" name="Line 69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14" name="Group 70"/>
          <p:cNvGrpSpPr>
            <a:grpSpLocks/>
          </p:cNvGrpSpPr>
          <p:nvPr/>
        </p:nvGrpSpPr>
        <p:grpSpPr bwMode="auto">
          <a:xfrm>
            <a:off x="7298778" y="1797245"/>
            <a:ext cx="90488" cy="110729"/>
            <a:chOff x="4080" y="720"/>
            <a:chExt cx="144" cy="96"/>
          </a:xfrm>
        </p:grpSpPr>
        <p:sp>
          <p:nvSpPr>
            <p:cNvPr id="83015" name="Line 71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16" name="Line 72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17" name="Group 73"/>
          <p:cNvGrpSpPr>
            <a:grpSpLocks/>
          </p:cNvGrpSpPr>
          <p:nvPr/>
        </p:nvGrpSpPr>
        <p:grpSpPr bwMode="auto">
          <a:xfrm>
            <a:off x="6938019" y="2242539"/>
            <a:ext cx="90488" cy="110729"/>
            <a:chOff x="4080" y="720"/>
            <a:chExt cx="144" cy="96"/>
          </a:xfrm>
        </p:grpSpPr>
        <p:sp>
          <p:nvSpPr>
            <p:cNvPr id="83018" name="Line 74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19" name="Line 75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20" name="Group 76"/>
          <p:cNvGrpSpPr>
            <a:grpSpLocks/>
          </p:cNvGrpSpPr>
          <p:nvPr/>
        </p:nvGrpSpPr>
        <p:grpSpPr bwMode="auto">
          <a:xfrm>
            <a:off x="7298778" y="2242539"/>
            <a:ext cx="90488" cy="110729"/>
            <a:chOff x="4080" y="720"/>
            <a:chExt cx="144" cy="96"/>
          </a:xfrm>
        </p:grpSpPr>
        <p:sp>
          <p:nvSpPr>
            <p:cNvPr id="83021" name="Line 77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22" name="Line 78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23" name="Group 79"/>
          <p:cNvGrpSpPr>
            <a:grpSpLocks/>
          </p:cNvGrpSpPr>
          <p:nvPr/>
        </p:nvGrpSpPr>
        <p:grpSpPr bwMode="auto">
          <a:xfrm>
            <a:off x="7615485" y="2242539"/>
            <a:ext cx="90488" cy="110729"/>
            <a:chOff x="4080" y="720"/>
            <a:chExt cx="144" cy="96"/>
          </a:xfrm>
        </p:grpSpPr>
        <p:sp>
          <p:nvSpPr>
            <p:cNvPr id="83024" name="Line 80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25" name="Line 81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26" name="Group 82"/>
          <p:cNvGrpSpPr>
            <a:grpSpLocks/>
          </p:cNvGrpSpPr>
          <p:nvPr/>
        </p:nvGrpSpPr>
        <p:grpSpPr bwMode="auto">
          <a:xfrm>
            <a:off x="5942657" y="2687832"/>
            <a:ext cx="90488" cy="110729"/>
            <a:chOff x="4080" y="720"/>
            <a:chExt cx="144" cy="96"/>
          </a:xfrm>
        </p:grpSpPr>
        <p:sp>
          <p:nvSpPr>
            <p:cNvPr id="83027" name="Line 83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28" name="Line 84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29" name="Group 85"/>
          <p:cNvGrpSpPr>
            <a:grpSpLocks/>
          </p:cNvGrpSpPr>
          <p:nvPr/>
        </p:nvGrpSpPr>
        <p:grpSpPr bwMode="auto">
          <a:xfrm>
            <a:off x="6259363" y="2687832"/>
            <a:ext cx="90488" cy="110729"/>
            <a:chOff x="4080" y="720"/>
            <a:chExt cx="144" cy="96"/>
          </a:xfrm>
        </p:grpSpPr>
        <p:sp>
          <p:nvSpPr>
            <p:cNvPr id="83030" name="Line 86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31" name="Line 87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32" name="Group 88"/>
          <p:cNvGrpSpPr>
            <a:grpSpLocks/>
          </p:cNvGrpSpPr>
          <p:nvPr/>
        </p:nvGrpSpPr>
        <p:grpSpPr bwMode="auto">
          <a:xfrm>
            <a:off x="6576069" y="2687832"/>
            <a:ext cx="90488" cy="110729"/>
            <a:chOff x="4080" y="720"/>
            <a:chExt cx="144" cy="96"/>
          </a:xfrm>
        </p:grpSpPr>
        <p:sp>
          <p:nvSpPr>
            <p:cNvPr id="83033" name="Line 89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34" name="Line 90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35" name="Group 91"/>
          <p:cNvGrpSpPr>
            <a:grpSpLocks/>
          </p:cNvGrpSpPr>
          <p:nvPr/>
        </p:nvGrpSpPr>
        <p:grpSpPr bwMode="auto">
          <a:xfrm>
            <a:off x="6938019" y="2687832"/>
            <a:ext cx="90488" cy="110729"/>
            <a:chOff x="4080" y="720"/>
            <a:chExt cx="144" cy="96"/>
          </a:xfrm>
        </p:grpSpPr>
        <p:sp>
          <p:nvSpPr>
            <p:cNvPr id="83036" name="Line 92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37" name="Line 93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38" name="Group 94"/>
          <p:cNvGrpSpPr>
            <a:grpSpLocks/>
          </p:cNvGrpSpPr>
          <p:nvPr/>
        </p:nvGrpSpPr>
        <p:grpSpPr bwMode="auto">
          <a:xfrm>
            <a:off x="7298778" y="2687832"/>
            <a:ext cx="90488" cy="110729"/>
            <a:chOff x="4080" y="720"/>
            <a:chExt cx="144" cy="96"/>
          </a:xfrm>
        </p:grpSpPr>
        <p:sp>
          <p:nvSpPr>
            <p:cNvPr id="83039" name="Line 95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40" name="Line 96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41" name="Group 97"/>
          <p:cNvGrpSpPr>
            <a:grpSpLocks/>
          </p:cNvGrpSpPr>
          <p:nvPr/>
        </p:nvGrpSpPr>
        <p:grpSpPr bwMode="auto">
          <a:xfrm>
            <a:off x="7615485" y="2687832"/>
            <a:ext cx="90488" cy="110729"/>
            <a:chOff x="4080" y="720"/>
            <a:chExt cx="144" cy="96"/>
          </a:xfrm>
        </p:grpSpPr>
        <p:sp>
          <p:nvSpPr>
            <p:cNvPr id="83042" name="Line 98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43" name="Line 99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44" name="Group 100"/>
          <p:cNvGrpSpPr>
            <a:grpSpLocks/>
          </p:cNvGrpSpPr>
          <p:nvPr/>
        </p:nvGrpSpPr>
        <p:grpSpPr bwMode="auto">
          <a:xfrm>
            <a:off x="8022678" y="1017388"/>
            <a:ext cx="90488" cy="111919"/>
            <a:chOff x="4080" y="720"/>
            <a:chExt cx="144" cy="96"/>
          </a:xfrm>
        </p:grpSpPr>
        <p:sp>
          <p:nvSpPr>
            <p:cNvPr id="83045" name="Line 101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46" name="Line 102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47" name="Group 103"/>
          <p:cNvGrpSpPr>
            <a:grpSpLocks/>
          </p:cNvGrpSpPr>
          <p:nvPr/>
        </p:nvGrpSpPr>
        <p:grpSpPr bwMode="auto">
          <a:xfrm>
            <a:off x="8022678" y="1406722"/>
            <a:ext cx="90488" cy="111919"/>
            <a:chOff x="4080" y="720"/>
            <a:chExt cx="144" cy="96"/>
          </a:xfrm>
        </p:grpSpPr>
        <p:sp>
          <p:nvSpPr>
            <p:cNvPr id="83048" name="Line 104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49" name="Line 105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50" name="Group 106"/>
          <p:cNvGrpSpPr>
            <a:grpSpLocks/>
          </p:cNvGrpSpPr>
          <p:nvPr/>
        </p:nvGrpSpPr>
        <p:grpSpPr bwMode="auto">
          <a:xfrm>
            <a:off x="8022678" y="1797245"/>
            <a:ext cx="90488" cy="110729"/>
            <a:chOff x="4080" y="720"/>
            <a:chExt cx="144" cy="96"/>
          </a:xfrm>
        </p:grpSpPr>
        <p:sp>
          <p:nvSpPr>
            <p:cNvPr id="83051" name="Line 107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52" name="Line 108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53" name="Group 109"/>
          <p:cNvGrpSpPr>
            <a:grpSpLocks/>
          </p:cNvGrpSpPr>
          <p:nvPr/>
        </p:nvGrpSpPr>
        <p:grpSpPr bwMode="auto">
          <a:xfrm>
            <a:off x="8022678" y="2242539"/>
            <a:ext cx="90488" cy="110729"/>
            <a:chOff x="4080" y="720"/>
            <a:chExt cx="144" cy="96"/>
          </a:xfrm>
        </p:grpSpPr>
        <p:sp>
          <p:nvSpPr>
            <p:cNvPr id="83054" name="Line 110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55" name="Line 111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56" name="Group 112"/>
          <p:cNvGrpSpPr>
            <a:grpSpLocks/>
          </p:cNvGrpSpPr>
          <p:nvPr/>
        </p:nvGrpSpPr>
        <p:grpSpPr bwMode="auto">
          <a:xfrm>
            <a:off x="8022678" y="2687832"/>
            <a:ext cx="90488" cy="110729"/>
            <a:chOff x="4080" y="720"/>
            <a:chExt cx="144" cy="96"/>
          </a:xfrm>
        </p:grpSpPr>
        <p:sp>
          <p:nvSpPr>
            <p:cNvPr id="83057" name="Line 113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58" name="Line 114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59" name="Group 115"/>
          <p:cNvGrpSpPr>
            <a:grpSpLocks/>
          </p:cNvGrpSpPr>
          <p:nvPr/>
        </p:nvGrpSpPr>
        <p:grpSpPr bwMode="auto">
          <a:xfrm>
            <a:off x="5942657" y="3133126"/>
            <a:ext cx="90488" cy="110729"/>
            <a:chOff x="4080" y="720"/>
            <a:chExt cx="144" cy="96"/>
          </a:xfrm>
        </p:grpSpPr>
        <p:sp>
          <p:nvSpPr>
            <p:cNvPr id="83060" name="Line 116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61" name="Line 117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62" name="Group 118"/>
          <p:cNvGrpSpPr>
            <a:grpSpLocks/>
          </p:cNvGrpSpPr>
          <p:nvPr/>
        </p:nvGrpSpPr>
        <p:grpSpPr bwMode="auto">
          <a:xfrm>
            <a:off x="6259363" y="3133126"/>
            <a:ext cx="90488" cy="110729"/>
            <a:chOff x="4080" y="720"/>
            <a:chExt cx="144" cy="96"/>
          </a:xfrm>
        </p:grpSpPr>
        <p:sp>
          <p:nvSpPr>
            <p:cNvPr id="83063" name="Line 119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64" name="Line 120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65" name="Group 121"/>
          <p:cNvGrpSpPr>
            <a:grpSpLocks/>
          </p:cNvGrpSpPr>
          <p:nvPr/>
        </p:nvGrpSpPr>
        <p:grpSpPr bwMode="auto">
          <a:xfrm>
            <a:off x="6576069" y="3133126"/>
            <a:ext cx="90488" cy="110729"/>
            <a:chOff x="4080" y="720"/>
            <a:chExt cx="144" cy="96"/>
          </a:xfrm>
        </p:grpSpPr>
        <p:sp>
          <p:nvSpPr>
            <p:cNvPr id="83066" name="Line 122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67" name="Line 123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68" name="Group 124"/>
          <p:cNvGrpSpPr>
            <a:grpSpLocks/>
          </p:cNvGrpSpPr>
          <p:nvPr/>
        </p:nvGrpSpPr>
        <p:grpSpPr bwMode="auto">
          <a:xfrm>
            <a:off x="6938019" y="3133126"/>
            <a:ext cx="90488" cy="110729"/>
            <a:chOff x="4080" y="720"/>
            <a:chExt cx="144" cy="96"/>
          </a:xfrm>
        </p:grpSpPr>
        <p:sp>
          <p:nvSpPr>
            <p:cNvPr id="83069" name="Line 125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70" name="Line 126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71" name="Group 127"/>
          <p:cNvGrpSpPr>
            <a:grpSpLocks/>
          </p:cNvGrpSpPr>
          <p:nvPr/>
        </p:nvGrpSpPr>
        <p:grpSpPr bwMode="auto">
          <a:xfrm>
            <a:off x="7298778" y="3133126"/>
            <a:ext cx="90488" cy="110729"/>
            <a:chOff x="4080" y="720"/>
            <a:chExt cx="144" cy="96"/>
          </a:xfrm>
        </p:grpSpPr>
        <p:sp>
          <p:nvSpPr>
            <p:cNvPr id="83072" name="Line 128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73" name="Line 129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74" name="Group 130"/>
          <p:cNvGrpSpPr>
            <a:grpSpLocks/>
          </p:cNvGrpSpPr>
          <p:nvPr/>
        </p:nvGrpSpPr>
        <p:grpSpPr bwMode="auto">
          <a:xfrm>
            <a:off x="7615485" y="3133126"/>
            <a:ext cx="90488" cy="110729"/>
            <a:chOff x="4080" y="720"/>
            <a:chExt cx="144" cy="96"/>
          </a:xfrm>
        </p:grpSpPr>
        <p:sp>
          <p:nvSpPr>
            <p:cNvPr id="83075" name="Line 131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76" name="Line 132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83077" name="Group 133"/>
          <p:cNvGrpSpPr>
            <a:grpSpLocks/>
          </p:cNvGrpSpPr>
          <p:nvPr/>
        </p:nvGrpSpPr>
        <p:grpSpPr bwMode="auto">
          <a:xfrm>
            <a:off x="8022678" y="3133126"/>
            <a:ext cx="90488" cy="110729"/>
            <a:chOff x="4080" y="720"/>
            <a:chExt cx="144" cy="96"/>
          </a:xfrm>
        </p:grpSpPr>
        <p:sp>
          <p:nvSpPr>
            <p:cNvPr id="83078" name="Line 134"/>
            <p:cNvSpPr>
              <a:spLocks noChangeShapeType="1"/>
            </p:cNvSpPr>
            <p:nvPr/>
          </p:nvSpPr>
          <p:spPr bwMode="auto">
            <a:xfrm flipH="1"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3079" name="Line 135"/>
            <p:cNvSpPr>
              <a:spLocks noChangeShapeType="1"/>
            </p:cNvSpPr>
            <p:nvPr/>
          </p:nvSpPr>
          <p:spPr bwMode="auto">
            <a:xfrm>
              <a:off x="4080" y="720"/>
              <a:ext cx="144" cy="96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</p:grpSp>
      <p:sp>
        <p:nvSpPr>
          <p:cNvPr id="83080" name="Line 136"/>
          <p:cNvSpPr>
            <a:spLocks noChangeShapeType="1"/>
          </p:cNvSpPr>
          <p:nvPr/>
        </p:nvSpPr>
        <p:spPr bwMode="auto">
          <a:xfrm>
            <a:off x="5950991" y="2600917"/>
            <a:ext cx="22764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081" name="Line 137"/>
          <p:cNvSpPr>
            <a:spLocks noChangeShapeType="1"/>
          </p:cNvSpPr>
          <p:nvPr/>
        </p:nvSpPr>
        <p:spPr bwMode="auto">
          <a:xfrm flipH="1" flipV="1">
            <a:off x="7022554" y="923328"/>
            <a:ext cx="0" cy="213717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082" name="Text Box 138"/>
          <p:cNvSpPr txBox="1">
            <a:spLocks noChangeArrowheads="1"/>
          </p:cNvSpPr>
          <p:nvPr/>
        </p:nvSpPr>
        <p:spPr bwMode="auto">
          <a:xfrm>
            <a:off x="7761934" y="2098473"/>
            <a:ext cx="61198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>
                <a:solidFill>
                  <a:srgbClr val="0000FF"/>
                </a:solidFill>
              </a:rPr>
              <a:t>A</a:t>
            </a:r>
          </a:p>
        </p:txBody>
      </p:sp>
      <p:sp>
        <p:nvSpPr>
          <p:cNvPr id="83083" name="Text Box 139"/>
          <p:cNvSpPr txBox="1">
            <a:spLocks noChangeArrowheads="1"/>
          </p:cNvSpPr>
          <p:nvPr/>
        </p:nvSpPr>
        <p:spPr bwMode="auto">
          <a:xfrm>
            <a:off x="5997428" y="2109190"/>
            <a:ext cx="55483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83084" name="Text Box 140"/>
          <p:cNvSpPr txBox="1">
            <a:spLocks noChangeArrowheads="1"/>
          </p:cNvSpPr>
          <p:nvPr/>
        </p:nvSpPr>
        <p:spPr bwMode="auto">
          <a:xfrm>
            <a:off x="6968978" y="1350761"/>
            <a:ext cx="70127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>
                <a:solidFill>
                  <a:srgbClr val="0000FF"/>
                </a:solidFill>
              </a:rPr>
              <a:t>C</a:t>
            </a:r>
          </a:p>
        </p:txBody>
      </p:sp>
      <p:sp>
        <p:nvSpPr>
          <p:cNvPr id="83085" name="Text Box 141"/>
          <p:cNvSpPr txBox="1">
            <a:spLocks noChangeArrowheads="1"/>
          </p:cNvSpPr>
          <p:nvPr/>
        </p:nvSpPr>
        <p:spPr bwMode="auto">
          <a:xfrm>
            <a:off x="6917779" y="2539005"/>
            <a:ext cx="18473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zh-CN" altLang="en-US" sz="2100"/>
          </a:p>
        </p:txBody>
      </p:sp>
      <p:graphicFrame>
        <p:nvGraphicFramePr>
          <p:cNvPr id="83086" name="Object 1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4690128"/>
              </p:ext>
            </p:extLst>
          </p:nvPr>
        </p:nvGraphicFramePr>
        <p:xfrm>
          <a:off x="8077447" y="2680689"/>
          <a:ext cx="229791" cy="225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54" name="公式" r:id="rId3" imgW="177480" imgH="190440" progId="Equation.3">
                  <p:embed/>
                </p:oleObj>
              </mc:Choice>
              <mc:Fallback>
                <p:oleObj name="公式" r:id="rId3" imgW="177480" imgH="190440" progId="Equation.3">
                  <p:embed/>
                  <p:pic>
                    <p:nvPicPr>
                      <p:cNvPr id="0" name="Picture 1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447" y="2680689"/>
                        <a:ext cx="229791" cy="22502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87" name="Object 1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4074663"/>
              </p:ext>
            </p:extLst>
          </p:nvPr>
        </p:nvGraphicFramePr>
        <p:xfrm>
          <a:off x="7022555" y="961426"/>
          <a:ext cx="245269" cy="2821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55" name="公式" r:id="rId5" imgW="190440" imgH="241200" progId="Equation.3">
                  <p:embed/>
                </p:oleObj>
              </mc:Choice>
              <mc:Fallback>
                <p:oleObj name="公式" r:id="rId5" imgW="190440" imgH="241200" progId="Equation.3">
                  <p:embed/>
                  <p:pic>
                    <p:nvPicPr>
                      <p:cNvPr id="0" name="Picture 1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2555" y="961426"/>
                        <a:ext cx="245269" cy="2821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88" name="Object 1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229"/>
              </p:ext>
            </p:extLst>
          </p:nvPr>
        </p:nvGraphicFramePr>
        <p:xfrm>
          <a:off x="6162924" y="1894876"/>
          <a:ext cx="173831" cy="24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56" name="Equation" r:id="rId7" imgW="164880" imgH="228600" progId="Equation.3">
                  <p:embed/>
                </p:oleObj>
              </mc:Choice>
              <mc:Fallback>
                <p:oleObj name="Equation" r:id="rId7" imgW="164880" imgH="228600" progId="Equation.3">
                  <p:embed/>
                  <p:pic>
                    <p:nvPicPr>
                      <p:cNvPr id="0" name="Picture 1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62924" y="1894876"/>
                        <a:ext cx="173831" cy="242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089" name="AutoShape 145"/>
          <p:cNvSpPr>
            <a:spLocks noChangeArrowheads="1"/>
          </p:cNvSpPr>
          <p:nvPr/>
        </p:nvSpPr>
        <p:spPr bwMode="auto">
          <a:xfrm>
            <a:off x="6264128" y="1700807"/>
            <a:ext cx="1497806" cy="1454944"/>
          </a:xfrm>
          <a:custGeom>
            <a:avLst/>
            <a:gdLst>
              <a:gd name="G0" fmla="+- 9829 0 0"/>
              <a:gd name="G1" fmla="+- -11319206 0 0"/>
              <a:gd name="G2" fmla="+- 0 0 -11319206"/>
              <a:gd name="T0" fmla="*/ 0 256 1"/>
              <a:gd name="T1" fmla="*/ 180 256 1"/>
              <a:gd name="G3" fmla="+- -11319206 T0 T1"/>
              <a:gd name="T2" fmla="*/ 0 256 1"/>
              <a:gd name="T3" fmla="*/ 90 256 1"/>
              <a:gd name="G4" fmla="+- -11319206 T2 T3"/>
              <a:gd name="G5" fmla="*/ G4 2 1"/>
              <a:gd name="T4" fmla="*/ 90 256 1"/>
              <a:gd name="T5" fmla="*/ 0 256 1"/>
              <a:gd name="G6" fmla="+- -11319206 T4 T5"/>
              <a:gd name="G7" fmla="*/ G6 2 1"/>
              <a:gd name="G8" fmla="abs -11319206"/>
              <a:gd name="T6" fmla="*/ 0 256 1"/>
              <a:gd name="T7" fmla="*/ 90 256 1"/>
              <a:gd name="G9" fmla="+- G8 T6 T7"/>
              <a:gd name="G10" fmla="?: G9 G7 G5"/>
              <a:gd name="T8" fmla="*/ 0 256 1"/>
              <a:gd name="T9" fmla="*/ 360 256 1"/>
              <a:gd name="G11" fmla="+- G10 T8 T9"/>
              <a:gd name="G12" fmla="?: G10 G11 G10"/>
              <a:gd name="T10" fmla="*/ 0 256 1"/>
              <a:gd name="T11" fmla="*/ 360 256 1"/>
              <a:gd name="G13" fmla="+- G12 T10 T11"/>
              <a:gd name="G14" fmla="?: G12 G13 G12"/>
              <a:gd name="G15" fmla="+- 0 0 G14"/>
              <a:gd name="G16" fmla="+- 10800 0 0"/>
              <a:gd name="G17" fmla="+- 10800 0 9829"/>
              <a:gd name="G18" fmla="*/ 9829 1 2"/>
              <a:gd name="G19" fmla="+- G18 5400 0"/>
              <a:gd name="G20" fmla="cos G19 -11319206"/>
              <a:gd name="G21" fmla="sin G19 -11319206"/>
              <a:gd name="G22" fmla="+- G20 10800 0"/>
              <a:gd name="G23" fmla="+- G21 10800 0"/>
              <a:gd name="G24" fmla="+- 10800 0 G20"/>
              <a:gd name="G25" fmla="+- 9829 10800 0"/>
              <a:gd name="G26" fmla="?: G9 G17 G25"/>
              <a:gd name="G27" fmla="?: G9 0 21600"/>
              <a:gd name="G28" fmla="cos 10800 -11319206"/>
              <a:gd name="G29" fmla="sin 10800 -11319206"/>
              <a:gd name="G30" fmla="sin 9829 -11319206"/>
              <a:gd name="G31" fmla="+- G28 10800 0"/>
              <a:gd name="G32" fmla="+- G29 10800 0"/>
              <a:gd name="G33" fmla="+- G30 10800 0"/>
              <a:gd name="G34" fmla="?: G4 0 G31"/>
              <a:gd name="G35" fmla="?: -11319206 G34 0"/>
              <a:gd name="G36" fmla="?: G6 G35 G31"/>
              <a:gd name="G37" fmla="+- 21600 0 G36"/>
              <a:gd name="G38" fmla="?: G4 0 G33"/>
              <a:gd name="G39" fmla="?: -11319206 G38 G32"/>
              <a:gd name="G40" fmla="?: G6 G39 0"/>
              <a:gd name="G41" fmla="?: G4 G32 21600"/>
              <a:gd name="G42" fmla="?: G6 G41 G33"/>
              <a:gd name="T12" fmla="*/ 10800 w 21600"/>
              <a:gd name="T13" fmla="*/ 0 h 21600"/>
              <a:gd name="T14" fmla="*/ 568 w 21600"/>
              <a:gd name="T15" fmla="*/ 9492 h 21600"/>
              <a:gd name="T16" fmla="*/ 10800 w 21600"/>
              <a:gd name="T17" fmla="*/ 971 h 21600"/>
              <a:gd name="T18" fmla="*/ 21032 w 21600"/>
              <a:gd name="T19" fmla="*/ 9492 h 21600"/>
              <a:gd name="T20" fmla="*/ G36 w 21600"/>
              <a:gd name="T21" fmla="*/ G40 h 21600"/>
              <a:gd name="T22" fmla="*/ G37 w 21600"/>
              <a:gd name="T23" fmla="*/ G42 h 21600"/>
            </a:gdLst>
            <a:ahLst/>
            <a:cxnLst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T20" t="T21" r="T22" b="T23"/>
            <a:pathLst>
              <a:path w="21600" h="21600">
                <a:moveTo>
                  <a:pt x="1050" y="9554"/>
                </a:moveTo>
                <a:cubicBezTo>
                  <a:pt x="1677" y="4647"/>
                  <a:pt x="5853" y="970"/>
                  <a:pt x="10800" y="971"/>
                </a:cubicBezTo>
                <a:cubicBezTo>
                  <a:pt x="15746" y="971"/>
                  <a:pt x="19922" y="4647"/>
                  <a:pt x="20549" y="9554"/>
                </a:cubicBezTo>
                <a:lnTo>
                  <a:pt x="21512" y="9430"/>
                </a:lnTo>
                <a:cubicBezTo>
                  <a:pt x="20823" y="4039"/>
                  <a:pt x="16235" y="-1"/>
                  <a:pt x="10799" y="0"/>
                </a:cubicBezTo>
                <a:cubicBezTo>
                  <a:pt x="5364" y="0"/>
                  <a:pt x="776" y="4039"/>
                  <a:pt x="87" y="9430"/>
                </a:cubicBezTo>
                <a:close/>
              </a:path>
            </a:pathLst>
          </a:custGeom>
          <a:solidFill>
            <a:srgbClr val="CCECFF"/>
          </a:solidFill>
          <a:ln w="1905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090" name="Rectangle 146"/>
          <p:cNvSpPr>
            <a:spLocks noChangeArrowheads="1"/>
          </p:cNvSpPr>
          <p:nvPr/>
        </p:nvSpPr>
        <p:spPr bwMode="auto">
          <a:xfrm>
            <a:off x="6267697" y="2340172"/>
            <a:ext cx="110729" cy="5596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091" name="Rectangle 147"/>
          <p:cNvSpPr>
            <a:spLocks noChangeArrowheads="1"/>
          </p:cNvSpPr>
          <p:nvPr/>
        </p:nvSpPr>
        <p:spPr bwMode="auto">
          <a:xfrm>
            <a:off x="7654778" y="2340172"/>
            <a:ext cx="110728" cy="5596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83092" name="Object 1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9636136"/>
              </p:ext>
            </p:extLst>
          </p:nvPr>
        </p:nvGraphicFramePr>
        <p:xfrm>
          <a:off x="7601199" y="2323503"/>
          <a:ext cx="232172" cy="330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57" name="公式" r:id="rId9" imgW="164880" imgH="228600" progId="Equation.3">
                  <p:embed/>
                </p:oleObj>
              </mc:Choice>
              <mc:Fallback>
                <p:oleObj name="公式" r:id="rId9" imgW="164880" imgH="228600" progId="Equation.3">
                  <p:embed/>
                  <p:pic>
                    <p:nvPicPr>
                      <p:cNvPr id="0" name="Picture 1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1199" y="2323503"/>
                        <a:ext cx="232172" cy="33099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93" name="Object 1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3698426"/>
              </p:ext>
            </p:extLst>
          </p:nvPr>
        </p:nvGraphicFramePr>
        <p:xfrm>
          <a:off x="6212929" y="2317550"/>
          <a:ext cx="229791" cy="329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58" name="公式" r:id="rId11" imgW="164880" imgH="228600" progId="Equation.3">
                  <p:embed/>
                </p:oleObj>
              </mc:Choice>
              <mc:Fallback>
                <p:oleObj name="公式" r:id="rId11" imgW="164880" imgH="228600" progId="Equation.3">
                  <p:embed/>
                  <p:pic>
                    <p:nvPicPr>
                      <p:cNvPr id="0" name="Picture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2929" y="2317550"/>
                        <a:ext cx="229791" cy="3298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094" name="Object 1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011842"/>
              </p:ext>
            </p:extLst>
          </p:nvPr>
        </p:nvGraphicFramePr>
        <p:xfrm>
          <a:off x="7786937" y="864988"/>
          <a:ext cx="283369" cy="3548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59" name="Equation" r:id="rId12" imgW="215619" imgH="266353" progId="Equation.3">
                  <p:embed/>
                </p:oleObj>
              </mc:Choice>
              <mc:Fallback>
                <p:oleObj name="Equation" r:id="rId12" imgW="215619" imgH="266353" progId="Equation.3">
                  <p:embed/>
                  <p:pic>
                    <p:nvPicPr>
                      <p:cNvPr id="0" name="Picture 1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6937" y="864988"/>
                        <a:ext cx="283369" cy="3548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095" name="Line 151"/>
          <p:cNvSpPr>
            <a:spLocks noChangeShapeType="1"/>
          </p:cNvSpPr>
          <p:nvPr/>
        </p:nvSpPr>
        <p:spPr bwMode="auto">
          <a:xfrm flipH="1" flipV="1">
            <a:off x="6267697" y="2322313"/>
            <a:ext cx="739379" cy="264319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096" name="Line 152"/>
          <p:cNvSpPr>
            <a:spLocks noChangeShapeType="1"/>
          </p:cNvSpPr>
          <p:nvPr/>
        </p:nvSpPr>
        <p:spPr bwMode="auto">
          <a:xfrm flipV="1">
            <a:off x="7007076" y="2331838"/>
            <a:ext cx="722709" cy="254794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097" name="Text Box 153"/>
          <p:cNvSpPr txBox="1">
            <a:spLocks noChangeArrowheads="1"/>
          </p:cNvSpPr>
          <p:nvPr/>
        </p:nvSpPr>
        <p:spPr bwMode="auto">
          <a:xfrm>
            <a:off x="7022555" y="2477094"/>
            <a:ext cx="3024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400" b="0" i="1">
                <a:solidFill>
                  <a:srgbClr val="1C1C1C"/>
                </a:solidFill>
              </a:rPr>
              <a:t>o</a:t>
            </a:r>
          </a:p>
        </p:txBody>
      </p:sp>
      <p:graphicFrame>
        <p:nvGraphicFramePr>
          <p:cNvPr id="83115" name="Object 1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31711"/>
              </p:ext>
            </p:extLst>
          </p:nvPr>
        </p:nvGraphicFramePr>
        <p:xfrm>
          <a:off x="7180909" y="1960361"/>
          <a:ext cx="350044" cy="2655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60" name="Equation" r:id="rId14" imgW="393480" imgH="291960" progId="Equation.3">
                  <p:embed/>
                </p:oleObj>
              </mc:Choice>
              <mc:Fallback>
                <p:oleObj name="Equation" r:id="rId14" imgW="393480" imgH="291960" progId="Equation.3">
                  <p:embed/>
                  <p:pic>
                    <p:nvPicPr>
                      <p:cNvPr id="0" name="Picture 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0909" y="1960361"/>
                        <a:ext cx="350044" cy="2655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118" name="Rectangle 174"/>
          <p:cNvSpPr>
            <a:spLocks noChangeArrowheads="1"/>
          </p:cNvSpPr>
          <p:nvPr/>
        </p:nvSpPr>
        <p:spPr bwMode="auto">
          <a:xfrm>
            <a:off x="6266507" y="2323501"/>
            <a:ext cx="1489472" cy="52388"/>
          </a:xfrm>
          <a:prstGeom prst="rect">
            <a:avLst/>
          </a:prstGeom>
          <a:solidFill>
            <a:srgbClr val="CCECFF"/>
          </a:solidFill>
          <a:ln w="9525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83119" name="Line 175"/>
          <p:cNvSpPr>
            <a:spLocks noChangeShapeType="1"/>
          </p:cNvSpPr>
          <p:nvPr/>
        </p:nvSpPr>
        <p:spPr bwMode="auto">
          <a:xfrm>
            <a:off x="7185669" y="2344933"/>
            <a:ext cx="432197" cy="0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 type="stealth" w="lg" len="lg"/>
            <a:tailEnd/>
          </a:ln>
          <a:effectLst/>
        </p:spPr>
        <p:txBody>
          <a:bodyPr/>
          <a:lstStyle/>
          <a:p>
            <a:endParaRPr lang="zh-CN" altLang="en-US" sz="2100"/>
          </a:p>
        </p:txBody>
      </p:sp>
      <p:graphicFrame>
        <p:nvGraphicFramePr>
          <p:cNvPr id="82947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1919840"/>
              </p:ext>
            </p:extLst>
          </p:nvPr>
        </p:nvGraphicFramePr>
        <p:xfrm>
          <a:off x="797332" y="893977"/>
          <a:ext cx="1277938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61" name="Equation" r:id="rId16" imgW="736560" imgH="253800" progId="Equation.DSMT4">
                  <p:embed/>
                </p:oleObj>
              </mc:Choice>
              <mc:Fallback>
                <p:oleObj name="Equation" r:id="rId16" imgW="736560" imgH="2538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332" y="893977"/>
                        <a:ext cx="1277938" cy="458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144" name="Group 200"/>
          <p:cNvGrpSpPr>
            <a:grpSpLocks/>
          </p:cNvGrpSpPr>
          <p:nvPr/>
        </p:nvGrpSpPr>
        <p:grpSpPr bwMode="auto">
          <a:xfrm>
            <a:off x="980386" y="377710"/>
            <a:ext cx="2814638" cy="415528"/>
            <a:chOff x="329" y="615"/>
            <a:chExt cx="2364" cy="349"/>
          </a:xfrm>
        </p:grpSpPr>
        <p:sp>
          <p:nvSpPr>
            <p:cNvPr id="82946" name="Text Box 2"/>
            <p:cNvSpPr txBox="1">
              <a:spLocks noChangeArrowheads="1"/>
            </p:cNvSpPr>
            <p:nvPr/>
          </p:nvSpPr>
          <p:spPr bwMode="auto">
            <a:xfrm>
              <a:off x="329" y="615"/>
              <a:ext cx="217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100" dirty="0"/>
                <a:t>根据对称性分析：</a:t>
              </a:r>
            </a:p>
          </p:txBody>
        </p:sp>
        <p:graphicFrame>
          <p:nvGraphicFramePr>
            <p:cNvPr id="82948" name="Object 4"/>
            <p:cNvGraphicFramePr>
              <a:graphicFrameLocks noChangeAspect="1"/>
            </p:cNvGraphicFramePr>
            <p:nvPr/>
          </p:nvGraphicFramePr>
          <p:xfrm>
            <a:off x="2087" y="640"/>
            <a:ext cx="606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762" name="公式" r:id="rId18" imgW="469800" imgH="215640" progId="Equation.3">
                    <p:embed/>
                  </p:oleObj>
                </mc:Choice>
                <mc:Fallback>
                  <p:oleObj name="公式" r:id="rId18" imgW="469800" imgH="2156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87" y="640"/>
                          <a:ext cx="606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2950" name="Text Box 6"/>
          <p:cNvSpPr txBox="1">
            <a:spLocks noChangeArrowheads="1"/>
          </p:cNvSpPr>
          <p:nvPr/>
        </p:nvSpPr>
        <p:spPr bwMode="auto">
          <a:xfrm>
            <a:off x="554741" y="349421"/>
            <a:ext cx="1107699" cy="415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100">
                <a:solidFill>
                  <a:srgbClr val="C00000"/>
                </a:solidFill>
              </a:rPr>
              <a:t>解：</a:t>
            </a:r>
          </a:p>
        </p:txBody>
      </p:sp>
      <p:graphicFrame>
        <p:nvGraphicFramePr>
          <p:cNvPr id="829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65364"/>
              </p:ext>
            </p:extLst>
          </p:nvPr>
        </p:nvGraphicFramePr>
        <p:xfrm>
          <a:off x="963575" y="1481793"/>
          <a:ext cx="2905619" cy="423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63" name="Equation" r:id="rId20" imgW="1726920" imgH="241200" progId="Equation.DSMT4">
                  <p:embed/>
                </p:oleObj>
              </mc:Choice>
              <mc:Fallback>
                <p:oleObj name="Equation" r:id="rId20" imgW="1726920" imgH="24120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575" y="1481793"/>
                        <a:ext cx="2905619" cy="42383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3098" name="Group 154"/>
          <p:cNvGrpSpPr>
            <a:grpSpLocks/>
          </p:cNvGrpSpPr>
          <p:nvPr/>
        </p:nvGrpSpPr>
        <p:grpSpPr bwMode="auto">
          <a:xfrm>
            <a:off x="6630840" y="2355648"/>
            <a:ext cx="391715" cy="766763"/>
            <a:chOff x="3649" y="2927"/>
            <a:chExt cx="449" cy="727"/>
          </a:xfrm>
        </p:grpSpPr>
        <p:sp>
          <p:nvSpPr>
            <p:cNvPr id="83099" name="Line 155"/>
            <p:cNvSpPr>
              <a:spLocks noChangeShapeType="1"/>
            </p:cNvSpPr>
            <p:nvPr/>
          </p:nvSpPr>
          <p:spPr bwMode="auto">
            <a:xfrm>
              <a:off x="4098" y="2927"/>
              <a:ext cx="0" cy="657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83100" name="Object 156"/>
            <p:cNvGraphicFramePr>
              <a:graphicFrameLocks noChangeAspect="1"/>
            </p:cNvGraphicFramePr>
            <p:nvPr/>
          </p:nvGraphicFramePr>
          <p:xfrm>
            <a:off x="3649" y="3260"/>
            <a:ext cx="376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764" name="Equation" r:id="rId22" imgW="164880" imgH="228600" progId="Equation.3">
                    <p:embed/>
                  </p:oleObj>
                </mc:Choice>
                <mc:Fallback>
                  <p:oleObj name="Equation" r:id="rId22" imgW="164880" imgH="228600" progId="Equation.3">
                    <p:embed/>
                    <p:pic>
                      <p:nvPicPr>
                        <p:cNvPr id="0" name="Picture 1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49" y="3260"/>
                          <a:ext cx="376" cy="3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101" name="Group 157"/>
          <p:cNvGrpSpPr>
            <a:grpSpLocks/>
          </p:cNvGrpSpPr>
          <p:nvPr/>
        </p:nvGrpSpPr>
        <p:grpSpPr bwMode="auto">
          <a:xfrm>
            <a:off x="5781924" y="1518641"/>
            <a:ext cx="650081" cy="465535"/>
            <a:chOff x="3209" y="2341"/>
            <a:chExt cx="546" cy="391"/>
          </a:xfrm>
        </p:grpSpPr>
        <p:sp>
          <p:nvSpPr>
            <p:cNvPr id="83102" name="Line 158"/>
            <p:cNvSpPr>
              <a:spLocks noChangeShapeType="1"/>
            </p:cNvSpPr>
            <p:nvPr/>
          </p:nvSpPr>
          <p:spPr bwMode="auto">
            <a:xfrm flipH="1" flipV="1">
              <a:off x="3462" y="2376"/>
              <a:ext cx="293" cy="356"/>
            </a:xfrm>
            <a:prstGeom prst="line">
              <a:avLst/>
            </a:prstGeom>
            <a:noFill/>
            <a:ln w="44450">
              <a:solidFill>
                <a:srgbClr val="FF00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83103" name="Object 159"/>
            <p:cNvGraphicFramePr>
              <a:graphicFrameLocks noChangeAspect="1"/>
            </p:cNvGraphicFramePr>
            <p:nvPr/>
          </p:nvGraphicFramePr>
          <p:xfrm>
            <a:off x="3209" y="2341"/>
            <a:ext cx="33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765" name="Equation" r:id="rId24" imgW="253800" imgH="228600" progId="Equation.3">
                    <p:embed/>
                  </p:oleObj>
                </mc:Choice>
                <mc:Fallback>
                  <p:oleObj name="Equation" r:id="rId24" imgW="253800" imgH="228600" progId="Equation.3">
                    <p:embed/>
                    <p:pic>
                      <p:nvPicPr>
                        <p:cNvPr id="0" name="Picture 1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09" y="2341"/>
                          <a:ext cx="335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3149" name="Group 205"/>
          <p:cNvGrpSpPr>
            <a:grpSpLocks/>
          </p:cNvGrpSpPr>
          <p:nvPr/>
        </p:nvGrpSpPr>
        <p:grpSpPr bwMode="auto">
          <a:xfrm>
            <a:off x="7429749" y="1438869"/>
            <a:ext cx="797719" cy="597694"/>
            <a:chOff x="4698" y="843"/>
            <a:chExt cx="670" cy="502"/>
          </a:xfrm>
        </p:grpSpPr>
        <p:sp>
          <p:nvSpPr>
            <p:cNvPr id="83116" name="AutoShape 172"/>
            <p:cNvSpPr>
              <a:spLocks noChangeArrowheads="1"/>
            </p:cNvSpPr>
            <p:nvPr/>
          </p:nvSpPr>
          <p:spPr bwMode="auto">
            <a:xfrm rot="-13954201">
              <a:off x="4725" y="1197"/>
              <a:ext cx="121" cy="175"/>
            </a:xfrm>
            <a:prstGeom prst="upArrow">
              <a:avLst>
                <a:gd name="adj1" fmla="val 50000"/>
                <a:gd name="adj2" fmla="val 74577"/>
              </a:avLst>
            </a:prstGeom>
            <a:solidFill>
              <a:srgbClr val="F8ECFE"/>
            </a:solidFill>
            <a:ln w="28575">
              <a:solidFill>
                <a:srgbClr val="CC00CC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 sz="2100"/>
            </a:p>
          </p:txBody>
        </p:sp>
        <p:grpSp>
          <p:nvGrpSpPr>
            <p:cNvPr id="83111" name="Group 167"/>
            <p:cNvGrpSpPr>
              <a:grpSpLocks/>
            </p:cNvGrpSpPr>
            <p:nvPr/>
          </p:nvGrpSpPr>
          <p:grpSpPr bwMode="auto">
            <a:xfrm>
              <a:off x="4793" y="843"/>
              <a:ext cx="575" cy="388"/>
              <a:chOff x="4636" y="2302"/>
              <a:chExt cx="575" cy="388"/>
            </a:xfrm>
          </p:grpSpPr>
          <p:sp>
            <p:nvSpPr>
              <p:cNvPr id="83112" name="Line 168"/>
              <p:cNvSpPr>
                <a:spLocks noChangeShapeType="1"/>
              </p:cNvSpPr>
              <p:nvPr/>
            </p:nvSpPr>
            <p:spPr bwMode="auto">
              <a:xfrm flipV="1">
                <a:off x="4636" y="2307"/>
                <a:ext cx="317" cy="383"/>
              </a:xfrm>
              <a:prstGeom prst="line">
                <a:avLst/>
              </a:prstGeom>
              <a:noFill/>
              <a:ln w="44450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83113" name="Object 169"/>
              <p:cNvGraphicFramePr>
                <a:graphicFrameLocks noChangeAspect="1"/>
              </p:cNvGraphicFramePr>
              <p:nvPr/>
            </p:nvGraphicFramePr>
            <p:xfrm>
              <a:off x="4876" y="2302"/>
              <a:ext cx="335" cy="31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7766" name="Equation" r:id="rId26" imgW="253800" imgH="228600" progId="Equation.3">
                      <p:embed/>
                    </p:oleObj>
                  </mc:Choice>
                  <mc:Fallback>
                    <p:oleObj name="Equation" r:id="rId26" imgW="253800" imgH="228600" progId="Equation.3">
                      <p:embed/>
                      <p:pic>
                        <p:nvPicPr>
                          <p:cNvPr id="0" name="Picture 16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76" y="2302"/>
                            <a:ext cx="335" cy="31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83117" name="Object 1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8240137"/>
              </p:ext>
            </p:extLst>
          </p:nvPr>
        </p:nvGraphicFramePr>
        <p:xfrm>
          <a:off x="1461397" y="2034652"/>
          <a:ext cx="1444646" cy="330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67" name="Equation" r:id="rId27" imgW="888840" imgH="203040" progId="Equation.DSMT4">
                  <p:embed/>
                </p:oleObj>
              </mc:Choice>
              <mc:Fallback>
                <p:oleObj name="Equation" r:id="rId27" imgW="888840" imgH="203040" progId="Equation.DSMT4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1397" y="2034652"/>
                        <a:ext cx="1444646" cy="33082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22" name="Object 1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486834"/>
              </p:ext>
            </p:extLst>
          </p:nvPr>
        </p:nvGraphicFramePr>
        <p:xfrm>
          <a:off x="960369" y="2494503"/>
          <a:ext cx="2419913" cy="5963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68" name="Equation" r:id="rId29" imgW="1396800" imgH="355320" progId="Equation.DSMT4">
                  <p:embed/>
                </p:oleObj>
              </mc:Choice>
              <mc:Fallback>
                <p:oleObj name="Equation" r:id="rId29" imgW="1396800" imgH="355320" progId="Equation.DSMT4">
                  <p:embed/>
                  <p:pic>
                    <p:nvPicPr>
                      <p:cNvPr id="0" name="Picture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0369" y="2494503"/>
                        <a:ext cx="2419913" cy="59631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24" name="Object 1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2448322"/>
              </p:ext>
            </p:extLst>
          </p:nvPr>
        </p:nvGraphicFramePr>
        <p:xfrm>
          <a:off x="3443297" y="2064292"/>
          <a:ext cx="1001645" cy="2715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69" name="Equation" r:id="rId31" imgW="901440" imgH="253800" progId="Equation.3">
                  <p:embed/>
                </p:oleObj>
              </mc:Choice>
              <mc:Fallback>
                <p:oleObj name="Equation" r:id="rId31" imgW="901440" imgH="253800" progId="Equation.3">
                  <p:embed/>
                  <p:pic>
                    <p:nvPicPr>
                      <p:cNvPr id="0" name="Picture 1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97" y="2064292"/>
                        <a:ext cx="1001645" cy="27154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136" name="Object 1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992519"/>
              </p:ext>
            </p:extLst>
          </p:nvPr>
        </p:nvGraphicFramePr>
        <p:xfrm>
          <a:off x="827312" y="3752500"/>
          <a:ext cx="1566863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70" name="Equation" r:id="rId33" imgW="914400" imgH="253800" progId="Equation.DSMT4">
                  <p:embed/>
                </p:oleObj>
              </mc:Choice>
              <mc:Fallback>
                <p:oleObj name="Equation" r:id="rId33" imgW="914400" imgH="253800" progId="Equation.DSMT4">
                  <p:embed/>
                  <p:pic>
                    <p:nvPicPr>
                      <p:cNvPr id="0" name="Picture 1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312" y="3752500"/>
                        <a:ext cx="1566863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980386" y="4297456"/>
            <a:ext cx="8488565" cy="403714"/>
            <a:chOff x="980386" y="4297456"/>
            <a:chExt cx="8488565" cy="403714"/>
          </a:xfrm>
        </p:grpSpPr>
        <p:graphicFrame>
          <p:nvGraphicFramePr>
            <p:cNvPr id="83141" name="Object 19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00084450"/>
                </p:ext>
              </p:extLst>
            </p:nvPr>
          </p:nvGraphicFramePr>
          <p:xfrm>
            <a:off x="980386" y="4297456"/>
            <a:ext cx="1573112" cy="396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771" name="公式" r:id="rId35" imgW="1015920" imgH="228600" progId="Equation.3">
                    <p:embed/>
                  </p:oleObj>
                </mc:Choice>
                <mc:Fallback>
                  <p:oleObj name="公式" r:id="rId35" imgW="1015920" imgH="228600" progId="Equation.3">
                    <p:embed/>
                    <p:pic>
                      <p:nvPicPr>
                        <p:cNvPr id="0" name="Picture 19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80386" y="4297456"/>
                          <a:ext cx="1573112" cy="39636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146" name="Text Box 202"/>
            <p:cNvSpPr txBox="1">
              <a:spLocks noChangeArrowheads="1"/>
            </p:cNvSpPr>
            <p:nvPr/>
          </p:nvSpPr>
          <p:spPr bwMode="auto">
            <a:xfrm>
              <a:off x="2733630" y="4414938"/>
              <a:ext cx="6735321" cy="2862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60000"/>
                </a:lnSpc>
                <a:spcBef>
                  <a:spcPct val="50000"/>
                </a:spcBef>
              </a:pPr>
              <a:r>
                <a:rPr kumimoji="1" lang="zh-CN" altLang="en-US" sz="2100" dirty="0" smtClean="0">
                  <a:solidFill>
                    <a:srgbClr val="0000FF"/>
                  </a:solidFill>
                </a:rPr>
                <a:t>在</a:t>
              </a:r>
              <a:r>
                <a:rPr kumimoji="1" lang="zh-CN" altLang="en-US" sz="2100" dirty="0">
                  <a:solidFill>
                    <a:srgbClr val="0000FF"/>
                  </a:solidFill>
                </a:rPr>
                <a:t>均匀磁场中，闭合载</a:t>
              </a:r>
              <a:r>
                <a:rPr kumimoji="1" lang="zh-CN" altLang="en-US" sz="2100" dirty="0" smtClean="0">
                  <a:solidFill>
                    <a:srgbClr val="0000FF"/>
                  </a:solidFill>
                </a:rPr>
                <a:t>流回路</a:t>
              </a:r>
              <a:r>
                <a:rPr kumimoji="1" lang="zh-CN" altLang="en-US" sz="2100" dirty="0">
                  <a:solidFill>
                    <a:srgbClr val="0000FF"/>
                  </a:solidFill>
                </a:rPr>
                <a:t>受到的合磁力为零。</a:t>
              </a:r>
            </a:p>
          </p:txBody>
        </p:sp>
      </p:grpSp>
      <p:grpSp>
        <p:nvGrpSpPr>
          <p:cNvPr id="83148" name="Group 204"/>
          <p:cNvGrpSpPr>
            <a:grpSpLocks/>
          </p:cNvGrpSpPr>
          <p:nvPr/>
        </p:nvGrpSpPr>
        <p:grpSpPr bwMode="auto">
          <a:xfrm>
            <a:off x="6380803" y="1563882"/>
            <a:ext cx="641746" cy="1033463"/>
            <a:chOff x="3817" y="948"/>
            <a:chExt cx="539" cy="868"/>
          </a:xfrm>
        </p:grpSpPr>
        <p:grpSp>
          <p:nvGrpSpPr>
            <p:cNvPr id="83147" name="Group 203"/>
            <p:cNvGrpSpPr>
              <a:grpSpLocks/>
            </p:cNvGrpSpPr>
            <p:nvPr/>
          </p:nvGrpSpPr>
          <p:grpSpPr bwMode="auto">
            <a:xfrm>
              <a:off x="3817" y="948"/>
              <a:ext cx="539" cy="868"/>
              <a:chOff x="3807" y="939"/>
              <a:chExt cx="539" cy="868"/>
            </a:xfrm>
          </p:grpSpPr>
          <p:sp>
            <p:nvSpPr>
              <p:cNvPr id="83106" name="Line 162"/>
              <p:cNvSpPr>
                <a:spLocks noChangeShapeType="1"/>
              </p:cNvSpPr>
              <p:nvPr/>
            </p:nvSpPr>
            <p:spPr bwMode="auto">
              <a:xfrm flipH="1" flipV="1">
                <a:off x="3847" y="1383"/>
                <a:ext cx="484" cy="41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83107" name="Line 163"/>
              <p:cNvSpPr>
                <a:spLocks noChangeShapeType="1"/>
              </p:cNvSpPr>
              <p:nvPr/>
            </p:nvSpPr>
            <p:spPr bwMode="auto">
              <a:xfrm flipH="1" flipV="1">
                <a:off x="3968" y="1222"/>
                <a:ext cx="378" cy="58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pSp>
            <p:nvGrpSpPr>
              <p:cNvPr id="83108" name="Group 164"/>
              <p:cNvGrpSpPr>
                <a:grpSpLocks/>
              </p:cNvGrpSpPr>
              <p:nvPr/>
            </p:nvGrpSpPr>
            <p:grpSpPr bwMode="auto">
              <a:xfrm>
                <a:off x="3807" y="939"/>
                <a:ext cx="243" cy="453"/>
                <a:chOff x="3345" y="2188"/>
                <a:chExt cx="351" cy="519"/>
              </a:xfrm>
            </p:grpSpPr>
            <p:sp>
              <p:nvSpPr>
                <p:cNvPr id="83109" name="AutoShape 165"/>
                <p:cNvSpPr>
                  <a:spLocks noChangeArrowheads="1"/>
                </p:cNvSpPr>
                <p:nvPr/>
              </p:nvSpPr>
              <p:spPr bwMode="auto">
                <a:xfrm rot="2449263">
                  <a:off x="3403" y="2466"/>
                  <a:ext cx="135" cy="241"/>
                </a:xfrm>
                <a:prstGeom prst="upArrow">
                  <a:avLst>
                    <a:gd name="adj1" fmla="val 50000"/>
                    <a:gd name="adj2" fmla="val 92053"/>
                  </a:avLst>
                </a:prstGeom>
                <a:solidFill>
                  <a:srgbClr val="F8ECFE"/>
                </a:solidFill>
                <a:ln w="28575">
                  <a:solidFill>
                    <a:srgbClr val="CC00CC"/>
                  </a:solidFill>
                  <a:miter lim="800000"/>
                  <a:headEnd/>
                  <a:tailEnd/>
                </a:ln>
                <a:effectLst/>
              </p:spPr>
              <p:txBody>
                <a:bodyPr vert="eaVert" wrap="none" anchor="ctr"/>
                <a:lstStyle/>
                <a:p>
                  <a:endParaRPr lang="zh-CN" altLang="en-US" sz="2100"/>
                </a:p>
              </p:txBody>
            </p:sp>
            <p:graphicFrame>
              <p:nvGraphicFramePr>
                <p:cNvPr id="83110" name="Object 166"/>
                <p:cNvGraphicFramePr>
                  <a:graphicFrameLocks noChangeAspect="1"/>
                </p:cNvGraphicFramePr>
                <p:nvPr/>
              </p:nvGraphicFramePr>
              <p:xfrm>
                <a:off x="3345" y="2188"/>
                <a:ext cx="351" cy="27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7772" name="Equation" r:id="rId37" imgW="393480" imgH="291960" progId="Equation.3">
                        <p:embed/>
                      </p:oleObj>
                    </mc:Choice>
                    <mc:Fallback>
                      <p:oleObj name="Equation" r:id="rId37" imgW="393480" imgH="291960" progId="Equation.3">
                        <p:embed/>
                        <p:pic>
                          <p:nvPicPr>
                            <p:cNvPr id="0" name="Picture 166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345" y="2188"/>
                              <a:ext cx="351" cy="27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83132" name="Group 188"/>
              <p:cNvGrpSpPr>
                <a:grpSpLocks/>
              </p:cNvGrpSpPr>
              <p:nvPr/>
            </p:nvGrpSpPr>
            <p:grpSpPr bwMode="auto">
              <a:xfrm>
                <a:off x="4048" y="1364"/>
                <a:ext cx="272" cy="226"/>
                <a:chOff x="3908" y="1323"/>
                <a:chExt cx="272" cy="226"/>
              </a:xfrm>
            </p:grpSpPr>
            <p:sp>
              <p:nvSpPr>
                <p:cNvPr id="83128" name="Freeform 184"/>
                <p:cNvSpPr>
                  <a:spLocks/>
                </p:cNvSpPr>
                <p:nvPr/>
              </p:nvSpPr>
              <p:spPr bwMode="auto">
                <a:xfrm>
                  <a:off x="3908" y="1450"/>
                  <a:ext cx="106" cy="99"/>
                </a:xfrm>
                <a:custGeom>
                  <a:avLst/>
                  <a:gdLst/>
                  <a:ahLst/>
                  <a:cxnLst>
                    <a:cxn ang="0">
                      <a:pos x="108" y="0"/>
                    </a:cxn>
                    <a:cxn ang="0">
                      <a:pos x="48" y="18"/>
                    </a:cxn>
                    <a:cxn ang="0">
                      <a:pos x="12" y="48"/>
                    </a:cxn>
                    <a:cxn ang="0">
                      <a:pos x="0" y="102"/>
                    </a:cxn>
                  </a:cxnLst>
                  <a:rect l="0" t="0" r="r" b="b"/>
                  <a:pathLst>
                    <a:path w="108" h="102">
                      <a:moveTo>
                        <a:pt x="108" y="0"/>
                      </a:moveTo>
                      <a:cubicBezTo>
                        <a:pt x="98" y="3"/>
                        <a:pt x="64" y="10"/>
                        <a:pt x="48" y="18"/>
                      </a:cubicBezTo>
                      <a:cubicBezTo>
                        <a:pt x="32" y="26"/>
                        <a:pt x="20" y="34"/>
                        <a:pt x="12" y="48"/>
                      </a:cubicBezTo>
                      <a:cubicBezTo>
                        <a:pt x="4" y="62"/>
                        <a:pt x="2" y="91"/>
                        <a:pt x="0" y="102"/>
                      </a:cubicBezTo>
                    </a:path>
                  </a:pathLst>
                </a:custGeom>
                <a:noFill/>
                <a:ln w="31750" cmpd="sng">
                  <a:solidFill>
                    <a:srgbClr val="9933FF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zh-CN" altLang="en-US" sz="2100"/>
                </a:p>
              </p:txBody>
            </p:sp>
            <p:graphicFrame>
              <p:nvGraphicFramePr>
                <p:cNvPr id="83131" name="Object 187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333208980"/>
                    </p:ext>
                  </p:extLst>
                </p:nvPr>
              </p:nvGraphicFramePr>
              <p:xfrm>
                <a:off x="3989" y="1323"/>
                <a:ext cx="191" cy="2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7773" name="Equation" r:id="rId38" imgW="203040" imgH="203040" progId="Equation.DSMT4">
                        <p:embed/>
                      </p:oleObj>
                    </mc:Choice>
                    <mc:Fallback>
                      <p:oleObj name="Equation" r:id="rId38" imgW="203040" imgH="203040" progId="Equation.DSMT4">
                        <p:embed/>
                        <p:pic>
                          <p:nvPicPr>
                            <p:cNvPr id="0" name="Picture 187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9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89" y="1323"/>
                              <a:ext cx="191" cy="20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  <p:graphicFrame>
          <p:nvGraphicFramePr>
            <p:cNvPr id="83105" name="Object 16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08438021"/>
                </p:ext>
              </p:extLst>
            </p:nvPr>
          </p:nvGraphicFramePr>
          <p:xfrm>
            <a:off x="4049" y="1218"/>
            <a:ext cx="140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7774" name="公式" r:id="rId40" imgW="152280" imgH="177480" progId="Equation.3">
                    <p:embed/>
                  </p:oleObj>
                </mc:Choice>
                <mc:Fallback>
                  <p:oleObj name="公式" r:id="rId40" imgW="152280" imgH="177480" progId="Equation.3">
                    <p:embed/>
                    <p:pic>
                      <p:nvPicPr>
                        <p:cNvPr id="0" name="Picture 1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9" y="1218"/>
                          <a:ext cx="140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9" name="Object 1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636081"/>
              </p:ext>
            </p:extLst>
          </p:nvPr>
        </p:nvGraphicFramePr>
        <p:xfrm>
          <a:off x="3073505" y="3076667"/>
          <a:ext cx="996553" cy="3583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75" name="Equation" r:id="rId42" imgW="545760" imgH="203040" progId="Equation.DSMT4">
                  <p:embed/>
                </p:oleObj>
              </mc:Choice>
              <mc:Fallback>
                <p:oleObj name="Equation" r:id="rId42" imgW="545760" imgH="203040" progId="Equation.DSMT4">
                  <p:embed/>
                  <p:pic>
                    <p:nvPicPr>
                      <p:cNvPr id="83122" name="Object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505" y="3076667"/>
                        <a:ext cx="996553" cy="3583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" name="Object 17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671071"/>
              </p:ext>
            </p:extLst>
          </p:nvPr>
        </p:nvGraphicFramePr>
        <p:xfrm>
          <a:off x="1371800" y="3219850"/>
          <a:ext cx="1738313" cy="403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76" name="Equation" r:id="rId44" imgW="952200" imgH="228600" progId="Equation.DSMT4">
                  <p:embed/>
                </p:oleObj>
              </mc:Choice>
              <mc:Fallback>
                <p:oleObj name="Equation" r:id="rId44" imgW="952200" imgH="228600" progId="Equation.DSMT4">
                  <p:embed/>
                  <p:pic>
                    <p:nvPicPr>
                      <p:cNvPr id="189" name="Object 17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800" y="3219850"/>
                        <a:ext cx="1738313" cy="40362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9153102"/>
              </p:ext>
            </p:extLst>
          </p:nvPr>
        </p:nvGraphicFramePr>
        <p:xfrm>
          <a:off x="3443297" y="3769962"/>
          <a:ext cx="1576977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777" name="公式" r:id="rId46" imgW="977760" imgH="241200" progId="Equation.3">
                  <p:embed/>
                </p:oleObj>
              </mc:Choice>
              <mc:Fallback>
                <p:oleObj name="公式" r:id="rId46" imgW="977760" imgH="241200" progId="Equation.3">
                  <p:embed/>
                  <p:pic>
                    <p:nvPicPr>
                      <p:cNvPr id="8294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3297" y="3769962"/>
                        <a:ext cx="1576977" cy="3810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3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3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3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3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3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83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83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0" dur="500"/>
                                        <p:tgtEl>
                                          <p:spTgt spid="8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83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2E0DC-F042-4C0F-BE78-4F207C3AC8AF}" type="slidenum">
              <a:rPr lang="zh-CN" altLang="en-US"/>
              <a:pPr/>
              <a:t>6</a:t>
            </a:fld>
            <a:endParaRPr lang="en-US" altLang="zh-CN"/>
          </a:p>
        </p:txBody>
      </p:sp>
      <p:graphicFrame>
        <p:nvGraphicFramePr>
          <p:cNvPr id="8499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602104"/>
              </p:ext>
            </p:extLst>
          </p:nvPr>
        </p:nvGraphicFramePr>
        <p:xfrm>
          <a:off x="1196240" y="3031331"/>
          <a:ext cx="1549004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58" name="Equation" r:id="rId3" imgW="1320480" imgH="291960" progId="Equation.3">
                  <p:embed/>
                </p:oleObj>
              </mc:Choice>
              <mc:Fallback>
                <p:oleObj name="Equation" r:id="rId3" imgW="1320480" imgH="2919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240" y="3031331"/>
                        <a:ext cx="1549004" cy="352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514265"/>
              </p:ext>
            </p:extLst>
          </p:nvPr>
        </p:nvGraphicFramePr>
        <p:xfrm>
          <a:off x="1143284" y="3586015"/>
          <a:ext cx="3976688" cy="450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59" name="Equation" r:id="rId5" imgW="2133360" imgH="228600" progId="Equation.DSMT4">
                  <p:embed/>
                </p:oleObj>
              </mc:Choice>
              <mc:Fallback>
                <p:oleObj name="Equation" r:id="rId5" imgW="2133360" imgH="22860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284" y="3586015"/>
                        <a:ext cx="3976688" cy="450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4996" name="Group 4"/>
          <p:cNvGrpSpPr>
            <a:grpSpLocks/>
          </p:cNvGrpSpPr>
          <p:nvPr/>
        </p:nvGrpSpPr>
        <p:grpSpPr bwMode="auto">
          <a:xfrm>
            <a:off x="886678" y="2456262"/>
            <a:ext cx="2969419" cy="461962"/>
            <a:chOff x="528" y="1776"/>
            <a:chExt cx="2494" cy="388"/>
          </a:xfrm>
        </p:grpSpPr>
        <p:sp>
          <p:nvSpPr>
            <p:cNvPr id="84997" name="Text Box 5"/>
            <p:cNvSpPr txBox="1">
              <a:spLocks noChangeArrowheads="1"/>
            </p:cNvSpPr>
            <p:nvPr/>
          </p:nvSpPr>
          <p:spPr bwMode="auto">
            <a:xfrm>
              <a:off x="528" y="1776"/>
              <a:ext cx="2433" cy="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400" smtClean="0">
                  <a:solidFill>
                    <a:srgbClr val="C00000"/>
                  </a:solidFill>
                  <a:latin typeface="Arial" charset="0"/>
                </a:rPr>
                <a:t>解</a:t>
              </a:r>
              <a:r>
                <a:rPr lang="en-US" altLang="zh-CN" sz="2400" smtClean="0">
                  <a:solidFill>
                    <a:srgbClr val="C00000"/>
                  </a:solidFill>
                  <a:latin typeface="Arial" charset="0"/>
                </a:rPr>
                <a:t>:</a:t>
              </a:r>
              <a:r>
                <a:rPr lang="zh-CN" altLang="en-US" sz="2400" smtClean="0">
                  <a:solidFill>
                    <a:srgbClr val="CC0000"/>
                  </a:solidFill>
                  <a:latin typeface="Arial" charset="0"/>
                </a:rPr>
                <a:t> </a:t>
              </a:r>
              <a:r>
                <a:rPr lang="zh-CN" altLang="en-US" sz="2400">
                  <a:latin typeface="Arial" charset="0"/>
                </a:rPr>
                <a:t>取一段电流元</a:t>
              </a:r>
            </a:p>
          </p:txBody>
        </p:sp>
        <p:graphicFrame>
          <p:nvGraphicFramePr>
            <p:cNvPr id="84998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5662118"/>
                </p:ext>
              </p:extLst>
            </p:nvPr>
          </p:nvGraphicFramePr>
          <p:xfrm>
            <a:off x="2577" y="1776"/>
            <a:ext cx="445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60" name="Equation" r:id="rId7" imgW="393480" imgH="291960" progId="Equation.3">
                    <p:embed/>
                  </p:oleObj>
                </mc:Choice>
                <mc:Fallback>
                  <p:oleObj name="Equation" r:id="rId7" imgW="393480" imgH="29196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7" y="1776"/>
                          <a:ext cx="445" cy="330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5102" name="Group 110"/>
          <p:cNvGrpSpPr>
            <a:grpSpLocks/>
          </p:cNvGrpSpPr>
          <p:nvPr/>
        </p:nvGrpSpPr>
        <p:grpSpPr bwMode="auto">
          <a:xfrm>
            <a:off x="858103" y="628652"/>
            <a:ext cx="3994547" cy="1421606"/>
            <a:chOff x="384" y="528"/>
            <a:chExt cx="3355" cy="1194"/>
          </a:xfrm>
        </p:grpSpPr>
        <p:sp>
          <p:nvSpPr>
            <p:cNvPr id="84999" name="Text Box 7"/>
            <p:cNvSpPr txBox="1">
              <a:spLocks noChangeArrowheads="1"/>
            </p:cNvSpPr>
            <p:nvPr/>
          </p:nvSpPr>
          <p:spPr bwMode="auto">
            <a:xfrm>
              <a:off x="384" y="528"/>
              <a:ext cx="3355" cy="1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</a:pPr>
              <a:r>
                <a:rPr lang="zh-CN" altLang="en-US" sz="2400">
                  <a:solidFill>
                    <a:srgbClr val="C00000"/>
                  </a:solidFill>
                </a:rPr>
                <a:t>例 </a:t>
              </a:r>
              <a:r>
                <a:rPr lang="en-US" altLang="zh-CN" sz="2400">
                  <a:solidFill>
                    <a:srgbClr val="C00000"/>
                  </a:solidFill>
                </a:rPr>
                <a:t>2    </a:t>
              </a:r>
              <a:r>
                <a:rPr lang="zh-CN" altLang="en-US" sz="2400"/>
                <a:t>求如图不规则的平面载流导线在均匀磁场中所受的力，已知    和    </a:t>
              </a:r>
              <a:r>
                <a:rPr lang="en-US" altLang="zh-CN" sz="2400"/>
                <a:t>.</a:t>
              </a:r>
            </a:p>
          </p:txBody>
        </p:sp>
        <p:graphicFrame>
          <p:nvGraphicFramePr>
            <p:cNvPr id="85000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8964805"/>
                </p:ext>
              </p:extLst>
            </p:nvPr>
          </p:nvGraphicFramePr>
          <p:xfrm>
            <a:off x="1785" y="1332"/>
            <a:ext cx="218" cy="2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61" name="Equation" r:id="rId9" imgW="215619" imgH="266353" progId="Equation.3">
                    <p:embed/>
                  </p:oleObj>
                </mc:Choice>
                <mc:Fallback>
                  <p:oleObj name="Equation" r:id="rId9" imgW="215619" imgH="266353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5" y="1332"/>
                          <a:ext cx="218" cy="27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01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4577029"/>
                </p:ext>
              </p:extLst>
            </p:nvPr>
          </p:nvGraphicFramePr>
          <p:xfrm>
            <a:off x="2265" y="1380"/>
            <a:ext cx="384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62" name="Equation" r:id="rId11" imgW="164880" imgH="228600" progId="Equation.3">
                    <p:embed/>
                  </p:oleObj>
                </mc:Choice>
                <mc:Fallback>
                  <p:oleObj name="Equation" r:id="rId11" imgW="164880" imgH="22860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5" y="1380"/>
                          <a:ext cx="384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85091" name="Objec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647123"/>
              </p:ext>
            </p:extLst>
          </p:nvPr>
        </p:nvGraphicFramePr>
        <p:xfrm>
          <a:off x="1139712" y="4178102"/>
          <a:ext cx="4081463" cy="4786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4763" name="Equation" r:id="rId13" imgW="2171520" imgH="241200" progId="Equation.DSMT4">
                  <p:embed/>
                </p:oleObj>
              </mc:Choice>
              <mc:Fallback>
                <p:oleObj name="Equation" r:id="rId13" imgW="2171520" imgH="241200" progId="Equation.DSMT4">
                  <p:embed/>
                  <p:pic>
                    <p:nvPicPr>
                      <p:cNvPr id="0" name="Picture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9712" y="4178102"/>
                        <a:ext cx="4081463" cy="4786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5103" name="Group 111"/>
          <p:cNvGrpSpPr>
            <a:grpSpLocks/>
          </p:cNvGrpSpPr>
          <p:nvPr/>
        </p:nvGrpSpPr>
        <p:grpSpPr bwMode="auto">
          <a:xfrm>
            <a:off x="5344242" y="783433"/>
            <a:ext cx="2572940" cy="2093119"/>
            <a:chOff x="3311" y="690"/>
            <a:chExt cx="2161" cy="1758"/>
          </a:xfrm>
        </p:grpSpPr>
        <p:sp>
          <p:nvSpPr>
            <p:cNvPr id="85004" name="Line 12"/>
            <p:cNvSpPr>
              <a:spLocks noChangeShapeType="1"/>
            </p:cNvSpPr>
            <p:nvPr/>
          </p:nvSpPr>
          <p:spPr bwMode="auto">
            <a:xfrm>
              <a:off x="3496" y="1968"/>
              <a:ext cx="17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5005" name="Line 13"/>
            <p:cNvSpPr>
              <a:spLocks noChangeShapeType="1"/>
            </p:cNvSpPr>
            <p:nvPr/>
          </p:nvSpPr>
          <p:spPr bwMode="auto">
            <a:xfrm flipV="1">
              <a:off x="3499" y="946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5006" name="Text Box 14"/>
            <p:cNvSpPr txBox="1">
              <a:spLocks noChangeArrowheads="1"/>
            </p:cNvSpPr>
            <p:nvPr/>
          </p:nvSpPr>
          <p:spPr bwMode="auto">
            <a:xfrm>
              <a:off x="4999" y="1689"/>
              <a:ext cx="473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100" b="0" i="1"/>
                <a:t>P</a:t>
              </a:r>
            </a:p>
          </p:txBody>
        </p:sp>
        <p:graphicFrame>
          <p:nvGraphicFramePr>
            <p:cNvPr id="85007" name="Object 15"/>
            <p:cNvGraphicFramePr>
              <a:graphicFrameLocks noChangeAspect="1"/>
            </p:cNvGraphicFramePr>
            <p:nvPr/>
          </p:nvGraphicFramePr>
          <p:xfrm>
            <a:off x="5093" y="1978"/>
            <a:ext cx="23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64" name="公式" r:id="rId15" imgW="177480" imgH="190440" progId="Equation.3">
                    <p:embed/>
                  </p:oleObj>
                </mc:Choice>
                <mc:Fallback>
                  <p:oleObj name="公式" r:id="rId15" imgW="177480" imgH="190440" progId="Equation.3">
                    <p:embed/>
                    <p:pic>
                      <p:nvPicPr>
                        <p:cNvPr id="0" name="Picture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3" y="1978"/>
                          <a:ext cx="232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08" name="Object 16"/>
            <p:cNvGraphicFramePr>
              <a:graphicFrameLocks noChangeAspect="1"/>
            </p:cNvGraphicFramePr>
            <p:nvPr/>
          </p:nvGraphicFramePr>
          <p:xfrm>
            <a:off x="3311" y="759"/>
            <a:ext cx="326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65" name="公式" r:id="rId17" imgW="190440" imgH="241200" progId="Equation.3">
                    <p:embed/>
                  </p:oleObj>
                </mc:Choice>
                <mc:Fallback>
                  <p:oleObj name="公式" r:id="rId17" imgW="190440" imgH="241200" progId="Equation.3">
                    <p:embed/>
                    <p:pic>
                      <p:nvPicPr>
                        <p:cNvPr id="0" name="Picture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" y="759"/>
                          <a:ext cx="326" cy="2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09" name="Freeform 17"/>
            <p:cNvSpPr>
              <a:spLocks/>
            </p:cNvSpPr>
            <p:nvPr/>
          </p:nvSpPr>
          <p:spPr bwMode="auto">
            <a:xfrm>
              <a:off x="3499" y="1266"/>
              <a:ext cx="1500" cy="702"/>
            </a:xfrm>
            <a:custGeom>
              <a:avLst/>
              <a:gdLst/>
              <a:ahLst/>
              <a:cxnLst>
                <a:cxn ang="0">
                  <a:pos x="0" y="720"/>
                </a:cxn>
                <a:cxn ang="0">
                  <a:pos x="48" y="480"/>
                </a:cxn>
                <a:cxn ang="0">
                  <a:pos x="144" y="288"/>
                </a:cxn>
                <a:cxn ang="0">
                  <a:pos x="288" y="240"/>
                </a:cxn>
                <a:cxn ang="0">
                  <a:pos x="480" y="384"/>
                </a:cxn>
                <a:cxn ang="0">
                  <a:pos x="624" y="384"/>
                </a:cxn>
                <a:cxn ang="0">
                  <a:pos x="816" y="240"/>
                </a:cxn>
                <a:cxn ang="0">
                  <a:pos x="960" y="48"/>
                </a:cxn>
                <a:cxn ang="0">
                  <a:pos x="1200" y="48"/>
                </a:cxn>
                <a:cxn ang="0">
                  <a:pos x="1440" y="336"/>
                </a:cxn>
                <a:cxn ang="0">
                  <a:pos x="1536" y="720"/>
                </a:cxn>
              </a:cxnLst>
              <a:rect l="0" t="0" r="r" b="b"/>
              <a:pathLst>
                <a:path w="1536" h="720">
                  <a:moveTo>
                    <a:pt x="0" y="720"/>
                  </a:moveTo>
                  <a:cubicBezTo>
                    <a:pt x="12" y="636"/>
                    <a:pt x="24" y="552"/>
                    <a:pt x="48" y="480"/>
                  </a:cubicBezTo>
                  <a:cubicBezTo>
                    <a:pt x="72" y="408"/>
                    <a:pt x="104" y="328"/>
                    <a:pt x="144" y="288"/>
                  </a:cubicBezTo>
                  <a:cubicBezTo>
                    <a:pt x="184" y="248"/>
                    <a:pt x="232" y="224"/>
                    <a:pt x="288" y="240"/>
                  </a:cubicBezTo>
                  <a:cubicBezTo>
                    <a:pt x="344" y="256"/>
                    <a:pt x="424" y="360"/>
                    <a:pt x="480" y="384"/>
                  </a:cubicBezTo>
                  <a:cubicBezTo>
                    <a:pt x="536" y="408"/>
                    <a:pt x="568" y="408"/>
                    <a:pt x="624" y="384"/>
                  </a:cubicBezTo>
                  <a:cubicBezTo>
                    <a:pt x="680" y="360"/>
                    <a:pt x="760" y="296"/>
                    <a:pt x="816" y="240"/>
                  </a:cubicBezTo>
                  <a:cubicBezTo>
                    <a:pt x="872" y="184"/>
                    <a:pt x="896" y="80"/>
                    <a:pt x="960" y="48"/>
                  </a:cubicBezTo>
                  <a:cubicBezTo>
                    <a:pt x="1024" y="16"/>
                    <a:pt x="1120" y="0"/>
                    <a:pt x="1200" y="48"/>
                  </a:cubicBezTo>
                  <a:cubicBezTo>
                    <a:pt x="1280" y="96"/>
                    <a:pt x="1384" y="224"/>
                    <a:pt x="1440" y="336"/>
                  </a:cubicBezTo>
                  <a:cubicBezTo>
                    <a:pt x="1496" y="448"/>
                    <a:pt x="1520" y="656"/>
                    <a:pt x="1536" y="720"/>
                  </a:cubicBezTo>
                </a:path>
              </a:pathLst>
            </a:custGeom>
            <a:noFill/>
            <a:ln w="38100" cmpd="sng">
              <a:solidFill>
                <a:srgbClr val="6600FF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85010" name="Object 18"/>
            <p:cNvGraphicFramePr>
              <a:graphicFrameLocks noChangeAspect="1"/>
            </p:cNvGraphicFramePr>
            <p:nvPr/>
          </p:nvGraphicFramePr>
          <p:xfrm>
            <a:off x="3311" y="1968"/>
            <a:ext cx="173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66" name="Equation" r:id="rId19" imgW="164880" imgH="190440" progId="Equation.3">
                    <p:embed/>
                  </p:oleObj>
                </mc:Choice>
                <mc:Fallback>
                  <p:oleObj name="Equation" r:id="rId19" imgW="164880" imgH="190440" progId="Equation.3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" y="1968"/>
                          <a:ext cx="173" cy="2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1" name="Object 19"/>
            <p:cNvGraphicFramePr>
              <a:graphicFrameLocks noChangeAspect="1"/>
            </p:cNvGraphicFramePr>
            <p:nvPr/>
          </p:nvGraphicFramePr>
          <p:xfrm>
            <a:off x="3564" y="1584"/>
            <a:ext cx="21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67" name="Equation" r:id="rId21" imgW="126720" imgH="164880" progId="Equation.3">
                    <p:embed/>
                  </p:oleObj>
                </mc:Choice>
                <mc:Fallback>
                  <p:oleObj name="Equation" r:id="rId21" imgW="126720" imgH="164880" progId="Equation.3">
                    <p:embed/>
                    <p:pic>
                      <p:nvPicPr>
                        <p:cNvPr id="0" name="Picture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4" y="1584"/>
                          <a:ext cx="217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5012" name="Object 20"/>
            <p:cNvGraphicFramePr>
              <a:graphicFrameLocks noChangeAspect="1"/>
            </p:cNvGraphicFramePr>
            <p:nvPr/>
          </p:nvGraphicFramePr>
          <p:xfrm>
            <a:off x="4952" y="720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68" name="Equation" r:id="rId23" imgW="215619" imgH="266353" progId="Equation.3">
                    <p:embed/>
                  </p:oleObj>
                </mc:Choice>
                <mc:Fallback>
                  <p:oleObj name="Equation" r:id="rId23" imgW="215619" imgH="266353" progId="Equation.3">
                    <p:embed/>
                    <p:pic>
                      <p:nvPicPr>
                        <p:cNvPr id="0" name="Picture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2" y="720"/>
                          <a:ext cx="191" cy="24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013" name="Line 21"/>
            <p:cNvSpPr>
              <a:spLocks noChangeShapeType="1"/>
            </p:cNvSpPr>
            <p:nvPr/>
          </p:nvSpPr>
          <p:spPr bwMode="auto">
            <a:xfrm flipV="1">
              <a:off x="3612" y="1506"/>
              <a:ext cx="47" cy="96"/>
            </a:xfrm>
            <a:prstGeom prst="line">
              <a:avLst/>
            </a:prstGeom>
            <a:noFill/>
            <a:ln w="57150">
              <a:solidFill>
                <a:srgbClr val="9933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85015" name="Line 23"/>
            <p:cNvSpPr>
              <a:spLocks noChangeShapeType="1"/>
            </p:cNvSpPr>
            <p:nvPr/>
          </p:nvSpPr>
          <p:spPr bwMode="auto">
            <a:xfrm flipH="1">
              <a:off x="5279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16" name="Line 24"/>
            <p:cNvSpPr>
              <a:spLocks noChangeShapeType="1"/>
            </p:cNvSpPr>
            <p:nvPr/>
          </p:nvSpPr>
          <p:spPr bwMode="auto">
            <a:xfrm>
              <a:off x="5279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17" name="Line 25"/>
            <p:cNvSpPr>
              <a:spLocks noChangeShapeType="1"/>
            </p:cNvSpPr>
            <p:nvPr/>
          </p:nvSpPr>
          <p:spPr bwMode="auto">
            <a:xfrm flipH="1">
              <a:off x="5279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18" name="Line 26"/>
            <p:cNvSpPr>
              <a:spLocks noChangeShapeType="1"/>
            </p:cNvSpPr>
            <p:nvPr/>
          </p:nvSpPr>
          <p:spPr bwMode="auto">
            <a:xfrm>
              <a:off x="5279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19" name="Line 27"/>
            <p:cNvSpPr>
              <a:spLocks noChangeShapeType="1"/>
            </p:cNvSpPr>
            <p:nvPr/>
          </p:nvSpPr>
          <p:spPr bwMode="auto">
            <a:xfrm flipH="1">
              <a:off x="5279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20" name="Line 28"/>
            <p:cNvSpPr>
              <a:spLocks noChangeShapeType="1"/>
            </p:cNvSpPr>
            <p:nvPr/>
          </p:nvSpPr>
          <p:spPr bwMode="auto">
            <a:xfrm>
              <a:off x="5279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21" name="Line 29"/>
            <p:cNvSpPr>
              <a:spLocks noChangeShapeType="1"/>
            </p:cNvSpPr>
            <p:nvPr/>
          </p:nvSpPr>
          <p:spPr bwMode="auto">
            <a:xfrm flipH="1">
              <a:off x="3452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22" name="Line 30"/>
            <p:cNvSpPr>
              <a:spLocks noChangeShapeType="1"/>
            </p:cNvSpPr>
            <p:nvPr/>
          </p:nvSpPr>
          <p:spPr bwMode="auto">
            <a:xfrm>
              <a:off x="3452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23" name="Line 31"/>
            <p:cNvSpPr>
              <a:spLocks noChangeShapeType="1"/>
            </p:cNvSpPr>
            <p:nvPr/>
          </p:nvSpPr>
          <p:spPr bwMode="auto">
            <a:xfrm flipH="1">
              <a:off x="3798" y="69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24" name="Line 32"/>
            <p:cNvSpPr>
              <a:spLocks noChangeShapeType="1"/>
            </p:cNvSpPr>
            <p:nvPr/>
          </p:nvSpPr>
          <p:spPr bwMode="auto">
            <a:xfrm>
              <a:off x="3798" y="69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25" name="Line 33"/>
            <p:cNvSpPr>
              <a:spLocks noChangeShapeType="1"/>
            </p:cNvSpPr>
            <p:nvPr/>
          </p:nvSpPr>
          <p:spPr bwMode="auto">
            <a:xfrm flipH="1">
              <a:off x="4143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26" name="Line 34"/>
            <p:cNvSpPr>
              <a:spLocks noChangeShapeType="1"/>
            </p:cNvSpPr>
            <p:nvPr/>
          </p:nvSpPr>
          <p:spPr bwMode="auto">
            <a:xfrm>
              <a:off x="4143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27" name="Line 35"/>
            <p:cNvSpPr>
              <a:spLocks noChangeShapeType="1"/>
            </p:cNvSpPr>
            <p:nvPr/>
          </p:nvSpPr>
          <p:spPr bwMode="auto">
            <a:xfrm flipH="1">
              <a:off x="3452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28" name="Line 36"/>
            <p:cNvSpPr>
              <a:spLocks noChangeShapeType="1"/>
            </p:cNvSpPr>
            <p:nvPr/>
          </p:nvSpPr>
          <p:spPr bwMode="auto">
            <a:xfrm>
              <a:off x="3452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29" name="Line 37"/>
            <p:cNvSpPr>
              <a:spLocks noChangeShapeType="1"/>
            </p:cNvSpPr>
            <p:nvPr/>
          </p:nvSpPr>
          <p:spPr bwMode="auto">
            <a:xfrm flipH="1">
              <a:off x="3798" y="998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30" name="Line 38"/>
            <p:cNvSpPr>
              <a:spLocks noChangeShapeType="1"/>
            </p:cNvSpPr>
            <p:nvPr/>
          </p:nvSpPr>
          <p:spPr bwMode="auto">
            <a:xfrm>
              <a:off x="3798" y="998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31" name="Line 39"/>
            <p:cNvSpPr>
              <a:spLocks noChangeShapeType="1"/>
            </p:cNvSpPr>
            <p:nvPr/>
          </p:nvSpPr>
          <p:spPr bwMode="auto">
            <a:xfrm flipH="1">
              <a:off x="4143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32" name="Line 40"/>
            <p:cNvSpPr>
              <a:spLocks noChangeShapeType="1"/>
            </p:cNvSpPr>
            <p:nvPr/>
          </p:nvSpPr>
          <p:spPr bwMode="auto">
            <a:xfrm>
              <a:off x="4143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33" name="Line 41"/>
            <p:cNvSpPr>
              <a:spLocks noChangeShapeType="1"/>
            </p:cNvSpPr>
            <p:nvPr/>
          </p:nvSpPr>
          <p:spPr bwMode="auto">
            <a:xfrm flipH="1">
              <a:off x="3452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34" name="Line 42"/>
            <p:cNvSpPr>
              <a:spLocks noChangeShapeType="1"/>
            </p:cNvSpPr>
            <p:nvPr/>
          </p:nvSpPr>
          <p:spPr bwMode="auto">
            <a:xfrm>
              <a:off x="3452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35" name="Line 43"/>
            <p:cNvSpPr>
              <a:spLocks noChangeShapeType="1"/>
            </p:cNvSpPr>
            <p:nvPr/>
          </p:nvSpPr>
          <p:spPr bwMode="auto">
            <a:xfrm flipH="1">
              <a:off x="3798" y="1305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36" name="Line 44"/>
            <p:cNvSpPr>
              <a:spLocks noChangeShapeType="1"/>
            </p:cNvSpPr>
            <p:nvPr/>
          </p:nvSpPr>
          <p:spPr bwMode="auto">
            <a:xfrm>
              <a:off x="3798" y="1305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37" name="Line 45"/>
            <p:cNvSpPr>
              <a:spLocks noChangeShapeType="1"/>
            </p:cNvSpPr>
            <p:nvPr/>
          </p:nvSpPr>
          <p:spPr bwMode="auto">
            <a:xfrm flipH="1">
              <a:off x="4143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38" name="Line 46"/>
            <p:cNvSpPr>
              <a:spLocks noChangeShapeType="1"/>
            </p:cNvSpPr>
            <p:nvPr/>
          </p:nvSpPr>
          <p:spPr bwMode="auto">
            <a:xfrm>
              <a:off x="4143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39" name="Line 47"/>
            <p:cNvSpPr>
              <a:spLocks noChangeShapeType="1"/>
            </p:cNvSpPr>
            <p:nvPr/>
          </p:nvSpPr>
          <p:spPr bwMode="auto">
            <a:xfrm flipH="1">
              <a:off x="3452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40" name="Line 48"/>
            <p:cNvSpPr>
              <a:spLocks noChangeShapeType="1"/>
            </p:cNvSpPr>
            <p:nvPr/>
          </p:nvSpPr>
          <p:spPr bwMode="auto">
            <a:xfrm>
              <a:off x="3452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41" name="Line 49"/>
            <p:cNvSpPr>
              <a:spLocks noChangeShapeType="1"/>
            </p:cNvSpPr>
            <p:nvPr/>
          </p:nvSpPr>
          <p:spPr bwMode="auto">
            <a:xfrm flipH="1">
              <a:off x="3798" y="1657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42" name="Line 50"/>
            <p:cNvSpPr>
              <a:spLocks noChangeShapeType="1"/>
            </p:cNvSpPr>
            <p:nvPr/>
          </p:nvSpPr>
          <p:spPr bwMode="auto">
            <a:xfrm>
              <a:off x="3798" y="1657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43" name="Line 51"/>
            <p:cNvSpPr>
              <a:spLocks noChangeShapeType="1"/>
            </p:cNvSpPr>
            <p:nvPr/>
          </p:nvSpPr>
          <p:spPr bwMode="auto">
            <a:xfrm flipH="1">
              <a:off x="4143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44" name="Line 52"/>
            <p:cNvSpPr>
              <a:spLocks noChangeShapeType="1"/>
            </p:cNvSpPr>
            <p:nvPr/>
          </p:nvSpPr>
          <p:spPr bwMode="auto">
            <a:xfrm>
              <a:off x="4143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45" name="Line 53"/>
            <p:cNvSpPr>
              <a:spLocks noChangeShapeType="1"/>
            </p:cNvSpPr>
            <p:nvPr/>
          </p:nvSpPr>
          <p:spPr bwMode="auto">
            <a:xfrm flipH="1">
              <a:off x="4538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46" name="Line 54"/>
            <p:cNvSpPr>
              <a:spLocks noChangeShapeType="1"/>
            </p:cNvSpPr>
            <p:nvPr/>
          </p:nvSpPr>
          <p:spPr bwMode="auto">
            <a:xfrm>
              <a:off x="4538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47" name="Line 55"/>
            <p:cNvSpPr>
              <a:spLocks noChangeShapeType="1"/>
            </p:cNvSpPr>
            <p:nvPr/>
          </p:nvSpPr>
          <p:spPr bwMode="auto">
            <a:xfrm flipH="1">
              <a:off x="4934" y="69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48" name="Line 56"/>
            <p:cNvSpPr>
              <a:spLocks noChangeShapeType="1"/>
            </p:cNvSpPr>
            <p:nvPr/>
          </p:nvSpPr>
          <p:spPr bwMode="auto">
            <a:xfrm>
              <a:off x="4934" y="69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49" name="Line 57"/>
            <p:cNvSpPr>
              <a:spLocks noChangeShapeType="1"/>
            </p:cNvSpPr>
            <p:nvPr/>
          </p:nvSpPr>
          <p:spPr bwMode="auto">
            <a:xfrm flipH="1">
              <a:off x="4538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50" name="Line 58"/>
            <p:cNvSpPr>
              <a:spLocks noChangeShapeType="1"/>
            </p:cNvSpPr>
            <p:nvPr/>
          </p:nvSpPr>
          <p:spPr bwMode="auto">
            <a:xfrm>
              <a:off x="4538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51" name="Line 59"/>
            <p:cNvSpPr>
              <a:spLocks noChangeShapeType="1"/>
            </p:cNvSpPr>
            <p:nvPr/>
          </p:nvSpPr>
          <p:spPr bwMode="auto">
            <a:xfrm flipH="1">
              <a:off x="4934" y="998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52" name="Line 60"/>
            <p:cNvSpPr>
              <a:spLocks noChangeShapeType="1"/>
            </p:cNvSpPr>
            <p:nvPr/>
          </p:nvSpPr>
          <p:spPr bwMode="auto">
            <a:xfrm>
              <a:off x="4934" y="998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53" name="Line 61"/>
            <p:cNvSpPr>
              <a:spLocks noChangeShapeType="1"/>
            </p:cNvSpPr>
            <p:nvPr/>
          </p:nvSpPr>
          <p:spPr bwMode="auto">
            <a:xfrm flipH="1">
              <a:off x="4538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54" name="Line 62"/>
            <p:cNvSpPr>
              <a:spLocks noChangeShapeType="1"/>
            </p:cNvSpPr>
            <p:nvPr/>
          </p:nvSpPr>
          <p:spPr bwMode="auto">
            <a:xfrm>
              <a:off x="4538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55" name="Line 63"/>
            <p:cNvSpPr>
              <a:spLocks noChangeShapeType="1"/>
            </p:cNvSpPr>
            <p:nvPr/>
          </p:nvSpPr>
          <p:spPr bwMode="auto">
            <a:xfrm flipH="1">
              <a:off x="4934" y="1305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56" name="Line 64"/>
            <p:cNvSpPr>
              <a:spLocks noChangeShapeType="1"/>
            </p:cNvSpPr>
            <p:nvPr/>
          </p:nvSpPr>
          <p:spPr bwMode="auto">
            <a:xfrm>
              <a:off x="4934" y="1305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57" name="Line 65"/>
            <p:cNvSpPr>
              <a:spLocks noChangeShapeType="1"/>
            </p:cNvSpPr>
            <p:nvPr/>
          </p:nvSpPr>
          <p:spPr bwMode="auto">
            <a:xfrm flipH="1">
              <a:off x="4538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58" name="Line 66"/>
            <p:cNvSpPr>
              <a:spLocks noChangeShapeType="1"/>
            </p:cNvSpPr>
            <p:nvPr/>
          </p:nvSpPr>
          <p:spPr bwMode="auto">
            <a:xfrm>
              <a:off x="4538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59" name="Line 67"/>
            <p:cNvSpPr>
              <a:spLocks noChangeShapeType="1"/>
            </p:cNvSpPr>
            <p:nvPr/>
          </p:nvSpPr>
          <p:spPr bwMode="auto">
            <a:xfrm flipH="1">
              <a:off x="4934" y="1657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60" name="Line 68"/>
            <p:cNvSpPr>
              <a:spLocks noChangeShapeType="1"/>
            </p:cNvSpPr>
            <p:nvPr/>
          </p:nvSpPr>
          <p:spPr bwMode="auto">
            <a:xfrm>
              <a:off x="4934" y="1657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61" name="Line 69"/>
            <p:cNvSpPr>
              <a:spLocks noChangeShapeType="1"/>
            </p:cNvSpPr>
            <p:nvPr/>
          </p:nvSpPr>
          <p:spPr bwMode="auto">
            <a:xfrm flipH="1">
              <a:off x="5279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62" name="Line 70"/>
            <p:cNvSpPr>
              <a:spLocks noChangeShapeType="1"/>
            </p:cNvSpPr>
            <p:nvPr/>
          </p:nvSpPr>
          <p:spPr bwMode="auto">
            <a:xfrm>
              <a:off x="5279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63" name="Line 71"/>
            <p:cNvSpPr>
              <a:spLocks noChangeShapeType="1"/>
            </p:cNvSpPr>
            <p:nvPr/>
          </p:nvSpPr>
          <p:spPr bwMode="auto">
            <a:xfrm flipH="1">
              <a:off x="3452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64" name="Line 72"/>
            <p:cNvSpPr>
              <a:spLocks noChangeShapeType="1"/>
            </p:cNvSpPr>
            <p:nvPr/>
          </p:nvSpPr>
          <p:spPr bwMode="auto">
            <a:xfrm>
              <a:off x="3452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65" name="Line 73"/>
            <p:cNvSpPr>
              <a:spLocks noChangeShapeType="1"/>
            </p:cNvSpPr>
            <p:nvPr/>
          </p:nvSpPr>
          <p:spPr bwMode="auto">
            <a:xfrm flipH="1">
              <a:off x="3798" y="2009"/>
              <a:ext cx="98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66" name="Line 74"/>
            <p:cNvSpPr>
              <a:spLocks noChangeShapeType="1"/>
            </p:cNvSpPr>
            <p:nvPr/>
          </p:nvSpPr>
          <p:spPr bwMode="auto">
            <a:xfrm>
              <a:off x="3798" y="2009"/>
              <a:ext cx="98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67" name="Line 75"/>
            <p:cNvSpPr>
              <a:spLocks noChangeShapeType="1"/>
            </p:cNvSpPr>
            <p:nvPr/>
          </p:nvSpPr>
          <p:spPr bwMode="auto">
            <a:xfrm flipH="1">
              <a:off x="4143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68" name="Line 76"/>
            <p:cNvSpPr>
              <a:spLocks noChangeShapeType="1"/>
            </p:cNvSpPr>
            <p:nvPr/>
          </p:nvSpPr>
          <p:spPr bwMode="auto">
            <a:xfrm>
              <a:off x="4143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69" name="Line 77"/>
            <p:cNvSpPr>
              <a:spLocks noChangeShapeType="1"/>
            </p:cNvSpPr>
            <p:nvPr/>
          </p:nvSpPr>
          <p:spPr bwMode="auto">
            <a:xfrm flipH="1">
              <a:off x="4538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70" name="Line 78"/>
            <p:cNvSpPr>
              <a:spLocks noChangeShapeType="1"/>
            </p:cNvSpPr>
            <p:nvPr/>
          </p:nvSpPr>
          <p:spPr bwMode="auto">
            <a:xfrm>
              <a:off x="4538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71" name="Line 79"/>
            <p:cNvSpPr>
              <a:spLocks noChangeShapeType="1"/>
            </p:cNvSpPr>
            <p:nvPr/>
          </p:nvSpPr>
          <p:spPr bwMode="auto">
            <a:xfrm flipH="1">
              <a:off x="4934" y="2009"/>
              <a:ext cx="98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72" name="Line 80"/>
            <p:cNvSpPr>
              <a:spLocks noChangeShapeType="1"/>
            </p:cNvSpPr>
            <p:nvPr/>
          </p:nvSpPr>
          <p:spPr bwMode="auto">
            <a:xfrm>
              <a:off x="4934" y="2009"/>
              <a:ext cx="98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73" name="Line 81"/>
            <p:cNvSpPr>
              <a:spLocks noChangeShapeType="1"/>
            </p:cNvSpPr>
            <p:nvPr/>
          </p:nvSpPr>
          <p:spPr bwMode="auto">
            <a:xfrm flipH="1">
              <a:off x="5279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74" name="Line 82"/>
            <p:cNvSpPr>
              <a:spLocks noChangeShapeType="1"/>
            </p:cNvSpPr>
            <p:nvPr/>
          </p:nvSpPr>
          <p:spPr bwMode="auto">
            <a:xfrm>
              <a:off x="5279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75" name="Line 83"/>
            <p:cNvSpPr>
              <a:spLocks noChangeShapeType="1"/>
            </p:cNvSpPr>
            <p:nvPr/>
          </p:nvSpPr>
          <p:spPr bwMode="auto">
            <a:xfrm flipH="1">
              <a:off x="3452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76" name="Line 84"/>
            <p:cNvSpPr>
              <a:spLocks noChangeShapeType="1"/>
            </p:cNvSpPr>
            <p:nvPr/>
          </p:nvSpPr>
          <p:spPr bwMode="auto">
            <a:xfrm>
              <a:off x="3452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77" name="Line 85"/>
            <p:cNvSpPr>
              <a:spLocks noChangeShapeType="1"/>
            </p:cNvSpPr>
            <p:nvPr/>
          </p:nvSpPr>
          <p:spPr bwMode="auto">
            <a:xfrm flipH="1">
              <a:off x="3798" y="236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78" name="Line 86"/>
            <p:cNvSpPr>
              <a:spLocks noChangeShapeType="1"/>
            </p:cNvSpPr>
            <p:nvPr/>
          </p:nvSpPr>
          <p:spPr bwMode="auto">
            <a:xfrm>
              <a:off x="3798" y="236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79" name="Line 87"/>
            <p:cNvSpPr>
              <a:spLocks noChangeShapeType="1"/>
            </p:cNvSpPr>
            <p:nvPr/>
          </p:nvSpPr>
          <p:spPr bwMode="auto">
            <a:xfrm flipH="1">
              <a:off x="4143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80" name="Line 88"/>
            <p:cNvSpPr>
              <a:spLocks noChangeShapeType="1"/>
            </p:cNvSpPr>
            <p:nvPr/>
          </p:nvSpPr>
          <p:spPr bwMode="auto">
            <a:xfrm>
              <a:off x="4143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81" name="Line 89"/>
            <p:cNvSpPr>
              <a:spLocks noChangeShapeType="1"/>
            </p:cNvSpPr>
            <p:nvPr/>
          </p:nvSpPr>
          <p:spPr bwMode="auto">
            <a:xfrm flipH="1">
              <a:off x="4538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82" name="Line 90"/>
            <p:cNvSpPr>
              <a:spLocks noChangeShapeType="1"/>
            </p:cNvSpPr>
            <p:nvPr/>
          </p:nvSpPr>
          <p:spPr bwMode="auto">
            <a:xfrm>
              <a:off x="4538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83" name="Line 91"/>
            <p:cNvSpPr>
              <a:spLocks noChangeShapeType="1"/>
            </p:cNvSpPr>
            <p:nvPr/>
          </p:nvSpPr>
          <p:spPr bwMode="auto">
            <a:xfrm flipH="1">
              <a:off x="4934" y="236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84" name="Line 92"/>
            <p:cNvSpPr>
              <a:spLocks noChangeShapeType="1"/>
            </p:cNvSpPr>
            <p:nvPr/>
          </p:nvSpPr>
          <p:spPr bwMode="auto">
            <a:xfrm>
              <a:off x="4934" y="236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85" name="Line 93"/>
            <p:cNvSpPr>
              <a:spLocks noChangeShapeType="1"/>
            </p:cNvSpPr>
            <p:nvPr/>
          </p:nvSpPr>
          <p:spPr bwMode="auto">
            <a:xfrm flipH="1">
              <a:off x="5279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86" name="Line 94"/>
            <p:cNvSpPr>
              <a:spLocks noChangeShapeType="1"/>
            </p:cNvSpPr>
            <p:nvPr/>
          </p:nvSpPr>
          <p:spPr bwMode="auto">
            <a:xfrm>
              <a:off x="5279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87" name="Line 95"/>
            <p:cNvSpPr>
              <a:spLocks noChangeShapeType="1"/>
            </p:cNvSpPr>
            <p:nvPr/>
          </p:nvSpPr>
          <p:spPr bwMode="auto">
            <a:xfrm>
              <a:off x="3499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88" name="Line 96"/>
            <p:cNvSpPr>
              <a:spLocks noChangeShapeType="1"/>
            </p:cNvSpPr>
            <p:nvPr/>
          </p:nvSpPr>
          <p:spPr bwMode="auto">
            <a:xfrm>
              <a:off x="5002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89" name="Line 97"/>
            <p:cNvSpPr>
              <a:spLocks noChangeShapeType="1"/>
            </p:cNvSpPr>
            <p:nvPr/>
          </p:nvSpPr>
          <p:spPr bwMode="auto">
            <a:xfrm>
              <a:off x="3499" y="2112"/>
              <a:ext cx="15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85090" name="Text Box 98"/>
            <p:cNvSpPr txBox="1">
              <a:spLocks noChangeArrowheads="1"/>
            </p:cNvSpPr>
            <p:nvPr/>
          </p:nvSpPr>
          <p:spPr bwMode="auto">
            <a:xfrm>
              <a:off x="4100" y="2060"/>
              <a:ext cx="43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100" b="0" i="1">
                  <a:solidFill>
                    <a:srgbClr val="1C1C1C"/>
                  </a:solidFill>
                </a:rPr>
                <a:t>L</a:t>
              </a:r>
            </a:p>
          </p:txBody>
        </p:sp>
        <p:grpSp>
          <p:nvGrpSpPr>
            <p:cNvPr id="85092" name="Group 100"/>
            <p:cNvGrpSpPr>
              <a:grpSpLocks/>
            </p:cNvGrpSpPr>
            <p:nvPr/>
          </p:nvGrpSpPr>
          <p:grpSpPr bwMode="auto">
            <a:xfrm>
              <a:off x="3600" y="1056"/>
              <a:ext cx="644" cy="480"/>
              <a:chOff x="3504" y="1056"/>
              <a:chExt cx="644" cy="480"/>
            </a:xfrm>
          </p:grpSpPr>
          <p:sp>
            <p:nvSpPr>
              <p:cNvPr id="85093" name="Line 101"/>
              <p:cNvSpPr>
                <a:spLocks noChangeShapeType="1"/>
              </p:cNvSpPr>
              <p:nvPr/>
            </p:nvSpPr>
            <p:spPr bwMode="auto">
              <a:xfrm>
                <a:off x="4128" y="1056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grpSp>
            <p:nvGrpSpPr>
              <p:cNvPr id="85094" name="Group 102"/>
              <p:cNvGrpSpPr>
                <a:grpSpLocks/>
              </p:cNvGrpSpPr>
              <p:nvPr/>
            </p:nvGrpSpPr>
            <p:grpSpPr bwMode="auto">
              <a:xfrm>
                <a:off x="3504" y="1056"/>
                <a:ext cx="644" cy="480"/>
                <a:chOff x="3504" y="1056"/>
                <a:chExt cx="644" cy="480"/>
              </a:xfrm>
            </p:grpSpPr>
            <p:graphicFrame>
              <p:nvGraphicFramePr>
                <p:cNvPr id="85095" name="Object 103"/>
                <p:cNvGraphicFramePr>
                  <a:graphicFrameLocks noChangeAspect="1"/>
                </p:cNvGraphicFramePr>
                <p:nvPr/>
              </p:nvGraphicFramePr>
              <p:xfrm>
                <a:off x="3504" y="1056"/>
                <a:ext cx="285" cy="26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4769" name="Equation" r:id="rId24" imgW="342720" imgH="279360" progId="Equation.3">
                        <p:embed/>
                      </p:oleObj>
                    </mc:Choice>
                    <mc:Fallback>
                      <p:oleObj name="Equation" r:id="rId24" imgW="342720" imgH="279360" progId="Equation.3">
                        <p:embed/>
                        <p:pic>
                          <p:nvPicPr>
                            <p:cNvPr id="0" name="Picture 10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04" y="1056"/>
                              <a:ext cx="285" cy="26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85096" name="Object 10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829708255"/>
                    </p:ext>
                  </p:extLst>
                </p:nvPr>
              </p:nvGraphicFramePr>
              <p:xfrm>
                <a:off x="3919" y="1137"/>
                <a:ext cx="191" cy="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14770" name="Equation" r:id="rId26" imgW="139680" imgH="177480" progId="Equation.DSMT4">
                        <p:embed/>
                      </p:oleObj>
                    </mc:Choice>
                    <mc:Fallback>
                      <p:oleObj name="Equation" r:id="rId26" imgW="139680" imgH="177480" progId="Equation.DSMT4">
                        <p:embed/>
                        <p:pic>
                          <p:nvPicPr>
                            <p:cNvPr id="0" name="Picture 10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19" y="1137"/>
                              <a:ext cx="191" cy="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85097" name="Arc 105"/>
                <p:cNvSpPr>
                  <a:spLocks/>
                </p:cNvSpPr>
                <p:nvPr/>
              </p:nvSpPr>
              <p:spPr bwMode="auto">
                <a:xfrm flipH="1">
                  <a:off x="4032" y="1344"/>
                  <a:ext cx="101" cy="96"/>
                </a:xfrm>
                <a:custGeom>
                  <a:avLst/>
                  <a:gdLst>
                    <a:gd name="G0" fmla="+- 11981 0 0"/>
                    <a:gd name="G1" fmla="+- 21600 0 0"/>
                    <a:gd name="G2" fmla="+- 21600 0 0"/>
                    <a:gd name="T0" fmla="*/ 0 w 33581"/>
                    <a:gd name="T1" fmla="*/ 3627 h 21600"/>
                    <a:gd name="T2" fmla="*/ 33581 w 33581"/>
                    <a:gd name="T3" fmla="*/ 21600 h 21600"/>
                    <a:gd name="T4" fmla="*/ 11981 w 3358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581" h="21600" fill="none" extrusionOk="0">
                      <a:moveTo>
                        <a:pt x="0" y="3627"/>
                      </a:moveTo>
                      <a:cubicBezTo>
                        <a:pt x="3548" y="1262"/>
                        <a:pt x="7716" y="-1"/>
                        <a:pt x="11981" y="0"/>
                      </a:cubicBezTo>
                      <a:cubicBezTo>
                        <a:pt x="23910" y="0"/>
                        <a:pt x="33581" y="9670"/>
                        <a:pt x="33581" y="21600"/>
                      </a:cubicBezTo>
                    </a:path>
                    <a:path w="33581" h="21600" stroke="0" extrusionOk="0">
                      <a:moveTo>
                        <a:pt x="0" y="3627"/>
                      </a:moveTo>
                      <a:cubicBezTo>
                        <a:pt x="3548" y="1262"/>
                        <a:pt x="7716" y="-1"/>
                        <a:pt x="11981" y="0"/>
                      </a:cubicBezTo>
                      <a:cubicBezTo>
                        <a:pt x="23910" y="0"/>
                        <a:pt x="33581" y="9670"/>
                        <a:pt x="33581" y="21600"/>
                      </a:cubicBezTo>
                      <a:lnTo>
                        <a:pt x="11981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  <p:sp>
              <p:nvSpPr>
                <p:cNvPr id="85098" name="Line 106"/>
                <p:cNvSpPr>
                  <a:spLocks noChangeShapeType="1"/>
                </p:cNvSpPr>
                <p:nvPr/>
              </p:nvSpPr>
              <p:spPr bwMode="auto">
                <a:xfrm flipH="1" flipV="1">
                  <a:off x="3758" y="1121"/>
                  <a:ext cx="390" cy="415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</p:grpSp>
        </p:grpSp>
        <p:grpSp>
          <p:nvGrpSpPr>
            <p:cNvPr id="85099" name="Group 107"/>
            <p:cNvGrpSpPr>
              <a:grpSpLocks/>
            </p:cNvGrpSpPr>
            <p:nvPr/>
          </p:nvGrpSpPr>
          <p:grpSpPr bwMode="auto">
            <a:xfrm>
              <a:off x="4243" y="1376"/>
              <a:ext cx="409" cy="339"/>
              <a:chOff x="4142" y="1376"/>
              <a:chExt cx="418" cy="339"/>
            </a:xfrm>
          </p:grpSpPr>
          <p:graphicFrame>
            <p:nvGraphicFramePr>
              <p:cNvPr id="85100" name="Object 108"/>
              <p:cNvGraphicFramePr>
                <a:graphicFrameLocks noChangeAspect="1"/>
              </p:cNvGraphicFramePr>
              <p:nvPr/>
            </p:nvGraphicFramePr>
            <p:xfrm>
              <a:off x="4176" y="1430"/>
              <a:ext cx="384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4771" name="Equation" r:id="rId28" imgW="393480" imgH="291960" progId="Equation.3">
                      <p:embed/>
                    </p:oleObj>
                  </mc:Choice>
                  <mc:Fallback>
                    <p:oleObj name="Equation" r:id="rId28" imgW="393480" imgH="291960" progId="Equation.3">
                      <p:embed/>
                      <p:pic>
                        <p:nvPicPr>
                          <p:cNvPr id="0" name="Picture 10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1430"/>
                            <a:ext cx="384" cy="28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5101" name="AutoShape 109"/>
              <p:cNvSpPr>
                <a:spLocks noChangeArrowheads="1"/>
              </p:cNvSpPr>
              <p:nvPr/>
            </p:nvSpPr>
            <p:spPr bwMode="auto">
              <a:xfrm rot="2630226">
                <a:off x="4142" y="1376"/>
                <a:ext cx="96" cy="240"/>
              </a:xfrm>
              <a:prstGeom prst="upArrow">
                <a:avLst>
                  <a:gd name="adj1" fmla="val 50000"/>
                  <a:gd name="adj2" fmla="val 128912"/>
                </a:avLst>
              </a:prstGeom>
              <a:solidFill>
                <a:srgbClr val="F8ECFE"/>
              </a:solidFill>
              <a:ln w="38100">
                <a:solidFill>
                  <a:srgbClr val="9933FF"/>
                </a:solidFill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CN" altLang="en-US" sz="2100"/>
              </a:p>
            </p:txBody>
          </p:sp>
        </p:grpSp>
      </p:grpSp>
      <p:grpSp>
        <p:nvGrpSpPr>
          <p:cNvPr id="3" name="组合 2"/>
          <p:cNvGrpSpPr/>
          <p:nvPr/>
        </p:nvGrpSpPr>
        <p:grpSpPr>
          <a:xfrm>
            <a:off x="6722981" y="3188758"/>
            <a:ext cx="1340648" cy="1522387"/>
            <a:chOff x="7262808" y="4605901"/>
            <a:chExt cx="1787530" cy="2029849"/>
          </a:xfrm>
        </p:grpSpPr>
        <p:grpSp>
          <p:nvGrpSpPr>
            <p:cNvPr id="2" name="组合 1"/>
            <p:cNvGrpSpPr/>
            <p:nvPr/>
          </p:nvGrpSpPr>
          <p:grpSpPr>
            <a:xfrm>
              <a:off x="7262808" y="4605901"/>
              <a:ext cx="1423373" cy="1910921"/>
              <a:chOff x="7476173" y="4679052"/>
              <a:chExt cx="640281" cy="859596"/>
            </a:xfrm>
          </p:grpSpPr>
          <p:sp>
            <p:nvSpPr>
              <p:cNvPr id="112" name="AutoShape 109"/>
              <p:cNvSpPr>
                <a:spLocks noChangeArrowheads="1"/>
              </p:cNvSpPr>
              <p:nvPr/>
            </p:nvSpPr>
            <p:spPr bwMode="auto">
              <a:xfrm rot="2630226">
                <a:off x="7759938" y="4679052"/>
                <a:ext cx="81420" cy="859596"/>
              </a:xfrm>
              <a:prstGeom prst="upArrow">
                <a:avLst>
                  <a:gd name="adj1" fmla="val 50000"/>
                  <a:gd name="adj2" fmla="val 128912"/>
                </a:avLst>
              </a:prstGeom>
              <a:solidFill>
                <a:srgbClr val="F8ECFE"/>
              </a:solidFill>
              <a:ln w="38100">
                <a:solidFill>
                  <a:srgbClr val="9933FF"/>
                </a:solidFill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CN" altLang="en-US" sz="2100"/>
              </a:p>
            </p:txBody>
          </p:sp>
          <p:sp>
            <p:nvSpPr>
              <p:cNvPr id="113" name="Line 101"/>
              <p:cNvSpPr>
                <a:spLocks noChangeShapeType="1"/>
              </p:cNvSpPr>
              <p:nvPr/>
            </p:nvSpPr>
            <p:spPr bwMode="auto">
              <a:xfrm>
                <a:off x="7476173" y="5414907"/>
                <a:ext cx="608965" cy="1282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sp>
            <p:nvSpPr>
              <p:cNvPr id="114" name="Line 101"/>
              <p:cNvSpPr>
                <a:spLocks noChangeShapeType="1"/>
              </p:cNvSpPr>
              <p:nvPr/>
            </p:nvSpPr>
            <p:spPr bwMode="auto">
              <a:xfrm rot="5400000">
                <a:off x="7777643" y="5095466"/>
                <a:ext cx="663641" cy="1398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</p:grpSp>
        <p:graphicFrame>
          <p:nvGraphicFramePr>
            <p:cNvPr id="116" name="Object 10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7676025"/>
                </p:ext>
              </p:extLst>
            </p:nvPr>
          </p:nvGraphicFramePr>
          <p:xfrm>
            <a:off x="7735012" y="5864229"/>
            <a:ext cx="303213" cy="3286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72" name="Equation" r:id="rId29" imgW="139680" imgH="177480" progId="Equation.DSMT4">
                    <p:embed/>
                  </p:oleObj>
                </mc:Choice>
                <mc:Fallback>
                  <p:oleObj name="Equation" r:id="rId29" imgW="139680" imgH="177480" progId="Equation.DSMT4">
                    <p:embed/>
                    <p:pic>
                      <p:nvPicPr>
                        <p:cNvPr id="85096" name="Object 10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35012" y="5864229"/>
                          <a:ext cx="303213" cy="3286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7" name="Arc 105"/>
            <p:cNvSpPr>
              <a:spLocks/>
            </p:cNvSpPr>
            <p:nvPr/>
          </p:nvSpPr>
          <p:spPr bwMode="auto">
            <a:xfrm rot="6002608" flipH="1">
              <a:off x="7553489" y="6065790"/>
              <a:ext cx="200463" cy="127673"/>
            </a:xfrm>
            <a:custGeom>
              <a:avLst/>
              <a:gdLst>
                <a:gd name="G0" fmla="+- 11981 0 0"/>
                <a:gd name="G1" fmla="+- 21600 0 0"/>
                <a:gd name="G2" fmla="+- 21600 0 0"/>
                <a:gd name="T0" fmla="*/ 0 w 33581"/>
                <a:gd name="T1" fmla="*/ 3627 h 21600"/>
                <a:gd name="T2" fmla="*/ 33581 w 33581"/>
                <a:gd name="T3" fmla="*/ 21600 h 21600"/>
                <a:gd name="T4" fmla="*/ 11981 w 33581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3581" h="21600" fill="none" extrusionOk="0">
                  <a:moveTo>
                    <a:pt x="0" y="3627"/>
                  </a:moveTo>
                  <a:cubicBezTo>
                    <a:pt x="3548" y="1262"/>
                    <a:pt x="7716" y="-1"/>
                    <a:pt x="11981" y="0"/>
                  </a:cubicBezTo>
                  <a:cubicBezTo>
                    <a:pt x="23910" y="0"/>
                    <a:pt x="33581" y="9670"/>
                    <a:pt x="33581" y="21600"/>
                  </a:cubicBezTo>
                </a:path>
                <a:path w="33581" h="21600" stroke="0" extrusionOk="0">
                  <a:moveTo>
                    <a:pt x="0" y="3627"/>
                  </a:moveTo>
                  <a:cubicBezTo>
                    <a:pt x="3548" y="1262"/>
                    <a:pt x="7716" y="-1"/>
                    <a:pt x="11981" y="0"/>
                  </a:cubicBezTo>
                  <a:cubicBezTo>
                    <a:pt x="23910" y="0"/>
                    <a:pt x="33581" y="9670"/>
                    <a:pt x="33581" y="21600"/>
                  </a:cubicBezTo>
                  <a:lnTo>
                    <a:pt x="11981" y="21600"/>
                  </a:lnTo>
                  <a:close/>
                </a:path>
              </a:pathLst>
            </a:custGeom>
            <a:noFill/>
            <a:ln w="28575">
              <a:solidFill>
                <a:srgbClr val="FF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118" name="Object 10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24414057"/>
                </p:ext>
              </p:extLst>
            </p:nvPr>
          </p:nvGraphicFramePr>
          <p:xfrm>
            <a:off x="7644765" y="5186442"/>
            <a:ext cx="381000" cy="3899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73" name="Equation" r:id="rId30" imgW="177480" imgH="177480" progId="Equation.DSMT4">
                    <p:embed/>
                  </p:oleObj>
                </mc:Choice>
                <mc:Fallback>
                  <p:oleObj name="Equation" r:id="rId30" imgW="177480" imgH="177480" progId="Equation.DSMT4">
                    <p:embed/>
                    <p:pic>
                      <p:nvPicPr>
                        <p:cNvPr id="85100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44765" y="5186442"/>
                          <a:ext cx="381000" cy="38996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9" name="Object 10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912671"/>
                </p:ext>
              </p:extLst>
            </p:nvPr>
          </p:nvGraphicFramePr>
          <p:xfrm>
            <a:off x="8640763" y="5475288"/>
            <a:ext cx="409575" cy="444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74" name="Equation" r:id="rId32" imgW="190440" imgH="203040" progId="Equation.DSMT4">
                    <p:embed/>
                  </p:oleObj>
                </mc:Choice>
                <mc:Fallback>
                  <p:oleObj name="Equation" r:id="rId32" imgW="190440" imgH="203040" progId="Equation.DSMT4">
                    <p:embed/>
                    <p:pic>
                      <p:nvPicPr>
                        <p:cNvPr id="118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0763" y="5475288"/>
                          <a:ext cx="409575" cy="4445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0" name="Object 10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64519030"/>
                </p:ext>
              </p:extLst>
            </p:nvPr>
          </p:nvGraphicFramePr>
          <p:xfrm>
            <a:off x="7940675" y="6246813"/>
            <a:ext cx="409575" cy="3889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4775" name="Equation" r:id="rId34" imgW="190440" imgH="177480" progId="Equation.DSMT4">
                    <p:embed/>
                  </p:oleObj>
                </mc:Choice>
                <mc:Fallback>
                  <p:oleObj name="Equation" r:id="rId34" imgW="190440" imgH="177480" progId="Equation.DSMT4">
                    <p:embed/>
                    <p:pic>
                      <p:nvPicPr>
                        <p:cNvPr id="119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40675" y="6246813"/>
                          <a:ext cx="409575" cy="38893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4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5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E5E57-DCFE-488B-99FA-59DA01FF4A8B}" type="slidenum">
              <a:rPr lang="zh-CN" altLang="en-US"/>
              <a:pPr/>
              <a:t>7</a:t>
            </a:fld>
            <a:endParaRPr lang="en-US" altLang="zh-CN"/>
          </a:p>
        </p:txBody>
      </p:sp>
      <p:sp>
        <p:nvSpPr>
          <p:cNvPr id="86018" name="Text Box 2"/>
          <p:cNvSpPr txBox="1">
            <a:spLocks noChangeArrowheads="1"/>
          </p:cNvSpPr>
          <p:nvPr/>
        </p:nvSpPr>
        <p:spPr bwMode="auto">
          <a:xfrm>
            <a:off x="1028699" y="3575448"/>
            <a:ext cx="7381875" cy="978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>
                <a:solidFill>
                  <a:srgbClr val="CC0000"/>
                </a:solidFill>
              </a:rPr>
              <a:t>结论</a:t>
            </a:r>
            <a:r>
              <a:rPr lang="en-US" altLang="zh-CN" sz="2400">
                <a:solidFill>
                  <a:srgbClr val="CC0000"/>
                </a:solidFill>
              </a:rPr>
              <a:t>:</a:t>
            </a:r>
            <a:r>
              <a:rPr lang="zh-CN" altLang="en-US" sz="2400"/>
              <a:t>任意平面载流导线在均匀磁场中所受的力 </a:t>
            </a:r>
            <a:r>
              <a:rPr lang="en-US" altLang="zh-CN" sz="2400"/>
              <a:t>,  </a:t>
            </a:r>
            <a:r>
              <a:rPr lang="zh-CN" altLang="en-US" sz="2400"/>
              <a:t>与其起点和终点相同的载流直导线所受的磁场力相同</a:t>
            </a:r>
            <a:r>
              <a:rPr lang="en-US" altLang="zh-CN" sz="2400"/>
              <a:t>.</a:t>
            </a:r>
          </a:p>
        </p:txBody>
      </p:sp>
      <p:graphicFrame>
        <p:nvGraphicFramePr>
          <p:cNvPr id="8601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974944"/>
              </p:ext>
            </p:extLst>
          </p:nvPr>
        </p:nvGraphicFramePr>
        <p:xfrm>
          <a:off x="1427562" y="2296716"/>
          <a:ext cx="1802606" cy="513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26" name="公式" r:id="rId3" imgW="863280" imgH="253800" progId="Equation.3">
                  <p:embed/>
                </p:oleObj>
              </mc:Choice>
              <mc:Fallback>
                <p:oleObj name="公式" r:id="rId3" imgW="863280" imgH="2538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562" y="2296716"/>
                        <a:ext cx="1802606" cy="5131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668761"/>
              </p:ext>
            </p:extLst>
          </p:nvPr>
        </p:nvGraphicFramePr>
        <p:xfrm>
          <a:off x="1427560" y="1419225"/>
          <a:ext cx="3013472" cy="623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27" name="公式" r:id="rId5" imgW="1600200" imgH="330120" progId="Equation.3">
                  <p:embed/>
                </p:oleObj>
              </mc:Choice>
              <mc:Fallback>
                <p:oleObj name="公式" r:id="rId5" imgW="1600200" imgH="33012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560" y="1419225"/>
                        <a:ext cx="3013472" cy="6238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3770359"/>
              </p:ext>
            </p:extLst>
          </p:nvPr>
        </p:nvGraphicFramePr>
        <p:xfrm>
          <a:off x="1427560" y="734618"/>
          <a:ext cx="3013472" cy="6215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628" name="公式" r:id="rId7" imgW="1498320" imgH="330120" progId="Equation.3">
                  <p:embed/>
                </p:oleObj>
              </mc:Choice>
              <mc:Fallback>
                <p:oleObj name="公式" r:id="rId7" imgW="1498320" imgH="33012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7560" y="734618"/>
                        <a:ext cx="3013472" cy="6215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2" name="Group 111"/>
          <p:cNvGrpSpPr>
            <a:grpSpLocks/>
          </p:cNvGrpSpPr>
          <p:nvPr/>
        </p:nvGrpSpPr>
        <p:grpSpPr bwMode="auto">
          <a:xfrm>
            <a:off x="5380437" y="821533"/>
            <a:ext cx="2572940" cy="2093119"/>
            <a:chOff x="3311" y="690"/>
            <a:chExt cx="2161" cy="1758"/>
          </a:xfrm>
        </p:grpSpPr>
        <p:sp>
          <p:nvSpPr>
            <p:cNvPr id="203" name="Line 12"/>
            <p:cNvSpPr>
              <a:spLocks noChangeShapeType="1"/>
            </p:cNvSpPr>
            <p:nvPr/>
          </p:nvSpPr>
          <p:spPr bwMode="auto">
            <a:xfrm>
              <a:off x="3496" y="1968"/>
              <a:ext cx="17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4" name="Line 13"/>
            <p:cNvSpPr>
              <a:spLocks noChangeShapeType="1"/>
            </p:cNvSpPr>
            <p:nvPr/>
          </p:nvSpPr>
          <p:spPr bwMode="auto">
            <a:xfrm flipV="1">
              <a:off x="3499" y="946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05" name="Text Box 14"/>
            <p:cNvSpPr txBox="1">
              <a:spLocks noChangeArrowheads="1"/>
            </p:cNvSpPr>
            <p:nvPr/>
          </p:nvSpPr>
          <p:spPr bwMode="auto">
            <a:xfrm>
              <a:off x="4999" y="1689"/>
              <a:ext cx="473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altLang="zh-CN" sz="2100" b="0" i="1"/>
                <a:t>P</a:t>
              </a:r>
            </a:p>
          </p:txBody>
        </p:sp>
        <p:graphicFrame>
          <p:nvGraphicFramePr>
            <p:cNvPr id="206" name="Object 15"/>
            <p:cNvGraphicFramePr>
              <a:graphicFrameLocks noChangeAspect="1"/>
            </p:cNvGraphicFramePr>
            <p:nvPr/>
          </p:nvGraphicFramePr>
          <p:xfrm>
            <a:off x="5093" y="1978"/>
            <a:ext cx="232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629" name="公式" r:id="rId9" imgW="177480" imgH="190440" progId="Equation.3">
                    <p:embed/>
                  </p:oleObj>
                </mc:Choice>
                <mc:Fallback>
                  <p:oleObj name="公式" r:id="rId9" imgW="177480" imgH="190440" progId="Equation.3">
                    <p:embed/>
                    <p:pic>
                      <p:nvPicPr>
                        <p:cNvPr id="85007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93" y="1978"/>
                          <a:ext cx="232" cy="2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7" name="Object 16"/>
            <p:cNvGraphicFramePr>
              <a:graphicFrameLocks noChangeAspect="1"/>
            </p:cNvGraphicFramePr>
            <p:nvPr/>
          </p:nvGraphicFramePr>
          <p:xfrm>
            <a:off x="3311" y="759"/>
            <a:ext cx="326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630" name="公式" r:id="rId11" imgW="190440" imgH="241200" progId="Equation.3">
                    <p:embed/>
                  </p:oleObj>
                </mc:Choice>
                <mc:Fallback>
                  <p:oleObj name="公式" r:id="rId11" imgW="190440" imgH="241200" progId="Equation.3">
                    <p:embed/>
                    <p:pic>
                      <p:nvPicPr>
                        <p:cNvPr id="85008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" y="759"/>
                          <a:ext cx="326" cy="29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8" name="Freeform 17"/>
            <p:cNvSpPr>
              <a:spLocks/>
            </p:cNvSpPr>
            <p:nvPr/>
          </p:nvSpPr>
          <p:spPr bwMode="auto">
            <a:xfrm>
              <a:off x="3499" y="1266"/>
              <a:ext cx="1500" cy="702"/>
            </a:xfrm>
            <a:custGeom>
              <a:avLst/>
              <a:gdLst/>
              <a:ahLst/>
              <a:cxnLst>
                <a:cxn ang="0">
                  <a:pos x="0" y="720"/>
                </a:cxn>
                <a:cxn ang="0">
                  <a:pos x="48" y="480"/>
                </a:cxn>
                <a:cxn ang="0">
                  <a:pos x="144" y="288"/>
                </a:cxn>
                <a:cxn ang="0">
                  <a:pos x="288" y="240"/>
                </a:cxn>
                <a:cxn ang="0">
                  <a:pos x="480" y="384"/>
                </a:cxn>
                <a:cxn ang="0">
                  <a:pos x="624" y="384"/>
                </a:cxn>
                <a:cxn ang="0">
                  <a:pos x="816" y="240"/>
                </a:cxn>
                <a:cxn ang="0">
                  <a:pos x="960" y="48"/>
                </a:cxn>
                <a:cxn ang="0">
                  <a:pos x="1200" y="48"/>
                </a:cxn>
                <a:cxn ang="0">
                  <a:pos x="1440" y="336"/>
                </a:cxn>
                <a:cxn ang="0">
                  <a:pos x="1536" y="720"/>
                </a:cxn>
              </a:cxnLst>
              <a:rect l="0" t="0" r="r" b="b"/>
              <a:pathLst>
                <a:path w="1536" h="720">
                  <a:moveTo>
                    <a:pt x="0" y="720"/>
                  </a:moveTo>
                  <a:cubicBezTo>
                    <a:pt x="12" y="636"/>
                    <a:pt x="24" y="552"/>
                    <a:pt x="48" y="480"/>
                  </a:cubicBezTo>
                  <a:cubicBezTo>
                    <a:pt x="72" y="408"/>
                    <a:pt x="104" y="328"/>
                    <a:pt x="144" y="288"/>
                  </a:cubicBezTo>
                  <a:cubicBezTo>
                    <a:pt x="184" y="248"/>
                    <a:pt x="232" y="224"/>
                    <a:pt x="288" y="240"/>
                  </a:cubicBezTo>
                  <a:cubicBezTo>
                    <a:pt x="344" y="256"/>
                    <a:pt x="424" y="360"/>
                    <a:pt x="480" y="384"/>
                  </a:cubicBezTo>
                  <a:cubicBezTo>
                    <a:pt x="536" y="408"/>
                    <a:pt x="568" y="408"/>
                    <a:pt x="624" y="384"/>
                  </a:cubicBezTo>
                  <a:cubicBezTo>
                    <a:pt x="680" y="360"/>
                    <a:pt x="760" y="296"/>
                    <a:pt x="816" y="240"/>
                  </a:cubicBezTo>
                  <a:cubicBezTo>
                    <a:pt x="872" y="184"/>
                    <a:pt x="896" y="80"/>
                    <a:pt x="960" y="48"/>
                  </a:cubicBezTo>
                  <a:cubicBezTo>
                    <a:pt x="1024" y="16"/>
                    <a:pt x="1120" y="0"/>
                    <a:pt x="1200" y="48"/>
                  </a:cubicBezTo>
                  <a:cubicBezTo>
                    <a:pt x="1280" y="96"/>
                    <a:pt x="1384" y="224"/>
                    <a:pt x="1440" y="336"/>
                  </a:cubicBezTo>
                  <a:cubicBezTo>
                    <a:pt x="1496" y="448"/>
                    <a:pt x="1520" y="656"/>
                    <a:pt x="1536" y="720"/>
                  </a:cubicBezTo>
                </a:path>
              </a:pathLst>
            </a:custGeom>
            <a:noFill/>
            <a:ln w="38100" cmpd="sng">
              <a:solidFill>
                <a:srgbClr val="6600FF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209" name="Object 18"/>
            <p:cNvGraphicFramePr>
              <a:graphicFrameLocks noChangeAspect="1"/>
            </p:cNvGraphicFramePr>
            <p:nvPr/>
          </p:nvGraphicFramePr>
          <p:xfrm>
            <a:off x="3311" y="1968"/>
            <a:ext cx="173" cy="2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631" name="Equation" r:id="rId13" imgW="164880" imgH="190440" progId="Equation.3">
                    <p:embed/>
                  </p:oleObj>
                </mc:Choice>
                <mc:Fallback>
                  <p:oleObj name="Equation" r:id="rId13" imgW="164880" imgH="190440" progId="Equation.3">
                    <p:embed/>
                    <p:pic>
                      <p:nvPicPr>
                        <p:cNvPr id="8501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1" y="1968"/>
                          <a:ext cx="173" cy="2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0" name="Object 19"/>
            <p:cNvGraphicFramePr>
              <a:graphicFrameLocks noChangeAspect="1"/>
            </p:cNvGraphicFramePr>
            <p:nvPr/>
          </p:nvGraphicFramePr>
          <p:xfrm>
            <a:off x="3564" y="1584"/>
            <a:ext cx="217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632" name="Equation" r:id="rId15" imgW="126720" imgH="164880" progId="Equation.3">
                    <p:embed/>
                  </p:oleObj>
                </mc:Choice>
                <mc:Fallback>
                  <p:oleObj name="Equation" r:id="rId15" imgW="126720" imgH="164880" progId="Equation.3">
                    <p:embed/>
                    <p:pic>
                      <p:nvPicPr>
                        <p:cNvPr id="85011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64" y="1584"/>
                          <a:ext cx="217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1" name="Object 20"/>
            <p:cNvGraphicFramePr>
              <a:graphicFrameLocks noChangeAspect="1"/>
            </p:cNvGraphicFramePr>
            <p:nvPr/>
          </p:nvGraphicFramePr>
          <p:xfrm>
            <a:off x="4952" y="720"/>
            <a:ext cx="191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9633" name="Equation" r:id="rId17" imgW="215619" imgH="266353" progId="Equation.3">
                    <p:embed/>
                  </p:oleObj>
                </mc:Choice>
                <mc:Fallback>
                  <p:oleObj name="Equation" r:id="rId17" imgW="215619" imgH="266353" progId="Equation.3">
                    <p:embed/>
                    <p:pic>
                      <p:nvPicPr>
                        <p:cNvPr id="8501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2" y="720"/>
                          <a:ext cx="191" cy="240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2" name="Line 21"/>
            <p:cNvSpPr>
              <a:spLocks noChangeShapeType="1"/>
            </p:cNvSpPr>
            <p:nvPr/>
          </p:nvSpPr>
          <p:spPr bwMode="auto">
            <a:xfrm flipV="1">
              <a:off x="3612" y="1506"/>
              <a:ext cx="47" cy="96"/>
            </a:xfrm>
            <a:prstGeom prst="line">
              <a:avLst/>
            </a:prstGeom>
            <a:noFill/>
            <a:ln w="57150">
              <a:solidFill>
                <a:srgbClr val="9933FF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213" name="Line 23"/>
            <p:cNvSpPr>
              <a:spLocks noChangeShapeType="1"/>
            </p:cNvSpPr>
            <p:nvPr/>
          </p:nvSpPr>
          <p:spPr bwMode="auto">
            <a:xfrm flipH="1">
              <a:off x="5279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14" name="Line 24"/>
            <p:cNvSpPr>
              <a:spLocks noChangeShapeType="1"/>
            </p:cNvSpPr>
            <p:nvPr/>
          </p:nvSpPr>
          <p:spPr bwMode="auto">
            <a:xfrm>
              <a:off x="5279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15" name="Line 25"/>
            <p:cNvSpPr>
              <a:spLocks noChangeShapeType="1"/>
            </p:cNvSpPr>
            <p:nvPr/>
          </p:nvSpPr>
          <p:spPr bwMode="auto">
            <a:xfrm flipH="1">
              <a:off x="5279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16" name="Line 26"/>
            <p:cNvSpPr>
              <a:spLocks noChangeShapeType="1"/>
            </p:cNvSpPr>
            <p:nvPr/>
          </p:nvSpPr>
          <p:spPr bwMode="auto">
            <a:xfrm>
              <a:off x="5279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17" name="Line 27"/>
            <p:cNvSpPr>
              <a:spLocks noChangeShapeType="1"/>
            </p:cNvSpPr>
            <p:nvPr/>
          </p:nvSpPr>
          <p:spPr bwMode="auto">
            <a:xfrm flipH="1">
              <a:off x="5279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18" name="Line 28"/>
            <p:cNvSpPr>
              <a:spLocks noChangeShapeType="1"/>
            </p:cNvSpPr>
            <p:nvPr/>
          </p:nvSpPr>
          <p:spPr bwMode="auto">
            <a:xfrm>
              <a:off x="5279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19" name="Line 29"/>
            <p:cNvSpPr>
              <a:spLocks noChangeShapeType="1"/>
            </p:cNvSpPr>
            <p:nvPr/>
          </p:nvSpPr>
          <p:spPr bwMode="auto">
            <a:xfrm flipH="1">
              <a:off x="3452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20" name="Line 30"/>
            <p:cNvSpPr>
              <a:spLocks noChangeShapeType="1"/>
            </p:cNvSpPr>
            <p:nvPr/>
          </p:nvSpPr>
          <p:spPr bwMode="auto">
            <a:xfrm>
              <a:off x="3452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21" name="Line 31"/>
            <p:cNvSpPr>
              <a:spLocks noChangeShapeType="1"/>
            </p:cNvSpPr>
            <p:nvPr/>
          </p:nvSpPr>
          <p:spPr bwMode="auto">
            <a:xfrm flipH="1">
              <a:off x="3798" y="69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22" name="Line 32"/>
            <p:cNvSpPr>
              <a:spLocks noChangeShapeType="1"/>
            </p:cNvSpPr>
            <p:nvPr/>
          </p:nvSpPr>
          <p:spPr bwMode="auto">
            <a:xfrm>
              <a:off x="3798" y="69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23" name="Line 33"/>
            <p:cNvSpPr>
              <a:spLocks noChangeShapeType="1"/>
            </p:cNvSpPr>
            <p:nvPr/>
          </p:nvSpPr>
          <p:spPr bwMode="auto">
            <a:xfrm flipH="1">
              <a:off x="4143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24" name="Line 34"/>
            <p:cNvSpPr>
              <a:spLocks noChangeShapeType="1"/>
            </p:cNvSpPr>
            <p:nvPr/>
          </p:nvSpPr>
          <p:spPr bwMode="auto">
            <a:xfrm>
              <a:off x="4143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25" name="Line 35"/>
            <p:cNvSpPr>
              <a:spLocks noChangeShapeType="1"/>
            </p:cNvSpPr>
            <p:nvPr/>
          </p:nvSpPr>
          <p:spPr bwMode="auto">
            <a:xfrm flipH="1">
              <a:off x="3452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26" name="Line 36"/>
            <p:cNvSpPr>
              <a:spLocks noChangeShapeType="1"/>
            </p:cNvSpPr>
            <p:nvPr/>
          </p:nvSpPr>
          <p:spPr bwMode="auto">
            <a:xfrm>
              <a:off x="3452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27" name="Line 37"/>
            <p:cNvSpPr>
              <a:spLocks noChangeShapeType="1"/>
            </p:cNvSpPr>
            <p:nvPr/>
          </p:nvSpPr>
          <p:spPr bwMode="auto">
            <a:xfrm flipH="1">
              <a:off x="3798" y="998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28" name="Line 38"/>
            <p:cNvSpPr>
              <a:spLocks noChangeShapeType="1"/>
            </p:cNvSpPr>
            <p:nvPr/>
          </p:nvSpPr>
          <p:spPr bwMode="auto">
            <a:xfrm>
              <a:off x="3798" y="998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29" name="Line 39"/>
            <p:cNvSpPr>
              <a:spLocks noChangeShapeType="1"/>
            </p:cNvSpPr>
            <p:nvPr/>
          </p:nvSpPr>
          <p:spPr bwMode="auto">
            <a:xfrm flipH="1">
              <a:off x="4143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30" name="Line 40"/>
            <p:cNvSpPr>
              <a:spLocks noChangeShapeType="1"/>
            </p:cNvSpPr>
            <p:nvPr/>
          </p:nvSpPr>
          <p:spPr bwMode="auto">
            <a:xfrm>
              <a:off x="4143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31" name="Line 41"/>
            <p:cNvSpPr>
              <a:spLocks noChangeShapeType="1"/>
            </p:cNvSpPr>
            <p:nvPr/>
          </p:nvSpPr>
          <p:spPr bwMode="auto">
            <a:xfrm flipH="1">
              <a:off x="3452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32" name="Line 42"/>
            <p:cNvSpPr>
              <a:spLocks noChangeShapeType="1"/>
            </p:cNvSpPr>
            <p:nvPr/>
          </p:nvSpPr>
          <p:spPr bwMode="auto">
            <a:xfrm>
              <a:off x="3452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33" name="Line 43"/>
            <p:cNvSpPr>
              <a:spLocks noChangeShapeType="1"/>
            </p:cNvSpPr>
            <p:nvPr/>
          </p:nvSpPr>
          <p:spPr bwMode="auto">
            <a:xfrm flipH="1">
              <a:off x="3798" y="1305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34" name="Line 44"/>
            <p:cNvSpPr>
              <a:spLocks noChangeShapeType="1"/>
            </p:cNvSpPr>
            <p:nvPr/>
          </p:nvSpPr>
          <p:spPr bwMode="auto">
            <a:xfrm>
              <a:off x="3798" y="1305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35" name="Line 45"/>
            <p:cNvSpPr>
              <a:spLocks noChangeShapeType="1"/>
            </p:cNvSpPr>
            <p:nvPr/>
          </p:nvSpPr>
          <p:spPr bwMode="auto">
            <a:xfrm flipH="1">
              <a:off x="4143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36" name="Line 46"/>
            <p:cNvSpPr>
              <a:spLocks noChangeShapeType="1"/>
            </p:cNvSpPr>
            <p:nvPr/>
          </p:nvSpPr>
          <p:spPr bwMode="auto">
            <a:xfrm>
              <a:off x="4143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37" name="Line 47"/>
            <p:cNvSpPr>
              <a:spLocks noChangeShapeType="1"/>
            </p:cNvSpPr>
            <p:nvPr/>
          </p:nvSpPr>
          <p:spPr bwMode="auto">
            <a:xfrm flipH="1">
              <a:off x="3452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38" name="Line 48"/>
            <p:cNvSpPr>
              <a:spLocks noChangeShapeType="1"/>
            </p:cNvSpPr>
            <p:nvPr/>
          </p:nvSpPr>
          <p:spPr bwMode="auto">
            <a:xfrm>
              <a:off x="3452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39" name="Line 49"/>
            <p:cNvSpPr>
              <a:spLocks noChangeShapeType="1"/>
            </p:cNvSpPr>
            <p:nvPr/>
          </p:nvSpPr>
          <p:spPr bwMode="auto">
            <a:xfrm flipH="1">
              <a:off x="3798" y="1657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40" name="Line 50"/>
            <p:cNvSpPr>
              <a:spLocks noChangeShapeType="1"/>
            </p:cNvSpPr>
            <p:nvPr/>
          </p:nvSpPr>
          <p:spPr bwMode="auto">
            <a:xfrm>
              <a:off x="3798" y="1657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41" name="Line 51"/>
            <p:cNvSpPr>
              <a:spLocks noChangeShapeType="1"/>
            </p:cNvSpPr>
            <p:nvPr/>
          </p:nvSpPr>
          <p:spPr bwMode="auto">
            <a:xfrm flipH="1">
              <a:off x="4143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42" name="Line 52"/>
            <p:cNvSpPr>
              <a:spLocks noChangeShapeType="1"/>
            </p:cNvSpPr>
            <p:nvPr/>
          </p:nvSpPr>
          <p:spPr bwMode="auto">
            <a:xfrm>
              <a:off x="4143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43" name="Line 53"/>
            <p:cNvSpPr>
              <a:spLocks noChangeShapeType="1"/>
            </p:cNvSpPr>
            <p:nvPr/>
          </p:nvSpPr>
          <p:spPr bwMode="auto">
            <a:xfrm flipH="1">
              <a:off x="4538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44" name="Line 54"/>
            <p:cNvSpPr>
              <a:spLocks noChangeShapeType="1"/>
            </p:cNvSpPr>
            <p:nvPr/>
          </p:nvSpPr>
          <p:spPr bwMode="auto">
            <a:xfrm>
              <a:off x="4538" y="69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45" name="Line 55"/>
            <p:cNvSpPr>
              <a:spLocks noChangeShapeType="1"/>
            </p:cNvSpPr>
            <p:nvPr/>
          </p:nvSpPr>
          <p:spPr bwMode="auto">
            <a:xfrm flipH="1">
              <a:off x="4934" y="69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46" name="Line 56"/>
            <p:cNvSpPr>
              <a:spLocks noChangeShapeType="1"/>
            </p:cNvSpPr>
            <p:nvPr/>
          </p:nvSpPr>
          <p:spPr bwMode="auto">
            <a:xfrm>
              <a:off x="4934" y="69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47" name="Line 57"/>
            <p:cNvSpPr>
              <a:spLocks noChangeShapeType="1"/>
            </p:cNvSpPr>
            <p:nvPr/>
          </p:nvSpPr>
          <p:spPr bwMode="auto">
            <a:xfrm flipH="1">
              <a:off x="4538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48" name="Line 58"/>
            <p:cNvSpPr>
              <a:spLocks noChangeShapeType="1"/>
            </p:cNvSpPr>
            <p:nvPr/>
          </p:nvSpPr>
          <p:spPr bwMode="auto">
            <a:xfrm>
              <a:off x="4538" y="998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49" name="Line 59"/>
            <p:cNvSpPr>
              <a:spLocks noChangeShapeType="1"/>
            </p:cNvSpPr>
            <p:nvPr/>
          </p:nvSpPr>
          <p:spPr bwMode="auto">
            <a:xfrm flipH="1">
              <a:off x="4934" y="998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50" name="Line 60"/>
            <p:cNvSpPr>
              <a:spLocks noChangeShapeType="1"/>
            </p:cNvSpPr>
            <p:nvPr/>
          </p:nvSpPr>
          <p:spPr bwMode="auto">
            <a:xfrm>
              <a:off x="4934" y="998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51" name="Line 61"/>
            <p:cNvSpPr>
              <a:spLocks noChangeShapeType="1"/>
            </p:cNvSpPr>
            <p:nvPr/>
          </p:nvSpPr>
          <p:spPr bwMode="auto">
            <a:xfrm flipH="1">
              <a:off x="4538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52" name="Line 62"/>
            <p:cNvSpPr>
              <a:spLocks noChangeShapeType="1"/>
            </p:cNvSpPr>
            <p:nvPr/>
          </p:nvSpPr>
          <p:spPr bwMode="auto">
            <a:xfrm>
              <a:off x="4538" y="1305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53" name="Line 63"/>
            <p:cNvSpPr>
              <a:spLocks noChangeShapeType="1"/>
            </p:cNvSpPr>
            <p:nvPr/>
          </p:nvSpPr>
          <p:spPr bwMode="auto">
            <a:xfrm flipH="1">
              <a:off x="4934" y="1305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54" name="Line 64"/>
            <p:cNvSpPr>
              <a:spLocks noChangeShapeType="1"/>
            </p:cNvSpPr>
            <p:nvPr/>
          </p:nvSpPr>
          <p:spPr bwMode="auto">
            <a:xfrm>
              <a:off x="4934" y="1305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55" name="Line 65"/>
            <p:cNvSpPr>
              <a:spLocks noChangeShapeType="1"/>
            </p:cNvSpPr>
            <p:nvPr/>
          </p:nvSpPr>
          <p:spPr bwMode="auto">
            <a:xfrm flipH="1">
              <a:off x="4538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56" name="Line 66"/>
            <p:cNvSpPr>
              <a:spLocks noChangeShapeType="1"/>
            </p:cNvSpPr>
            <p:nvPr/>
          </p:nvSpPr>
          <p:spPr bwMode="auto">
            <a:xfrm>
              <a:off x="4538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57" name="Line 67"/>
            <p:cNvSpPr>
              <a:spLocks noChangeShapeType="1"/>
            </p:cNvSpPr>
            <p:nvPr/>
          </p:nvSpPr>
          <p:spPr bwMode="auto">
            <a:xfrm flipH="1">
              <a:off x="4934" y="1657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58" name="Line 68"/>
            <p:cNvSpPr>
              <a:spLocks noChangeShapeType="1"/>
            </p:cNvSpPr>
            <p:nvPr/>
          </p:nvSpPr>
          <p:spPr bwMode="auto">
            <a:xfrm>
              <a:off x="4934" y="1657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59" name="Line 69"/>
            <p:cNvSpPr>
              <a:spLocks noChangeShapeType="1"/>
            </p:cNvSpPr>
            <p:nvPr/>
          </p:nvSpPr>
          <p:spPr bwMode="auto">
            <a:xfrm flipH="1">
              <a:off x="5279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60" name="Line 70"/>
            <p:cNvSpPr>
              <a:spLocks noChangeShapeType="1"/>
            </p:cNvSpPr>
            <p:nvPr/>
          </p:nvSpPr>
          <p:spPr bwMode="auto">
            <a:xfrm>
              <a:off x="5279" y="1657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61" name="Line 71"/>
            <p:cNvSpPr>
              <a:spLocks noChangeShapeType="1"/>
            </p:cNvSpPr>
            <p:nvPr/>
          </p:nvSpPr>
          <p:spPr bwMode="auto">
            <a:xfrm flipH="1">
              <a:off x="3452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62" name="Line 72"/>
            <p:cNvSpPr>
              <a:spLocks noChangeShapeType="1"/>
            </p:cNvSpPr>
            <p:nvPr/>
          </p:nvSpPr>
          <p:spPr bwMode="auto">
            <a:xfrm>
              <a:off x="3452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63" name="Line 73"/>
            <p:cNvSpPr>
              <a:spLocks noChangeShapeType="1"/>
            </p:cNvSpPr>
            <p:nvPr/>
          </p:nvSpPr>
          <p:spPr bwMode="auto">
            <a:xfrm flipH="1">
              <a:off x="3798" y="2009"/>
              <a:ext cx="98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64" name="Line 74"/>
            <p:cNvSpPr>
              <a:spLocks noChangeShapeType="1"/>
            </p:cNvSpPr>
            <p:nvPr/>
          </p:nvSpPr>
          <p:spPr bwMode="auto">
            <a:xfrm>
              <a:off x="3798" y="2009"/>
              <a:ext cx="98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65" name="Line 75"/>
            <p:cNvSpPr>
              <a:spLocks noChangeShapeType="1"/>
            </p:cNvSpPr>
            <p:nvPr/>
          </p:nvSpPr>
          <p:spPr bwMode="auto">
            <a:xfrm flipH="1">
              <a:off x="4143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66" name="Line 76"/>
            <p:cNvSpPr>
              <a:spLocks noChangeShapeType="1"/>
            </p:cNvSpPr>
            <p:nvPr/>
          </p:nvSpPr>
          <p:spPr bwMode="auto">
            <a:xfrm>
              <a:off x="4143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67" name="Line 77"/>
            <p:cNvSpPr>
              <a:spLocks noChangeShapeType="1"/>
            </p:cNvSpPr>
            <p:nvPr/>
          </p:nvSpPr>
          <p:spPr bwMode="auto">
            <a:xfrm flipH="1">
              <a:off x="4538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68" name="Line 78"/>
            <p:cNvSpPr>
              <a:spLocks noChangeShapeType="1"/>
            </p:cNvSpPr>
            <p:nvPr/>
          </p:nvSpPr>
          <p:spPr bwMode="auto">
            <a:xfrm>
              <a:off x="4538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69" name="Line 79"/>
            <p:cNvSpPr>
              <a:spLocks noChangeShapeType="1"/>
            </p:cNvSpPr>
            <p:nvPr/>
          </p:nvSpPr>
          <p:spPr bwMode="auto">
            <a:xfrm flipH="1">
              <a:off x="4934" y="2009"/>
              <a:ext cx="98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70" name="Line 80"/>
            <p:cNvSpPr>
              <a:spLocks noChangeShapeType="1"/>
            </p:cNvSpPr>
            <p:nvPr/>
          </p:nvSpPr>
          <p:spPr bwMode="auto">
            <a:xfrm>
              <a:off x="4934" y="2009"/>
              <a:ext cx="98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71" name="Line 81"/>
            <p:cNvSpPr>
              <a:spLocks noChangeShapeType="1"/>
            </p:cNvSpPr>
            <p:nvPr/>
          </p:nvSpPr>
          <p:spPr bwMode="auto">
            <a:xfrm flipH="1">
              <a:off x="5279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72" name="Line 82"/>
            <p:cNvSpPr>
              <a:spLocks noChangeShapeType="1"/>
            </p:cNvSpPr>
            <p:nvPr/>
          </p:nvSpPr>
          <p:spPr bwMode="auto">
            <a:xfrm>
              <a:off x="5279" y="2009"/>
              <a:ext cx="99" cy="87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73" name="Line 83"/>
            <p:cNvSpPr>
              <a:spLocks noChangeShapeType="1"/>
            </p:cNvSpPr>
            <p:nvPr/>
          </p:nvSpPr>
          <p:spPr bwMode="auto">
            <a:xfrm flipH="1">
              <a:off x="3452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74" name="Line 84"/>
            <p:cNvSpPr>
              <a:spLocks noChangeShapeType="1"/>
            </p:cNvSpPr>
            <p:nvPr/>
          </p:nvSpPr>
          <p:spPr bwMode="auto">
            <a:xfrm>
              <a:off x="3452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75" name="Line 85"/>
            <p:cNvSpPr>
              <a:spLocks noChangeShapeType="1"/>
            </p:cNvSpPr>
            <p:nvPr/>
          </p:nvSpPr>
          <p:spPr bwMode="auto">
            <a:xfrm flipH="1">
              <a:off x="3798" y="236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76" name="Line 86"/>
            <p:cNvSpPr>
              <a:spLocks noChangeShapeType="1"/>
            </p:cNvSpPr>
            <p:nvPr/>
          </p:nvSpPr>
          <p:spPr bwMode="auto">
            <a:xfrm>
              <a:off x="3798" y="236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77" name="Line 87"/>
            <p:cNvSpPr>
              <a:spLocks noChangeShapeType="1"/>
            </p:cNvSpPr>
            <p:nvPr/>
          </p:nvSpPr>
          <p:spPr bwMode="auto">
            <a:xfrm flipH="1">
              <a:off x="4143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78" name="Line 88"/>
            <p:cNvSpPr>
              <a:spLocks noChangeShapeType="1"/>
            </p:cNvSpPr>
            <p:nvPr/>
          </p:nvSpPr>
          <p:spPr bwMode="auto">
            <a:xfrm>
              <a:off x="4143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79" name="Line 89"/>
            <p:cNvSpPr>
              <a:spLocks noChangeShapeType="1"/>
            </p:cNvSpPr>
            <p:nvPr/>
          </p:nvSpPr>
          <p:spPr bwMode="auto">
            <a:xfrm flipH="1">
              <a:off x="4538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80" name="Line 90"/>
            <p:cNvSpPr>
              <a:spLocks noChangeShapeType="1"/>
            </p:cNvSpPr>
            <p:nvPr/>
          </p:nvSpPr>
          <p:spPr bwMode="auto">
            <a:xfrm>
              <a:off x="4538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81" name="Line 91"/>
            <p:cNvSpPr>
              <a:spLocks noChangeShapeType="1"/>
            </p:cNvSpPr>
            <p:nvPr/>
          </p:nvSpPr>
          <p:spPr bwMode="auto">
            <a:xfrm flipH="1">
              <a:off x="4934" y="236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82" name="Line 92"/>
            <p:cNvSpPr>
              <a:spLocks noChangeShapeType="1"/>
            </p:cNvSpPr>
            <p:nvPr/>
          </p:nvSpPr>
          <p:spPr bwMode="auto">
            <a:xfrm>
              <a:off x="4934" y="2360"/>
              <a:ext cx="98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83" name="Line 93"/>
            <p:cNvSpPr>
              <a:spLocks noChangeShapeType="1"/>
            </p:cNvSpPr>
            <p:nvPr/>
          </p:nvSpPr>
          <p:spPr bwMode="auto">
            <a:xfrm flipH="1">
              <a:off x="5279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84" name="Line 94"/>
            <p:cNvSpPr>
              <a:spLocks noChangeShapeType="1"/>
            </p:cNvSpPr>
            <p:nvPr/>
          </p:nvSpPr>
          <p:spPr bwMode="auto">
            <a:xfrm>
              <a:off x="5279" y="2360"/>
              <a:ext cx="99" cy="88"/>
            </a:xfrm>
            <a:prstGeom prst="line">
              <a:avLst/>
            </a:prstGeom>
            <a:noFill/>
            <a:ln w="19050">
              <a:solidFill>
                <a:srgbClr val="0099FF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85" name="Line 95"/>
            <p:cNvSpPr>
              <a:spLocks noChangeShapeType="1"/>
            </p:cNvSpPr>
            <p:nvPr/>
          </p:nvSpPr>
          <p:spPr bwMode="auto">
            <a:xfrm>
              <a:off x="3499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86" name="Line 96"/>
            <p:cNvSpPr>
              <a:spLocks noChangeShapeType="1"/>
            </p:cNvSpPr>
            <p:nvPr/>
          </p:nvSpPr>
          <p:spPr bwMode="auto">
            <a:xfrm>
              <a:off x="5002" y="196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87" name="Line 97"/>
            <p:cNvSpPr>
              <a:spLocks noChangeShapeType="1"/>
            </p:cNvSpPr>
            <p:nvPr/>
          </p:nvSpPr>
          <p:spPr bwMode="auto">
            <a:xfrm>
              <a:off x="3499" y="2112"/>
              <a:ext cx="15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sm" len="lg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288" name="Text Box 98"/>
            <p:cNvSpPr txBox="1">
              <a:spLocks noChangeArrowheads="1"/>
            </p:cNvSpPr>
            <p:nvPr/>
          </p:nvSpPr>
          <p:spPr bwMode="auto">
            <a:xfrm>
              <a:off x="4100" y="2060"/>
              <a:ext cx="43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en-US" altLang="zh-CN" sz="2100" b="0" i="1">
                  <a:solidFill>
                    <a:srgbClr val="1C1C1C"/>
                  </a:solidFill>
                </a:rPr>
                <a:t>L</a:t>
              </a:r>
            </a:p>
          </p:txBody>
        </p:sp>
        <p:grpSp>
          <p:nvGrpSpPr>
            <p:cNvPr id="289" name="Group 100"/>
            <p:cNvGrpSpPr>
              <a:grpSpLocks/>
            </p:cNvGrpSpPr>
            <p:nvPr/>
          </p:nvGrpSpPr>
          <p:grpSpPr bwMode="auto">
            <a:xfrm>
              <a:off x="3600" y="1056"/>
              <a:ext cx="644" cy="480"/>
              <a:chOff x="3504" y="1056"/>
              <a:chExt cx="644" cy="480"/>
            </a:xfrm>
          </p:grpSpPr>
          <p:sp>
            <p:nvSpPr>
              <p:cNvPr id="293" name="Line 101"/>
              <p:cNvSpPr>
                <a:spLocks noChangeShapeType="1"/>
              </p:cNvSpPr>
              <p:nvPr/>
            </p:nvSpPr>
            <p:spPr bwMode="auto">
              <a:xfrm>
                <a:off x="4128" y="1056"/>
                <a:ext cx="0" cy="48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100"/>
              </a:p>
            </p:txBody>
          </p:sp>
          <p:grpSp>
            <p:nvGrpSpPr>
              <p:cNvPr id="294" name="Group 102"/>
              <p:cNvGrpSpPr>
                <a:grpSpLocks/>
              </p:cNvGrpSpPr>
              <p:nvPr/>
            </p:nvGrpSpPr>
            <p:grpSpPr bwMode="auto">
              <a:xfrm>
                <a:off x="3504" y="1056"/>
                <a:ext cx="644" cy="480"/>
                <a:chOff x="3504" y="1056"/>
                <a:chExt cx="644" cy="480"/>
              </a:xfrm>
            </p:grpSpPr>
            <p:graphicFrame>
              <p:nvGraphicFramePr>
                <p:cNvPr id="295" name="Object 103"/>
                <p:cNvGraphicFramePr>
                  <a:graphicFrameLocks noChangeAspect="1"/>
                </p:cNvGraphicFramePr>
                <p:nvPr/>
              </p:nvGraphicFramePr>
              <p:xfrm>
                <a:off x="3504" y="1056"/>
                <a:ext cx="285" cy="26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9634" name="Equation" r:id="rId19" imgW="342720" imgH="279360" progId="Equation.3">
                        <p:embed/>
                      </p:oleObj>
                    </mc:Choice>
                    <mc:Fallback>
                      <p:oleObj name="Equation" r:id="rId19" imgW="342720" imgH="279360" progId="Equation.3">
                        <p:embed/>
                        <p:pic>
                          <p:nvPicPr>
                            <p:cNvPr id="85095" name="Object 10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0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504" y="1056"/>
                              <a:ext cx="285" cy="269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296" name="Object 104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937124424"/>
                    </p:ext>
                  </p:extLst>
                </p:nvPr>
              </p:nvGraphicFramePr>
              <p:xfrm>
                <a:off x="3919" y="1137"/>
                <a:ext cx="191" cy="207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9635" name="Equation" r:id="rId21" imgW="139680" imgH="177480" progId="Equation.DSMT4">
                        <p:embed/>
                      </p:oleObj>
                    </mc:Choice>
                    <mc:Fallback>
                      <p:oleObj name="Equation" r:id="rId21" imgW="139680" imgH="177480" progId="Equation.DSMT4">
                        <p:embed/>
                        <p:pic>
                          <p:nvPicPr>
                            <p:cNvPr id="85096" name="Object 104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2"/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919" y="1137"/>
                              <a:ext cx="191" cy="207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97" name="Arc 105"/>
                <p:cNvSpPr>
                  <a:spLocks/>
                </p:cNvSpPr>
                <p:nvPr/>
              </p:nvSpPr>
              <p:spPr bwMode="auto">
                <a:xfrm flipH="1">
                  <a:off x="4032" y="1344"/>
                  <a:ext cx="101" cy="96"/>
                </a:xfrm>
                <a:custGeom>
                  <a:avLst/>
                  <a:gdLst>
                    <a:gd name="G0" fmla="+- 11981 0 0"/>
                    <a:gd name="G1" fmla="+- 21600 0 0"/>
                    <a:gd name="G2" fmla="+- 21600 0 0"/>
                    <a:gd name="T0" fmla="*/ 0 w 33581"/>
                    <a:gd name="T1" fmla="*/ 3627 h 21600"/>
                    <a:gd name="T2" fmla="*/ 33581 w 33581"/>
                    <a:gd name="T3" fmla="*/ 21600 h 21600"/>
                    <a:gd name="T4" fmla="*/ 11981 w 33581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33581" h="21600" fill="none" extrusionOk="0">
                      <a:moveTo>
                        <a:pt x="0" y="3627"/>
                      </a:moveTo>
                      <a:cubicBezTo>
                        <a:pt x="3548" y="1262"/>
                        <a:pt x="7716" y="-1"/>
                        <a:pt x="11981" y="0"/>
                      </a:cubicBezTo>
                      <a:cubicBezTo>
                        <a:pt x="23910" y="0"/>
                        <a:pt x="33581" y="9670"/>
                        <a:pt x="33581" y="21600"/>
                      </a:cubicBezTo>
                    </a:path>
                    <a:path w="33581" h="21600" stroke="0" extrusionOk="0">
                      <a:moveTo>
                        <a:pt x="0" y="3627"/>
                      </a:moveTo>
                      <a:cubicBezTo>
                        <a:pt x="3548" y="1262"/>
                        <a:pt x="7716" y="-1"/>
                        <a:pt x="11981" y="0"/>
                      </a:cubicBezTo>
                      <a:cubicBezTo>
                        <a:pt x="23910" y="0"/>
                        <a:pt x="33581" y="9670"/>
                        <a:pt x="33581" y="21600"/>
                      </a:cubicBezTo>
                      <a:lnTo>
                        <a:pt x="11981" y="21600"/>
                      </a:lnTo>
                      <a:close/>
                    </a:path>
                  </a:pathLst>
                </a:custGeom>
                <a:noFill/>
                <a:ln w="28575">
                  <a:solidFill>
                    <a:srgbClr val="FF00FF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  <p:sp>
              <p:nvSpPr>
                <p:cNvPr id="298" name="Line 106"/>
                <p:cNvSpPr>
                  <a:spLocks noChangeShapeType="1"/>
                </p:cNvSpPr>
                <p:nvPr/>
              </p:nvSpPr>
              <p:spPr bwMode="auto">
                <a:xfrm flipH="1" flipV="1">
                  <a:off x="3758" y="1121"/>
                  <a:ext cx="390" cy="415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</p:grpSp>
        </p:grpSp>
        <p:grpSp>
          <p:nvGrpSpPr>
            <p:cNvPr id="290" name="Group 107"/>
            <p:cNvGrpSpPr>
              <a:grpSpLocks/>
            </p:cNvGrpSpPr>
            <p:nvPr/>
          </p:nvGrpSpPr>
          <p:grpSpPr bwMode="auto">
            <a:xfrm>
              <a:off x="4243" y="1376"/>
              <a:ext cx="409" cy="339"/>
              <a:chOff x="4142" y="1376"/>
              <a:chExt cx="418" cy="339"/>
            </a:xfrm>
          </p:grpSpPr>
          <p:graphicFrame>
            <p:nvGraphicFramePr>
              <p:cNvPr id="291" name="Object 108"/>
              <p:cNvGraphicFramePr>
                <a:graphicFrameLocks noChangeAspect="1"/>
              </p:cNvGraphicFramePr>
              <p:nvPr/>
            </p:nvGraphicFramePr>
            <p:xfrm>
              <a:off x="4176" y="1430"/>
              <a:ext cx="384" cy="28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9636" name="Equation" r:id="rId23" imgW="393480" imgH="291960" progId="Equation.3">
                      <p:embed/>
                    </p:oleObj>
                  </mc:Choice>
                  <mc:Fallback>
                    <p:oleObj name="Equation" r:id="rId23" imgW="393480" imgH="291960" progId="Equation.3">
                      <p:embed/>
                      <p:pic>
                        <p:nvPicPr>
                          <p:cNvPr id="85100" name="Object 10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76" y="1430"/>
                            <a:ext cx="384" cy="28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92" name="AutoShape 109"/>
              <p:cNvSpPr>
                <a:spLocks noChangeArrowheads="1"/>
              </p:cNvSpPr>
              <p:nvPr/>
            </p:nvSpPr>
            <p:spPr bwMode="auto">
              <a:xfrm rot="2630226">
                <a:off x="4142" y="1376"/>
                <a:ext cx="96" cy="240"/>
              </a:xfrm>
              <a:prstGeom prst="upArrow">
                <a:avLst>
                  <a:gd name="adj1" fmla="val 50000"/>
                  <a:gd name="adj2" fmla="val 128912"/>
                </a:avLst>
              </a:prstGeom>
              <a:solidFill>
                <a:srgbClr val="F8ECFE"/>
              </a:solidFill>
              <a:ln w="38100">
                <a:solidFill>
                  <a:srgbClr val="9933FF"/>
                </a:solidFill>
                <a:miter lim="800000"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endParaRPr lang="zh-CN" altLang="en-US" sz="21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6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/>
        </p:nvGrpSpPr>
        <p:grpSpPr>
          <a:xfrm>
            <a:off x="638268" y="973489"/>
            <a:ext cx="7533478" cy="3087971"/>
            <a:chOff x="387540" y="1574800"/>
            <a:chExt cx="8508269" cy="3487537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5FFFF"/>
                </a:clrFrom>
                <a:clrTo>
                  <a:srgbClr val="F5FFFF">
                    <a:alpha val="0"/>
                  </a:srgbClr>
                </a:clrTo>
              </a:clrChange>
            </a:blip>
            <a:srcRect l="3290"/>
            <a:stretch/>
          </p:blipFill>
          <p:spPr>
            <a:xfrm>
              <a:off x="387540" y="1574800"/>
              <a:ext cx="8508269" cy="3487537"/>
            </a:xfrm>
            <a:prstGeom prst="rect">
              <a:avLst/>
            </a:prstGeom>
          </p:spPr>
        </p:pic>
        <p:cxnSp>
          <p:nvCxnSpPr>
            <p:cNvPr id="14" name="直接箭头连接符 13"/>
            <p:cNvCxnSpPr/>
            <p:nvPr/>
          </p:nvCxnSpPr>
          <p:spPr bwMode="auto">
            <a:xfrm flipV="1">
              <a:off x="1064895" y="2357120"/>
              <a:ext cx="0" cy="3251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65" name="直接箭头连接符 64"/>
            <p:cNvCxnSpPr/>
            <p:nvPr/>
          </p:nvCxnSpPr>
          <p:spPr bwMode="auto">
            <a:xfrm>
              <a:off x="2026920" y="2728595"/>
              <a:ext cx="0" cy="3251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66" name="直接箭头连接符 65"/>
            <p:cNvCxnSpPr/>
            <p:nvPr/>
          </p:nvCxnSpPr>
          <p:spPr bwMode="auto">
            <a:xfrm flipV="1">
              <a:off x="4585335" y="1884680"/>
              <a:ext cx="0" cy="32512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67" name="直接箭头连接符 66"/>
            <p:cNvCxnSpPr/>
            <p:nvPr/>
          </p:nvCxnSpPr>
          <p:spPr bwMode="auto">
            <a:xfrm>
              <a:off x="4579620" y="3436620"/>
              <a:ext cx="0" cy="34671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76" name="直接箭头连接符 75"/>
            <p:cNvCxnSpPr/>
            <p:nvPr/>
          </p:nvCxnSpPr>
          <p:spPr bwMode="auto">
            <a:xfrm flipV="1">
              <a:off x="7877175" y="2403475"/>
              <a:ext cx="0" cy="21780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77" name="直接箭头连接符 76"/>
            <p:cNvCxnSpPr/>
            <p:nvPr/>
          </p:nvCxnSpPr>
          <p:spPr bwMode="auto">
            <a:xfrm>
              <a:off x="7272655" y="2921635"/>
              <a:ext cx="0" cy="21780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78" name="直接箭头连接符 77"/>
            <p:cNvCxnSpPr/>
            <p:nvPr/>
          </p:nvCxnSpPr>
          <p:spPr bwMode="auto">
            <a:xfrm flipV="1">
              <a:off x="1205865" y="2433955"/>
              <a:ext cx="160020" cy="2654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79" name="直接箭头连接符 78"/>
            <p:cNvCxnSpPr/>
            <p:nvPr/>
          </p:nvCxnSpPr>
          <p:spPr bwMode="auto">
            <a:xfrm rot="10800000" flipV="1">
              <a:off x="1866900" y="2488565"/>
              <a:ext cx="160020" cy="26543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80" name="直接箭头连接符 79"/>
            <p:cNvCxnSpPr/>
            <p:nvPr/>
          </p:nvCxnSpPr>
          <p:spPr bwMode="auto">
            <a:xfrm flipV="1">
              <a:off x="4527152" y="2355215"/>
              <a:ext cx="160020" cy="27559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81" name="直接箭头连接符 80"/>
            <p:cNvCxnSpPr/>
            <p:nvPr/>
          </p:nvCxnSpPr>
          <p:spPr bwMode="auto">
            <a:xfrm flipH="1">
              <a:off x="4489768" y="3030537"/>
              <a:ext cx="160020" cy="291148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82" name="直接箭头连接符 81"/>
            <p:cNvCxnSpPr/>
            <p:nvPr/>
          </p:nvCxnSpPr>
          <p:spPr bwMode="auto">
            <a:xfrm flipV="1">
              <a:off x="7927461" y="2478405"/>
              <a:ext cx="123069" cy="250190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  <p:cxnSp>
          <p:nvCxnSpPr>
            <p:cNvPr id="83" name="直接箭头连接符 82"/>
            <p:cNvCxnSpPr/>
            <p:nvPr/>
          </p:nvCxnSpPr>
          <p:spPr bwMode="auto">
            <a:xfrm flipH="1">
              <a:off x="7072184" y="2827020"/>
              <a:ext cx="143956" cy="259715"/>
            </a:xfrm>
            <a:prstGeom prst="straightConnector1">
              <a:avLst/>
            </a:prstGeom>
            <a:solidFill>
              <a:schemeClr val="accent1"/>
            </a:solidFill>
            <a:ln w="19050" cap="flat" cmpd="sng" algn="ctr">
              <a:solidFill>
                <a:srgbClr val="7030A0"/>
              </a:solidFill>
              <a:prstDash val="solid"/>
              <a:round/>
              <a:headEnd type="none" w="med" len="med"/>
              <a:tailEnd type="triangle" w="med" len="lg"/>
            </a:ln>
            <a:effectLst/>
          </p:spPr>
        </p:cxnSp>
      </p:grpSp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A325-C878-4635-94AC-A73027ED47D1}" type="slidenum">
              <a:rPr lang="zh-CN" altLang="en-US"/>
              <a:pPr/>
              <a:t>8</a:t>
            </a:fld>
            <a:endParaRPr lang="en-US" altLang="zh-CN"/>
          </a:p>
        </p:txBody>
      </p:sp>
      <p:sp>
        <p:nvSpPr>
          <p:cNvPr id="60" name="Text Box 2"/>
          <p:cNvSpPr txBox="1">
            <a:spLocks noChangeArrowheads="1"/>
          </p:cNvSpPr>
          <p:nvPr/>
        </p:nvSpPr>
        <p:spPr bwMode="auto">
          <a:xfrm>
            <a:off x="240745" y="215320"/>
            <a:ext cx="542448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100" dirty="0">
                <a:solidFill>
                  <a:srgbClr val="0000FF"/>
                </a:solidFill>
              </a:rPr>
              <a:t>二、磁场作用于载流线圈的磁力矩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5778385" y="716280"/>
            <a:ext cx="3134646" cy="4030980"/>
            <a:chOff x="5923165" y="693420"/>
            <a:chExt cx="3134646" cy="4030980"/>
          </a:xfrm>
        </p:grpSpPr>
        <p:sp>
          <p:nvSpPr>
            <p:cNvPr id="2" name="矩形 1"/>
            <p:cNvSpPr/>
            <p:nvPr/>
          </p:nvSpPr>
          <p:spPr bwMode="auto">
            <a:xfrm>
              <a:off x="5923165" y="693420"/>
              <a:ext cx="3131820" cy="403098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pitchFamily="2" charset="-122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5982405" y="1667934"/>
              <a:ext cx="3075406" cy="2128284"/>
              <a:chOff x="2687531" y="3980239"/>
              <a:chExt cx="3931709" cy="2720875"/>
            </a:xfrm>
          </p:grpSpPr>
          <p:pic>
            <p:nvPicPr>
              <p:cNvPr id="27" name="图片 26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9057" t="5230" r="13616" b="10121"/>
              <a:stretch/>
            </p:blipFill>
            <p:spPr>
              <a:xfrm>
                <a:off x="3366981" y="3980239"/>
                <a:ext cx="2316480" cy="2641600"/>
              </a:xfrm>
              <a:prstGeom prst="rect">
                <a:avLst/>
              </a:prstGeom>
            </p:spPr>
          </p:pic>
          <p:graphicFrame>
            <p:nvGraphicFramePr>
              <p:cNvPr id="87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45490885"/>
                  </p:ext>
                </p:extLst>
              </p:nvPr>
            </p:nvGraphicFramePr>
            <p:xfrm>
              <a:off x="5600065" y="5416550"/>
              <a:ext cx="1019175" cy="4810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1894" name="Equation" r:id="rId5" imgW="495000" imgH="203040" progId="Equation.DSMT4">
                      <p:embed/>
                    </p:oleObj>
                  </mc:Choice>
                  <mc:Fallback>
                    <p:oleObj name="Equation" r:id="rId5" imgW="495000" imgH="203040" progId="Equation.DSMT4">
                      <p:embed/>
                      <p:pic>
                        <p:nvPicPr>
                          <p:cNvPr id="91141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00065" y="5416550"/>
                            <a:ext cx="1019175" cy="4810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8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07243317"/>
                  </p:ext>
                </p:extLst>
              </p:nvPr>
            </p:nvGraphicFramePr>
            <p:xfrm>
              <a:off x="2687531" y="6220101"/>
              <a:ext cx="679450" cy="4810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1895" name="Equation" r:id="rId7" imgW="330120" imgH="203040" progId="Equation.DSMT4">
                      <p:embed/>
                    </p:oleObj>
                  </mc:Choice>
                  <mc:Fallback>
                    <p:oleObj name="Equation" r:id="rId7" imgW="330120" imgH="203040" progId="Equation.DSMT4">
                      <p:embed/>
                      <p:pic>
                        <p:nvPicPr>
                          <p:cNvPr id="87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87531" y="6220101"/>
                            <a:ext cx="679450" cy="48101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extLst>
      <p:ext uri="{BB962C8B-B14F-4D97-AF65-F5344CB8AC3E}">
        <p14:creationId xmlns:p14="http://schemas.microsoft.com/office/powerpoint/2010/main" val="3730053157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0609" y="4737814"/>
            <a:ext cx="1428750" cy="342900"/>
          </a:xfrm>
        </p:spPr>
        <p:txBody>
          <a:bodyPr/>
          <a:lstStyle/>
          <a:p>
            <a:fld id="{1513A325-C878-4635-94AC-A73027ED47D1}" type="slidenum">
              <a:rPr lang="zh-CN" altLang="en-US"/>
              <a:pPr/>
              <a:t>9</a:t>
            </a:fld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07" t="14072" r="9173" b="26728"/>
          <a:stretch/>
        </p:blipFill>
        <p:spPr>
          <a:xfrm>
            <a:off x="1158242" y="2682758"/>
            <a:ext cx="3160909" cy="228425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46" t="7866" r="5265" b="5739"/>
          <a:stretch/>
        </p:blipFill>
        <p:spPr>
          <a:xfrm flipH="1">
            <a:off x="4667967" y="466707"/>
            <a:ext cx="3130667" cy="17507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921" y="2682757"/>
            <a:ext cx="3693109" cy="2284511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242" y="144228"/>
            <a:ext cx="3154679" cy="2538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206236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09E1A1-F508-4F05-BB69-3067E5A2AAFB}" type="slidenum">
              <a:rPr lang="zh-CN" altLang="en-US" smtClean="0"/>
              <a:pPr/>
              <a:t>10</a:t>
            </a:fld>
            <a:endParaRPr lang="en-US" altLang="zh-CN"/>
          </a:p>
        </p:txBody>
      </p:sp>
      <p:pic>
        <p:nvPicPr>
          <p:cNvPr id="195586" name="Picture 2" descr="C:\Users\Administrator\Desktop\xqsl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986" y="529860"/>
            <a:ext cx="4852234" cy="3985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6654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A325-C878-4635-94AC-A73027ED47D1}" type="slidenum">
              <a:rPr lang="zh-CN" altLang="en-US"/>
              <a:pPr/>
              <a:t>11</a:t>
            </a:fld>
            <a:endParaRPr lang="en-US" altLang="zh-CN"/>
          </a:p>
        </p:txBody>
      </p:sp>
      <p:sp>
        <p:nvSpPr>
          <p:cNvPr id="91138" name="Text Box 2"/>
          <p:cNvSpPr txBox="1">
            <a:spLocks noChangeArrowheads="1"/>
          </p:cNvSpPr>
          <p:nvPr/>
        </p:nvSpPr>
        <p:spPr bwMode="auto">
          <a:xfrm>
            <a:off x="222979" y="260251"/>
            <a:ext cx="542448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100" dirty="0">
                <a:solidFill>
                  <a:srgbClr val="0000FF"/>
                </a:solidFill>
              </a:rPr>
              <a:t>二、磁场作用于载流线圈的磁力矩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222979" y="732423"/>
            <a:ext cx="8496300" cy="443006"/>
            <a:chOff x="731520" y="772162"/>
            <a:chExt cx="8496300" cy="443006"/>
          </a:xfrm>
        </p:grpSpPr>
        <p:sp>
          <p:nvSpPr>
            <p:cNvPr id="91139" name="Text Box 3"/>
            <p:cNvSpPr txBox="1">
              <a:spLocks noChangeArrowheads="1"/>
            </p:cNvSpPr>
            <p:nvPr/>
          </p:nvSpPr>
          <p:spPr bwMode="auto">
            <a:xfrm>
              <a:off x="731520" y="772162"/>
              <a:ext cx="8496300" cy="4430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</a:pPr>
              <a:r>
                <a:rPr lang="zh-CN" altLang="en-US" sz="2100" dirty="0"/>
                <a:t>        如图均匀磁场中有一矩形载流线圈</a:t>
              </a:r>
              <a:r>
                <a:rPr lang="en-US" altLang="zh-CN" sz="2100" b="0" i="1" dirty="0"/>
                <a:t>MNOP</a:t>
              </a:r>
              <a:r>
                <a:rPr lang="en-US" altLang="zh-CN" sz="2100" dirty="0"/>
                <a:t>,</a:t>
              </a:r>
            </a:p>
          </p:txBody>
        </p:sp>
        <p:graphicFrame>
          <p:nvGraphicFramePr>
            <p:cNvPr id="9114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94665768"/>
                </p:ext>
              </p:extLst>
            </p:nvPr>
          </p:nvGraphicFramePr>
          <p:xfrm>
            <a:off x="6302998" y="831894"/>
            <a:ext cx="1576388" cy="3726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847" name="公式" r:id="rId3" imgW="1130040" imgH="215640" progId="Equation.3">
                    <p:embed/>
                  </p:oleObj>
                </mc:Choice>
                <mc:Fallback>
                  <p:oleObj name="公式" r:id="rId3" imgW="113004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2998" y="831894"/>
                          <a:ext cx="1576388" cy="3726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1202" name="Group 66"/>
          <p:cNvGrpSpPr>
            <a:grpSpLocks/>
          </p:cNvGrpSpPr>
          <p:nvPr/>
        </p:nvGrpSpPr>
        <p:grpSpPr bwMode="auto">
          <a:xfrm>
            <a:off x="1419970" y="2153022"/>
            <a:ext cx="3074250" cy="421481"/>
            <a:chOff x="357" y="1486"/>
            <a:chExt cx="2582" cy="354"/>
          </a:xfrm>
        </p:grpSpPr>
        <p:graphicFrame>
          <p:nvGraphicFramePr>
            <p:cNvPr id="91141" name="Object 5"/>
            <p:cNvGraphicFramePr>
              <a:graphicFrameLocks noChangeAspect="1"/>
            </p:cNvGraphicFramePr>
            <p:nvPr/>
          </p:nvGraphicFramePr>
          <p:xfrm>
            <a:off x="357" y="1517"/>
            <a:ext cx="806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848" name="公式" r:id="rId5" imgW="622080" imgH="215640" progId="Equation.3">
                    <p:embed/>
                  </p:oleObj>
                </mc:Choice>
                <mc:Fallback>
                  <p:oleObj name="公式" r:id="rId5" imgW="622080" imgH="215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7" y="1517"/>
                          <a:ext cx="806" cy="3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42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6458905"/>
                </p:ext>
              </p:extLst>
            </p:nvPr>
          </p:nvGraphicFramePr>
          <p:xfrm>
            <a:off x="2156" y="1486"/>
            <a:ext cx="783" cy="3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849" name="Equation" r:id="rId7" imgW="558720" imgH="241200" progId="Equation.DSMT4">
                    <p:embed/>
                  </p:oleObj>
                </mc:Choice>
                <mc:Fallback>
                  <p:oleObj name="Equation" r:id="rId7" imgW="5587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6" y="1486"/>
                          <a:ext cx="783" cy="35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1207" name="Group 71"/>
          <p:cNvGrpSpPr>
            <a:grpSpLocks/>
          </p:cNvGrpSpPr>
          <p:nvPr/>
        </p:nvGrpSpPr>
        <p:grpSpPr bwMode="auto">
          <a:xfrm>
            <a:off x="1419970" y="2851283"/>
            <a:ext cx="3144441" cy="479823"/>
            <a:chOff x="332" y="2063"/>
            <a:chExt cx="2641" cy="403"/>
          </a:xfrm>
        </p:grpSpPr>
        <p:graphicFrame>
          <p:nvGraphicFramePr>
            <p:cNvPr id="9114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98540722"/>
                </p:ext>
              </p:extLst>
            </p:nvPr>
          </p:nvGraphicFramePr>
          <p:xfrm>
            <a:off x="332" y="2100"/>
            <a:ext cx="1448" cy="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850" name="公式" r:id="rId9" imgW="888840" imgH="228600" progId="Equation.DSMT4">
                    <p:embed/>
                  </p:oleObj>
                </mc:Choice>
                <mc:Fallback>
                  <p:oleObj name="公式" r:id="rId9" imgW="8888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2" y="2100"/>
                          <a:ext cx="1448" cy="366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144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9808078"/>
                </p:ext>
              </p:extLst>
            </p:nvPr>
          </p:nvGraphicFramePr>
          <p:xfrm>
            <a:off x="2098" y="2063"/>
            <a:ext cx="875" cy="3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851" name="Equation" r:id="rId11" imgW="571320" imgH="241200" progId="Equation.DSMT4">
                    <p:embed/>
                  </p:oleObj>
                </mc:Choice>
                <mc:Fallback>
                  <p:oleObj name="Equation" r:id="rId11" imgW="571320" imgH="24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98" y="2063"/>
                          <a:ext cx="875" cy="34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1201" name="Text Box 65"/>
          <p:cNvSpPr txBox="1">
            <a:spLocks noChangeArrowheads="1"/>
          </p:cNvSpPr>
          <p:nvPr/>
        </p:nvSpPr>
        <p:spPr bwMode="auto">
          <a:xfrm>
            <a:off x="1329709" y="1566063"/>
            <a:ext cx="330517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100" dirty="0">
                <a:solidFill>
                  <a:srgbClr val="0000FF"/>
                </a:solidFill>
              </a:rPr>
              <a:t>线圈受安培力作用</a:t>
            </a:r>
            <a:r>
              <a:rPr lang="en-US" altLang="zh-CN" sz="2100" dirty="0">
                <a:solidFill>
                  <a:srgbClr val="0000FF"/>
                </a:solidFill>
              </a:rPr>
              <a:t>:</a:t>
            </a:r>
          </a:p>
        </p:txBody>
      </p:sp>
      <p:graphicFrame>
        <p:nvGraphicFramePr>
          <p:cNvPr id="9116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5505103"/>
              </p:ext>
            </p:extLst>
          </p:nvPr>
        </p:nvGraphicFramePr>
        <p:xfrm>
          <a:off x="7168969" y="2990993"/>
          <a:ext cx="257688" cy="318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52" name="公式" r:id="rId13" imgW="126725" imgH="177415" progId="Equation.3">
                  <p:embed/>
                </p:oleObj>
              </mc:Choice>
              <mc:Fallback>
                <p:oleObj name="公式" r:id="rId13" imgW="126725" imgH="177415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8969" y="2990993"/>
                        <a:ext cx="257688" cy="31822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6449604"/>
              </p:ext>
            </p:extLst>
          </p:nvPr>
        </p:nvGraphicFramePr>
        <p:xfrm>
          <a:off x="8210428" y="2807009"/>
          <a:ext cx="294710" cy="325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53" name="公式" r:id="rId15" imgW="152280" imgH="190440" progId="Equation.3">
                  <p:embed/>
                </p:oleObj>
              </mc:Choice>
              <mc:Fallback>
                <p:oleObj name="公式" r:id="rId15" imgW="1522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10428" y="2807009"/>
                        <a:ext cx="294710" cy="32566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4" name="Line 18"/>
          <p:cNvSpPr>
            <a:spLocks noChangeShapeType="1"/>
          </p:cNvSpPr>
          <p:nvPr/>
        </p:nvSpPr>
        <p:spPr bwMode="auto">
          <a:xfrm>
            <a:off x="6548035" y="2623089"/>
            <a:ext cx="0" cy="9795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55" name="Line 19"/>
          <p:cNvSpPr>
            <a:spLocks noChangeShapeType="1"/>
          </p:cNvSpPr>
          <p:nvPr/>
        </p:nvSpPr>
        <p:spPr bwMode="auto">
          <a:xfrm>
            <a:off x="7442180" y="2362296"/>
            <a:ext cx="0" cy="9795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56" name="Line 20"/>
          <p:cNvSpPr>
            <a:spLocks noChangeShapeType="1"/>
          </p:cNvSpPr>
          <p:nvPr/>
        </p:nvSpPr>
        <p:spPr bwMode="auto">
          <a:xfrm flipV="1">
            <a:off x="6548035" y="2362297"/>
            <a:ext cx="894146" cy="26079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57" name="Line 21"/>
          <p:cNvSpPr>
            <a:spLocks noChangeShapeType="1"/>
          </p:cNvSpPr>
          <p:nvPr/>
        </p:nvSpPr>
        <p:spPr bwMode="auto">
          <a:xfrm flipV="1">
            <a:off x="6548035" y="3341821"/>
            <a:ext cx="894146" cy="26079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58" name="Text Box 22"/>
          <p:cNvSpPr txBox="1">
            <a:spLocks noChangeArrowheads="1"/>
          </p:cNvSpPr>
          <p:nvPr/>
        </p:nvSpPr>
        <p:spPr bwMode="auto">
          <a:xfrm>
            <a:off x="6188487" y="2474840"/>
            <a:ext cx="32909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91159" name="Text Box 23"/>
          <p:cNvSpPr txBox="1">
            <a:spLocks noChangeArrowheads="1"/>
          </p:cNvSpPr>
          <p:nvPr/>
        </p:nvSpPr>
        <p:spPr bwMode="auto">
          <a:xfrm>
            <a:off x="6140080" y="3530583"/>
            <a:ext cx="36420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 dirty="0">
                <a:solidFill>
                  <a:srgbClr val="0000FF"/>
                </a:solidFill>
              </a:rPr>
              <a:t>N</a:t>
            </a:r>
          </a:p>
        </p:txBody>
      </p:sp>
      <p:sp>
        <p:nvSpPr>
          <p:cNvPr id="91160" name="Text Box 24"/>
          <p:cNvSpPr txBox="1">
            <a:spLocks noChangeArrowheads="1"/>
          </p:cNvSpPr>
          <p:nvPr/>
        </p:nvSpPr>
        <p:spPr bwMode="auto">
          <a:xfrm>
            <a:off x="7364563" y="3113625"/>
            <a:ext cx="37863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>
                <a:solidFill>
                  <a:srgbClr val="0000FF"/>
                </a:solidFill>
              </a:rPr>
              <a:t>O</a:t>
            </a:r>
          </a:p>
        </p:txBody>
      </p:sp>
      <p:sp>
        <p:nvSpPr>
          <p:cNvPr id="91161" name="Text Box 25"/>
          <p:cNvSpPr txBox="1">
            <a:spLocks noChangeArrowheads="1"/>
          </p:cNvSpPr>
          <p:nvPr/>
        </p:nvSpPr>
        <p:spPr bwMode="auto">
          <a:xfrm>
            <a:off x="7418895" y="2079769"/>
            <a:ext cx="34977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>
                <a:solidFill>
                  <a:srgbClr val="0000FF"/>
                </a:solidFill>
              </a:rPr>
              <a:t>P</a:t>
            </a:r>
          </a:p>
        </p:txBody>
      </p:sp>
      <p:sp>
        <p:nvSpPr>
          <p:cNvPr id="91162" name="Line 26"/>
          <p:cNvSpPr>
            <a:spLocks noChangeShapeType="1"/>
          </p:cNvSpPr>
          <p:nvPr/>
        </p:nvSpPr>
        <p:spPr bwMode="auto">
          <a:xfrm>
            <a:off x="6548037" y="2918031"/>
            <a:ext cx="1552" cy="13039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63" name="Text Box 27"/>
          <p:cNvSpPr txBox="1">
            <a:spLocks noChangeArrowheads="1"/>
          </p:cNvSpPr>
          <p:nvPr/>
        </p:nvSpPr>
        <p:spPr bwMode="auto">
          <a:xfrm>
            <a:off x="7497754" y="2511319"/>
            <a:ext cx="27443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 dirty="0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91165" name="Line 29"/>
          <p:cNvSpPr>
            <a:spLocks noChangeShapeType="1"/>
          </p:cNvSpPr>
          <p:nvPr/>
        </p:nvSpPr>
        <p:spPr bwMode="auto">
          <a:xfrm flipV="1">
            <a:off x="7442182" y="2851283"/>
            <a:ext cx="1552" cy="13194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67" name="Line 31"/>
          <p:cNvSpPr>
            <a:spLocks noChangeShapeType="1"/>
          </p:cNvSpPr>
          <p:nvPr/>
        </p:nvSpPr>
        <p:spPr bwMode="auto">
          <a:xfrm>
            <a:off x="6982070" y="2963982"/>
            <a:ext cx="518480" cy="686132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9116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293237"/>
              </p:ext>
            </p:extLst>
          </p:nvPr>
        </p:nvGraphicFramePr>
        <p:xfrm>
          <a:off x="7439077" y="3552937"/>
          <a:ext cx="478120" cy="5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54" name="Equation" r:id="rId17" imgW="164880" imgH="215640" progId="Equation.3">
                  <p:embed/>
                </p:oleObj>
              </mc:Choice>
              <mc:Fallback>
                <p:oleObj name="Equation" r:id="rId17" imgW="164880" imgH="2156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39077" y="3552937"/>
                        <a:ext cx="478120" cy="555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208" name="Group 72"/>
          <p:cNvGrpSpPr>
            <a:grpSpLocks/>
          </p:cNvGrpSpPr>
          <p:nvPr/>
        </p:nvGrpSpPr>
        <p:grpSpPr bwMode="auto">
          <a:xfrm>
            <a:off x="6830576" y="1587680"/>
            <a:ext cx="409818" cy="2781788"/>
            <a:chOff x="4393" y="273"/>
            <a:chExt cx="264" cy="1792"/>
          </a:xfrm>
        </p:grpSpPr>
        <p:grpSp>
          <p:nvGrpSpPr>
            <p:cNvPr id="91170" name="Group 34"/>
            <p:cNvGrpSpPr>
              <a:grpSpLocks/>
            </p:cNvGrpSpPr>
            <p:nvPr/>
          </p:nvGrpSpPr>
          <p:grpSpPr bwMode="auto">
            <a:xfrm>
              <a:off x="4393" y="273"/>
              <a:ext cx="237" cy="584"/>
              <a:chOff x="4024" y="930"/>
              <a:chExt cx="237" cy="584"/>
            </a:xfrm>
          </p:grpSpPr>
          <p:sp>
            <p:nvSpPr>
              <p:cNvPr id="91171" name="Line 35"/>
              <p:cNvSpPr>
                <a:spLocks noChangeShapeType="1"/>
              </p:cNvSpPr>
              <p:nvPr/>
            </p:nvSpPr>
            <p:spPr bwMode="auto">
              <a:xfrm flipH="1" flipV="1">
                <a:off x="4151" y="1198"/>
                <a:ext cx="2" cy="31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91172" name="Object 3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2439056"/>
                  </p:ext>
                </p:extLst>
              </p:nvPr>
            </p:nvGraphicFramePr>
            <p:xfrm>
              <a:off x="4024" y="930"/>
              <a:ext cx="237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0855" name="公式" r:id="rId19" imgW="190440" imgH="241200" progId="Equation.3">
                      <p:embed/>
                    </p:oleObj>
                  </mc:Choice>
                  <mc:Fallback>
                    <p:oleObj name="公式" r:id="rId19" imgW="190440" imgH="2412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4" y="930"/>
                            <a:ext cx="237" cy="264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1173" name="Group 37"/>
            <p:cNvGrpSpPr>
              <a:grpSpLocks/>
            </p:cNvGrpSpPr>
            <p:nvPr/>
          </p:nvGrpSpPr>
          <p:grpSpPr bwMode="auto">
            <a:xfrm>
              <a:off x="4419" y="1482"/>
              <a:ext cx="238" cy="583"/>
              <a:chOff x="4050" y="2121"/>
              <a:chExt cx="238" cy="583"/>
            </a:xfrm>
          </p:grpSpPr>
          <p:sp>
            <p:nvSpPr>
              <p:cNvPr id="91174" name="Line 38"/>
              <p:cNvSpPr>
                <a:spLocks noChangeShapeType="1"/>
              </p:cNvSpPr>
              <p:nvPr/>
            </p:nvSpPr>
            <p:spPr bwMode="auto">
              <a:xfrm flipH="1">
                <a:off x="4152" y="2121"/>
                <a:ext cx="0" cy="317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91175" name="Object 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7506449"/>
                  </p:ext>
                </p:extLst>
              </p:nvPr>
            </p:nvGraphicFramePr>
            <p:xfrm>
              <a:off x="4050" y="2467"/>
              <a:ext cx="238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0856" name="公式" r:id="rId21" imgW="190440" imgH="228600" progId="Equation.3">
                      <p:embed/>
                    </p:oleObj>
                  </mc:Choice>
                  <mc:Fallback>
                    <p:oleObj name="公式" r:id="rId21" imgW="190440" imgH="2286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0" y="2467"/>
                            <a:ext cx="238" cy="237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1206" name="Group 70"/>
          <p:cNvGrpSpPr>
            <a:grpSpLocks/>
          </p:cNvGrpSpPr>
          <p:nvPr/>
        </p:nvGrpSpPr>
        <p:grpSpPr bwMode="auto">
          <a:xfrm>
            <a:off x="6548035" y="2540817"/>
            <a:ext cx="894146" cy="936059"/>
            <a:chOff x="4211" y="887"/>
            <a:chExt cx="576" cy="603"/>
          </a:xfrm>
        </p:grpSpPr>
        <p:grpSp>
          <p:nvGrpSpPr>
            <p:cNvPr id="91176" name="Group 40"/>
            <p:cNvGrpSpPr>
              <a:grpSpLocks/>
            </p:cNvGrpSpPr>
            <p:nvPr/>
          </p:nvGrpSpPr>
          <p:grpSpPr bwMode="auto">
            <a:xfrm>
              <a:off x="4211" y="1248"/>
              <a:ext cx="334" cy="242"/>
              <a:chOff x="3842" y="2058"/>
              <a:chExt cx="334" cy="276"/>
            </a:xfrm>
          </p:grpSpPr>
          <p:sp>
            <p:nvSpPr>
              <p:cNvPr id="91177" name="Line 41"/>
              <p:cNvSpPr>
                <a:spLocks noChangeShapeType="1"/>
              </p:cNvSpPr>
              <p:nvPr/>
            </p:nvSpPr>
            <p:spPr bwMode="auto">
              <a:xfrm>
                <a:off x="3842" y="2088"/>
                <a:ext cx="144" cy="108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91178" name="Object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51749918"/>
                  </p:ext>
                </p:extLst>
              </p:nvPr>
            </p:nvGraphicFramePr>
            <p:xfrm>
              <a:off x="3948" y="2058"/>
              <a:ext cx="228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0857" name="公式" r:id="rId23" imgW="190440" imgH="228600" progId="Equation.3">
                      <p:embed/>
                    </p:oleObj>
                  </mc:Choice>
                  <mc:Fallback>
                    <p:oleObj name="公式" r:id="rId23" imgW="190440" imgH="2286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8" y="2058"/>
                            <a:ext cx="228" cy="276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1179" name="Group 43"/>
            <p:cNvGrpSpPr>
              <a:grpSpLocks/>
            </p:cNvGrpSpPr>
            <p:nvPr/>
          </p:nvGrpSpPr>
          <p:grpSpPr bwMode="auto">
            <a:xfrm>
              <a:off x="4481" y="887"/>
              <a:ext cx="306" cy="242"/>
              <a:chOff x="4112" y="1574"/>
              <a:chExt cx="306" cy="277"/>
            </a:xfrm>
          </p:grpSpPr>
          <p:sp>
            <p:nvSpPr>
              <p:cNvPr id="91180" name="Line 44"/>
              <p:cNvSpPr>
                <a:spLocks noChangeShapeType="1"/>
              </p:cNvSpPr>
              <p:nvPr/>
            </p:nvSpPr>
            <p:spPr bwMode="auto">
              <a:xfrm flipH="1" flipV="1">
                <a:off x="4279" y="1717"/>
                <a:ext cx="139" cy="107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91181" name="Object 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1381124"/>
                  </p:ext>
                </p:extLst>
              </p:nvPr>
            </p:nvGraphicFramePr>
            <p:xfrm>
              <a:off x="4112" y="1574"/>
              <a:ext cx="229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0858" name="公式" r:id="rId25" imgW="190440" imgH="228600" progId="Equation.3">
                      <p:embed/>
                    </p:oleObj>
                  </mc:Choice>
                  <mc:Fallback>
                    <p:oleObj name="公式" r:id="rId25" imgW="190440" imgH="22860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12" y="1574"/>
                            <a:ext cx="229" cy="277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组合 4"/>
          <p:cNvGrpSpPr/>
          <p:nvPr/>
        </p:nvGrpSpPr>
        <p:grpSpPr>
          <a:xfrm>
            <a:off x="6110275" y="2969582"/>
            <a:ext cx="1988268" cy="0"/>
            <a:chOff x="5901673" y="3959443"/>
            <a:chExt cx="2651024" cy="0"/>
          </a:xfrm>
        </p:grpSpPr>
        <p:sp>
          <p:nvSpPr>
            <p:cNvPr id="91164" name="Line 28"/>
            <p:cNvSpPr>
              <a:spLocks noChangeShapeType="1"/>
            </p:cNvSpPr>
            <p:nvPr/>
          </p:nvSpPr>
          <p:spPr bwMode="auto">
            <a:xfrm>
              <a:off x="7077310" y="3959443"/>
              <a:ext cx="1475387" cy="0"/>
            </a:xfrm>
            <a:prstGeom prst="line">
              <a:avLst/>
            </a:prstGeom>
            <a:ln w="12700">
              <a:headEnd/>
              <a:tailEnd type="triangle" w="sm" len="lg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72" name="Line 28"/>
            <p:cNvSpPr>
              <a:spLocks noChangeShapeType="1"/>
            </p:cNvSpPr>
            <p:nvPr/>
          </p:nvSpPr>
          <p:spPr bwMode="auto">
            <a:xfrm>
              <a:off x="5901673" y="3959443"/>
              <a:ext cx="581603" cy="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73" name="Group 74"/>
          <p:cNvGrpSpPr>
            <a:grpSpLocks/>
          </p:cNvGrpSpPr>
          <p:nvPr/>
        </p:nvGrpSpPr>
        <p:grpSpPr bwMode="auto">
          <a:xfrm>
            <a:off x="1437402" y="3565839"/>
            <a:ext cx="2994422" cy="744141"/>
            <a:chOff x="331" y="2634"/>
            <a:chExt cx="2515" cy="625"/>
          </a:xfrm>
        </p:grpSpPr>
        <p:graphicFrame>
          <p:nvGraphicFramePr>
            <p:cNvPr id="74" name="Object 9"/>
            <p:cNvGraphicFramePr>
              <a:graphicFrameLocks noChangeAspect="1"/>
            </p:cNvGraphicFramePr>
            <p:nvPr/>
          </p:nvGraphicFramePr>
          <p:xfrm>
            <a:off x="331" y="2634"/>
            <a:ext cx="1296" cy="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859" name="公式" r:id="rId27" imgW="888840" imgH="431640" progId="Equation.3">
                    <p:embed/>
                  </p:oleObj>
                </mc:Choice>
                <mc:Fallback>
                  <p:oleObj name="公式" r:id="rId27" imgW="88884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" y="2634"/>
                          <a:ext cx="1296" cy="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" name="Text Box 67"/>
            <p:cNvSpPr txBox="1">
              <a:spLocks noChangeArrowheads="1"/>
            </p:cNvSpPr>
            <p:nvPr/>
          </p:nvSpPr>
          <p:spPr bwMode="auto">
            <a:xfrm>
              <a:off x="1678" y="2740"/>
              <a:ext cx="116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100">
                  <a:solidFill>
                    <a:srgbClr val="FF0000"/>
                  </a:solidFill>
                </a:rPr>
                <a:t>合力为零</a:t>
              </a:r>
              <a:endParaRPr lang="en-US" altLang="zh-CN" sz="2100">
                <a:solidFill>
                  <a:srgbClr val="FF0000"/>
                </a:solidFill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150774" y="2492690"/>
            <a:ext cx="1988268" cy="0"/>
            <a:chOff x="5901673" y="3959443"/>
            <a:chExt cx="2651024" cy="0"/>
          </a:xfrm>
        </p:grpSpPr>
        <p:sp>
          <p:nvSpPr>
            <p:cNvPr id="54" name="Line 28"/>
            <p:cNvSpPr>
              <a:spLocks noChangeShapeType="1"/>
            </p:cNvSpPr>
            <p:nvPr/>
          </p:nvSpPr>
          <p:spPr bwMode="auto">
            <a:xfrm>
              <a:off x="7077310" y="3959443"/>
              <a:ext cx="1475387" cy="0"/>
            </a:xfrm>
            <a:prstGeom prst="line">
              <a:avLst/>
            </a:prstGeom>
            <a:ln w="12700">
              <a:headEnd/>
              <a:tailEnd type="triangle" w="sm" len="lg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55" name="Line 28"/>
            <p:cNvSpPr>
              <a:spLocks noChangeShapeType="1"/>
            </p:cNvSpPr>
            <p:nvPr/>
          </p:nvSpPr>
          <p:spPr bwMode="auto">
            <a:xfrm>
              <a:off x="5901673" y="3959443"/>
              <a:ext cx="1151673" cy="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150777" y="3468593"/>
            <a:ext cx="1988267" cy="0"/>
            <a:chOff x="5901674" y="3959443"/>
            <a:chExt cx="2651023" cy="0"/>
          </a:xfrm>
        </p:grpSpPr>
        <p:sp>
          <p:nvSpPr>
            <p:cNvPr id="57" name="Line 28"/>
            <p:cNvSpPr>
              <a:spLocks noChangeShapeType="1"/>
            </p:cNvSpPr>
            <p:nvPr/>
          </p:nvSpPr>
          <p:spPr bwMode="auto">
            <a:xfrm>
              <a:off x="7077310" y="3959443"/>
              <a:ext cx="1475387" cy="0"/>
            </a:xfrm>
            <a:prstGeom prst="line">
              <a:avLst/>
            </a:prstGeom>
            <a:ln w="12700">
              <a:headEnd/>
              <a:tailEnd type="triangle" w="sm" len="lg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58" name="Line 28"/>
            <p:cNvSpPr>
              <a:spLocks noChangeShapeType="1"/>
            </p:cNvSpPr>
            <p:nvPr/>
          </p:nvSpPr>
          <p:spPr bwMode="auto">
            <a:xfrm>
              <a:off x="5901674" y="3959443"/>
              <a:ext cx="534234" cy="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</p:grpSp>
      <p:graphicFrame>
        <p:nvGraphicFramePr>
          <p:cNvPr id="5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8609880"/>
              </p:ext>
            </p:extLst>
          </p:nvPr>
        </p:nvGraphicFramePr>
        <p:xfrm>
          <a:off x="7144481" y="2150069"/>
          <a:ext cx="282178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60" name="Equation" r:id="rId29" imgW="139680" imgH="164880" progId="Equation.DSMT4">
                  <p:embed/>
                </p:oleObj>
              </mc:Choice>
              <mc:Fallback>
                <p:oleObj name="Equation" r:id="rId29" imgW="139680" imgH="164880" progId="Equation.DSMT4">
                  <p:embed/>
                  <p:pic>
                    <p:nvPicPr>
                      <p:cNvPr id="9116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4481" y="2150069"/>
                        <a:ext cx="282178" cy="295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弧形 5"/>
          <p:cNvSpPr/>
          <p:nvPr/>
        </p:nvSpPr>
        <p:spPr bwMode="auto">
          <a:xfrm>
            <a:off x="6605348" y="2157153"/>
            <a:ext cx="685800" cy="685800"/>
          </a:xfrm>
          <a:prstGeom prst="arc">
            <a:avLst>
              <a:gd name="adj1" fmla="val 20650555"/>
              <a:gd name="adj2" fmla="val 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2100"/>
          </a:p>
        </p:txBody>
      </p:sp>
    </p:spTree>
    <p:extLst>
      <p:ext uri="{BB962C8B-B14F-4D97-AF65-F5344CB8AC3E}">
        <p14:creationId xmlns:p14="http://schemas.microsoft.com/office/powerpoint/2010/main" val="76217613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9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A325-C878-4635-94AC-A73027ED47D1}" type="slidenum">
              <a:rPr lang="zh-CN" altLang="en-US"/>
              <a:pPr/>
              <a:t>12</a:t>
            </a:fld>
            <a:endParaRPr lang="en-US" altLang="zh-CN"/>
          </a:p>
        </p:txBody>
      </p:sp>
      <p:sp>
        <p:nvSpPr>
          <p:cNvPr id="91138" name="Text Box 2"/>
          <p:cNvSpPr txBox="1">
            <a:spLocks noChangeArrowheads="1"/>
          </p:cNvSpPr>
          <p:nvPr/>
        </p:nvSpPr>
        <p:spPr bwMode="auto">
          <a:xfrm>
            <a:off x="222979" y="260251"/>
            <a:ext cx="542448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100" dirty="0">
                <a:solidFill>
                  <a:srgbClr val="0000FF"/>
                </a:solidFill>
              </a:rPr>
              <a:t>二、磁场作用于载流线圈的磁力矩</a:t>
            </a:r>
          </a:p>
        </p:txBody>
      </p:sp>
      <p:graphicFrame>
        <p:nvGraphicFramePr>
          <p:cNvPr id="9116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106971"/>
              </p:ext>
            </p:extLst>
          </p:nvPr>
        </p:nvGraphicFramePr>
        <p:xfrm>
          <a:off x="7359469" y="1752743"/>
          <a:ext cx="257688" cy="318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599" name="公式" r:id="rId3" imgW="126725" imgH="177415" progId="Equation.3">
                  <p:embed/>
                </p:oleObj>
              </mc:Choice>
              <mc:Fallback>
                <p:oleObj name="公式" r:id="rId3" imgW="126725" imgH="177415" progId="Equation.3">
                  <p:embed/>
                  <p:pic>
                    <p:nvPicPr>
                      <p:cNvPr id="9116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9469" y="1752743"/>
                        <a:ext cx="257688" cy="31822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5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344778"/>
              </p:ext>
            </p:extLst>
          </p:nvPr>
        </p:nvGraphicFramePr>
        <p:xfrm>
          <a:off x="8400928" y="1568759"/>
          <a:ext cx="294710" cy="3256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00" name="公式" r:id="rId5" imgW="152280" imgH="190440" progId="Equation.3">
                  <p:embed/>
                </p:oleObj>
              </mc:Choice>
              <mc:Fallback>
                <p:oleObj name="公式" r:id="rId5" imgW="152280" imgH="190440" progId="Equation.3">
                  <p:embed/>
                  <p:pic>
                    <p:nvPicPr>
                      <p:cNvPr id="9115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0928" y="1568759"/>
                        <a:ext cx="294710" cy="32566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1154" name="Line 18"/>
          <p:cNvSpPr>
            <a:spLocks noChangeShapeType="1"/>
          </p:cNvSpPr>
          <p:nvPr/>
        </p:nvSpPr>
        <p:spPr bwMode="auto">
          <a:xfrm>
            <a:off x="6738535" y="1384839"/>
            <a:ext cx="0" cy="9795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55" name="Line 19"/>
          <p:cNvSpPr>
            <a:spLocks noChangeShapeType="1"/>
          </p:cNvSpPr>
          <p:nvPr/>
        </p:nvSpPr>
        <p:spPr bwMode="auto">
          <a:xfrm>
            <a:off x="7632680" y="1124046"/>
            <a:ext cx="0" cy="9795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56" name="Line 20"/>
          <p:cNvSpPr>
            <a:spLocks noChangeShapeType="1"/>
          </p:cNvSpPr>
          <p:nvPr/>
        </p:nvSpPr>
        <p:spPr bwMode="auto">
          <a:xfrm flipV="1">
            <a:off x="6738535" y="1124047"/>
            <a:ext cx="894146" cy="26079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57" name="Line 21"/>
          <p:cNvSpPr>
            <a:spLocks noChangeShapeType="1"/>
          </p:cNvSpPr>
          <p:nvPr/>
        </p:nvSpPr>
        <p:spPr bwMode="auto">
          <a:xfrm flipV="1">
            <a:off x="6738535" y="2103571"/>
            <a:ext cx="894146" cy="26079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58" name="Text Box 22"/>
          <p:cNvSpPr txBox="1">
            <a:spLocks noChangeArrowheads="1"/>
          </p:cNvSpPr>
          <p:nvPr/>
        </p:nvSpPr>
        <p:spPr bwMode="auto">
          <a:xfrm>
            <a:off x="6378987" y="1236590"/>
            <a:ext cx="32909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>
                <a:solidFill>
                  <a:srgbClr val="0000FF"/>
                </a:solidFill>
              </a:rPr>
              <a:t>M</a:t>
            </a:r>
          </a:p>
        </p:txBody>
      </p:sp>
      <p:sp>
        <p:nvSpPr>
          <p:cNvPr id="91159" name="Text Box 23"/>
          <p:cNvSpPr txBox="1">
            <a:spLocks noChangeArrowheads="1"/>
          </p:cNvSpPr>
          <p:nvPr/>
        </p:nvSpPr>
        <p:spPr bwMode="auto">
          <a:xfrm>
            <a:off x="6330580" y="2292333"/>
            <a:ext cx="364202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 dirty="0">
                <a:solidFill>
                  <a:srgbClr val="0000FF"/>
                </a:solidFill>
              </a:rPr>
              <a:t>N</a:t>
            </a:r>
          </a:p>
        </p:txBody>
      </p:sp>
      <p:sp>
        <p:nvSpPr>
          <p:cNvPr id="91160" name="Text Box 24"/>
          <p:cNvSpPr txBox="1">
            <a:spLocks noChangeArrowheads="1"/>
          </p:cNvSpPr>
          <p:nvPr/>
        </p:nvSpPr>
        <p:spPr bwMode="auto">
          <a:xfrm>
            <a:off x="7555063" y="1875375"/>
            <a:ext cx="37863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>
                <a:solidFill>
                  <a:srgbClr val="0000FF"/>
                </a:solidFill>
              </a:rPr>
              <a:t>O</a:t>
            </a:r>
          </a:p>
        </p:txBody>
      </p:sp>
      <p:sp>
        <p:nvSpPr>
          <p:cNvPr id="91161" name="Text Box 25"/>
          <p:cNvSpPr txBox="1">
            <a:spLocks noChangeArrowheads="1"/>
          </p:cNvSpPr>
          <p:nvPr/>
        </p:nvSpPr>
        <p:spPr bwMode="auto">
          <a:xfrm>
            <a:off x="7609395" y="841519"/>
            <a:ext cx="349776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>
                <a:solidFill>
                  <a:srgbClr val="0000FF"/>
                </a:solidFill>
              </a:rPr>
              <a:t>P</a:t>
            </a:r>
          </a:p>
        </p:txBody>
      </p:sp>
      <p:sp>
        <p:nvSpPr>
          <p:cNvPr id="91162" name="Line 26"/>
          <p:cNvSpPr>
            <a:spLocks noChangeShapeType="1"/>
          </p:cNvSpPr>
          <p:nvPr/>
        </p:nvSpPr>
        <p:spPr bwMode="auto">
          <a:xfrm>
            <a:off x="6738537" y="1679781"/>
            <a:ext cx="1552" cy="130397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63" name="Text Box 27"/>
          <p:cNvSpPr txBox="1">
            <a:spLocks noChangeArrowheads="1"/>
          </p:cNvSpPr>
          <p:nvPr/>
        </p:nvSpPr>
        <p:spPr bwMode="auto">
          <a:xfrm>
            <a:off x="7688254" y="1273069"/>
            <a:ext cx="27443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zh-CN" sz="2100" b="0" i="1" dirty="0">
                <a:solidFill>
                  <a:srgbClr val="0000FF"/>
                </a:solidFill>
              </a:rPr>
              <a:t>I</a:t>
            </a:r>
          </a:p>
        </p:txBody>
      </p:sp>
      <p:sp>
        <p:nvSpPr>
          <p:cNvPr id="91165" name="Line 29"/>
          <p:cNvSpPr>
            <a:spLocks noChangeShapeType="1"/>
          </p:cNvSpPr>
          <p:nvPr/>
        </p:nvSpPr>
        <p:spPr bwMode="auto">
          <a:xfrm flipV="1">
            <a:off x="7632682" y="1613033"/>
            <a:ext cx="1552" cy="131948"/>
          </a:xfrm>
          <a:prstGeom prst="line">
            <a:avLst/>
          </a:prstGeom>
          <a:noFill/>
          <a:ln w="38100">
            <a:solidFill>
              <a:srgbClr val="0000FF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sp>
        <p:nvSpPr>
          <p:cNvPr id="91167" name="Line 31"/>
          <p:cNvSpPr>
            <a:spLocks noChangeShapeType="1"/>
          </p:cNvSpPr>
          <p:nvPr/>
        </p:nvSpPr>
        <p:spPr bwMode="auto">
          <a:xfrm>
            <a:off x="7172570" y="1725732"/>
            <a:ext cx="518480" cy="686132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  <p:graphicFrame>
        <p:nvGraphicFramePr>
          <p:cNvPr id="91168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793480"/>
              </p:ext>
            </p:extLst>
          </p:nvPr>
        </p:nvGraphicFramePr>
        <p:xfrm>
          <a:off x="7629577" y="2314687"/>
          <a:ext cx="478120" cy="55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01" name="Equation" r:id="rId7" imgW="164880" imgH="215640" progId="Equation.3">
                  <p:embed/>
                </p:oleObj>
              </mc:Choice>
              <mc:Fallback>
                <p:oleObj name="Equation" r:id="rId7" imgW="164880" imgH="215640" progId="Equation.3">
                  <p:embed/>
                  <p:pic>
                    <p:nvPicPr>
                      <p:cNvPr id="9116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9577" y="2314687"/>
                        <a:ext cx="478120" cy="555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1208" name="Group 72"/>
          <p:cNvGrpSpPr>
            <a:grpSpLocks/>
          </p:cNvGrpSpPr>
          <p:nvPr/>
        </p:nvGrpSpPr>
        <p:grpSpPr bwMode="auto">
          <a:xfrm>
            <a:off x="7021076" y="349430"/>
            <a:ext cx="409818" cy="2781788"/>
            <a:chOff x="4393" y="273"/>
            <a:chExt cx="264" cy="1792"/>
          </a:xfrm>
        </p:grpSpPr>
        <p:grpSp>
          <p:nvGrpSpPr>
            <p:cNvPr id="91170" name="Group 34"/>
            <p:cNvGrpSpPr>
              <a:grpSpLocks/>
            </p:cNvGrpSpPr>
            <p:nvPr/>
          </p:nvGrpSpPr>
          <p:grpSpPr bwMode="auto">
            <a:xfrm>
              <a:off x="4393" y="273"/>
              <a:ext cx="237" cy="584"/>
              <a:chOff x="4024" y="930"/>
              <a:chExt cx="237" cy="584"/>
            </a:xfrm>
          </p:grpSpPr>
          <p:sp>
            <p:nvSpPr>
              <p:cNvPr id="91171" name="Line 35"/>
              <p:cNvSpPr>
                <a:spLocks noChangeShapeType="1"/>
              </p:cNvSpPr>
              <p:nvPr/>
            </p:nvSpPr>
            <p:spPr bwMode="auto">
              <a:xfrm flipH="1" flipV="1">
                <a:off x="4151" y="1198"/>
                <a:ext cx="2" cy="316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91172" name="Object 3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22439056"/>
                  </p:ext>
                </p:extLst>
              </p:nvPr>
            </p:nvGraphicFramePr>
            <p:xfrm>
              <a:off x="4024" y="930"/>
              <a:ext cx="237" cy="26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602" name="公式" r:id="rId9" imgW="190440" imgH="241200" progId="Equation.3">
                      <p:embed/>
                    </p:oleObj>
                  </mc:Choice>
                  <mc:Fallback>
                    <p:oleObj name="公式" r:id="rId9" imgW="190440" imgH="241200" progId="Equation.3">
                      <p:embed/>
                      <p:pic>
                        <p:nvPicPr>
                          <p:cNvPr id="91172" name="Object 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24" y="930"/>
                            <a:ext cx="237" cy="264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1173" name="Group 37"/>
            <p:cNvGrpSpPr>
              <a:grpSpLocks/>
            </p:cNvGrpSpPr>
            <p:nvPr/>
          </p:nvGrpSpPr>
          <p:grpSpPr bwMode="auto">
            <a:xfrm>
              <a:off x="4419" y="1482"/>
              <a:ext cx="238" cy="583"/>
              <a:chOff x="4050" y="2121"/>
              <a:chExt cx="238" cy="583"/>
            </a:xfrm>
          </p:grpSpPr>
          <p:sp>
            <p:nvSpPr>
              <p:cNvPr id="91174" name="Line 38"/>
              <p:cNvSpPr>
                <a:spLocks noChangeShapeType="1"/>
              </p:cNvSpPr>
              <p:nvPr/>
            </p:nvSpPr>
            <p:spPr bwMode="auto">
              <a:xfrm flipH="1">
                <a:off x="4152" y="2121"/>
                <a:ext cx="0" cy="317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91175" name="Object 3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27506449"/>
                  </p:ext>
                </p:extLst>
              </p:nvPr>
            </p:nvGraphicFramePr>
            <p:xfrm>
              <a:off x="4050" y="2467"/>
              <a:ext cx="238" cy="2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603" name="公式" r:id="rId11" imgW="190440" imgH="228600" progId="Equation.3">
                      <p:embed/>
                    </p:oleObj>
                  </mc:Choice>
                  <mc:Fallback>
                    <p:oleObj name="公式" r:id="rId11" imgW="190440" imgH="228600" progId="Equation.3">
                      <p:embed/>
                      <p:pic>
                        <p:nvPicPr>
                          <p:cNvPr id="91175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0" y="2467"/>
                            <a:ext cx="238" cy="237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1206" name="Group 70"/>
          <p:cNvGrpSpPr>
            <a:grpSpLocks/>
          </p:cNvGrpSpPr>
          <p:nvPr/>
        </p:nvGrpSpPr>
        <p:grpSpPr bwMode="auto">
          <a:xfrm>
            <a:off x="6738535" y="1302567"/>
            <a:ext cx="894146" cy="936059"/>
            <a:chOff x="4211" y="887"/>
            <a:chExt cx="576" cy="603"/>
          </a:xfrm>
        </p:grpSpPr>
        <p:grpSp>
          <p:nvGrpSpPr>
            <p:cNvPr id="91176" name="Group 40"/>
            <p:cNvGrpSpPr>
              <a:grpSpLocks/>
            </p:cNvGrpSpPr>
            <p:nvPr/>
          </p:nvGrpSpPr>
          <p:grpSpPr bwMode="auto">
            <a:xfrm>
              <a:off x="4211" y="1248"/>
              <a:ext cx="334" cy="242"/>
              <a:chOff x="3842" y="2058"/>
              <a:chExt cx="334" cy="276"/>
            </a:xfrm>
          </p:grpSpPr>
          <p:sp>
            <p:nvSpPr>
              <p:cNvPr id="91177" name="Line 41"/>
              <p:cNvSpPr>
                <a:spLocks noChangeShapeType="1"/>
              </p:cNvSpPr>
              <p:nvPr/>
            </p:nvSpPr>
            <p:spPr bwMode="auto">
              <a:xfrm>
                <a:off x="3842" y="2088"/>
                <a:ext cx="144" cy="108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91178" name="Object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451749918"/>
                  </p:ext>
                </p:extLst>
              </p:nvPr>
            </p:nvGraphicFramePr>
            <p:xfrm>
              <a:off x="3948" y="2058"/>
              <a:ext cx="228" cy="2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604" name="公式" r:id="rId13" imgW="190440" imgH="228600" progId="Equation.3">
                      <p:embed/>
                    </p:oleObj>
                  </mc:Choice>
                  <mc:Fallback>
                    <p:oleObj name="公式" r:id="rId13" imgW="190440" imgH="228600" progId="Equation.3">
                      <p:embed/>
                      <p:pic>
                        <p:nvPicPr>
                          <p:cNvPr id="91178" name="Object 4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48" y="2058"/>
                            <a:ext cx="228" cy="276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1179" name="Group 43"/>
            <p:cNvGrpSpPr>
              <a:grpSpLocks/>
            </p:cNvGrpSpPr>
            <p:nvPr/>
          </p:nvGrpSpPr>
          <p:grpSpPr bwMode="auto">
            <a:xfrm>
              <a:off x="4481" y="887"/>
              <a:ext cx="306" cy="242"/>
              <a:chOff x="4112" y="1574"/>
              <a:chExt cx="306" cy="277"/>
            </a:xfrm>
          </p:grpSpPr>
          <p:sp>
            <p:nvSpPr>
              <p:cNvPr id="91180" name="Line 44"/>
              <p:cNvSpPr>
                <a:spLocks noChangeShapeType="1"/>
              </p:cNvSpPr>
              <p:nvPr/>
            </p:nvSpPr>
            <p:spPr bwMode="auto">
              <a:xfrm flipH="1" flipV="1">
                <a:off x="4279" y="1717"/>
                <a:ext cx="139" cy="107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91181" name="Object 4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1381124"/>
                  </p:ext>
                </p:extLst>
              </p:nvPr>
            </p:nvGraphicFramePr>
            <p:xfrm>
              <a:off x="4112" y="1574"/>
              <a:ext cx="229" cy="27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605" name="公式" r:id="rId15" imgW="190440" imgH="228600" progId="Equation.3">
                      <p:embed/>
                    </p:oleObj>
                  </mc:Choice>
                  <mc:Fallback>
                    <p:oleObj name="公式" r:id="rId15" imgW="190440" imgH="228600" progId="Equation.3">
                      <p:embed/>
                      <p:pic>
                        <p:nvPicPr>
                          <p:cNvPr id="91181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12" y="1574"/>
                            <a:ext cx="229" cy="277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" name="组合 4"/>
          <p:cNvGrpSpPr/>
          <p:nvPr/>
        </p:nvGrpSpPr>
        <p:grpSpPr>
          <a:xfrm>
            <a:off x="6300775" y="1731332"/>
            <a:ext cx="1988268" cy="0"/>
            <a:chOff x="5901673" y="3959443"/>
            <a:chExt cx="2651024" cy="0"/>
          </a:xfrm>
        </p:grpSpPr>
        <p:sp>
          <p:nvSpPr>
            <p:cNvPr id="91164" name="Line 28"/>
            <p:cNvSpPr>
              <a:spLocks noChangeShapeType="1"/>
            </p:cNvSpPr>
            <p:nvPr/>
          </p:nvSpPr>
          <p:spPr bwMode="auto">
            <a:xfrm>
              <a:off x="7077310" y="3959443"/>
              <a:ext cx="1475387" cy="0"/>
            </a:xfrm>
            <a:prstGeom prst="line">
              <a:avLst/>
            </a:prstGeom>
            <a:ln w="12700">
              <a:headEnd/>
              <a:tailEnd type="triangle" w="sm" len="lg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72" name="Line 28"/>
            <p:cNvSpPr>
              <a:spLocks noChangeShapeType="1"/>
            </p:cNvSpPr>
            <p:nvPr/>
          </p:nvSpPr>
          <p:spPr bwMode="auto">
            <a:xfrm>
              <a:off x="5901673" y="3959443"/>
              <a:ext cx="581603" cy="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6341274" y="1254440"/>
            <a:ext cx="1988268" cy="0"/>
            <a:chOff x="5901673" y="3959443"/>
            <a:chExt cx="2651024" cy="0"/>
          </a:xfrm>
        </p:grpSpPr>
        <p:sp>
          <p:nvSpPr>
            <p:cNvPr id="54" name="Line 28"/>
            <p:cNvSpPr>
              <a:spLocks noChangeShapeType="1"/>
            </p:cNvSpPr>
            <p:nvPr/>
          </p:nvSpPr>
          <p:spPr bwMode="auto">
            <a:xfrm>
              <a:off x="7077310" y="3959443"/>
              <a:ext cx="1475387" cy="0"/>
            </a:xfrm>
            <a:prstGeom prst="line">
              <a:avLst/>
            </a:prstGeom>
            <a:ln w="12700">
              <a:headEnd/>
              <a:tailEnd type="triangle" w="sm" len="lg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55" name="Line 28"/>
            <p:cNvSpPr>
              <a:spLocks noChangeShapeType="1"/>
            </p:cNvSpPr>
            <p:nvPr/>
          </p:nvSpPr>
          <p:spPr bwMode="auto">
            <a:xfrm>
              <a:off x="5901673" y="3959443"/>
              <a:ext cx="1151673" cy="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6341277" y="2230343"/>
            <a:ext cx="1988267" cy="0"/>
            <a:chOff x="5901674" y="3959443"/>
            <a:chExt cx="2651023" cy="0"/>
          </a:xfrm>
        </p:grpSpPr>
        <p:sp>
          <p:nvSpPr>
            <p:cNvPr id="57" name="Line 28"/>
            <p:cNvSpPr>
              <a:spLocks noChangeShapeType="1"/>
            </p:cNvSpPr>
            <p:nvPr/>
          </p:nvSpPr>
          <p:spPr bwMode="auto">
            <a:xfrm>
              <a:off x="7077310" y="3959443"/>
              <a:ext cx="1475387" cy="0"/>
            </a:xfrm>
            <a:prstGeom prst="line">
              <a:avLst/>
            </a:prstGeom>
            <a:ln w="12700">
              <a:headEnd/>
              <a:tailEnd type="triangle" w="sm" len="lg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  <p:sp>
          <p:nvSpPr>
            <p:cNvPr id="58" name="Line 28"/>
            <p:cNvSpPr>
              <a:spLocks noChangeShapeType="1"/>
            </p:cNvSpPr>
            <p:nvPr/>
          </p:nvSpPr>
          <p:spPr bwMode="auto">
            <a:xfrm>
              <a:off x="5901674" y="3959443"/>
              <a:ext cx="534234" cy="0"/>
            </a:xfrm>
            <a:prstGeom prst="line">
              <a:avLst/>
            </a:prstGeom>
            <a:ln w="12700">
              <a:headEnd type="none" w="med" len="med"/>
              <a:tailEnd type="none" w="med" len="med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  <p:txBody>
            <a:bodyPr wrap="none"/>
            <a:lstStyle/>
            <a:p>
              <a:endParaRPr lang="zh-CN" altLang="en-US" sz="2100"/>
            </a:p>
          </p:txBody>
        </p:sp>
      </p:grpSp>
      <p:graphicFrame>
        <p:nvGraphicFramePr>
          <p:cNvPr id="5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5097016"/>
              </p:ext>
            </p:extLst>
          </p:nvPr>
        </p:nvGraphicFramePr>
        <p:xfrm>
          <a:off x="7334981" y="911819"/>
          <a:ext cx="282178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06" name="Equation" r:id="rId17" imgW="139680" imgH="164880" progId="Equation.DSMT4">
                  <p:embed/>
                </p:oleObj>
              </mc:Choice>
              <mc:Fallback>
                <p:oleObj name="Equation" r:id="rId17" imgW="139680" imgH="164880" progId="Equation.DSMT4">
                  <p:embed/>
                  <p:pic>
                    <p:nvPicPr>
                      <p:cNvPr id="5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4981" y="911819"/>
                        <a:ext cx="282178" cy="2952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弧形 5"/>
          <p:cNvSpPr/>
          <p:nvPr/>
        </p:nvSpPr>
        <p:spPr bwMode="auto">
          <a:xfrm>
            <a:off x="6795848" y="918903"/>
            <a:ext cx="685800" cy="685800"/>
          </a:xfrm>
          <a:prstGeom prst="arc">
            <a:avLst>
              <a:gd name="adj1" fmla="val 20650555"/>
              <a:gd name="adj2" fmla="val 0"/>
            </a:avLst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</a:bodyPr>
          <a:lstStyle/>
          <a:p>
            <a:endParaRPr lang="zh-CN" altLang="en-US" sz="2100"/>
          </a:p>
        </p:txBody>
      </p:sp>
      <p:graphicFrame>
        <p:nvGraphicFramePr>
          <p:cNvPr id="60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107417"/>
              </p:ext>
            </p:extLst>
          </p:nvPr>
        </p:nvGraphicFramePr>
        <p:xfrm>
          <a:off x="1411086" y="2069046"/>
          <a:ext cx="1572815" cy="42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07" name="Equation" r:id="rId19" imgW="888840" imgH="228600" progId="Equation.DSMT4">
                  <p:embed/>
                </p:oleObj>
              </mc:Choice>
              <mc:Fallback>
                <p:oleObj name="Equation" r:id="rId19" imgW="888840" imgH="228600" progId="Equation.DSMT4">
                  <p:embed/>
                  <p:pic>
                    <p:nvPicPr>
                      <p:cNvPr id="9120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1086" y="2069046"/>
                        <a:ext cx="1572815" cy="4298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" name="Text Box 68"/>
          <p:cNvSpPr txBox="1">
            <a:spLocks noChangeArrowheads="1"/>
          </p:cNvSpPr>
          <p:nvPr/>
        </p:nvSpPr>
        <p:spPr bwMode="auto">
          <a:xfrm>
            <a:off x="1281306" y="1460275"/>
            <a:ext cx="313134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100" dirty="0">
                <a:solidFill>
                  <a:srgbClr val="FF0000"/>
                </a:solidFill>
              </a:rPr>
              <a:t>线圈受到的力矩：</a:t>
            </a:r>
            <a:endParaRPr lang="en-US" altLang="zh-CN" sz="2100" dirty="0">
              <a:solidFill>
                <a:srgbClr val="FF0000"/>
              </a:solidFill>
            </a:endParaRPr>
          </a:p>
        </p:txBody>
      </p:sp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9815779"/>
              </p:ext>
            </p:extLst>
          </p:nvPr>
        </p:nvGraphicFramePr>
        <p:xfrm>
          <a:off x="1345086" y="3969170"/>
          <a:ext cx="2689207" cy="416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08" name="Equation" r:id="rId21" imgW="1244520" imgH="203040" progId="Equation.DSMT4">
                  <p:embed/>
                </p:oleObj>
              </mc:Choice>
              <mc:Fallback>
                <p:oleObj name="Equation" r:id="rId21" imgW="1244520" imgH="203040" progId="Equation.DSMT4">
                  <p:embed/>
                  <p:pic>
                    <p:nvPicPr>
                      <p:cNvPr id="2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5086" y="3969170"/>
                        <a:ext cx="2689207" cy="4169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7823787"/>
              </p:ext>
            </p:extLst>
          </p:nvPr>
        </p:nvGraphicFramePr>
        <p:xfrm>
          <a:off x="1746734" y="2718296"/>
          <a:ext cx="1438275" cy="429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09" name="Equation" r:id="rId23" imgW="812520" imgH="228600" progId="Equation.DSMT4">
                  <p:embed/>
                </p:oleObj>
              </mc:Choice>
              <mc:Fallback>
                <p:oleObj name="Equation" r:id="rId23" imgW="812520" imgH="228600" progId="Equation.DSMT4">
                  <p:embed/>
                  <p:pic>
                    <p:nvPicPr>
                      <p:cNvPr id="73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6734" y="2718296"/>
                        <a:ext cx="1438275" cy="42981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425256"/>
              </p:ext>
            </p:extLst>
          </p:nvPr>
        </p:nvGraphicFramePr>
        <p:xfrm>
          <a:off x="1747925" y="3367544"/>
          <a:ext cx="1281113" cy="3821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10" name="Equation" r:id="rId25" imgW="723600" imgH="203040" progId="Equation.DSMT4">
                  <p:embed/>
                </p:oleObj>
              </mc:Choice>
              <mc:Fallback>
                <p:oleObj name="Equation" r:id="rId25" imgW="723600" imgH="203040" progId="Equation.DSMT4">
                  <p:embed/>
                  <p:pic>
                    <p:nvPicPr>
                      <p:cNvPr id="74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925" y="3367544"/>
                        <a:ext cx="1281113" cy="3821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对象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71231"/>
              </p:ext>
            </p:extLst>
          </p:nvPr>
        </p:nvGraphicFramePr>
        <p:xfrm>
          <a:off x="3424177" y="2074450"/>
          <a:ext cx="959644" cy="3833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0611" name="Equation" r:id="rId27" imgW="622030" imgH="215806" progId="Equation.DSMT4">
                  <p:embed/>
                </p:oleObj>
              </mc:Choice>
              <mc:Fallback>
                <p:oleObj name="Equation" r:id="rId27" imgW="622030" imgH="215806" progId="Equation.DSMT4">
                  <p:embed/>
                  <p:pic>
                    <p:nvPicPr>
                      <p:cNvPr id="6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4177" y="2074450"/>
                        <a:ext cx="959644" cy="383381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6" name="Group 73"/>
          <p:cNvGrpSpPr>
            <a:grpSpLocks/>
          </p:cNvGrpSpPr>
          <p:nvPr/>
        </p:nvGrpSpPr>
        <p:grpSpPr bwMode="auto">
          <a:xfrm>
            <a:off x="5986083" y="3378834"/>
            <a:ext cx="2746772" cy="1541860"/>
            <a:chOff x="3390" y="2202"/>
            <a:chExt cx="2307" cy="1295"/>
          </a:xfrm>
        </p:grpSpPr>
        <p:graphicFrame>
          <p:nvGraphicFramePr>
            <p:cNvPr id="67" name="Object 46"/>
            <p:cNvGraphicFramePr>
              <a:graphicFrameLocks noChangeAspect="1"/>
            </p:cNvGraphicFramePr>
            <p:nvPr/>
          </p:nvGraphicFramePr>
          <p:xfrm>
            <a:off x="4724" y="2844"/>
            <a:ext cx="205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12" name="公式" r:id="rId29" imgW="126725" imgH="177415" progId="Equation.3">
                    <p:embed/>
                  </p:oleObj>
                </mc:Choice>
                <mc:Fallback>
                  <p:oleObj name="公式" r:id="rId29" imgW="126725" imgH="177415" progId="Equation.3">
                    <p:embed/>
                    <p:pic>
                      <p:nvPicPr>
                        <p:cNvPr id="91182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24" y="2844"/>
                          <a:ext cx="205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" name="Object 4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8358580"/>
                </p:ext>
              </p:extLst>
            </p:nvPr>
          </p:nvGraphicFramePr>
          <p:xfrm>
            <a:off x="4855" y="3089"/>
            <a:ext cx="308" cy="4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13" name="Equation" r:id="rId31" imgW="164880" imgH="215640" progId="Equation.3">
                    <p:embed/>
                  </p:oleObj>
                </mc:Choice>
                <mc:Fallback>
                  <p:oleObj name="Equation" r:id="rId31" imgW="164880" imgH="215640" progId="Equation.3">
                    <p:embed/>
                    <p:pic>
                      <p:nvPicPr>
                        <p:cNvPr id="91183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5" y="3089"/>
                          <a:ext cx="308" cy="4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9" name="Oval 48"/>
            <p:cNvSpPr>
              <a:spLocks noChangeArrowheads="1"/>
            </p:cNvSpPr>
            <p:nvPr/>
          </p:nvSpPr>
          <p:spPr bwMode="auto">
            <a:xfrm>
              <a:off x="4017" y="3036"/>
              <a:ext cx="96" cy="96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1" name="Line 49"/>
            <p:cNvSpPr>
              <a:spLocks noChangeShapeType="1"/>
            </p:cNvSpPr>
            <p:nvPr/>
          </p:nvSpPr>
          <p:spPr bwMode="auto">
            <a:xfrm flipV="1">
              <a:off x="4044" y="2508"/>
              <a:ext cx="1008" cy="53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6" name="Line 50"/>
            <p:cNvSpPr>
              <a:spLocks noChangeShapeType="1"/>
            </p:cNvSpPr>
            <p:nvPr/>
          </p:nvSpPr>
          <p:spPr bwMode="auto">
            <a:xfrm flipV="1">
              <a:off x="4044" y="2604"/>
              <a:ext cx="1008" cy="538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7" name="Line 51"/>
            <p:cNvSpPr>
              <a:spLocks noChangeShapeType="1"/>
            </p:cNvSpPr>
            <p:nvPr/>
          </p:nvSpPr>
          <p:spPr bwMode="auto">
            <a:xfrm>
              <a:off x="3683" y="2844"/>
              <a:ext cx="163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sp>
          <p:nvSpPr>
            <p:cNvPr id="78" name="Line 52"/>
            <p:cNvSpPr>
              <a:spLocks noChangeShapeType="1"/>
            </p:cNvSpPr>
            <p:nvPr/>
          </p:nvSpPr>
          <p:spPr bwMode="auto">
            <a:xfrm>
              <a:off x="4511" y="2839"/>
              <a:ext cx="334" cy="480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round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aphicFrame>
          <p:nvGraphicFramePr>
            <p:cNvPr id="79" name="Object 53"/>
            <p:cNvGraphicFramePr>
              <a:graphicFrameLocks noChangeAspect="1"/>
            </p:cNvGraphicFramePr>
            <p:nvPr/>
          </p:nvGraphicFramePr>
          <p:xfrm>
            <a:off x="4923" y="2631"/>
            <a:ext cx="198" cy="2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14" name="公式" r:id="rId32" imgW="139680" imgH="164880" progId="Equation.DSMT4">
                    <p:embed/>
                  </p:oleObj>
                </mc:Choice>
                <mc:Fallback>
                  <p:oleObj name="公式" r:id="rId32" imgW="139680" imgH="164880" progId="Equation.DSMT4">
                    <p:embed/>
                    <p:pic>
                      <p:nvPicPr>
                        <p:cNvPr id="91189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3" y="2631"/>
                          <a:ext cx="198" cy="2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" name="Text Box 54"/>
            <p:cNvSpPr txBox="1">
              <a:spLocks noChangeArrowheads="1"/>
            </p:cNvSpPr>
            <p:nvPr/>
          </p:nvSpPr>
          <p:spPr bwMode="auto">
            <a:xfrm>
              <a:off x="3390" y="2949"/>
              <a:ext cx="72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zh-CN" sz="2100" b="0" i="1">
                  <a:solidFill>
                    <a:srgbClr val="CC0000"/>
                  </a:solidFill>
                </a:rPr>
                <a:t> </a:t>
              </a:r>
              <a:r>
                <a:rPr lang="en-US" altLang="zh-CN" sz="2100" b="0" i="1">
                  <a:solidFill>
                    <a:srgbClr val="0000FF"/>
                  </a:solidFill>
                </a:rPr>
                <a:t>M</a:t>
              </a:r>
              <a:r>
                <a:rPr lang="en-US" altLang="zh-CN" sz="2100">
                  <a:solidFill>
                    <a:srgbClr val="0000FF"/>
                  </a:solidFill>
                </a:rPr>
                <a:t>, </a:t>
              </a:r>
              <a:r>
                <a:rPr lang="en-US" altLang="zh-CN" sz="2100" b="0" i="1">
                  <a:solidFill>
                    <a:srgbClr val="0000FF"/>
                  </a:solidFill>
                </a:rPr>
                <a:t>N</a:t>
              </a:r>
            </a:p>
          </p:txBody>
        </p:sp>
        <p:sp>
          <p:nvSpPr>
            <p:cNvPr id="81" name="Text Box 55"/>
            <p:cNvSpPr txBox="1">
              <a:spLocks noChangeArrowheads="1"/>
            </p:cNvSpPr>
            <p:nvPr/>
          </p:nvSpPr>
          <p:spPr bwMode="auto">
            <a:xfrm>
              <a:off x="5025" y="2316"/>
              <a:ext cx="67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zh-CN" sz="2100" b="0" i="1">
                  <a:solidFill>
                    <a:srgbClr val="0000FF"/>
                  </a:solidFill>
                </a:rPr>
                <a:t> </a:t>
              </a:r>
              <a:r>
                <a:rPr lang="en-US" altLang="zh-CN" sz="2100" b="0" i="1">
                  <a:solidFill>
                    <a:srgbClr val="0000FF"/>
                  </a:solidFill>
                </a:rPr>
                <a:t>O</a:t>
              </a:r>
              <a:r>
                <a:rPr lang="en-US" altLang="zh-CN" sz="2100">
                  <a:solidFill>
                    <a:srgbClr val="0000FF"/>
                  </a:solidFill>
                </a:rPr>
                <a:t>, </a:t>
              </a:r>
              <a:r>
                <a:rPr lang="en-US" altLang="zh-CN" sz="2100" b="0" i="1">
                  <a:solidFill>
                    <a:srgbClr val="0000FF"/>
                  </a:solidFill>
                </a:rPr>
                <a:t>P</a:t>
              </a:r>
            </a:p>
          </p:txBody>
        </p:sp>
        <p:graphicFrame>
          <p:nvGraphicFramePr>
            <p:cNvPr id="82" name="Object 56"/>
            <p:cNvGraphicFramePr>
              <a:graphicFrameLocks noChangeAspect="1"/>
            </p:cNvGraphicFramePr>
            <p:nvPr/>
          </p:nvGraphicFramePr>
          <p:xfrm>
            <a:off x="5315" y="2748"/>
            <a:ext cx="238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0615" name="公式" r:id="rId34" imgW="152280" imgH="190440" progId="Equation.3">
                    <p:embed/>
                  </p:oleObj>
                </mc:Choice>
                <mc:Fallback>
                  <p:oleObj name="公式" r:id="rId34" imgW="152280" imgH="190440" progId="Equation.3">
                    <p:embed/>
                    <p:pic>
                      <p:nvPicPr>
                        <p:cNvPr id="91192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5" y="2748"/>
                          <a:ext cx="238" cy="3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3" name="Oval 57"/>
            <p:cNvSpPr>
              <a:spLocks noChangeArrowheads="1"/>
            </p:cNvSpPr>
            <p:nvPr/>
          </p:nvSpPr>
          <p:spPr bwMode="auto">
            <a:xfrm>
              <a:off x="5001" y="2508"/>
              <a:ext cx="96" cy="96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/>
            </a:p>
          </p:txBody>
        </p:sp>
        <p:grpSp>
          <p:nvGrpSpPr>
            <p:cNvPr id="84" name="Group 58"/>
            <p:cNvGrpSpPr>
              <a:grpSpLocks/>
            </p:cNvGrpSpPr>
            <p:nvPr/>
          </p:nvGrpSpPr>
          <p:grpSpPr bwMode="auto">
            <a:xfrm>
              <a:off x="4065" y="3079"/>
              <a:ext cx="288" cy="336"/>
              <a:chOff x="3504" y="3744"/>
              <a:chExt cx="288" cy="336"/>
            </a:xfrm>
          </p:grpSpPr>
          <p:sp>
            <p:nvSpPr>
              <p:cNvPr id="88" name="Line 59"/>
              <p:cNvSpPr>
                <a:spLocks noChangeShapeType="1"/>
              </p:cNvSpPr>
              <p:nvPr/>
            </p:nvSpPr>
            <p:spPr bwMode="auto">
              <a:xfrm>
                <a:off x="3504" y="3744"/>
                <a:ext cx="0" cy="288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89" name="Object 60"/>
              <p:cNvGraphicFramePr>
                <a:graphicFrameLocks noChangeAspect="1"/>
              </p:cNvGraphicFramePr>
              <p:nvPr/>
            </p:nvGraphicFramePr>
            <p:xfrm>
              <a:off x="3552" y="3744"/>
              <a:ext cx="240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616" name="公式" r:id="rId35" imgW="164880" imgH="228600" progId="Equation.3">
                      <p:embed/>
                    </p:oleObj>
                  </mc:Choice>
                  <mc:Fallback>
                    <p:oleObj name="公式" r:id="rId35" imgW="164880" imgH="228600" progId="Equation.3">
                      <p:embed/>
                      <p:pic>
                        <p:nvPicPr>
                          <p:cNvPr id="91196" name="Object 6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52" y="3744"/>
                            <a:ext cx="240" cy="3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85" name="Group 61"/>
            <p:cNvGrpSpPr>
              <a:grpSpLocks/>
            </p:cNvGrpSpPr>
            <p:nvPr/>
          </p:nvGrpSpPr>
          <p:grpSpPr bwMode="auto">
            <a:xfrm>
              <a:off x="4722" y="2202"/>
              <a:ext cx="336" cy="378"/>
              <a:chOff x="4272" y="2790"/>
              <a:chExt cx="336" cy="378"/>
            </a:xfrm>
          </p:grpSpPr>
          <p:sp>
            <p:nvSpPr>
              <p:cNvPr id="86" name="Line 62"/>
              <p:cNvSpPr>
                <a:spLocks noChangeShapeType="1"/>
              </p:cNvSpPr>
              <p:nvPr/>
            </p:nvSpPr>
            <p:spPr bwMode="auto">
              <a:xfrm flipV="1">
                <a:off x="4608" y="2844"/>
                <a:ext cx="0" cy="324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87" name="Object 63"/>
              <p:cNvGraphicFramePr>
                <a:graphicFrameLocks noChangeAspect="1"/>
              </p:cNvGraphicFramePr>
              <p:nvPr/>
            </p:nvGraphicFramePr>
            <p:xfrm>
              <a:off x="4272" y="2790"/>
              <a:ext cx="258" cy="33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0617" name="公式" r:id="rId37" imgW="177480" imgH="228600" progId="Equation.3">
                      <p:embed/>
                    </p:oleObj>
                  </mc:Choice>
                  <mc:Fallback>
                    <p:oleObj name="公式" r:id="rId37" imgW="177480" imgH="228600" progId="Equation.3">
                      <p:embed/>
                      <p:pic>
                        <p:nvPicPr>
                          <p:cNvPr id="91199" name="Object 6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72" y="2790"/>
                            <a:ext cx="258" cy="33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90" name="Line 59"/>
          <p:cNvSpPr>
            <a:spLocks noChangeShapeType="1"/>
          </p:cNvSpPr>
          <p:nvPr/>
        </p:nvSpPr>
        <p:spPr bwMode="auto">
          <a:xfrm>
            <a:off x="6789753" y="4137262"/>
            <a:ext cx="0" cy="303133"/>
          </a:xfrm>
          <a:prstGeom prst="line">
            <a:avLst/>
          </a:prstGeom>
          <a:noFill/>
          <a:ln w="28575">
            <a:solidFill>
              <a:srgbClr val="FF0066"/>
            </a:solidFill>
            <a:prstDash val="sysDot"/>
            <a:round/>
            <a:headEnd/>
            <a:tailEnd type="none" w="sm" len="lg"/>
          </a:ln>
          <a:effectLst/>
        </p:spPr>
        <p:txBody>
          <a:bodyPr wrap="none" anchor="ctr"/>
          <a:lstStyle/>
          <a:p>
            <a:endParaRPr lang="zh-CN" altLang="en-US" sz="2100"/>
          </a:p>
        </p:txBody>
      </p:sp>
    </p:spTree>
    <p:extLst>
      <p:ext uri="{BB962C8B-B14F-4D97-AF65-F5344CB8AC3E}">
        <p14:creationId xmlns:p14="http://schemas.microsoft.com/office/powerpoint/2010/main" val="1166037348"/>
      </p:ext>
    </p:extLst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91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1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8291343"/>
              </p:ext>
            </p:extLst>
          </p:nvPr>
        </p:nvGraphicFramePr>
        <p:xfrm>
          <a:off x="1848425" y="323931"/>
          <a:ext cx="1462088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94" name="Equation" r:id="rId3" imgW="736560" imgH="203040" progId="Equation.DSMT4">
                  <p:embed/>
                </p:oleObj>
              </mc:Choice>
              <mc:Fallback>
                <p:oleObj name="Equation" r:id="rId3" imgW="736560" imgH="20304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8425" y="323931"/>
                        <a:ext cx="1462088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232" name="Group 72"/>
          <p:cNvGrpSpPr>
            <a:grpSpLocks/>
          </p:cNvGrpSpPr>
          <p:nvPr/>
        </p:nvGrpSpPr>
        <p:grpSpPr bwMode="auto">
          <a:xfrm>
            <a:off x="3602831" y="299014"/>
            <a:ext cx="3652142" cy="445123"/>
            <a:chOff x="365" y="709"/>
            <a:chExt cx="3177" cy="426"/>
          </a:xfrm>
        </p:grpSpPr>
        <p:graphicFrame>
          <p:nvGraphicFramePr>
            <p:cNvPr id="9216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7383806"/>
                </p:ext>
              </p:extLst>
            </p:nvPr>
          </p:nvGraphicFramePr>
          <p:xfrm>
            <a:off x="1940" y="709"/>
            <a:ext cx="1602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95" name="Equation" r:id="rId5" imgW="838080" imgH="215640" progId="Equation.DSMT4">
                    <p:embed/>
                  </p:oleObj>
                </mc:Choice>
                <mc:Fallback>
                  <p:oleObj name="Equation" r:id="rId5" imgW="838080" imgH="215640" progId="Equation.DSMT4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0" y="709"/>
                          <a:ext cx="1602" cy="3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169" name="Text Box 9"/>
            <p:cNvSpPr txBox="1">
              <a:spLocks noChangeArrowheads="1"/>
            </p:cNvSpPr>
            <p:nvPr/>
          </p:nvSpPr>
          <p:spPr bwMode="auto">
            <a:xfrm>
              <a:off x="365" y="737"/>
              <a:ext cx="2503" cy="3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100" dirty="0"/>
                <a:t>线圈有</a:t>
              </a:r>
              <a:r>
                <a:rPr lang="en-US" altLang="zh-CN" sz="2100" i="1" dirty="0">
                  <a:solidFill>
                    <a:srgbClr val="FF0000"/>
                  </a:solidFill>
                </a:rPr>
                <a:t>N</a:t>
              </a:r>
              <a:r>
                <a:rPr lang="zh-CN" altLang="en-US" sz="2100" dirty="0"/>
                <a:t>匝时：</a:t>
              </a:r>
            </a:p>
          </p:txBody>
        </p:sp>
      </p:grpSp>
      <p:grpSp>
        <p:nvGrpSpPr>
          <p:cNvPr id="92279" name="Group 119"/>
          <p:cNvGrpSpPr>
            <a:grpSpLocks/>
          </p:cNvGrpSpPr>
          <p:nvPr/>
        </p:nvGrpSpPr>
        <p:grpSpPr bwMode="auto">
          <a:xfrm>
            <a:off x="1066800" y="1225152"/>
            <a:ext cx="2686050" cy="938213"/>
            <a:chOff x="426" y="1029"/>
            <a:chExt cx="2256" cy="788"/>
          </a:xfrm>
        </p:grpSpPr>
        <p:sp>
          <p:nvSpPr>
            <p:cNvPr id="92233" name="Text Box 73"/>
            <p:cNvSpPr txBox="1">
              <a:spLocks noChangeArrowheads="1"/>
            </p:cNvSpPr>
            <p:nvPr/>
          </p:nvSpPr>
          <p:spPr bwMode="auto">
            <a:xfrm>
              <a:off x="792" y="1468"/>
              <a:ext cx="1293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2100" dirty="0"/>
                <a:t>稳定平衡</a:t>
              </a:r>
            </a:p>
          </p:txBody>
        </p:sp>
        <p:grpSp>
          <p:nvGrpSpPr>
            <p:cNvPr id="92236" name="Group 76"/>
            <p:cNvGrpSpPr>
              <a:grpSpLocks/>
            </p:cNvGrpSpPr>
            <p:nvPr/>
          </p:nvGrpSpPr>
          <p:grpSpPr bwMode="auto">
            <a:xfrm>
              <a:off x="426" y="1029"/>
              <a:ext cx="2256" cy="407"/>
              <a:chOff x="144" y="1039"/>
              <a:chExt cx="2256" cy="407"/>
            </a:xfrm>
          </p:grpSpPr>
          <p:sp>
            <p:nvSpPr>
              <p:cNvPr id="92237" name="Text Box 77"/>
              <p:cNvSpPr txBox="1">
                <a:spLocks noChangeArrowheads="1"/>
              </p:cNvSpPr>
              <p:nvPr/>
            </p:nvSpPr>
            <p:spPr bwMode="auto">
              <a:xfrm>
                <a:off x="144" y="1097"/>
                <a:ext cx="2256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/>
                <a:r>
                  <a:rPr lang="zh-CN" altLang="en-US" sz="2100"/>
                  <a:t>（</a:t>
                </a:r>
                <a:r>
                  <a:rPr lang="en-US" altLang="zh-CN" sz="2100"/>
                  <a:t>1</a:t>
                </a:r>
                <a:r>
                  <a:rPr lang="zh-CN" altLang="en-US" sz="2100"/>
                  <a:t>）    与      同向</a:t>
                </a:r>
              </a:p>
            </p:txBody>
          </p:sp>
          <p:graphicFrame>
            <p:nvGraphicFramePr>
              <p:cNvPr id="92238" name="Object 78"/>
              <p:cNvGraphicFramePr>
                <a:graphicFrameLocks noChangeAspect="1"/>
              </p:cNvGraphicFramePr>
              <p:nvPr/>
            </p:nvGraphicFramePr>
            <p:xfrm>
              <a:off x="1247" y="1056"/>
              <a:ext cx="249" cy="3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596" name="Equation" r:id="rId7" imgW="152280" imgH="190440" progId="Equation.3">
                      <p:embed/>
                    </p:oleObj>
                  </mc:Choice>
                  <mc:Fallback>
                    <p:oleObj name="Equation" r:id="rId7" imgW="152280" imgH="190440" progId="Equation.3">
                      <p:embed/>
                      <p:pic>
                        <p:nvPicPr>
                          <p:cNvPr id="0" name="Picture 7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47" y="1056"/>
                            <a:ext cx="249" cy="34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239" name="Object 7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4364198"/>
                  </p:ext>
                </p:extLst>
              </p:nvPr>
            </p:nvGraphicFramePr>
            <p:xfrm>
              <a:off x="706" y="1039"/>
              <a:ext cx="231" cy="39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597" name="Equation" r:id="rId9" imgW="139680" imgH="215640" progId="Equation.DSMT4">
                      <p:embed/>
                    </p:oleObj>
                  </mc:Choice>
                  <mc:Fallback>
                    <p:oleObj name="Equation" r:id="rId9" imgW="139680" imgH="215640" progId="Equation.DSMT4">
                      <p:embed/>
                      <p:pic>
                        <p:nvPicPr>
                          <p:cNvPr id="0" name="Picture 7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06" y="1039"/>
                            <a:ext cx="231" cy="394"/>
                          </a:xfrm>
                          <a:prstGeom prst="rect">
                            <a:avLst/>
                          </a:prstGeom>
                          <a:noFill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2280" name="Group 120"/>
          <p:cNvGrpSpPr>
            <a:grpSpLocks/>
          </p:cNvGrpSpPr>
          <p:nvPr/>
        </p:nvGrpSpPr>
        <p:grpSpPr bwMode="auto">
          <a:xfrm>
            <a:off x="3602831" y="1250155"/>
            <a:ext cx="2686050" cy="913209"/>
            <a:chOff x="2370" y="1050"/>
            <a:chExt cx="2256" cy="767"/>
          </a:xfrm>
        </p:grpSpPr>
        <p:sp>
          <p:nvSpPr>
            <p:cNvPr id="92234" name="Rectangle 74"/>
            <p:cNvSpPr>
              <a:spLocks noChangeArrowheads="1"/>
            </p:cNvSpPr>
            <p:nvPr/>
          </p:nvSpPr>
          <p:spPr bwMode="auto">
            <a:xfrm>
              <a:off x="2568" y="1468"/>
              <a:ext cx="1453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2100"/>
                <a:t>不稳定平衡</a:t>
              </a:r>
            </a:p>
          </p:txBody>
        </p:sp>
        <p:sp>
          <p:nvSpPr>
            <p:cNvPr id="92240" name="Text Box 80"/>
            <p:cNvSpPr txBox="1">
              <a:spLocks noChangeArrowheads="1"/>
            </p:cNvSpPr>
            <p:nvPr/>
          </p:nvSpPr>
          <p:spPr bwMode="auto">
            <a:xfrm>
              <a:off x="2370" y="1050"/>
              <a:ext cx="225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100"/>
                <a:t>（</a:t>
              </a:r>
              <a:r>
                <a:rPr lang="en-US" altLang="zh-CN" sz="2100"/>
                <a:t>2</a:t>
              </a:r>
              <a:r>
                <a:rPr lang="zh-CN" altLang="en-US" sz="2100"/>
                <a:t>）方向相反</a:t>
              </a:r>
            </a:p>
          </p:txBody>
        </p:sp>
      </p:grpSp>
      <p:grpSp>
        <p:nvGrpSpPr>
          <p:cNvPr id="92281" name="Group 121"/>
          <p:cNvGrpSpPr>
            <a:grpSpLocks/>
          </p:cNvGrpSpPr>
          <p:nvPr/>
        </p:nvGrpSpPr>
        <p:grpSpPr bwMode="auto">
          <a:xfrm>
            <a:off x="6337697" y="1250155"/>
            <a:ext cx="2114550" cy="913209"/>
            <a:chOff x="4021" y="1050"/>
            <a:chExt cx="1776" cy="767"/>
          </a:xfrm>
        </p:grpSpPr>
        <p:sp>
          <p:nvSpPr>
            <p:cNvPr id="92241" name="Text Box 81"/>
            <p:cNvSpPr txBox="1">
              <a:spLocks noChangeArrowheads="1"/>
            </p:cNvSpPr>
            <p:nvPr/>
          </p:nvSpPr>
          <p:spPr bwMode="auto">
            <a:xfrm>
              <a:off x="4021" y="1050"/>
              <a:ext cx="177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lang="zh-CN" altLang="en-US" sz="2100"/>
                <a:t>（</a:t>
              </a:r>
              <a:r>
                <a:rPr lang="en-US" altLang="zh-CN" sz="2100"/>
                <a:t>3</a:t>
              </a:r>
              <a:r>
                <a:rPr lang="zh-CN" altLang="en-US" sz="2100"/>
                <a:t>）方向垂直</a:t>
              </a:r>
            </a:p>
          </p:txBody>
        </p:sp>
        <p:sp>
          <p:nvSpPr>
            <p:cNvPr id="92242" name="Text Box 82"/>
            <p:cNvSpPr txBox="1">
              <a:spLocks noChangeArrowheads="1"/>
            </p:cNvSpPr>
            <p:nvPr/>
          </p:nvSpPr>
          <p:spPr bwMode="auto">
            <a:xfrm>
              <a:off x="4387" y="1468"/>
              <a:ext cx="1392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zh-CN" altLang="en-US" sz="2100"/>
                <a:t>力矩最大</a:t>
              </a:r>
            </a:p>
          </p:txBody>
        </p:sp>
      </p:grpSp>
      <p:grpSp>
        <p:nvGrpSpPr>
          <p:cNvPr id="92305" name="Group 145"/>
          <p:cNvGrpSpPr>
            <a:grpSpLocks/>
          </p:cNvGrpSpPr>
          <p:nvPr/>
        </p:nvGrpSpPr>
        <p:grpSpPr bwMode="auto">
          <a:xfrm>
            <a:off x="1301356" y="2210993"/>
            <a:ext cx="1640681" cy="2553887"/>
            <a:chOff x="623" y="1848"/>
            <a:chExt cx="1378" cy="2145"/>
          </a:xfrm>
        </p:grpSpPr>
        <p:grpSp>
          <p:nvGrpSpPr>
            <p:cNvPr id="92260" name="Group 100"/>
            <p:cNvGrpSpPr>
              <a:grpSpLocks/>
            </p:cNvGrpSpPr>
            <p:nvPr/>
          </p:nvGrpSpPr>
          <p:grpSpPr bwMode="auto">
            <a:xfrm>
              <a:off x="623" y="1848"/>
              <a:ext cx="1378" cy="1299"/>
              <a:chOff x="2352" y="2132"/>
              <a:chExt cx="1378" cy="1299"/>
            </a:xfrm>
          </p:grpSpPr>
          <p:sp>
            <p:nvSpPr>
              <p:cNvPr id="92248" name="Text Box 88"/>
              <p:cNvSpPr txBox="1">
                <a:spLocks noChangeArrowheads="1"/>
              </p:cNvSpPr>
              <p:nvPr/>
            </p:nvSpPr>
            <p:spPr bwMode="auto">
              <a:xfrm>
                <a:off x="2352" y="2132"/>
                <a:ext cx="1378" cy="12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dist" eaLnBrk="1" hangingPunct="1"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en-US" altLang="zh-CN" sz="1350">
                    <a:solidFill>
                      <a:schemeClr val="tx2"/>
                    </a:solidFill>
                    <a:latin typeface="Arial" charset="0"/>
                  </a:rPr>
                  <a:t>×    ×    ×    </a:t>
                </a:r>
                <a:r>
                  <a:rPr lang="en-US" altLang="zh-CN" sz="1350">
                    <a:solidFill>
                      <a:schemeClr val="tx2"/>
                    </a:solidFill>
                  </a:rPr>
                  <a:t>×</a:t>
                </a:r>
                <a:r>
                  <a:rPr lang="en-US" altLang="zh-CN" sz="1350">
                    <a:solidFill>
                      <a:schemeClr val="tx2"/>
                    </a:solidFill>
                    <a:latin typeface="Arial" charset="0"/>
                  </a:rPr>
                  <a:t> </a:t>
                </a:r>
              </a:p>
              <a:p>
                <a:pPr algn="dist" eaLnBrk="1" hangingPunct="1"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en-US" altLang="zh-CN" sz="1350">
                    <a:solidFill>
                      <a:schemeClr val="tx2"/>
                    </a:solidFill>
                    <a:latin typeface="Arial" charset="0"/>
                  </a:rPr>
                  <a:t>×    ×    ×    </a:t>
                </a:r>
                <a:r>
                  <a:rPr lang="en-US" altLang="zh-CN" sz="1350">
                    <a:solidFill>
                      <a:schemeClr val="tx2"/>
                    </a:solidFill>
                  </a:rPr>
                  <a:t>×</a:t>
                </a:r>
                <a:r>
                  <a:rPr lang="en-US" altLang="zh-CN" sz="1350">
                    <a:solidFill>
                      <a:schemeClr val="tx2"/>
                    </a:solidFill>
                    <a:latin typeface="Arial" charset="0"/>
                  </a:rPr>
                  <a:t> </a:t>
                </a:r>
              </a:p>
              <a:p>
                <a:pPr algn="dist" eaLnBrk="1" hangingPunct="1">
                  <a:lnSpc>
                    <a:spcPct val="200000"/>
                  </a:lnSpc>
                  <a:spcBef>
                    <a:spcPct val="50000"/>
                  </a:spcBef>
                </a:pPr>
                <a:r>
                  <a:rPr lang="en-US" altLang="zh-CN" sz="1350">
                    <a:solidFill>
                      <a:schemeClr val="tx2"/>
                    </a:solidFill>
                    <a:latin typeface="Arial" charset="0"/>
                  </a:rPr>
                  <a:t>×    ×    ×    </a:t>
                </a:r>
                <a:r>
                  <a:rPr lang="en-US" altLang="zh-CN" sz="1350">
                    <a:solidFill>
                      <a:schemeClr val="tx2"/>
                    </a:solidFill>
                  </a:rPr>
                  <a:t>×</a:t>
                </a:r>
                <a:r>
                  <a:rPr lang="en-US" altLang="zh-CN" sz="1350">
                    <a:solidFill>
                      <a:schemeClr val="tx2"/>
                    </a:solidFill>
                    <a:latin typeface="Arial" charset="0"/>
                  </a:rPr>
                  <a:t> </a:t>
                </a:r>
              </a:p>
            </p:txBody>
          </p:sp>
          <p:sp>
            <p:nvSpPr>
              <p:cNvPr id="92250" name="AutoShape 90"/>
              <p:cNvSpPr>
                <a:spLocks noChangeArrowheads="1"/>
              </p:cNvSpPr>
              <p:nvPr/>
            </p:nvSpPr>
            <p:spPr bwMode="auto">
              <a:xfrm>
                <a:off x="2771" y="2540"/>
                <a:ext cx="529" cy="529"/>
              </a:xfrm>
              <a:prstGeom prst="bevel">
                <a:avLst>
                  <a:gd name="adj" fmla="val 4463"/>
                </a:avLst>
              </a:prstGeom>
              <a:noFill/>
              <a:ln w="19050">
                <a:solidFill>
                  <a:srgbClr val="9966FF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92252" name="Line 92"/>
              <p:cNvSpPr>
                <a:spLocks noChangeShapeType="1"/>
              </p:cNvSpPr>
              <p:nvPr/>
            </p:nvSpPr>
            <p:spPr bwMode="auto">
              <a:xfrm flipV="1">
                <a:off x="3050" y="2247"/>
                <a:ext cx="0" cy="29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92253" name="Line 93"/>
              <p:cNvSpPr>
                <a:spLocks noChangeShapeType="1"/>
              </p:cNvSpPr>
              <p:nvPr/>
            </p:nvSpPr>
            <p:spPr bwMode="auto">
              <a:xfrm>
                <a:off x="3050" y="3069"/>
                <a:ext cx="0" cy="293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92254" name="Line 94"/>
              <p:cNvSpPr>
                <a:spLocks noChangeShapeType="1"/>
              </p:cNvSpPr>
              <p:nvPr/>
            </p:nvSpPr>
            <p:spPr bwMode="auto">
              <a:xfrm flipH="1">
                <a:off x="2534" y="2812"/>
                <a:ext cx="237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92255" name="Line 95"/>
              <p:cNvSpPr>
                <a:spLocks noChangeShapeType="1"/>
              </p:cNvSpPr>
              <p:nvPr/>
            </p:nvSpPr>
            <p:spPr bwMode="auto">
              <a:xfrm>
                <a:off x="3305" y="2812"/>
                <a:ext cx="23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92256" name="Object 96"/>
              <p:cNvGraphicFramePr>
                <a:graphicFrameLocks noChangeAspect="1"/>
              </p:cNvGraphicFramePr>
              <p:nvPr/>
            </p:nvGraphicFramePr>
            <p:xfrm>
              <a:off x="3437" y="2478"/>
              <a:ext cx="212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598" name="公式" r:id="rId11" imgW="164880" imgH="190440" progId="Equation.3">
                      <p:embed/>
                    </p:oleObj>
                  </mc:Choice>
                  <mc:Fallback>
                    <p:oleObj name="公式" r:id="rId11" imgW="164880" imgH="190440" progId="Equation.3">
                      <p:embed/>
                      <p:pic>
                        <p:nvPicPr>
                          <p:cNvPr id="0" name="Picture 96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37" y="2478"/>
                            <a:ext cx="212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2259" name="Group 99"/>
              <p:cNvGrpSpPr>
                <a:grpSpLocks/>
              </p:cNvGrpSpPr>
              <p:nvPr/>
            </p:nvGrpSpPr>
            <p:grpSpPr bwMode="auto">
              <a:xfrm>
                <a:off x="2569" y="2485"/>
                <a:ext cx="245" cy="349"/>
                <a:chOff x="3169" y="1158"/>
                <a:chExt cx="245" cy="349"/>
              </a:xfrm>
            </p:grpSpPr>
            <p:sp>
              <p:nvSpPr>
                <p:cNvPr id="92251" name="Text Box 91"/>
                <p:cNvSpPr txBox="1">
                  <a:spLocks noChangeArrowheads="1"/>
                </p:cNvSpPr>
                <p:nvPr/>
              </p:nvSpPr>
              <p:spPr bwMode="auto">
                <a:xfrm>
                  <a:off x="3169" y="1158"/>
                  <a:ext cx="243" cy="3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100" i="1">
                      <a:solidFill>
                        <a:srgbClr val="0000FF"/>
                      </a:solidFill>
                    </a:rPr>
                    <a:t>I</a:t>
                  </a:r>
                </a:p>
              </p:txBody>
            </p:sp>
            <p:sp>
              <p:nvSpPr>
                <p:cNvPr id="92257" name="AutoShape 97"/>
                <p:cNvSpPr>
                  <a:spLocks noChangeArrowheads="1"/>
                </p:cNvSpPr>
                <p:nvPr/>
              </p:nvSpPr>
              <p:spPr bwMode="auto">
                <a:xfrm>
                  <a:off x="3329" y="1253"/>
                  <a:ext cx="85" cy="192"/>
                </a:xfrm>
                <a:prstGeom prst="upArrow">
                  <a:avLst>
                    <a:gd name="adj1" fmla="val 50000"/>
                    <a:gd name="adj2" fmla="val 146824"/>
                  </a:avLst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1905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</p:grpSp>
        </p:grpSp>
        <p:graphicFrame>
          <p:nvGraphicFramePr>
            <p:cNvPr id="92258" name="Object 9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280837"/>
                </p:ext>
              </p:extLst>
            </p:nvPr>
          </p:nvGraphicFramePr>
          <p:xfrm>
            <a:off x="1018" y="3371"/>
            <a:ext cx="529" cy="6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599" name="Equation" r:id="rId13" imgW="431640" imgH="431640" progId="Equation.DSMT4">
                    <p:embed/>
                  </p:oleObj>
                </mc:Choice>
                <mc:Fallback>
                  <p:oleObj name="Equation" r:id="rId13" imgW="431640" imgH="431640" progId="Equation.DSMT4">
                    <p:embed/>
                    <p:pic>
                      <p:nvPicPr>
                        <p:cNvPr id="0" name="Picture 9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18" y="3371"/>
                          <a:ext cx="529" cy="622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306" name="Group 146"/>
          <p:cNvGrpSpPr>
            <a:grpSpLocks/>
          </p:cNvGrpSpPr>
          <p:nvPr/>
        </p:nvGrpSpPr>
        <p:grpSpPr bwMode="auto">
          <a:xfrm>
            <a:off x="3771902" y="2312196"/>
            <a:ext cx="1640681" cy="2441974"/>
            <a:chOff x="2370" y="1933"/>
            <a:chExt cx="1378" cy="2051"/>
          </a:xfrm>
        </p:grpSpPr>
        <p:grpSp>
          <p:nvGrpSpPr>
            <p:cNvPr id="92277" name="Group 117"/>
            <p:cNvGrpSpPr>
              <a:grpSpLocks/>
            </p:cNvGrpSpPr>
            <p:nvPr/>
          </p:nvGrpSpPr>
          <p:grpSpPr bwMode="auto">
            <a:xfrm>
              <a:off x="2370" y="1933"/>
              <a:ext cx="1378" cy="1159"/>
              <a:chOff x="2426" y="2217"/>
              <a:chExt cx="1378" cy="1159"/>
            </a:xfrm>
          </p:grpSpPr>
          <p:sp>
            <p:nvSpPr>
              <p:cNvPr id="92262" name="Text Box 102"/>
              <p:cNvSpPr txBox="1">
                <a:spLocks noChangeArrowheads="1"/>
              </p:cNvSpPr>
              <p:nvPr/>
            </p:nvSpPr>
            <p:spPr bwMode="auto">
              <a:xfrm>
                <a:off x="2426" y="2217"/>
                <a:ext cx="1378" cy="115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dist" eaLnBrk="1" hangingPunct="1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zh-CN" sz="2700">
                    <a:solidFill>
                      <a:schemeClr val="tx2"/>
                    </a:solidFill>
                  </a:rPr>
                  <a:t>.    .    .    . </a:t>
                </a:r>
              </a:p>
              <a:p>
                <a:pPr algn="dist" eaLnBrk="1" hangingPunct="1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zh-CN" sz="2700">
                    <a:solidFill>
                      <a:schemeClr val="tx2"/>
                    </a:solidFill>
                  </a:rPr>
                  <a:t>. . . .</a:t>
                </a:r>
              </a:p>
              <a:p>
                <a:pPr algn="dist" eaLnBrk="1" hangingPunct="1">
                  <a:lnSpc>
                    <a:spcPct val="70000"/>
                  </a:lnSpc>
                  <a:spcBef>
                    <a:spcPct val="50000"/>
                  </a:spcBef>
                </a:pPr>
                <a:r>
                  <a:rPr lang="en-US" altLang="zh-CN" sz="2700">
                    <a:solidFill>
                      <a:schemeClr val="tx2"/>
                    </a:solidFill>
                  </a:rPr>
                  <a:t>.    .    .    . </a:t>
                </a:r>
              </a:p>
            </p:txBody>
          </p:sp>
          <p:sp>
            <p:nvSpPr>
              <p:cNvPr id="92263" name="AutoShape 103"/>
              <p:cNvSpPr>
                <a:spLocks noChangeArrowheads="1"/>
              </p:cNvSpPr>
              <p:nvPr/>
            </p:nvSpPr>
            <p:spPr bwMode="auto">
              <a:xfrm>
                <a:off x="2767" y="2448"/>
                <a:ext cx="735" cy="704"/>
              </a:xfrm>
              <a:prstGeom prst="bevel">
                <a:avLst>
                  <a:gd name="adj" fmla="val 4463"/>
                </a:avLst>
              </a:prstGeom>
              <a:noFill/>
              <a:ln w="19050">
                <a:solidFill>
                  <a:srgbClr val="9966FF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92265" name="Line 105"/>
              <p:cNvSpPr>
                <a:spLocks noChangeShapeType="1"/>
              </p:cNvSpPr>
              <p:nvPr/>
            </p:nvSpPr>
            <p:spPr bwMode="auto">
              <a:xfrm>
                <a:off x="3135" y="2443"/>
                <a:ext cx="0" cy="21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92267" name="Line 107"/>
              <p:cNvSpPr>
                <a:spLocks noChangeShapeType="1"/>
              </p:cNvSpPr>
              <p:nvPr/>
            </p:nvSpPr>
            <p:spPr bwMode="auto">
              <a:xfrm flipH="1">
                <a:off x="3264" y="2784"/>
                <a:ext cx="23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graphicFrame>
            <p:nvGraphicFramePr>
              <p:cNvPr id="92268" name="Object 108"/>
              <p:cNvGraphicFramePr>
                <a:graphicFrameLocks noChangeAspect="1"/>
              </p:cNvGraphicFramePr>
              <p:nvPr/>
            </p:nvGraphicFramePr>
            <p:xfrm>
              <a:off x="3530" y="2452"/>
              <a:ext cx="212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600" name="公式" r:id="rId15" imgW="164880" imgH="190440" progId="Equation.3">
                      <p:embed/>
                    </p:oleObj>
                  </mc:Choice>
                  <mc:Fallback>
                    <p:oleObj name="公式" r:id="rId15" imgW="164880" imgH="190440" progId="Equation.3">
                      <p:embed/>
                      <p:pic>
                        <p:nvPicPr>
                          <p:cNvPr id="0" name="Picture 108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30" y="2452"/>
                            <a:ext cx="212" cy="30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92269" name="Group 109"/>
              <p:cNvGrpSpPr>
                <a:grpSpLocks/>
              </p:cNvGrpSpPr>
              <p:nvPr/>
            </p:nvGrpSpPr>
            <p:grpSpPr bwMode="auto">
              <a:xfrm>
                <a:off x="2569" y="2400"/>
                <a:ext cx="245" cy="349"/>
                <a:chOff x="3169" y="1158"/>
                <a:chExt cx="245" cy="349"/>
              </a:xfrm>
            </p:grpSpPr>
            <p:sp>
              <p:nvSpPr>
                <p:cNvPr id="92270" name="Text Box 110"/>
                <p:cNvSpPr txBox="1">
                  <a:spLocks noChangeArrowheads="1"/>
                </p:cNvSpPr>
                <p:nvPr/>
              </p:nvSpPr>
              <p:spPr bwMode="auto">
                <a:xfrm>
                  <a:off x="3169" y="1158"/>
                  <a:ext cx="243" cy="34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100" i="1">
                      <a:solidFill>
                        <a:srgbClr val="0000FF"/>
                      </a:solidFill>
                    </a:rPr>
                    <a:t>I</a:t>
                  </a:r>
                </a:p>
              </p:txBody>
            </p:sp>
            <p:sp>
              <p:nvSpPr>
                <p:cNvPr id="92271" name="AutoShape 111"/>
                <p:cNvSpPr>
                  <a:spLocks noChangeArrowheads="1"/>
                </p:cNvSpPr>
                <p:nvPr/>
              </p:nvSpPr>
              <p:spPr bwMode="auto">
                <a:xfrm>
                  <a:off x="3329" y="1253"/>
                  <a:ext cx="85" cy="192"/>
                </a:xfrm>
                <a:prstGeom prst="upArrow">
                  <a:avLst>
                    <a:gd name="adj1" fmla="val 50000"/>
                    <a:gd name="adj2" fmla="val 146824"/>
                  </a:avLst>
                </a:prstGeom>
                <a:gradFill rotWithShape="0">
                  <a:gsLst>
                    <a:gs pos="0">
                      <a:srgbClr val="0000FF"/>
                    </a:gs>
                    <a:gs pos="100000">
                      <a:srgbClr val="FFFFFF"/>
                    </a:gs>
                  </a:gsLst>
                  <a:lin ang="5400000" scaled="1"/>
                </a:gradFill>
                <a:ln w="19050">
                  <a:solidFill>
                    <a:srgbClr val="0000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</p:grpSp>
          <p:sp>
            <p:nvSpPr>
              <p:cNvPr id="92275" name="Line 115"/>
              <p:cNvSpPr>
                <a:spLocks noChangeShapeType="1"/>
              </p:cNvSpPr>
              <p:nvPr/>
            </p:nvSpPr>
            <p:spPr bwMode="auto">
              <a:xfrm flipV="1">
                <a:off x="3135" y="2900"/>
                <a:ext cx="0" cy="21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  <p:sp>
            <p:nvSpPr>
              <p:cNvPr id="92276" name="Line 116"/>
              <p:cNvSpPr>
                <a:spLocks noChangeShapeType="1"/>
              </p:cNvSpPr>
              <p:nvPr/>
            </p:nvSpPr>
            <p:spPr bwMode="auto">
              <a:xfrm rot="10800000" flipH="1">
                <a:off x="2795" y="2784"/>
                <a:ext cx="23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/>
              </a:p>
            </p:txBody>
          </p:sp>
        </p:grpSp>
        <p:graphicFrame>
          <p:nvGraphicFramePr>
            <p:cNvPr id="92283" name="Object 12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91679193"/>
                </p:ext>
              </p:extLst>
            </p:nvPr>
          </p:nvGraphicFramePr>
          <p:xfrm>
            <a:off x="2748" y="3380"/>
            <a:ext cx="623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01" name="Equation" r:id="rId16" imgW="431640" imgH="406080" progId="Equation.DSMT4">
                    <p:embed/>
                  </p:oleObj>
                </mc:Choice>
                <mc:Fallback>
                  <p:oleObj name="Equation" r:id="rId16" imgW="431640" imgH="406080" progId="Equation.DSMT4">
                    <p:embed/>
                    <p:pic>
                      <p:nvPicPr>
                        <p:cNvPr id="0" name="Picture 12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48" y="3380"/>
                          <a:ext cx="623" cy="604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307" name="Group 147"/>
          <p:cNvGrpSpPr>
            <a:grpSpLocks/>
          </p:cNvGrpSpPr>
          <p:nvPr/>
        </p:nvGrpSpPr>
        <p:grpSpPr bwMode="auto">
          <a:xfrm>
            <a:off x="6442474" y="2294337"/>
            <a:ext cx="2068115" cy="2595565"/>
            <a:chOff x="4045" y="1918"/>
            <a:chExt cx="1737" cy="2180"/>
          </a:xfrm>
        </p:grpSpPr>
        <p:grpSp>
          <p:nvGrpSpPr>
            <p:cNvPr id="92284" name="Group 124"/>
            <p:cNvGrpSpPr>
              <a:grpSpLocks/>
            </p:cNvGrpSpPr>
            <p:nvPr/>
          </p:nvGrpSpPr>
          <p:grpSpPr bwMode="auto">
            <a:xfrm>
              <a:off x="4132" y="1918"/>
              <a:ext cx="1650" cy="1289"/>
              <a:chOff x="1480" y="1036"/>
              <a:chExt cx="1650" cy="1289"/>
            </a:xfrm>
          </p:grpSpPr>
          <p:grpSp>
            <p:nvGrpSpPr>
              <p:cNvPr id="92285" name="Group 125"/>
              <p:cNvGrpSpPr>
                <a:grpSpLocks/>
              </p:cNvGrpSpPr>
              <p:nvPr/>
            </p:nvGrpSpPr>
            <p:grpSpPr bwMode="auto">
              <a:xfrm>
                <a:off x="1742" y="1389"/>
                <a:ext cx="897" cy="388"/>
                <a:chOff x="3847" y="1678"/>
                <a:chExt cx="897" cy="388"/>
              </a:xfrm>
            </p:grpSpPr>
            <p:sp>
              <p:nvSpPr>
                <p:cNvPr id="92286" name="Oval 126"/>
                <p:cNvSpPr>
                  <a:spLocks noChangeArrowheads="1"/>
                </p:cNvSpPr>
                <p:nvPr/>
              </p:nvSpPr>
              <p:spPr bwMode="auto">
                <a:xfrm>
                  <a:off x="4514" y="1828"/>
                  <a:ext cx="195" cy="196"/>
                </a:xfrm>
                <a:prstGeom prst="ellipse">
                  <a:avLst/>
                </a:prstGeom>
                <a:noFill/>
                <a:ln w="28575">
                  <a:solidFill>
                    <a:srgbClr val="FF0000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  <p:sp>
              <p:nvSpPr>
                <p:cNvPr id="92287" name="Text Box 127"/>
                <p:cNvSpPr txBox="1">
                  <a:spLocks noChangeArrowheads="1"/>
                </p:cNvSpPr>
                <p:nvPr/>
              </p:nvSpPr>
              <p:spPr bwMode="auto">
                <a:xfrm>
                  <a:off x="4524" y="1678"/>
                  <a:ext cx="220" cy="38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1" hangingPunct="1">
                    <a:spcBef>
                      <a:spcPct val="50000"/>
                    </a:spcBef>
                  </a:pPr>
                  <a:r>
                    <a:rPr lang="en-US" altLang="zh-CN" sz="2400">
                      <a:solidFill>
                        <a:srgbClr val="0000FF"/>
                      </a:solidFill>
                    </a:rPr>
                    <a:t>.</a:t>
                  </a:r>
                  <a:endParaRPr lang="en-US" altLang="zh-CN" sz="2100">
                    <a:solidFill>
                      <a:srgbClr val="0000FF"/>
                    </a:solidFill>
                  </a:endParaRPr>
                </a:p>
              </p:txBody>
            </p:sp>
            <p:sp>
              <p:nvSpPr>
                <p:cNvPr id="92288" name="Oval 128"/>
                <p:cNvSpPr>
                  <a:spLocks noChangeArrowheads="1"/>
                </p:cNvSpPr>
                <p:nvPr/>
              </p:nvSpPr>
              <p:spPr bwMode="auto">
                <a:xfrm>
                  <a:off x="3847" y="1819"/>
                  <a:ext cx="195" cy="196"/>
                </a:xfrm>
                <a:prstGeom prst="ellipse">
                  <a:avLst/>
                </a:prstGeom>
                <a:noFill/>
                <a:ln w="28575">
                  <a:solidFill>
                    <a:srgbClr val="FF0066"/>
                  </a:solid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  <p:sp>
              <p:nvSpPr>
                <p:cNvPr id="92289" name="Line 129"/>
                <p:cNvSpPr>
                  <a:spLocks noChangeShapeType="1"/>
                </p:cNvSpPr>
                <p:nvPr/>
              </p:nvSpPr>
              <p:spPr bwMode="auto">
                <a:xfrm>
                  <a:off x="3902" y="1868"/>
                  <a:ext cx="86" cy="9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zh-CN" altLang="en-US" sz="2100"/>
                </a:p>
              </p:txBody>
            </p:sp>
            <p:sp>
              <p:nvSpPr>
                <p:cNvPr id="92290" name="Line 130"/>
                <p:cNvSpPr>
                  <a:spLocks noChangeShapeType="1"/>
                </p:cNvSpPr>
                <p:nvPr/>
              </p:nvSpPr>
              <p:spPr bwMode="auto">
                <a:xfrm flipH="1">
                  <a:off x="3902" y="1868"/>
                  <a:ext cx="86" cy="98"/>
                </a:xfrm>
                <a:prstGeom prst="line">
                  <a:avLst/>
                </a:prstGeom>
                <a:noFill/>
                <a:ln w="28575">
                  <a:solidFill>
                    <a:srgbClr val="0000FF"/>
                  </a:solidFill>
                  <a:round/>
                  <a:headEnd/>
                  <a:tailEnd/>
                </a:ln>
                <a:effectLst/>
              </p:spPr>
              <p:txBody>
                <a:bodyPr wrap="none"/>
                <a:lstStyle/>
                <a:p>
                  <a:endParaRPr lang="zh-CN" altLang="en-US" sz="2100"/>
                </a:p>
              </p:txBody>
            </p:sp>
          </p:grpSp>
          <p:grpSp>
            <p:nvGrpSpPr>
              <p:cNvPr id="92291" name="Group 131"/>
              <p:cNvGrpSpPr>
                <a:grpSpLocks/>
              </p:cNvGrpSpPr>
              <p:nvPr/>
            </p:nvGrpSpPr>
            <p:grpSpPr bwMode="auto">
              <a:xfrm>
                <a:off x="1480" y="1036"/>
                <a:ext cx="1650" cy="1289"/>
                <a:chOff x="1480" y="1036"/>
                <a:chExt cx="1650" cy="1289"/>
              </a:xfrm>
            </p:grpSpPr>
            <p:sp>
              <p:nvSpPr>
                <p:cNvPr id="92292" name="AutoShape 132"/>
                <p:cNvSpPr>
                  <a:spLocks noChangeArrowheads="1"/>
                </p:cNvSpPr>
                <p:nvPr/>
              </p:nvSpPr>
              <p:spPr bwMode="auto">
                <a:xfrm>
                  <a:off x="1831" y="1183"/>
                  <a:ext cx="722" cy="881"/>
                </a:xfrm>
                <a:prstGeom prst="bevel">
                  <a:avLst>
                    <a:gd name="adj" fmla="val 4463"/>
                  </a:avLst>
                </a:prstGeom>
                <a:noFill/>
                <a:ln w="19050">
                  <a:solidFill>
                    <a:srgbClr val="9933FF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/>
                </a:p>
              </p:txBody>
            </p:sp>
            <p:grpSp>
              <p:nvGrpSpPr>
                <p:cNvPr id="92293" name="Group 133"/>
                <p:cNvGrpSpPr>
                  <a:grpSpLocks/>
                </p:cNvGrpSpPr>
                <p:nvPr/>
              </p:nvGrpSpPr>
              <p:grpSpPr bwMode="auto">
                <a:xfrm>
                  <a:off x="1561" y="1036"/>
                  <a:ext cx="1569" cy="1289"/>
                  <a:chOff x="1561" y="1036"/>
                  <a:chExt cx="1569" cy="1289"/>
                </a:xfrm>
              </p:grpSpPr>
              <p:sp>
                <p:nvSpPr>
                  <p:cNvPr id="92294" name="Line 134"/>
                  <p:cNvSpPr>
                    <a:spLocks noChangeShapeType="1"/>
                  </p:cNvSpPr>
                  <p:nvPr/>
                </p:nvSpPr>
                <p:spPr bwMode="auto">
                  <a:xfrm>
                    <a:off x="1561" y="1036"/>
                    <a:ext cx="128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2"/>
                    </a:solidFill>
                    <a:round/>
                    <a:headEnd/>
                    <a:tailEnd type="triangl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100"/>
                  </a:p>
                </p:txBody>
              </p:sp>
              <p:sp>
                <p:nvSpPr>
                  <p:cNvPr id="92295" name="Line 135"/>
                  <p:cNvSpPr>
                    <a:spLocks noChangeShapeType="1"/>
                  </p:cNvSpPr>
                  <p:nvPr/>
                </p:nvSpPr>
                <p:spPr bwMode="auto">
                  <a:xfrm>
                    <a:off x="1561" y="1451"/>
                    <a:ext cx="128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2"/>
                    </a:solidFill>
                    <a:round/>
                    <a:headEnd/>
                    <a:tailEnd type="triangl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100"/>
                  </a:p>
                </p:txBody>
              </p:sp>
              <p:sp>
                <p:nvSpPr>
                  <p:cNvPr id="92296" name="Line 136"/>
                  <p:cNvSpPr>
                    <a:spLocks noChangeShapeType="1"/>
                  </p:cNvSpPr>
                  <p:nvPr/>
                </p:nvSpPr>
                <p:spPr bwMode="auto">
                  <a:xfrm>
                    <a:off x="1561" y="1791"/>
                    <a:ext cx="128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2"/>
                    </a:solidFill>
                    <a:round/>
                    <a:headEnd/>
                    <a:tailEnd type="triangl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100"/>
                  </a:p>
                </p:txBody>
              </p:sp>
              <p:sp>
                <p:nvSpPr>
                  <p:cNvPr id="92297" name="Line 137"/>
                  <p:cNvSpPr>
                    <a:spLocks noChangeShapeType="1"/>
                  </p:cNvSpPr>
                  <p:nvPr/>
                </p:nvSpPr>
                <p:spPr bwMode="auto">
                  <a:xfrm>
                    <a:off x="1561" y="2188"/>
                    <a:ext cx="128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2"/>
                    </a:solidFill>
                    <a:round/>
                    <a:headEnd/>
                    <a:tailEnd type="triangle" w="sm" len="lg"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100"/>
                  </a:p>
                </p:txBody>
              </p:sp>
              <p:sp>
                <p:nvSpPr>
                  <p:cNvPr id="92298" name="Text Box 13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846" y="2015"/>
                    <a:ext cx="284" cy="31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1800" i="1">
                        <a:solidFill>
                          <a:schemeClr val="tx2"/>
                        </a:solidFill>
                      </a:rPr>
                      <a:t>B</a:t>
                    </a:r>
                  </a:p>
                </p:txBody>
              </p:sp>
            </p:grpSp>
            <p:graphicFrame>
              <p:nvGraphicFramePr>
                <p:cNvPr id="92299" name="Object 139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3632114212"/>
                    </p:ext>
                  </p:extLst>
                </p:nvPr>
              </p:nvGraphicFramePr>
              <p:xfrm>
                <a:off x="1480" y="1452"/>
                <a:ext cx="221" cy="29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5602" name="公式" r:id="rId18" imgW="164880" imgH="190440" progId="Equation.3">
                        <p:embed/>
                      </p:oleObj>
                    </mc:Choice>
                    <mc:Fallback>
                      <p:oleObj name="公式" r:id="rId18" imgW="164880" imgH="190440" progId="Equation.3">
                        <p:embed/>
                        <p:pic>
                          <p:nvPicPr>
                            <p:cNvPr id="0" name="Picture 139"/>
                            <p:cNvPicPr preferRelativeResize="0"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480" y="1452"/>
                              <a:ext cx="221" cy="294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2300" name="Object 140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560657455"/>
                    </p:ext>
                  </p:extLst>
                </p:nvPr>
              </p:nvGraphicFramePr>
              <p:xfrm>
                <a:off x="2626" y="1453"/>
                <a:ext cx="342" cy="2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205603" name="公式" r:id="rId20" imgW="266400" imgH="190440" progId="Equation.3">
                        <p:embed/>
                      </p:oleObj>
                    </mc:Choice>
                    <mc:Fallback>
                      <p:oleObj name="公式" r:id="rId20" imgW="266400" imgH="190440" progId="Equation.3">
                        <p:embed/>
                        <p:pic>
                          <p:nvPicPr>
                            <p:cNvPr id="0" name="Picture 140"/>
                            <p:cNvPicPr preferRelativeResize="0"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626" y="1453"/>
                              <a:ext cx="342" cy="28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92301" name="Group 141"/>
                <p:cNvGrpSpPr>
                  <a:grpSpLocks/>
                </p:cNvGrpSpPr>
                <p:nvPr/>
              </p:nvGrpSpPr>
              <p:grpSpPr bwMode="auto">
                <a:xfrm>
                  <a:off x="1600" y="1168"/>
                  <a:ext cx="288" cy="349"/>
                  <a:chOff x="385" y="1134"/>
                  <a:chExt cx="288" cy="349"/>
                </a:xfrm>
              </p:grpSpPr>
              <p:sp>
                <p:nvSpPr>
                  <p:cNvPr id="92302" name="Text Box 14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5" y="1134"/>
                    <a:ext cx="243" cy="349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  <a:effectLst/>
                </p:spPr>
                <p:txBody>
                  <a:bodyPr wrap="none">
                    <a:spAutoFit/>
                  </a:bodyPr>
                  <a:lstStyle/>
                  <a:p>
                    <a:pPr eaLnBrk="1" hangingPunct="1">
                      <a:spcBef>
                        <a:spcPct val="50000"/>
                      </a:spcBef>
                    </a:pPr>
                    <a:r>
                      <a:rPr lang="en-US" altLang="zh-CN" sz="2100" i="1">
                        <a:solidFill>
                          <a:srgbClr val="0000FF"/>
                        </a:solidFill>
                      </a:rPr>
                      <a:t>I</a:t>
                    </a:r>
                  </a:p>
                </p:txBody>
              </p:sp>
              <p:sp>
                <p:nvSpPr>
                  <p:cNvPr id="92303" name="AutoShape 143"/>
                  <p:cNvSpPr>
                    <a:spLocks noChangeArrowheads="1"/>
                  </p:cNvSpPr>
                  <p:nvPr/>
                </p:nvSpPr>
                <p:spPr bwMode="auto">
                  <a:xfrm>
                    <a:off x="588" y="1196"/>
                    <a:ext cx="85" cy="195"/>
                  </a:xfrm>
                  <a:prstGeom prst="upArrow">
                    <a:avLst>
                      <a:gd name="adj1" fmla="val 50000"/>
                      <a:gd name="adj2" fmla="val 149118"/>
                    </a:avLst>
                  </a:prstGeom>
                  <a:gradFill rotWithShape="0">
                    <a:gsLst>
                      <a:gs pos="0">
                        <a:srgbClr val="0000FF"/>
                      </a:gs>
                      <a:gs pos="100000">
                        <a:srgbClr val="FFFFFF"/>
                      </a:gs>
                    </a:gsLst>
                    <a:lin ang="5400000" scaled="1"/>
                  </a:gradFill>
                  <a:ln w="19050">
                    <a:solidFill>
                      <a:srgbClr val="0000FF"/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endParaRPr lang="zh-CN" altLang="en-US" sz="2100"/>
                  </a:p>
                </p:txBody>
              </p:sp>
            </p:grpSp>
          </p:grpSp>
        </p:grpSp>
        <p:graphicFrame>
          <p:nvGraphicFramePr>
            <p:cNvPr id="92304" name="Object 1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25549470"/>
                </p:ext>
              </p:extLst>
            </p:nvPr>
          </p:nvGraphicFramePr>
          <p:xfrm>
            <a:off x="4045" y="3209"/>
            <a:ext cx="1512" cy="8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604" name="Equation" r:id="rId22" imgW="1168200" imgH="634680" progId="Equation.DSMT4">
                    <p:embed/>
                  </p:oleObj>
                </mc:Choice>
                <mc:Fallback>
                  <p:oleObj name="Equation" r:id="rId22" imgW="1168200" imgH="634680" progId="Equation.DSMT4">
                    <p:embed/>
                    <p:pic>
                      <p:nvPicPr>
                        <p:cNvPr id="0" name="Picture 14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45" y="3209"/>
                          <a:ext cx="1512" cy="88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2309" name="Group 149"/>
          <p:cNvGrpSpPr>
            <a:grpSpLocks/>
          </p:cNvGrpSpPr>
          <p:nvPr/>
        </p:nvGrpSpPr>
        <p:grpSpPr bwMode="auto">
          <a:xfrm>
            <a:off x="514350" y="154785"/>
            <a:ext cx="7369970" cy="4852985"/>
            <a:chOff x="-619" y="210"/>
            <a:chExt cx="6190" cy="4076"/>
          </a:xfrm>
        </p:grpSpPr>
        <p:sp>
          <p:nvSpPr>
            <p:cNvPr id="92243" name="AutoShape 83"/>
            <p:cNvSpPr>
              <a:spLocks noChangeArrowheads="1"/>
            </p:cNvSpPr>
            <p:nvPr/>
          </p:nvSpPr>
          <p:spPr bwMode="auto">
            <a:xfrm>
              <a:off x="-619" y="210"/>
              <a:ext cx="559" cy="720"/>
            </a:xfrm>
            <a:prstGeom prst="verticalScroll">
              <a:avLst>
                <a:gd name="adj" fmla="val 12500"/>
              </a:avLst>
            </a:prstGeom>
            <a:solidFill>
              <a:srgbClr val="CCFFCC">
                <a:alpha val="55000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vert="eaVert" wrap="none" anchor="ctr"/>
            <a:lstStyle/>
            <a:p>
              <a:pPr algn="ctr"/>
              <a:r>
                <a:rPr lang="zh-CN" altLang="en-US" sz="2100" dirty="0"/>
                <a:t>讨论</a:t>
              </a:r>
            </a:p>
          </p:txBody>
        </p:sp>
        <p:sp>
          <p:nvSpPr>
            <p:cNvPr id="92274" name="Line 114"/>
            <p:cNvSpPr>
              <a:spLocks noChangeShapeType="1"/>
            </p:cNvSpPr>
            <p:nvPr/>
          </p:nvSpPr>
          <p:spPr bwMode="auto">
            <a:xfrm>
              <a:off x="4163" y="1012"/>
              <a:ext cx="0" cy="3274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92282" name="Line 122"/>
            <p:cNvSpPr>
              <a:spLocks noChangeShapeType="1"/>
            </p:cNvSpPr>
            <p:nvPr/>
          </p:nvSpPr>
          <p:spPr bwMode="auto">
            <a:xfrm>
              <a:off x="1993" y="1012"/>
              <a:ext cx="0" cy="3274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100"/>
            </a:p>
          </p:txBody>
        </p:sp>
        <p:sp>
          <p:nvSpPr>
            <p:cNvPr id="92308" name="Line 148"/>
            <p:cNvSpPr>
              <a:spLocks noChangeShapeType="1"/>
            </p:cNvSpPr>
            <p:nvPr/>
          </p:nvSpPr>
          <p:spPr bwMode="auto">
            <a:xfrm rot="5400000">
              <a:off x="2929" y="-1645"/>
              <a:ext cx="0" cy="5285"/>
            </a:xfrm>
            <a:prstGeom prst="line">
              <a:avLst/>
            </a:prstGeom>
            <a:noFill/>
            <a:ln w="9525">
              <a:solidFill>
                <a:srgbClr val="C0C0C0"/>
              </a:solidFill>
              <a:prstDash val="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100"/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9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9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9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95" name="Text Box 55"/>
          <p:cNvSpPr txBox="1">
            <a:spLocks noChangeArrowheads="1"/>
          </p:cNvSpPr>
          <p:nvPr/>
        </p:nvSpPr>
        <p:spPr bwMode="auto">
          <a:xfrm>
            <a:off x="2334816" y="136924"/>
            <a:ext cx="4423172" cy="44021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67500" tIns="35100" rIns="67500" bIns="3510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ea typeface="宋体" charset="-122"/>
                <a:sym typeface="Symbol" pitchFamily="18" charset="2"/>
              </a:rPr>
              <a:t>§</a:t>
            </a:r>
            <a:r>
              <a:rPr kumimoji="1" lang="en-US" altLang="zh-CN" sz="2400" dirty="0">
                <a:solidFill>
                  <a:srgbClr val="000000"/>
                </a:solidFill>
                <a:ea typeface="宋体" charset="-122"/>
                <a:sym typeface="Symbol" pitchFamily="18" charset="2"/>
              </a:rPr>
              <a:t>7.9    </a:t>
            </a:r>
            <a:r>
              <a:rPr kumimoji="1" lang="zh-CN" altLang="en-US" sz="2400" dirty="0">
                <a:solidFill>
                  <a:srgbClr val="000000"/>
                </a:solidFill>
                <a:ea typeface="宋体" charset="-122"/>
              </a:rPr>
              <a:t>磁介质</a:t>
            </a:r>
            <a:endParaRPr kumimoji="1" lang="en-US" altLang="zh-CN" sz="2400" dirty="0">
              <a:solidFill>
                <a:srgbClr val="000000"/>
              </a:solidFill>
              <a:ea typeface="宋体" charset="-122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612106"/>
            <a:ext cx="6858000" cy="45313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443B0E-0C5C-4C8C-AE7B-5AEFF126D42C}" type="slidenum">
              <a:rPr lang="zh-CN" altLang="en-US">
                <a:solidFill>
                  <a:srgbClr val="578963"/>
                </a:solidFill>
              </a:rPr>
              <a:pPr/>
              <a:t>15</a:t>
            </a:fld>
            <a:endParaRPr lang="en-US" altLang="zh-CN">
              <a:solidFill>
                <a:srgbClr val="578963"/>
              </a:solidFill>
            </a:endParaRPr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3608027" y="4027989"/>
            <a:ext cx="2897982" cy="806054"/>
            <a:chOff x="1088" y="3440"/>
            <a:chExt cx="2434" cy="677"/>
          </a:xfrm>
        </p:grpSpPr>
        <p:sp>
          <p:nvSpPr>
            <p:cNvPr id="138245" name="Text Box 5"/>
            <p:cNvSpPr txBox="1">
              <a:spLocks noChangeArrowheads="1"/>
            </p:cNvSpPr>
            <p:nvPr/>
          </p:nvSpPr>
          <p:spPr bwMode="auto">
            <a:xfrm>
              <a:off x="1088" y="3575"/>
              <a:ext cx="1471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buFontTx/>
                <a:buChar char="•"/>
              </a:pP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 相对磁导率</a:t>
              </a:r>
              <a:r>
                <a:rPr kumimoji="1" lang="en-US" altLang="zh-CN" sz="2100">
                  <a:solidFill>
                    <a:srgbClr val="000000"/>
                  </a:solidFill>
                  <a:ea typeface="宋体" charset="-122"/>
                </a:rPr>
                <a:t>:</a:t>
              </a:r>
            </a:p>
          </p:txBody>
        </p:sp>
        <p:graphicFrame>
          <p:nvGraphicFramePr>
            <p:cNvPr id="138246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97195050"/>
                </p:ext>
              </p:extLst>
            </p:nvPr>
          </p:nvGraphicFramePr>
          <p:xfrm>
            <a:off x="2568" y="3440"/>
            <a:ext cx="954" cy="6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84" name="Equation" r:id="rId3" imgW="520560" imgH="431640" progId="Equation.DSMT4">
                    <p:embed/>
                  </p:oleObj>
                </mc:Choice>
                <mc:Fallback>
                  <p:oleObj name="Equation" r:id="rId3" imgW="520560" imgH="431640" progId="Equation.DSMT4">
                    <p:embed/>
                    <p:pic>
                      <p:nvPicPr>
                        <p:cNvPr id="138246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8" y="3440"/>
                          <a:ext cx="954" cy="67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38249" name="Text Box 9"/>
          <p:cNvSpPr txBox="1">
            <a:spLocks noChangeArrowheads="1"/>
          </p:cNvSpPr>
          <p:nvPr/>
        </p:nvSpPr>
        <p:spPr bwMode="auto">
          <a:xfrm>
            <a:off x="590551" y="617104"/>
            <a:ext cx="1895071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sz="2400" dirty="0">
                <a:solidFill>
                  <a:srgbClr val="0000FF"/>
                </a:solidFill>
                <a:ea typeface="宋体" charset="-122"/>
                <a:sym typeface="Symbol" pitchFamily="18" charset="2"/>
              </a:rPr>
              <a:t>一、 </a:t>
            </a:r>
            <a:r>
              <a:rPr kumimoji="1" lang="zh-CN" altLang="en-US" sz="2100" dirty="0">
                <a:solidFill>
                  <a:srgbClr val="0000FF"/>
                </a:solidFill>
                <a:ea typeface="宋体" charset="-122"/>
              </a:rPr>
              <a:t> 磁介质  </a:t>
            </a:r>
            <a:endParaRPr kumimoji="1" lang="en-US" altLang="zh-CN" sz="2100" dirty="0">
              <a:solidFill>
                <a:srgbClr val="0000FF"/>
              </a:solidFill>
              <a:ea typeface="宋体" charset="-122"/>
            </a:endParaRPr>
          </a:p>
        </p:txBody>
      </p:sp>
      <p:sp>
        <p:nvSpPr>
          <p:cNvPr id="138250" name="Text Box 10"/>
          <p:cNvSpPr txBox="1">
            <a:spLocks noChangeArrowheads="1"/>
          </p:cNvSpPr>
          <p:nvPr/>
        </p:nvSpPr>
        <p:spPr bwMode="auto">
          <a:xfrm>
            <a:off x="1407318" y="1083016"/>
            <a:ext cx="6974681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100" dirty="0">
                <a:solidFill>
                  <a:srgbClr val="990000"/>
                </a:solidFill>
                <a:ea typeface="宋体" charset="-122"/>
              </a:rPr>
              <a:t>    </a:t>
            </a:r>
            <a:r>
              <a:rPr kumimoji="1" lang="en-US" altLang="zh-CN" sz="2100" dirty="0">
                <a:solidFill>
                  <a:srgbClr val="CC0000"/>
                </a:solidFill>
                <a:ea typeface="宋体" charset="-122"/>
              </a:rPr>
              <a:t>1.</a:t>
            </a:r>
            <a:r>
              <a:rPr kumimoji="1" lang="en-US" altLang="zh-CN" sz="2100" dirty="0">
                <a:solidFill>
                  <a:srgbClr val="000000"/>
                </a:solidFill>
                <a:ea typeface="宋体" charset="-122"/>
              </a:rPr>
              <a:t> 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一切能够磁化的物质称为</a:t>
            </a:r>
            <a:r>
              <a:rPr kumimoji="1" lang="zh-CN" altLang="en-US" sz="2100" dirty="0">
                <a:solidFill>
                  <a:srgbClr val="0000FF"/>
                </a:solidFill>
                <a:ea typeface="宋体" charset="-122"/>
              </a:rPr>
              <a:t>磁介质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。磁化后的磁介质会产生附加磁场，对原磁场产生影响。</a:t>
            </a:r>
          </a:p>
        </p:txBody>
      </p:sp>
      <p:graphicFrame>
        <p:nvGraphicFramePr>
          <p:cNvPr id="13825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1342290"/>
              </p:ext>
            </p:extLst>
          </p:nvPr>
        </p:nvGraphicFramePr>
        <p:xfrm>
          <a:off x="1303737" y="2671802"/>
          <a:ext cx="1754981" cy="584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85" name="公式" r:id="rId5" imgW="761760" imgH="253800" progId="Equation.3">
                  <p:embed/>
                </p:oleObj>
              </mc:Choice>
              <mc:Fallback>
                <p:oleObj name="公式" r:id="rId5" imgW="761760" imgH="253800" progId="Equation.3">
                  <p:embed/>
                  <p:pic>
                    <p:nvPicPr>
                      <p:cNvPr id="13825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3737" y="2671802"/>
                        <a:ext cx="1754981" cy="5845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8285" name="AutoShape 45"/>
          <p:cNvSpPr>
            <a:spLocks noChangeArrowheads="1"/>
          </p:cNvSpPr>
          <p:nvPr/>
        </p:nvSpPr>
        <p:spPr bwMode="auto">
          <a:xfrm rot="5400000">
            <a:off x="4762502" y="1822887"/>
            <a:ext cx="594122" cy="2058590"/>
          </a:xfrm>
          <a:prstGeom prst="can">
            <a:avLst>
              <a:gd name="adj" fmla="val 45092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3" name="Group 50"/>
          <p:cNvGrpSpPr>
            <a:grpSpLocks/>
          </p:cNvGrpSpPr>
          <p:nvPr/>
        </p:nvGrpSpPr>
        <p:grpSpPr bwMode="auto">
          <a:xfrm>
            <a:off x="4555331" y="2681325"/>
            <a:ext cx="2406254" cy="342900"/>
            <a:chOff x="3504" y="2126"/>
            <a:chExt cx="2021" cy="288"/>
          </a:xfrm>
        </p:grpSpPr>
        <p:graphicFrame>
          <p:nvGraphicFramePr>
            <p:cNvPr id="138267" name="Object 27"/>
            <p:cNvGraphicFramePr>
              <a:graphicFrameLocks noChangeAspect="1"/>
            </p:cNvGraphicFramePr>
            <p:nvPr/>
          </p:nvGraphicFramePr>
          <p:xfrm>
            <a:off x="5063" y="2126"/>
            <a:ext cx="462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86" name="公式" r:id="rId7" imgW="304560" imgH="190440" progId="Equation.3">
                    <p:embed/>
                  </p:oleObj>
                </mc:Choice>
                <mc:Fallback>
                  <p:oleObj name="公式" r:id="rId7" imgW="304560" imgH="190440" progId="Equation.3">
                    <p:embed/>
                    <p:pic>
                      <p:nvPicPr>
                        <p:cNvPr id="138267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3" y="2126"/>
                          <a:ext cx="462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8268" name="Line 28"/>
            <p:cNvSpPr>
              <a:spLocks noChangeShapeType="1"/>
            </p:cNvSpPr>
            <p:nvPr/>
          </p:nvSpPr>
          <p:spPr bwMode="auto">
            <a:xfrm>
              <a:off x="3504" y="2160"/>
              <a:ext cx="672" cy="0"/>
            </a:xfrm>
            <a:prstGeom prst="lin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sp>
        <p:nvSpPr>
          <p:cNvPr id="138264" name="Line 24"/>
          <p:cNvSpPr>
            <a:spLocks noChangeShapeType="1"/>
          </p:cNvSpPr>
          <p:nvPr/>
        </p:nvSpPr>
        <p:spPr bwMode="auto">
          <a:xfrm>
            <a:off x="4370785" y="3045656"/>
            <a:ext cx="1600200" cy="0"/>
          </a:xfrm>
          <a:prstGeom prst="line">
            <a:avLst/>
          </a:prstGeom>
          <a:noFill/>
          <a:ln w="4127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4" name="Group 48"/>
          <p:cNvGrpSpPr>
            <a:grpSpLocks/>
          </p:cNvGrpSpPr>
          <p:nvPr/>
        </p:nvGrpSpPr>
        <p:grpSpPr bwMode="auto">
          <a:xfrm>
            <a:off x="4105275" y="2651562"/>
            <a:ext cx="2368154" cy="469106"/>
            <a:chOff x="3135" y="2106"/>
            <a:chExt cx="1989" cy="394"/>
          </a:xfrm>
        </p:grpSpPr>
        <p:sp>
          <p:nvSpPr>
            <p:cNvPr id="138253" name="Line 13"/>
            <p:cNvSpPr>
              <a:spLocks noChangeShapeType="1"/>
            </p:cNvSpPr>
            <p:nvPr/>
          </p:nvSpPr>
          <p:spPr bwMode="auto">
            <a:xfrm>
              <a:off x="3135" y="2286"/>
              <a:ext cx="1288" cy="0"/>
            </a:xfrm>
            <a:prstGeom prst="line">
              <a:avLst/>
            </a:prstGeom>
            <a:noFill/>
            <a:ln w="63500">
              <a:solidFill>
                <a:srgbClr val="FF33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38254" name="Object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4496037"/>
                </p:ext>
              </p:extLst>
            </p:nvPr>
          </p:nvGraphicFramePr>
          <p:xfrm>
            <a:off x="4818" y="2106"/>
            <a:ext cx="306" cy="3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87" name="Equation" r:id="rId9" imgW="190440" imgH="241200" progId="Equation.DSMT4">
                    <p:embed/>
                  </p:oleObj>
                </mc:Choice>
                <mc:Fallback>
                  <p:oleObj name="Equation" r:id="rId9" imgW="190440" imgH="241200" progId="Equation.DSMT4">
                    <p:embed/>
                    <p:pic>
                      <p:nvPicPr>
                        <p:cNvPr id="138254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18" y="2106"/>
                          <a:ext cx="306" cy="3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47"/>
          <p:cNvGrpSpPr>
            <a:grpSpLocks/>
          </p:cNvGrpSpPr>
          <p:nvPr/>
        </p:nvGrpSpPr>
        <p:grpSpPr bwMode="auto">
          <a:xfrm>
            <a:off x="4211249" y="2327709"/>
            <a:ext cx="1577580" cy="1373981"/>
            <a:chOff x="3230" y="1839"/>
            <a:chExt cx="1325" cy="1154"/>
          </a:xfrm>
        </p:grpSpPr>
        <p:graphicFrame>
          <p:nvGraphicFramePr>
            <p:cNvPr id="138270" name="Object 30"/>
            <p:cNvGraphicFramePr>
              <a:graphicFrameLocks noChangeAspect="1"/>
            </p:cNvGraphicFramePr>
            <p:nvPr/>
          </p:nvGraphicFramePr>
          <p:xfrm>
            <a:off x="4315" y="2620"/>
            <a:ext cx="21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88" name="公式" r:id="rId11" imgW="126720" imgH="164880" progId="Equation.3">
                    <p:embed/>
                  </p:oleObj>
                </mc:Choice>
                <mc:Fallback>
                  <p:oleObj name="公式" r:id="rId11" imgW="126720" imgH="164880" progId="Equation.3">
                    <p:embed/>
                    <p:pic>
                      <p:nvPicPr>
                        <p:cNvPr id="13827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15" y="2620"/>
                          <a:ext cx="212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" name="Group 46"/>
            <p:cNvGrpSpPr>
              <a:grpSpLocks/>
            </p:cNvGrpSpPr>
            <p:nvPr/>
          </p:nvGrpSpPr>
          <p:grpSpPr bwMode="auto">
            <a:xfrm>
              <a:off x="3251" y="1839"/>
              <a:ext cx="1304" cy="823"/>
              <a:chOff x="3251" y="1839"/>
              <a:chExt cx="1304" cy="823"/>
            </a:xfrm>
          </p:grpSpPr>
          <p:sp>
            <p:nvSpPr>
              <p:cNvPr id="138272" name="Freeform 32"/>
              <p:cNvSpPr>
                <a:spLocks/>
              </p:cNvSpPr>
              <p:nvPr/>
            </p:nvSpPr>
            <p:spPr bwMode="auto">
              <a:xfrm flipH="1">
                <a:off x="4144" y="1839"/>
                <a:ext cx="216" cy="823"/>
              </a:xfrm>
              <a:custGeom>
                <a:avLst/>
                <a:gdLst/>
                <a:ahLst/>
                <a:cxnLst>
                  <a:cxn ang="0">
                    <a:pos x="0" y="261"/>
                  </a:cxn>
                  <a:cxn ang="0">
                    <a:pos x="94" y="125"/>
                  </a:cxn>
                  <a:cxn ang="0">
                    <a:pos x="210" y="1009"/>
                  </a:cxn>
                  <a:cxn ang="0">
                    <a:pos x="315" y="945"/>
                  </a:cxn>
                </a:cxnLst>
                <a:rect l="0" t="0" r="r" b="b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38273" name="Freeform 33"/>
              <p:cNvSpPr>
                <a:spLocks/>
              </p:cNvSpPr>
              <p:nvPr/>
            </p:nvSpPr>
            <p:spPr bwMode="auto">
              <a:xfrm flipH="1">
                <a:off x="3947" y="1839"/>
                <a:ext cx="214" cy="823"/>
              </a:xfrm>
              <a:custGeom>
                <a:avLst/>
                <a:gdLst/>
                <a:ahLst/>
                <a:cxnLst>
                  <a:cxn ang="0">
                    <a:pos x="0" y="261"/>
                  </a:cxn>
                  <a:cxn ang="0">
                    <a:pos x="94" y="125"/>
                  </a:cxn>
                  <a:cxn ang="0">
                    <a:pos x="210" y="1009"/>
                  </a:cxn>
                  <a:cxn ang="0">
                    <a:pos x="315" y="945"/>
                  </a:cxn>
                </a:cxnLst>
                <a:rect l="0" t="0" r="r" b="b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38274" name="Freeform 34"/>
              <p:cNvSpPr>
                <a:spLocks/>
              </p:cNvSpPr>
              <p:nvPr/>
            </p:nvSpPr>
            <p:spPr bwMode="auto">
              <a:xfrm flipH="1">
                <a:off x="3749" y="1839"/>
                <a:ext cx="217" cy="823"/>
              </a:xfrm>
              <a:custGeom>
                <a:avLst/>
                <a:gdLst/>
                <a:ahLst/>
                <a:cxnLst>
                  <a:cxn ang="0">
                    <a:pos x="0" y="261"/>
                  </a:cxn>
                  <a:cxn ang="0">
                    <a:pos x="94" y="125"/>
                  </a:cxn>
                  <a:cxn ang="0">
                    <a:pos x="210" y="1009"/>
                  </a:cxn>
                  <a:cxn ang="0">
                    <a:pos x="315" y="945"/>
                  </a:cxn>
                </a:cxnLst>
                <a:rect l="0" t="0" r="r" b="b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38275" name="Freeform 35"/>
              <p:cNvSpPr>
                <a:spLocks/>
              </p:cNvSpPr>
              <p:nvPr/>
            </p:nvSpPr>
            <p:spPr bwMode="auto">
              <a:xfrm flipH="1">
                <a:off x="3552" y="1839"/>
                <a:ext cx="214" cy="823"/>
              </a:xfrm>
              <a:custGeom>
                <a:avLst/>
                <a:gdLst/>
                <a:ahLst/>
                <a:cxnLst>
                  <a:cxn ang="0">
                    <a:pos x="0" y="261"/>
                  </a:cxn>
                  <a:cxn ang="0">
                    <a:pos x="94" y="125"/>
                  </a:cxn>
                  <a:cxn ang="0">
                    <a:pos x="210" y="1009"/>
                  </a:cxn>
                  <a:cxn ang="0">
                    <a:pos x="315" y="945"/>
                  </a:cxn>
                </a:cxnLst>
                <a:rect l="0" t="0" r="r" b="b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38276" name="Freeform 36"/>
              <p:cNvSpPr>
                <a:spLocks/>
              </p:cNvSpPr>
              <p:nvPr/>
            </p:nvSpPr>
            <p:spPr bwMode="auto">
              <a:xfrm flipH="1">
                <a:off x="3355" y="1839"/>
                <a:ext cx="217" cy="823"/>
              </a:xfrm>
              <a:custGeom>
                <a:avLst/>
                <a:gdLst/>
                <a:ahLst/>
                <a:cxnLst>
                  <a:cxn ang="0">
                    <a:pos x="0" y="261"/>
                  </a:cxn>
                  <a:cxn ang="0">
                    <a:pos x="94" y="125"/>
                  </a:cxn>
                  <a:cxn ang="0">
                    <a:pos x="210" y="1009"/>
                  </a:cxn>
                  <a:cxn ang="0">
                    <a:pos x="315" y="945"/>
                  </a:cxn>
                </a:cxnLst>
                <a:rect l="0" t="0" r="r" b="b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38277" name="Freeform 37"/>
              <p:cNvSpPr>
                <a:spLocks/>
              </p:cNvSpPr>
              <p:nvPr/>
            </p:nvSpPr>
            <p:spPr bwMode="auto">
              <a:xfrm flipH="1">
                <a:off x="4342" y="1839"/>
                <a:ext cx="213" cy="823"/>
              </a:xfrm>
              <a:custGeom>
                <a:avLst/>
                <a:gdLst/>
                <a:ahLst/>
                <a:cxnLst>
                  <a:cxn ang="0">
                    <a:pos x="0" y="261"/>
                  </a:cxn>
                  <a:cxn ang="0">
                    <a:pos x="94" y="125"/>
                  </a:cxn>
                  <a:cxn ang="0">
                    <a:pos x="210" y="1009"/>
                  </a:cxn>
                  <a:cxn ang="0">
                    <a:pos x="315" y="945"/>
                  </a:cxn>
                </a:cxnLst>
                <a:rect l="0" t="0" r="r" b="b"/>
                <a:pathLst>
                  <a:path w="315" h="1146">
                    <a:moveTo>
                      <a:pt x="0" y="261"/>
                    </a:moveTo>
                    <a:cubicBezTo>
                      <a:pt x="14" y="238"/>
                      <a:pt x="59" y="0"/>
                      <a:pt x="94" y="125"/>
                    </a:cubicBezTo>
                    <a:cubicBezTo>
                      <a:pt x="138" y="260"/>
                      <a:pt x="173" y="872"/>
                      <a:pt x="210" y="1009"/>
                    </a:cubicBezTo>
                    <a:cubicBezTo>
                      <a:pt x="247" y="1146"/>
                      <a:pt x="293" y="958"/>
                      <a:pt x="315" y="945"/>
                    </a:cubicBezTo>
                  </a:path>
                </a:pathLst>
              </a:custGeom>
              <a:noFill/>
              <a:ln w="698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38278" name="Freeform 38"/>
              <p:cNvSpPr>
                <a:spLocks/>
              </p:cNvSpPr>
              <p:nvPr/>
            </p:nvSpPr>
            <p:spPr bwMode="auto">
              <a:xfrm>
                <a:off x="3251" y="1839"/>
                <a:ext cx="136" cy="737"/>
              </a:xfrm>
              <a:custGeom>
                <a:avLst/>
                <a:gdLst/>
                <a:ahLst/>
                <a:cxnLst>
                  <a:cxn ang="0">
                    <a:pos x="162" y="225"/>
                  </a:cxn>
                  <a:cxn ang="0">
                    <a:pos x="85" y="109"/>
                  </a:cxn>
                  <a:cxn ang="0">
                    <a:pos x="0" y="879"/>
                  </a:cxn>
                </a:cxnLst>
                <a:rect l="0" t="0" r="r" b="b"/>
                <a:pathLst>
                  <a:path w="162" h="879">
                    <a:moveTo>
                      <a:pt x="162" y="225"/>
                    </a:moveTo>
                    <a:cubicBezTo>
                      <a:pt x="151" y="206"/>
                      <a:pt x="112" y="0"/>
                      <a:pt x="85" y="109"/>
                    </a:cubicBezTo>
                    <a:cubicBezTo>
                      <a:pt x="49" y="225"/>
                      <a:pt x="18" y="719"/>
                      <a:pt x="0" y="879"/>
                    </a:cubicBezTo>
                  </a:path>
                </a:pathLst>
              </a:custGeom>
              <a:noFill/>
              <a:ln w="69850" cap="flat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sp>
          <p:nvSpPr>
            <p:cNvPr id="138279" name="Freeform 39"/>
            <p:cNvSpPr>
              <a:spLocks/>
            </p:cNvSpPr>
            <p:nvPr/>
          </p:nvSpPr>
          <p:spPr bwMode="auto">
            <a:xfrm>
              <a:off x="4536" y="2523"/>
              <a:ext cx="1" cy="3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70"/>
                </a:cxn>
              </a:cxnLst>
              <a:rect l="0" t="0" r="r" b="b"/>
              <a:pathLst>
                <a:path w="1" h="370">
                  <a:moveTo>
                    <a:pt x="0" y="0"/>
                  </a:moveTo>
                  <a:lnTo>
                    <a:pt x="1" y="370"/>
                  </a:lnTo>
                </a:path>
              </a:pathLst>
            </a:custGeom>
            <a:noFill/>
            <a:ln w="60325">
              <a:solidFill>
                <a:schemeClr val="tx1"/>
              </a:solidFill>
              <a:round/>
              <a:headEnd type="none" w="med" len="med"/>
              <a:tailEnd type="none" w="med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38283" name="Object 43"/>
            <p:cNvGraphicFramePr>
              <a:graphicFrameLocks noChangeAspect="1"/>
            </p:cNvGraphicFramePr>
            <p:nvPr/>
          </p:nvGraphicFramePr>
          <p:xfrm>
            <a:off x="3335" y="2634"/>
            <a:ext cx="212" cy="2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6389" name="公式" r:id="rId13" imgW="126720" imgH="164880" progId="Equation.3">
                    <p:embed/>
                  </p:oleObj>
                </mc:Choice>
                <mc:Fallback>
                  <p:oleObj name="公式" r:id="rId13" imgW="126720" imgH="164880" progId="Equation.3">
                    <p:embed/>
                    <p:pic>
                      <p:nvPicPr>
                        <p:cNvPr id="138283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5" y="2634"/>
                          <a:ext cx="212" cy="27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Freeform 39"/>
            <p:cNvSpPr>
              <a:spLocks/>
            </p:cNvSpPr>
            <p:nvPr/>
          </p:nvSpPr>
          <p:spPr bwMode="auto">
            <a:xfrm flipV="1">
              <a:off x="4538" y="2683"/>
              <a:ext cx="1" cy="31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70"/>
                </a:cxn>
              </a:cxnLst>
              <a:rect l="0" t="0" r="r" b="b"/>
              <a:pathLst>
                <a:path w="1" h="370">
                  <a:moveTo>
                    <a:pt x="0" y="0"/>
                  </a:moveTo>
                  <a:lnTo>
                    <a:pt x="1" y="370"/>
                  </a:lnTo>
                </a:path>
              </a:pathLst>
            </a:custGeom>
            <a:noFill/>
            <a:ln w="60325">
              <a:solidFill>
                <a:schemeClr val="tx1"/>
              </a:solidFill>
              <a:round/>
              <a:headEnd type="none" w="med" len="med"/>
              <a:tailEnd type="stealth" w="med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36" name="Freeform 41"/>
            <p:cNvSpPr>
              <a:spLocks/>
            </p:cNvSpPr>
            <p:nvPr/>
          </p:nvSpPr>
          <p:spPr bwMode="auto">
            <a:xfrm rot="10800000" flipH="1">
              <a:off x="3230" y="2486"/>
              <a:ext cx="29" cy="32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" y="370"/>
                </a:cxn>
              </a:cxnLst>
              <a:rect l="0" t="0" r="r" b="b"/>
              <a:pathLst>
                <a:path w="1" h="370">
                  <a:moveTo>
                    <a:pt x="0" y="0"/>
                  </a:moveTo>
                  <a:lnTo>
                    <a:pt x="1" y="370"/>
                  </a:lnTo>
                </a:path>
              </a:pathLst>
            </a:custGeom>
            <a:noFill/>
            <a:ln w="60325">
              <a:solidFill>
                <a:schemeClr val="tx1"/>
              </a:solidFill>
              <a:round/>
              <a:headEnd type="stealth" w="med" len="med"/>
              <a:tailEnd type="none" w="med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aphicFrame>
        <p:nvGraphicFramePr>
          <p:cNvPr id="3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489998"/>
              </p:ext>
            </p:extLst>
          </p:nvPr>
        </p:nvGraphicFramePr>
        <p:xfrm>
          <a:off x="1317934" y="4167039"/>
          <a:ext cx="1608203" cy="53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90" name="Equation" r:id="rId15" imgW="583920" imgH="228600" progId="Equation.DSMT4">
                  <p:embed/>
                </p:oleObj>
              </mc:Choice>
              <mc:Fallback>
                <p:oleObj name="Equation" r:id="rId15" imgW="583920" imgH="228600" progId="Equation.DSMT4">
                  <p:embed/>
                  <p:pic>
                    <p:nvPicPr>
                      <p:cNvPr id="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7934" y="4167039"/>
                        <a:ext cx="1608203" cy="53807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55"/>
          <p:cNvSpPr txBox="1">
            <a:spLocks noChangeArrowheads="1"/>
          </p:cNvSpPr>
          <p:nvPr/>
        </p:nvSpPr>
        <p:spPr bwMode="auto">
          <a:xfrm>
            <a:off x="2334816" y="136924"/>
            <a:ext cx="4423172" cy="44021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67500" tIns="35100" rIns="67500" bIns="35100"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000000"/>
                </a:solidFill>
                <a:ea typeface="宋体" charset="-122"/>
                <a:sym typeface="Symbol" pitchFamily="18" charset="2"/>
              </a:rPr>
              <a:t>§</a:t>
            </a:r>
            <a:r>
              <a:rPr kumimoji="1" lang="en-US" altLang="zh-CN" sz="2400" dirty="0">
                <a:solidFill>
                  <a:srgbClr val="000000"/>
                </a:solidFill>
                <a:ea typeface="宋体" charset="-122"/>
                <a:sym typeface="Symbol" pitchFamily="18" charset="2"/>
              </a:rPr>
              <a:t>7.9    </a:t>
            </a:r>
            <a:r>
              <a:rPr kumimoji="1" lang="zh-CN" altLang="en-US" sz="2400" dirty="0">
                <a:solidFill>
                  <a:srgbClr val="000000"/>
                </a:solidFill>
                <a:ea typeface="宋体" charset="-122"/>
              </a:rPr>
              <a:t>磁介质</a:t>
            </a:r>
            <a:endParaRPr kumimoji="1" lang="en-US" altLang="zh-CN" sz="2400" dirty="0">
              <a:solidFill>
                <a:srgbClr val="000000"/>
              </a:solidFill>
              <a:ea typeface="宋体" charset="-122"/>
            </a:endParaRPr>
          </a:p>
        </p:txBody>
      </p:sp>
      <p:graphicFrame>
        <p:nvGraphicFramePr>
          <p:cNvPr id="4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9663239"/>
              </p:ext>
            </p:extLst>
          </p:nvPr>
        </p:nvGraphicFramePr>
        <p:xfrm>
          <a:off x="7085410" y="4157275"/>
          <a:ext cx="1608203" cy="53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91" name="Equation" r:id="rId17" imgW="583920" imgH="228600" progId="Equation.DSMT4">
                  <p:embed/>
                </p:oleObj>
              </mc:Choice>
              <mc:Fallback>
                <p:oleObj name="Equation" r:id="rId17" imgW="583920" imgH="228600" progId="Equation.DSMT4">
                  <p:embed/>
                  <p:pic>
                    <p:nvPicPr>
                      <p:cNvPr id="3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5410" y="4157275"/>
                        <a:ext cx="1608203" cy="538072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C00000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2720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8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8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50" grpId="0"/>
      <p:bldP spid="13828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6AF378-2A9A-4989-9B12-2A47BB0E6933}" type="slidenum">
              <a:rPr lang="zh-CN" altLang="en-US">
                <a:solidFill>
                  <a:srgbClr val="578963"/>
                </a:solidFill>
              </a:rPr>
              <a:pPr/>
              <a:t>16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52578" name="Text Box 2"/>
          <p:cNvSpPr txBox="1">
            <a:spLocks noChangeArrowheads="1"/>
          </p:cNvSpPr>
          <p:nvPr/>
        </p:nvSpPr>
        <p:spPr bwMode="auto">
          <a:xfrm>
            <a:off x="814387" y="258051"/>
            <a:ext cx="3438525" cy="4801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u"/>
            </a:pP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磁介质的分类</a:t>
            </a:r>
          </a:p>
        </p:txBody>
      </p:sp>
      <p:grpSp>
        <p:nvGrpSpPr>
          <p:cNvPr id="2" name="Group 71"/>
          <p:cNvGrpSpPr>
            <a:grpSpLocks/>
          </p:cNvGrpSpPr>
          <p:nvPr/>
        </p:nvGrpSpPr>
        <p:grpSpPr bwMode="auto">
          <a:xfrm>
            <a:off x="1657352" y="942974"/>
            <a:ext cx="5855494" cy="433388"/>
            <a:chOff x="432" y="792"/>
            <a:chExt cx="4918" cy="364"/>
          </a:xfrm>
        </p:grpSpPr>
        <p:sp>
          <p:nvSpPr>
            <p:cNvPr id="152580" name="Text Box 4"/>
            <p:cNvSpPr txBox="1">
              <a:spLocks noChangeArrowheads="1"/>
            </p:cNvSpPr>
            <p:nvPr/>
          </p:nvSpPr>
          <p:spPr bwMode="auto">
            <a:xfrm>
              <a:off x="432" y="807"/>
              <a:ext cx="1259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顺磁质</a:t>
              </a:r>
            </a:p>
          </p:txBody>
        </p:sp>
        <p:graphicFrame>
          <p:nvGraphicFramePr>
            <p:cNvPr id="152581" name="Object 5"/>
            <p:cNvGraphicFramePr>
              <a:graphicFrameLocks noChangeAspect="1"/>
            </p:cNvGraphicFramePr>
            <p:nvPr/>
          </p:nvGraphicFramePr>
          <p:xfrm>
            <a:off x="1310" y="837"/>
            <a:ext cx="742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605" name="公式" r:id="rId3" imgW="419040" imgH="215640" progId="Equation.3">
                    <p:embed/>
                  </p:oleObj>
                </mc:Choice>
                <mc:Fallback>
                  <p:oleObj name="公式" r:id="rId3" imgW="419040" imgH="21564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0" y="837"/>
                          <a:ext cx="742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2582" name="Text Box 6"/>
            <p:cNvSpPr txBox="1">
              <a:spLocks noChangeArrowheads="1"/>
            </p:cNvSpPr>
            <p:nvPr/>
          </p:nvSpPr>
          <p:spPr bwMode="auto">
            <a:xfrm>
              <a:off x="2266" y="792"/>
              <a:ext cx="308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如氧、铝、钨、铂、铬等。</a:t>
              </a:r>
            </a:p>
          </p:txBody>
        </p:sp>
      </p:grpSp>
      <p:grpSp>
        <p:nvGrpSpPr>
          <p:cNvPr id="3" name="Group 69"/>
          <p:cNvGrpSpPr>
            <a:grpSpLocks/>
          </p:cNvGrpSpPr>
          <p:nvPr/>
        </p:nvGrpSpPr>
        <p:grpSpPr bwMode="auto">
          <a:xfrm>
            <a:off x="1657352" y="2294337"/>
            <a:ext cx="4689872" cy="415528"/>
            <a:chOff x="432" y="1927"/>
            <a:chExt cx="3939" cy="349"/>
          </a:xfrm>
        </p:grpSpPr>
        <p:graphicFrame>
          <p:nvGraphicFramePr>
            <p:cNvPr id="152584" name="Object 8"/>
            <p:cNvGraphicFramePr>
              <a:graphicFrameLocks noChangeAspect="1"/>
            </p:cNvGraphicFramePr>
            <p:nvPr/>
          </p:nvGraphicFramePr>
          <p:xfrm>
            <a:off x="1240" y="1934"/>
            <a:ext cx="901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606" name="公式" r:id="rId5" imgW="507960" imgH="215640" progId="Equation.3">
                    <p:embed/>
                  </p:oleObj>
                </mc:Choice>
                <mc:Fallback>
                  <p:oleObj name="公式" r:id="rId5" imgW="507960" imgH="215640" progId="Equation.3">
                    <p:embed/>
                    <p:pic>
                      <p:nvPicPr>
                        <p:cNvPr id="0" name="Picture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40" y="1934"/>
                          <a:ext cx="901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2585" name="Text Box 9"/>
            <p:cNvSpPr txBox="1">
              <a:spLocks noChangeArrowheads="1"/>
            </p:cNvSpPr>
            <p:nvPr/>
          </p:nvSpPr>
          <p:spPr bwMode="auto">
            <a:xfrm>
              <a:off x="432" y="1927"/>
              <a:ext cx="1621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铁磁质</a:t>
              </a:r>
            </a:p>
          </p:txBody>
        </p:sp>
        <p:sp>
          <p:nvSpPr>
            <p:cNvPr id="152586" name="Text Box 10"/>
            <p:cNvSpPr txBox="1">
              <a:spLocks noChangeArrowheads="1"/>
            </p:cNvSpPr>
            <p:nvPr/>
          </p:nvSpPr>
          <p:spPr bwMode="auto">
            <a:xfrm>
              <a:off x="2266" y="1927"/>
              <a:ext cx="2105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如铁、钴、镍等。</a:t>
              </a:r>
            </a:p>
          </p:txBody>
        </p:sp>
      </p:grpSp>
      <p:grpSp>
        <p:nvGrpSpPr>
          <p:cNvPr id="4" name="Group 70"/>
          <p:cNvGrpSpPr>
            <a:grpSpLocks/>
          </p:cNvGrpSpPr>
          <p:nvPr/>
        </p:nvGrpSpPr>
        <p:grpSpPr bwMode="auto">
          <a:xfrm>
            <a:off x="1657351" y="1620439"/>
            <a:ext cx="6161485" cy="420290"/>
            <a:chOff x="432" y="1361"/>
            <a:chExt cx="5175" cy="353"/>
          </a:xfrm>
        </p:grpSpPr>
        <p:graphicFrame>
          <p:nvGraphicFramePr>
            <p:cNvPr id="152588" name="Object 12"/>
            <p:cNvGraphicFramePr>
              <a:graphicFrameLocks noChangeAspect="1"/>
            </p:cNvGraphicFramePr>
            <p:nvPr/>
          </p:nvGraphicFramePr>
          <p:xfrm>
            <a:off x="1310" y="1383"/>
            <a:ext cx="743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607" name="公式" r:id="rId7" imgW="419040" imgH="215640" progId="Equation.3">
                    <p:embed/>
                  </p:oleObj>
                </mc:Choice>
                <mc:Fallback>
                  <p:oleObj name="公式" r:id="rId7" imgW="419040" imgH="2156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0" y="1383"/>
                          <a:ext cx="743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2589" name="Text Box 13"/>
            <p:cNvSpPr txBox="1">
              <a:spLocks noChangeArrowheads="1"/>
            </p:cNvSpPr>
            <p:nvPr/>
          </p:nvSpPr>
          <p:spPr bwMode="auto">
            <a:xfrm>
              <a:off x="432" y="1361"/>
              <a:ext cx="1621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抗磁质</a:t>
              </a:r>
            </a:p>
          </p:txBody>
        </p:sp>
        <p:sp>
          <p:nvSpPr>
            <p:cNvPr id="152590" name="Text Box 14"/>
            <p:cNvSpPr txBox="1">
              <a:spLocks noChangeArrowheads="1"/>
            </p:cNvSpPr>
            <p:nvPr/>
          </p:nvSpPr>
          <p:spPr bwMode="auto">
            <a:xfrm>
              <a:off x="2266" y="1365"/>
              <a:ext cx="3341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如氮、水、铜、银、金、铋等。</a:t>
              </a:r>
            </a:p>
          </p:txBody>
        </p:sp>
      </p:grpSp>
      <p:grpSp>
        <p:nvGrpSpPr>
          <p:cNvPr id="5" name="Group 59"/>
          <p:cNvGrpSpPr>
            <a:grpSpLocks/>
          </p:cNvGrpSpPr>
          <p:nvPr/>
        </p:nvGrpSpPr>
        <p:grpSpPr bwMode="auto">
          <a:xfrm>
            <a:off x="1678781" y="3182544"/>
            <a:ext cx="2714625" cy="429816"/>
            <a:chOff x="405" y="2844"/>
            <a:chExt cx="2280" cy="361"/>
          </a:xfrm>
        </p:grpSpPr>
        <p:sp>
          <p:nvSpPr>
            <p:cNvPr id="152595" name="Text Box 19"/>
            <p:cNvSpPr txBox="1">
              <a:spLocks noChangeArrowheads="1"/>
            </p:cNvSpPr>
            <p:nvPr/>
          </p:nvSpPr>
          <p:spPr bwMode="auto">
            <a:xfrm>
              <a:off x="405" y="2856"/>
              <a:ext cx="228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顺磁质     与     同向</a:t>
              </a:r>
            </a:p>
          </p:txBody>
        </p:sp>
        <p:graphicFrame>
          <p:nvGraphicFramePr>
            <p:cNvPr id="152596" name="Object 20"/>
            <p:cNvGraphicFramePr>
              <a:graphicFrameLocks noChangeAspect="1"/>
            </p:cNvGraphicFramePr>
            <p:nvPr/>
          </p:nvGraphicFramePr>
          <p:xfrm>
            <a:off x="1637" y="2853"/>
            <a:ext cx="269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608" name="公式" r:id="rId9" imgW="203040" imgH="241200" progId="Equation.3">
                    <p:embed/>
                  </p:oleObj>
                </mc:Choice>
                <mc:Fallback>
                  <p:oleObj name="公式" r:id="rId9" imgW="203040" imgH="24120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7" y="2853"/>
                          <a:ext cx="269" cy="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2597" name="Object 21"/>
            <p:cNvGraphicFramePr>
              <a:graphicFrameLocks noChangeAspect="1"/>
            </p:cNvGraphicFramePr>
            <p:nvPr/>
          </p:nvGraphicFramePr>
          <p:xfrm>
            <a:off x="1123" y="2844"/>
            <a:ext cx="306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609" name="公式" r:id="rId11" imgW="190440" imgH="190440" progId="Equation.3">
                    <p:embed/>
                  </p:oleObj>
                </mc:Choice>
                <mc:Fallback>
                  <p:oleObj name="公式" r:id="rId11" imgW="190440" imgH="19044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3" y="2844"/>
                          <a:ext cx="306" cy="2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2610" name="Rectangle 34"/>
          <p:cNvSpPr>
            <a:spLocks noChangeArrowheads="1"/>
          </p:cNvSpPr>
          <p:nvPr/>
        </p:nvSpPr>
        <p:spPr bwMode="auto">
          <a:xfrm>
            <a:off x="5236368" y="3132534"/>
            <a:ext cx="1028700" cy="400049"/>
          </a:xfrm>
          <a:prstGeom prst="rect">
            <a:avLst/>
          </a:prstGeom>
          <a:solidFill>
            <a:srgbClr val="33330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4520805" y="4061222"/>
            <a:ext cx="1826419" cy="575072"/>
            <a:chOff x="2675" y="3105"/>
            <a:chExt cx="1534" cy="483"/>
          </a:xfrm>
        </p:grpSpPr>
        <p:sp>
          <p:nvSpPr>
            <p:cNvPr id="152614" name="Rectangle 38"/>
            <p:cNvSpPr>
              <a:spLocks noChangeArrowheads="1"/>
            </p:cNvSpPr>
            <p:nvPr/>
          </p:nvSpPr>
          <p:spPr bwMode="auto">
            <a:xfrm>
              <a:off x="3345" y="3105"/>
              <a:ext cx="864" cy="336"/>
            </a:xfrm>
            <a:prstGeom prst="rect">
              <a:avLst/>
            </a:prstGeom>
            <a:solidFill>
              <a:srgbClr val="FF9900">
                <a:alpha val="50000"/>
              </a:srgb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52615" name="Freeform 39"/>
            <p:cNvSpPr>
              <a:spLocks/>
            </p:cNvSpPr>
            <p:nvPr/>
          </p:nvSpPr>
          <p:spPr bwMode="auto">
            <a:xfrm rot="16278928" flipH="1">
              <a:off x="3068" y="3157"/>
              <a:ext cx="0" cy="279"/>
            </a:xfrm>
            <a:custGeom>
              <a:avLst/>
              <a:gdLst/>
              <a:ahLst/>
              <a:cxnLst>
                <a:cxn ang="0">
                  <a:pos x="0" y="376"/>
                </a:cxn>
                <a:cxn ang="0">
                  <a:pos x="0" y="0"/>
                </a:cxn>
              </a:cxnLst>
              <a:rect l="0" t="0" r="r" b="b"/>
              <a:pathLst>
                <a:path w="1" h="376">
                  <a:moveTo>
                    <a:pt x="0" y="376"/>
                  </a:moveTo>
                  <a:lnTo>
                    <a:pt x="0" y="0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52616" name="Object 40"/>
            <p:cNvGraphicFramePr>
              <a:graphicFrameLocks noChangeAspect="1"/>
            </p:cNvGraphicFramePr>
            <p:nvPr/>
          </p:nvGraphicFramePr>
          <p:xfrm>
            <a:off x="2675" y="3276"/>
            <a:ext cx="395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610" name="公式" r:id="rId13" imgW="190440" imgH="190440" progId="Equation.3">
                    <p:embed/>
                  </p:oleObj>
                </mc:Choice>
                <mc:Fallback>
                  <p:oleObj name="公式" r:id="rId13" imgW="190440" imgH="190440" progId="Equation.3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75" y="3276"/>
                          <a:ext cx="395" cy="31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58"/>
          <p:cNvGrpSpPr>
            <a:grpSpLocks/>
          </p:cNvGrpSpPr>
          <p:nvPr/>
        </p:nvGrpSpPr>
        <p:grpSpPr bwMode="auto">
          <a:xfrm>
            <a:off x="1678781" y="4027885"/>
            <a:ext cx="2714625" cy="428625"/>
            <a:chOff x="405" y="3510"/>
            <a:chExt cx="2280" cy="360"/>
          </a:xfrm>
        </p:grpSpPr>
        <p:sp>
          <p:nvSpPr>
            <p:cNvPr id="152619" name="Text Box 43"/>
            <p:cNvSpPr txBox="1">
              <a:spLocks noChangeArrowheads="1"/>
            </p:cNvSpPr>
            <p:nvPr/>
          </p:nvSpPr>
          <p:spPr bwMode="auto">
            <a:xfrm>
              <a:off x="405" y="3519"/>
              <a:ext cx="228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抗磁质     与     反向</a:t>
              </a:r>
            </a:p>
          </p:txBody>
        </p:sp>
        <p:graphicFrame>
          <p:nvGraphicFramePr>
            <p:cNvPr id="152632" name="Object 56"/>
            <p:cNvGraphicFramePr>
              <a:graphicFrameLocks noChangeAspect="1"/>
            </p:cNvGraphicFramePr>
            <p:nvPr/>
          </p:nvGraphicFramePr>
          <p:xfrm>
            <a:off x="1646" y="3519"/>
            <a:ext cx="269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611" name="公式" r:id="rId15" imgW="203040" imgH="241200" progId="Equation.3">
                    <p:embed/>
                  </p:oleObj>
                </mc:Choice>
                <mc:Fallback>
                  <p:oleObj name="公式" r:id="rId15" imgW="203040" imgH="24120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6" y="3519"/>
                          <a:ext cx="269" cy="3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2633" name="Object 57"/>
            <p:cNvGraphicFramePr>
              <a:graphicFrameLocks noChangeAspect="1"/>
            </p:cNvGraphicFramePr>
            <p:nvPr/>
          </p:nvGraphicFramePr>
          <p:xfrm>
            <a:off x="1132" y="3510"/>
            <a:ext cx="306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612" name="公式" r:id="rId17" imgW="190440" imgH="190440" progId="Equation.3">
                    <p:embed/>
                  </p:oleObj>
                </mc:Choice>
                <mc:Fallback>
                  <p:oleObj name="公式" r:id="rId17" imgW="190440" imgH="1904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2" y="3510"/>
                          <a:ext cx="306" cy="29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" name="Group 67"/>
          <p:cNvGrpSpPr>
            <a:grpSpLocks/>
          </p:cNvGrpSpPr>
          <p:nvPr/>
        </p:nvGrpSpPr>
        <p:grpSpPr bwMode="auto">
          <a:xfrm>
            <a:off x="5047060" y="3002758"/>
            <a:ext cx="2365772" cy="569119"/>
            <a:chOff x="3279" y="2522"/>
            <a:chExt cx="1987" cy="478"/>
          </a:xfrm>
        </p:grpSpPr>
        <p:grpSp>
          <p:nvGrpSpPr>
            <p:cNvPr id="10" name="Group 22"/>
            <p:cNvGrpSpPr>
              <a:grpSpLocks/>
            </p:cNvGrpSpPr>
            <p:nvPr/>
          </p:nvGrpSpPr>
          <p:grpSpPr bwMode="auto">
            <a:xfrm>
              <a:off x="3285" y="2522"/>
              <a:ext cx="1981" cy="478"/>
              <a:chOff x="3168" y="48"/>
              <a:chExt cx="1981" cy="478"/>
            </a:xfrm>
          </p:grpSpPr>
          <p:sp>
            <p:nvSpPr>
              <p:cNvPr id="152599" name="Freeform 23"/>
              <p:cNvSpPr>
                <a:spLocks/>
              </p:cNvSpPr>
              <p:nvPr/>
            </p:nvSpPr>
            <p:spPr bwMode="auto">
              <a:xfrm rot="5400000">
                <a:off x="3723" y="18"/>
                <a:ext cx="1" cy="10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692"/>
                  </a:cxn>
                </a:cxnLst>
                <a:rect l="0" t="0" r="r" b="b"/>
                <a:pathLst>
                  <a:path w="1" h="692">
                    <a:moveTo>
                      <a:pt x="0" y="0"/>
                    </a:moveTo>
                    <a:lnTo>
                      <a:pt x="0" y="692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00" name="Freeform 24"/>
              <p:cNvSpPr>
                <a:spLocks/>
              </p:cNvSpPr>
              <p:nvPr/>
            </p:nvSpPr>
            <p:spPr bwMode="auto">
              <a:xfrm rot="5321072">
                <a:off x="3708" y="-351"/>
                <a:ext cx="2" cy="9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72"/>
                  </a:cxn>
                </a:cxnLst>
                <a:rect l="0" t="0" r="r" b="b"/>
                <a:pathLst>
                  <a:path w="1" h="672">
                    <a:moveTo>
                      <a:pt x="1" y="0"/>
                    </a:moveTo>
                    <a:lnTo>
                      <a:pt x="0" y="672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01" name="Oval 25" descr="浅色下对角线"/>
              <p:cNvSpPr>
                <a:spLocks noChangeArrowheads="1"/>
              </p:cNvSpPr>
              <p:nvPr/>
            </p:nvSpPr>
            <p:spPr bwMode="auto">
              <a:xfrm rot="5299653">
                <a:off x="4056" y="260"/>
                <a:ext cx="384" cy="144"/>
              </a:xfrm>
              <a:prstGeom prst="ellipse">
                <a:avLst/>
              </a:prstGeom>
              <a:pattFill prst="ltDnDiag">
                <a:fgClr>
                  <a:srgbClr val="FFFFFF"/>
                </a:fgClr>
                <a:bgClr>
                  <a:schemeClr val="bg1"/>
                </a:bgClr>
              </a:pattFill>
              <a:ln w="412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02" name="Freeform 26"/>
              <p:cNvSpPr>
                <a:spLocks/>
              </p:cNvSpPr>
              <p:nvPr/>
            </p:nvSpPr>
            <p:spPr bwMode="auto">
              <a:xfrm rot="5321072">
                <a:off x="4533" y="57"/>
                <a:ext cx="0" cy="552"/>
              </a:xfrm>
              <a:custGeom>
                <a:avLst/>
                <a:gdLst/>
                <a:ahLst/>
                <a:cxnLst>
                  <a:cxn ang="0">
                    <a:pos x="0" y="376"/>
                  </a:cxn>
                  <a:cxn ang="0">
                    <a:pos x="0" y="0"/>
                  </a:cxn>
                </a:cxnLst>
                <a:rect l="0" t="0" r="r" b="b"/>
                <a:pathLst>
                  <a:path w="1" h="376">
                    <a:moveTo>
                      <a:pt x="0" y="376"/>
                    </a:move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03" name="Freeform 27"/>
              <p:cNvSpPr>
                <a:spLocks/>
              </p:cNvSpPr>
              <p:nvPr/>
            </p:nvSpPr>
            <p:spPr bwMode="auto">
              <a:xfrm rot="5321072">
                <a:off x="3838" y="284"/>
                <a:ext cx="353" cy="6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22" y="53"/>
                  </a:cxn>
                  <a:cxn ang="0">
                    <a:pos x="257" y="0"/>
                  </a:cxn>
                </a:cxnLst>
                <a:rect l="0" t="0" r="r" b="b"/>
                <a:pathLst>
                  <a:path w="257" h="55">
                    <a:moveTo>
                      <a:pt x="0" y="10"/>
                    </a:moveTo>
                    <a:cubicBezTo>
                      <a:pt x="20" y="17"/>
                      <a:pt x="79" y="55"/>
                      <a:pt x="122" y="53"/>
                    </a:cubicBezTo>
                    <a:cubicBezTo>
                      <a:pt x="165" y="51"/>
                      <a:pt x="229" y="11"/>
                      <a:pt x="257" y="0"/>
                    </a:cubicBezTo>
                  </a:path>
                </a:pathLst>
              </a:custGeom>
              <a:noFill/>
              <a:ln w="41275" cap="flat" cmpd="sng">
                <a:solidFill>
                  <a:schemeClr val="tx1"/>
                </a:solidFill>
                <a:prstDash val="solid"/>
                <a:round/>
                <a:headEnd type="none" w="med" len="lg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04" name="Oval 28" descr="浅色下对角线"/>
              <p:cNvSpPr>
                <a:spLocks noChangeArrowheads="1"/>
              </p:cNvSpPr>
              <p:nvPr/>
            </p:nvSpPr>
            <p:spPr bwMode="auto">
              <a:xfrm rot="5299653">
                <a:off x="3048" y="261"/>
                <a:ext cx="384" cy="144"/>
              </a:xfrm>
              <a:prstGeom prst="ellipse">
                <a:avLst/>
              </a:prstGeom>
              <a:pattFill prst="ltDnDiag">
                <a:fgClr>
                  <a:srgbClr val="FFFFFF"/>
                </a:fgClr>
                <a:bgClr>
                  <a:schemeClr val="bg1"/>
                </a:bgClr>
              </a:pattFill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05" name="Freeform 29"/>
              <p:cNvSpPr>
                <a:spLocks/>
              </p:cNvSpPr>
              <p:nvPr/>
            </p:nvSpPr>
            <p:spPr bwMode="auto">
              <a:xfrm rot="5321072">
                <a:off x="3648" y="285"/>
                <a:ext cx="353" cy="6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22" y="53"/>
                  </a:cxn>
                  <a:cxn ang="0">
                    <a:pos x="257" y="0"/>
                  </a:cxn>
                </a:cxnLst>
                <a:rect l="0" t="0" r="r" b="b"/>
                <a:pathLst>
                  <a:path w="257" h="55">
                    <a:moveTo>
                      <a:pt x="0" y="10"/>
                    </a:moveTo>
                    <a:cubicBezTo>
                      <a:pt x="20" y="17"/>
                      <a:pt x="79" y="55"/>
                      <a:pt x="122" y="53"/>
                    </a:cubicBezTo>
                    <a:cubicBezTo>
                      <a:pt x="165" y="51"/>
                      <a:pt x="229" y="11"/>
                      <a:pt x="257" y="0"/>
                    </a:cubicBezTo>
                  </a:path>
                </a:pathLst>
              </a:custGeom>
              <a:noFill/>
              <a:ln w="41275" cap="flat" cmpd="sng">
                <a:solidFill>
                  <a:schemeClr val="tx1"/>
                </a:solidFill>
                <a:prstDash val="solid"/>
                <a:round/>
                <a:headEnd type="none" w="med" len="lg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06" name="Freeform 30"/>
              <p:cNvSpPr>
                <a:spLocks/>
              </p:cNvSpPr>
              <p:nvPr/>
            </p:nvSpPr>
            <p:spPr bwMode="auto">
              <a:xfrm rot="5321072">
                <a:off x="3456" y="285"/>
                <a:ext cx="353" cy="6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22" y="53"/>
                  </a:cxn>
                  <a:cxn ang="0">
                    <a:pos x="257" y="0"/>
                  </a:cxn>
                </a:cxnLst>
                <a:rect l="0" t="0" r="r" b="b"/>
                <a:pathLst>
                  <a:path w="257" h="55">
                    <a:moveTo>
                      <a:pt x="0" y="10"/>
                    </a:moveTo>
                    <a:cubicBezTo>
                      <a:pt x="20" y="17"/>
                      <a:pt x="79" y="55"/>
                      <a:pt x="122" y="53"/>
                    </a:cubicBezTo>
                    <a:cubicBezTo>
                      <a:pt x="165" y="51"/>
                      <a:pt x="229" y="11"/>
                      <a:pt x="257" y="0"/>
                    </a:cubicBezTo>
                  </a:path>
                </a:pathLst>
              </a:custGeom>
              <a:noFill/>
              <a:ln w="41275" cap="flat" cmpd="sng">
                <a:solidFill>
                  <a:schemeClr val="tx1"/>
                </a:solidFill>
                <a:prstDash val="solid"/>
                <a:round/>
                <a:headEnd type="none" w="med" len="lg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07" name="Freeform 31"/>
              <p:cNvSpPr>
                <a:spLocks/>
              </p:cNvSpPr>
              <p:nvPr/>
            </p:nvSpPr>
            <p:spPr bwMode="auto">
              <a:xfrm rot="5321072">
                <a:off x="3264" y="285"/>
                <a:ext cx="353" cy="6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22" y="53"/>
                  </a:cxn>
                  <a:cxn ang="0">
                    <a:pos x="257" y="0"/>
                  </a:cxn>
                </a:cxnLst>
                <a:rect l="0" t="0" r="r" b="b"/>
                <a:pathLst>
                  <a:path w="257" h="55">
                    <a:moveTo>
                      <a:pt x="0" y="10"/>
                    </a:moveTo>
                    <a:cubicBezTo>
                      <a:pt x="20" y="17"/>
                      <a:pt x="79" y="55"/>
                      <a:pt x="122" y="53"/>
                    </a:cubicBezTo>
                    <a:cubicBezTo>
                      <a:pt x="165" y="51"/>
                      <a:pt x="229" y="11"/>
                      <a:pt x="257" y="0"/>
                    </a:cubicBez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 type="none" w="med" len="lg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152608" name="Object 32"/>
              <p:cNvGraphicFramePr>
                <a:graphicFrameLocks noChangeAspect="1"/>
              </p:cNvGraphicFramePr>
              <p:nvPr/>
            </p:nvGraphicFramePr>
            <p:xfrm>
              <a:off x="4740" y="48"/>
              <a:ext cx="409" cy="3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613" name="公式" r:id="rId19" imgW="203040" imgH="241200" progId="Equation.3">
                      <p:embed/>
                    </p:oleObj>
                  </mc:Choice>
                  <mc:Fallback>
                    <p:oleObj name="公式" r:id="rId19" imgW="203040" imgH="24120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40" y="48"/>
                            <a:ext cx="409" cy="3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52639" name="Arc 63"/>
            <p:cNvSpPr>
              <a:spLocks/>
            </p:cNvSpPr>
            <p:nvPr/>
          </p:nvSpPr>
          <p:spPr bwMode="auto">
            <a:xfrm flipH="1">
              <a:off x="3279" y="2609"/>
              <a:ext cx="115" cy="387"/>
            </a:xfrm>
            <a:custGeom>
              <a:avLst/>
              <a:gdLst>
                <a:gd name="G0" fmla="+- 9728 0 0"/>
                <a:gd name="G1" fmla="+- 21600 0 0"/>
                <a:gd name="G2" fmla="+- 21600 0 0"/>
                <a:gd name="T0" fmla="*/ 1002 w 31328"/>
                <a:gd name="T1" fmla="*/ 1841 h 43200"/>
                <a:gd name="T2" fmla="*/ 0 w 31328"/>
                <a:gd name="T3" fmla="*/ 40886 h 43200"/>
                <a:gd name="T4" fmla="*/ 9728 w 31328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328" h="43200" fill="none" extrusionOk="0">
                  <a:moveTo>
                    <a:pt x="1002" y="1841"/>
                  </a:moveTo>
                  <a:cubicBezTo>
                    <a:pt x="3750" y="627"/>
                    <a:pt x="6722" y="-1"/>
                    <a:pt x="9728" y="0"/>
                  </a:cubicBezTo>
                  <a:cubicBezTo>
                    <a:pt x="21657" y="0"/>
                    <a:pt x="31328" y="9670"/>
                    <a:pt x="31328" y="21600"/>
                  </a:cubicBezTo>
                  <a:cubicBezTo>
                    <a:pt x="31328" y="33529"/>
                    <a:pt x="21657" y="43200"/>
                    <a:pt x="9728" y="43200"/>
                  </a:cubicBezTo>
                  <a:cubicBezTo>
                    <a:pt x="6349" y="43200"/>
                    <a:pt x="3017" y="42407"/>
                    <a:pt x="0" y="40885"/>
                  </a:cubicBezTo>
                </a:path>
                <a:path w="31328" h="43200" stroke="0" extrusionOk="0">
                  <a:moveTo>
                    <a:pt x="1002" y="1841"/>
                  </a:moveTo>
                  <a:cubicBezTo>
                    <a:pt x="3750" y="627"/>
                    <a:pt x="6722" y="-1"/>
                    <a:pt x="9728" y="0"/>
                  </a:cubicBezTo>
                  <a:cubicBezTo>
                    <a:pt x="21657" y="0"/>
                    <a:pt x="31328" y="9670"/>
                    <a:pt x="31328" y="21600"/>
                  </a:cubicBezTo>
                  <a:cubicBezTo>
                    <a:pt x="31328" y="33529"/>
                    <a:pt x="21657" y="43200"/>
                    <a:pt x="9728" y="43200"/>
                  </a:cubicBezTo>
                  <a:cubicBezTo>
                    <a:pt x="6349" y="43200"/>
                    <a:pt x="3017" y="42407"/>
                    <a:pt x="0" y="40885"/>
                  </a:cubicBezTo>
                  <a:lnTo>
                    <a:pt x="9728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11" name="Group 68"/>
          <p:cNvGrpSpPr>
            <a:grpSpLocks/>
          </p:cNvGrpSpPr>
          <p:nvPr/>
        </p:nvGrpSpPr>
        <p:grpSpPr bwMode="auto">
          <a:xfrm>
            <a:off x="5148262" y="3910015"/>
            <a:ext cx="2358629" cy="573881"/>
            <a:chOff x="3364" y="3284"/>
            <a:chExt cx="1981" cy="482"/>
          </a:xfrm>
        </p:grpSpPr>
        <p:grpSp>
          <p:nvGrpSpPr>
            <p:cNvPr id="12" name="Group 66"/>
            <p:cNvGrpSpPr>
              <a:grpSpLocks/>
            </p:cNvGrpSpPr>
            <p:nvPr/>
          </p:nvGrpSpPr>
          <p:grpSpPr bwMode="auto">
            <a:xfrm>
              <a:off x="3364" y="3284"/>
              <a:ext cx="1981" cy="482"/>
              <a:chOff x="3364" y="3284"/>
              <a:chExt cx="1981" cy="482"/>
            </a:xfrm>
          </p:grpSpPr>
          <p:sp>
            <p:nvSpPr>
              <p:cNvPr id="152622" name="Freeform 46"/>
              <p:cNvSpPr>
                <a:spLocks/>
              </p:cNvSpPr>
              <p:nvPr/>
            </p:nvSpPr>
            <p:spPr bwMode="auto">
              <a:xfrm rot="5321072">
                <a:off x="3914" y="2890"/>
                <a:ext cx="2" cy="986"/>
              </a:xfrm>
              <a:custGeom>
                <a:avLst/>
                <a:gdLst/>
                <a:ahLst/>
                <a:cxnLst>
                  <a:cxn ang="0">
                    <a:pos x="1" y="0"/>
                  </a:cxn>
                  <a:cxn ang="0">
                    <a:pos x="0" y="672"/>
                  </a:cxn>
                </a:cxnLst>
                <a:rect l="0" t="0" r="r" b="b"/>
                <a:pathLst>
                  <a:path w="1" h="672">
                    <a:moveTo>
                      <a:pt x="1" y="0"/>
                    </a:moveTo>
                    <a:lnTo>
                      <a:pt x="0" y="672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23" name="Oval 47" descr="浅色下对角线"/>
              <p:cNvSpPr>
                <a:spLocks noChangeArrowheads="1"/>
              </p:cNvSpPr>
              <p:nvPr/>
            </p:nvSpPr>
            <p:spPr bwMode="auto">
              <a:xfrm rot="5299653">
                <a:off x="4252" y="3496"/>
                <a:ext cx="384" cy="144"/>
              </a:xfrm>
              <a:prstGeom prst="ellipse">
                <a:avLst/>
              </a:prstGeom>
              <a:pattFill prst="ltDnDiag">
                <a:fgClr>
                  <a:srgbClr val="FFFFFF"/>
                </a:fgClr>
                <a:bgClr>
                  <a:schemeClr val="bg1"/>
                </a:bgClr>
              </a:pattFill>
              <a:ln w="4127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24" name="Freeform 48"/>
              <p:cNvSpPr>
                <a:spLocks/>
              </p:cNvSpPr>
              <p:nvPr/>
            </p:nvSpPr>
            <p:spPr bwMode="auto">
              <a:xfrm rot="5321072">
                <a:off x="4729" y="3293"/>
                <a:ext cx="0" cy="552"/>
              </a:xfrm>
              <a:custGeom>
                <a:avLst/>
                <a:gdLst/>
                <a:ahLst/>
                <a:cxnLst>
                  <a:cxn ang="0">
                    <a:pos x="0" y="376"/>
                  </a:cxn>
                  <a:cxn ang="0">
                    <a:pos x="0" y="0"/>
                  </a:cxn>
                </a:cxnLst>
                <a:rect l="0" t="0" r="r" b="b"/>
                <a:pathLst>
                  <a:path w="1" h="376">
                    <a:moveTo>
                      <a:pt x="0" y="376"/>
                    </a:move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 type="none" w="med" len="med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25" name="Freeform 49"/>
              <p:cNvSpPr>
                <a:spLocks/>
              </p:cNvSpPr>
              <p:nvPr/>
            </p:nvSpPr>
            <p:spPr bwMode="auto">
              <a:xfrm rot="5321072">
                <a:off x="4034" y="3520"/>
                <a:ext cx="353" cy="6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22" y="53"/>
                  </a:cxn>
                  <a:cxn ang="0">
                    <a:pos x="257" y="0"/>
                  </a:cxn>
                </a:cxnLst>
                <a:rect l="0" t="0" r="r" b="b"/>
                <a:pathLst>
                  <a:path w="257" h="55">
                    <a:moveTo>
                      <a:pt x="0" y="10"/>
                    </a:moveTo>
                    <a:cubicBezTo>
                      <a:pt x="20" y="17"/>
                      <a:pt x="79" y="55"/>
                      <a:pt x="122" y="53"/>
                    </a:cubicBezTo>
                    <a:cubicBezTo>
                      <a:pt x="165" y="51"/>
                      <a:pt x="229" y="11"/>
                      <a:pt x="257" y="0"/>
                    </a:cubicBezTo>
                  </a:path>
                </a:pathLst>
              </a:custGeom>
              <a:noFill/>
              <a:ln w="41275" cap="flat" cmpd="sng">
                <a:solidFill>
                  <a:schemeClr val="tx1"/>
                </a:solidFill>
                <a:prstDash val="solid"/>
                <a:round/>
                <a:headEnd type="none" w="med" len="lg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26" name="Oval 50" descr="浅色下对角线"/>
              <p:cNvSpPr>
                <a:spLocks noChangeArrowheads="1"/>
              </p:cNvSpPr>
              <p:nvPr/>
            </p:nvSpPr>
            <p:spPr bwMode="auto">
              <a:xfrm rot="5299653">
                <a:off x="3244" y="3502"/>
                <a:ext cx="384" cy="144"/>
              </a:xfrm>
              <a:prstGeom prst="ellipse">
                <a:avLst/>
              </a:prstGeom>
              <a:pattFill prst="ltDnDiag">
                <a:fgClr>
                  <a:srgbClr val="FFFFFF"/>
                </a:fgClr>
                <a:bgClr>
                  <a:schemeClr val="bg1"/>
                </a:bgClr>
              </a:pattFill>
              <a:ln w="2857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27" name="Freeform 51"/>
              <p:cNvSpPr>
                <a:spLocks/>
              </p:cNvSpPr>
              <p:nvPr/>
            </p:nvSpPr>
            <p:spPr bwMode="auto">
              <a:xfrm rot="5321072">
                <a:off x="3844" y="3521"/>
                <a:ext cx="353" cy="6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22" y="53"/>
                  </a:cxn>
                  <a:cxn ang="0">
                    <a:pos x="257" y="0"/>
                  </a:cxn>
                </a:cxnLst>
                <a:rect l="0" t="0" r="r" b="b"/>
                <a:pathLst>
                  <a:path w="257" h="55">
                    <a:moveTo>
                      <a:pt x="0" y="10"/>
                    </a:moveTo>
                    <a:cubicBezTo>
                      <a:pt x="20" y="17"/>
                      <a:pt x="79" y="55"/>
                      <a:pt x="122" y="53"/>
                    </a:cubicBezTo>
                    <a:cubicBezTo>
                      <a:pt x="165" y="51"/>
                      <a:pt x="229" y="11"/>
                      <a:pt x="257" y="0"/>
                    </a:cubicBez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 type="none" w="med" len="lg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28" name="Freeform 52"/>
              <p:cNvSpPr>
                <a:spLocks/>
              </p:cNvSpPr>
              <p:nvPr/>
            </p:nvSpPr>
            <p:spPr bwMode="auto">
              <a:xfrm rot="5321072">
                <a:off x="3652" y="3521"/>
                <a:ext cx="353" cy="6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22" y="53"/>
                  </a:cxn>
                  <a:cxn ang="0">
                    <a:pos x="257" y="0"/>
                  </a:cxn>
                </a:cxnLst>
                <a:rect l="0" t="0" r="r" b="b"/>
                <a:pathLst>
                  <a:path w="257" h="55">
                    <a:moveTo>
                      <a:pt x="0" y="10"/>
                    </a:moveTo>
                    <a:cubicBezTo>
                      <a:pt x="20" y="17"/>
                      <a:pt x="79" y="55"/>
                      <a:pt x="122" y="53"/>
                    </a:cubicBezTo>
                    <a:cubicBezTo>
                      <a:pt x="165" y="51"/>
                      <a:pt x="229" y="11"/>
                      <a:pt x="257" y="0"/>
                    </a:cubicBezTo>
                  </a:path>
                </a:pathLst>
              </a:custGeom>
              <a:noFill/>
              <a:ln w="41275" cap="flat" cmpd="sng">
                <a:solidFill>
                  <a:schemeClr val="tx1"/>
                </a:solidFill>
                <a:prstDash val="solid"/>
                <a:round/>
                <a:headEnd type="none" w="med" len="lg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52629" name="Freeform 53"/>
              <p:cNvSpPr>
                <a:spLocks/>
              </p:cNvSpPr>
              <p:nvPr/>
            </p:nvSpPr>
            <p:spPr bwMode="auto">
              <a:xfrm rot="5321072">
                <a:off x="3460" y="3521"/>
                <a:ext cx="353" cy="66"/>
              </a:xfrm>
              <a:custGeom>
                <a:avLst/>
                <a:gdLst/>
                <a:ahLst/>
                <a:cxnLst>
                  <a:cxn ang="0">
                    <a:pos x="0" y="10"/>
                  </a:cxn>
                  <a:cxn ang="0">
                    <a:pos x="122" y="53"/>
                  </a:cxn>
                  <a:cxn ang="0">
                    <a:pos x="257" y="0"/>
                  </a:cxn>
                </a:cxnLst>
                <a:rect l="0" t="0" r="r" b="b"/>
                <a:pathLst>
                  <a:path w="257" h="55">
                    <a:moveTo>
                      <a:pt x="0" y="10"/>
                    </a:moveTo>
                    <a:cubicBezTo>
                      <a:pt x="20" y="17"/>
                      <a:pt x="79" y="55"/>
                      <a:pt x="122" y="53"/>
                    </a:cubicBezTo>
                    <a:cubicBezTo>
                      <a:pt x="165" y="51"/>
                      <a:pt x="229" y="11"/>
                      <a:pt x="257" y="0"/>
                    </a:cubicBez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 type="none" w="med" len="lg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152630" name="Object 54"/>
              <p:cNvGraphicFramePr>
                <a:graphicFrameLocks noChangeAspect="1"/>
              </p:cNvGraphicFramePr>
              <p:nvPr/>
            </p:nvGraphicFramePr>
            <p:xfrm>
              <a:off x="4936" y="3284"/>
              <a:ext cx="409" cy="37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1614" name="公式" r:id="rId21" imgW="203040" imgH="241200" progId="Equation.3">
                      <p:embed/>
                    </p:oleObj>
                  </mc:Choice>
                  <mc:Fallback>
                    <p:oleObj name="公式" r:id="rId21" imgW="203040" imgH="24120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36" y="3284"/>
                            <a:ext cx="409" cy="37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2631" name="Freeform 55"/>
              <p:cNvSpPr>
                <a:spLocks/>
              </p:cNvSpPr>
              <p:nvPr/>
            </p:nvSpPr>
            <p:spPr bwMode="auto">
              <a:xfrm rot="5400000">
                <a:off x="3962" y="3258"/>
                <a:ext cx="1" cy="1016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692"/>
                  </a:cxn>
                </a:cxnLst>
                <a:rect l="0" t="0" r="r" b="b"/>
                <a:pathLst>
                  <a:path w="1" h="692">
                    <a:moveTo>
                      <a:pt x="0" y="0"/>
                    </a:moveTo>
                    <a:lnTo>
                      <a:pt x="0" y="692"/>
                    </a:lnTo>
                  </a:path>
                </a:pathLst>
              </a:custGeom>
              <a:noFill/>
              <a:ln w="412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sp>
          <p:nvSpPr>
            <p:cNvPr id="152641" name="Arc 65"/>
            <p:cNvSpPr>
              <a:spLocks/>
            </p:cNvSpPr>
            <p:nvPr/>
          </p:nvSpPr>
          <p:spPr bwMode="auto">
            <a:xfrm flipH="1">
              <a:off x="3364" y="3377"/>
              <a:ext cx="115" cy="387"/>
            </a:xfrm>
            <a:custGeom>
              <a:avLst/>
              <a:gdLst>
                <a:gd name="G0" fmla="+- 9728 0 0"/>
                <a:gd name="G1" fmla="+- 21600 0 0"/>
                <a:gd name="G2" fmla="+- 21600 0 0"/>
                <a:gd name="T0" fmla="*/ 1002 w 31328"/>
                <a:gd name="T1" fmla="*/ 1841 h 43200"/>
                <a:gd name="T2" fmla="*/ 0 w 31328"/>
                <a:gd name="T3" fmla="*/ 40886 h 43200"/>
                <a:gd name="T4" fmla="*/ 9728 w 31328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328" h="43200" fill="none" extrusionOk="0">
                  <a:moveTo>
                    <a:pt x="1002" y="1841"/>
                  </a:moveTo>
                  <a:cubicBezTo>
                    <a:pt x="3750" y="627"/>
                    <a:pt x="6722" y="-1"/>
                    <a:pt x="9728" y="0"/>
                  </a:cubicBezTo>
                  <a:cubicBezTo>
                    <a:pt x="21657" y="0"/>
                    <a:pt x="31328" y="9670"/>
                    <a:pt x="31328" y="21600"/>
                  </a:cubicBezTo>
                  <a:cubicBezTo>
                    <a:pt x="31328" y="33529"/>
                    <a:pt x="21657" y="43200"/>
                    <a:pt x="9728" y="43200"/>
                  </a:cubicBezTo>
                  <a:cubicBezTo>
                    <a:pt x="6349" y="43200"/>
                    <a:pt x="3017" y="42407"/>
                    <a:pt x="0" y="40885"/>
                  </a:cubicBezTo>
                </a:path>
                <a:path w="31328" h="43200" stroke="0" extrusionOk="0">
                  <a:moveTo>
                    <a:pt x="1002" y="1841"/>
                  </a:moveTo>
                  <a:cubicBezTo>
                    <a:pt x="3750" y="627"/>
                    <a:pt x="6722" y="-1"/>
                    <a:pt x="9728" y="0"/>
                  </a:cubicBezTo>
                  <a:cubicBezTo>
                    <a:pt x="21657" y="0"/>
                    <a:pt x="31328" y="9670"/>
                    <a:pt x="31328" y="21600"/>
                  </a:cubicBezTo>
                  <a:cubicBezTo>
                    <a:pt x="31328" y="33529"/>
                    <a:pt x="21657" y="43200"/>
                    <a:pt x="9728" y="43200"/>
                  </a:cubicBezTo>
                  <a:cubicBezTo>
                    <a:pt x="6349" y="43200"/>
                    <a:pt x="3017" y="42407"/>
                    <a:pt x="0" y="40885"/>
                  </a:cubicBezTo>
                  <a:lnTo>
                    <a:pt x="9728" y="2160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6480661" y="3342173"/>
            <a:ext cx="391867" cy="336857"/>
            <a:chOff x="7116879" y="4456231"/>
            <a:chExt cx="522489" cy="449142"/>
          </a:xfrm>
        </p:grpSpPr>
        <p:graphicFrame>
          <p:nvGraphicFramePr>
            <p:cNvPr id="58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99838744"/>
                </p:ext>
              </p:extLst>
            </p:nvPr>
          </p:nvGraphicFramePr>
          <p:xfrm>
            <a:off x="7150418" y="4519611"/>
            <a:ext cx="488950" cy="3857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615" name="公式" r:id="rId23" imgW="190440" imgH="190440" progId="Equation.3">
                    <p:embed/>
                  </p:oleObj>
                </mc:Choice>
                <mc:Fallback>
                  <p:oleObj name="公式" r:id="rId23" imgW="190440" imgH="190440" progId="Equation.3">
                    <p:embed/>
                    <p:pic>
                      <p:nvPicPr>
                        <p:cNvPr id="152612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50418" y="4519611"/>
                          <a:ext cx="488950" cy="3857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Freeform 35"/>
            <p:cNvSpPr>
              <a:spLocks/>
            </p:cNvSpPr>
            <p:nvPr/>
          </p:nvSpPr>
          <p:spPr bwMode="auto">
            <a:xfrm rot="5321072">
              <a:off x="7338336" y="4234774"/>
              <a:ext cx="0" cy="442913"/>
            </a:xfrm>
            <a:custGeom>
              <a:avLst/>
              <a:gdLst/>
              <a:ahLst/>
              <a:cxnLst>
                <a:cxn ang="0">
                  <a:pos x="0" y="376"/>
                </a:cxn>
                <a:cxn ang="0">
                  <a:pos x="0" y="0"/>
                </a:cxn>
              </a:cxnLst>
              <a:rect l="0" t="0" r="r" b="b"/>
              <a:pathLst>
                <a:path w="1" h="376">
                  <a:moveTo>
                    <a:pt x="0" y="376"/>
                  </a:moveTo>
                  <a:lnTo>
                    <a:pt x="0" y="0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2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53D6D-7DAB-4558-923A-C64F1FFA3E19}" type="slidenum">
              <a:rPr lang="zh-CN" altLang="en-US">
                <a:solidFill>
                  <a:srgbClr val="578963"/>
                </a:solidFill>
              </a:rPr>
              <a:pPr/>
              <a:t>17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54634" name="Text Box 10"/>
          <p:cNvSpPr txBox="1">
            <a:spLocks noChangeArrowheads="1"/>
          </p:cNvSpPr>
          <p:nvPr/>
        </p:nvSpPr>
        <p:spPr bwMode="auto">
          <a:xfrm>
            <a:off x="1435894" y="710804"/>
            <a:ext cx="6250781" cy="2419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        在构成物质的分子中，每个电子绕原子核作轨道运动，具有</a:t>
            </a:r>
            <a:r>
              <a:rPr kumimoji="1" lang="zh-CN" altLang="en-US" sz="2100" dirty="0">
                <a:solidFill>
                  <a:srgbClr val="CC0000"/>
                </a:solidFill>
                <a:ea typeface="宋体" charset="-122"/>
              </a:rPr>
              <a:t>轨道磁矩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，                                             电子本身还有自旋，具有                                                      </a:t>
            </a:r>
            <a:r>
              <a:rPr kumimoji="1" lang="zh-CN" altLang="en-US" sz="2100" dirty="0">
                <a:solidFill>
                  <a:srgbClr val="CC0000"/>
                </a:solidFill>
                <a:ea typeface="宋体" charset="-122"/>
              </a:rPr>
              <a:t>自旋磁矩</a:t>
            </a:r>
            <a:r>
              <a:rPr kumimoji="1" lang="en-US" altLang="zh-CN" sz="2100" dirty="0">
                <a:solidFill>
                  <a:srgbClr val="CC0000"/>
                </a:solidFill>
                <a:ea typeface="宋体" charset="-122"/>
              </a:rPr>
              <a:t>. 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一个分子内所有                                                          电子全部磁矩的矢量和称                                                            为</a:t>
            </a:r>
            <a:r>
              <a:rPr kumimoji="1" lang="zh-CN" altLang="en-US" sz="2100" dirty="0">
                <a:solidFill>
                  <a:srgbClr val="CC0000"/>
                </a:solidFill>
                <a:ea typeface="宋体" charset="-122"/>
              </a:rPr>
              <a:t>分子磁矩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。用</a:t>
            </a:r>
            <a:r>
              <a:rPr kumimoji="1" lang="en-US" altLang="zh-CN" sz="2100" i="1" dirty="0">
                <a:solidFill>
                  <a:srgbClr val="000000"/>
                </a:solidFill>
                <a:ea typeface="宋体" charset="-122"/>
              </a:rPr>
              <a:t>      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表示。</a:t>
            </a:r>
          </a:p>
        </p:txBody>
      </p:sp>
      <p:sp>
        <p:nvSpPr>
          <p:cNvPr id="154633" name="Text Box 9"/>
          <p:cNvSpPr txBox="1">
            <a:spLocks noChangeArrowheads="1"/>
          </p:cNvSpPr>
          <p:nvPr/>
        </p:nvSpPr>
        <p:spPr bwMode="auto">
          <a:xfrm>
            <a:off x="569119" y="308374"/>
            <a:ext cx="3724275" cy="48013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Char char="u"/>
            </a:pP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分子电流与分子磁矩</a:t>
            </a:r>
          </a:p>
        </p:txBody>
      </p:sp>
      <p:grpSp>
        <p:nvGrpSpPr>
          <p:cNvPr id="2" name="Group 50"/>
          <p:cNvGrpSpPr>
            <a:grpSpLocks/>
          </p:cNvGrpSpPr>
          <p:nvPr/>
        </p:nvGrpSpPr>
        <p:grpSpPr bwMode="auto">
          <a:xfrm>
            <a:off x="5506642" y="1590677"/>
            <a:ext cx="1385888" cy="1275160"/>
            <a:chOff x="3647" y="1336"/>
            <a:chExt cx="1164" cy="1071"/>
          </a:xfrm>
        </p:grpSpPr>
        <p:sp>
          <p:nvSpPr>
            <p:cNvPr id="154627" name="Oval 3"/>
            <p:cNvSpPr>
              <a:spLocks noChangeArrowheads="1"/>
            </p:cNvSpPr>
            <p:nvPr/>
          </p:nvSpPr>
          <p:spPr bwMode="auto">
            <a:xfrm>
              <a:off x="3890" y="1399"/>
              <a:ext cx="528" cy="1008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54628" name="Line 4"/>
            <p:cNvSpPr>
              <a:spLocks noChangeShapeType="1"/>
            </p:cNvSpPr>
            <p:nvPr/>
          </p:nvSpPr>
          <p:spPr bwMode="auto">
            <a:xfrm>
              <a:off x="4178" y="1879"/>
              <a:ext cx="5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54630" name="Line 6"/>
            <p:cNvSpPr>
              <a:spLocks noChangeShapeType="1"/>
            </p:cNvSpPr>
            <p:nvPr/>
          </p:nvSpPr>
          <p:spPr bwMode="auto">
            <a:xfrm>
              <a:off x="3892" y="1807"/>
              <a:ext cx="0" cy="6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54631" name="Text Box 7"/>
            <p:cNvSpPr txBox="1">
              <a:spLocks noChangeArrowheads="1"/>
            </p:cNvSpPr>
            <p:nvPr/>
          </p:nvSpPr>
          <p:spPr bwMode="auto">
            <a:xfrm>
              <a:off x="3647" y="1336"/>
              <a:ext cx="288" cy="4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en-US" altLang="zh-CN" sz="2100" i="1">
                  <a:solidFill>
                    <a:srgbClr val="FF0000"/>
                  </a:solidFill>
                  <a:ea typeface="宋体" charset="-122"/>
                </a:rPr>
                <a:t>I</a:t>
              </a:r>
            </a:p>
          </p:txBody>
        </p:sp>
        <p:graphicFrame>
          <p:nvGraphicFramePr>
            <p:cNvPr id="154668" name="Object 44"/>
            <p:cNvGraphicFramePr>
              <a:graphicFrameLocks noChangeAspect="1"/>
            </p:cNvGraphicFramePr>
            <p:nvPr/>
          </p:nvGraphicFramePr>
          <p:xfrm>
            <a:off x="4482" y="1462"/>
            <a:ext cx="329" cy="3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8480" name="Equation" r:id="rId3" imgW="164880" imgH="177480" progId="Equation.DSMT4">
                    <p:embed/>
                  </p:oleObj>
                </mc:Choice>
                <mc:Fallback>
                  <p:oleObj name="Equation" r:id="rId3" imgW="164880" imgH="17748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2" y="1462"/>
                          <a:ext cx="329" cy="3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4671" name="Object 47"/>
          <p:cNvGraphicFramePr>
            <a:graphicFrameLocks noChangeAspect="1"/>
          </p:cNvGraphicFramePr>
          <p:nvPr/>
        </p:nvGraphicFramePr>
        <p:xfrm>
          <a:off x="3370116" y="2630036"/>
          <a:ext cx="411911" cy="4167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8481" name="Equation" r:id="rId5" imgW="164880" imgH="177480" progId="Equation.DSMT4">
                  <p:embed/>
                </p:oleObj>
              </mc:Choice>
              <mc:Fallback>
                <p:oleObj name="Equation" r:id="rId5" imgW="164880" imgH="177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0116" y="2630036"/>
                        <a:ext cx="411911" cy="4167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675" name="Rectangle 51"/>
          <p:cNvSpPr>
            <a:spLocks noChangeArrowheads="1"/>
          </p:cNvSpPr>
          <p:nvPr/>
        </p:nvSpPr>
        <p:spPr bwMode="auto">
          <a:xfrm>
            <a:off x="1435896" y="3130153"/>
            <a:ext cx="6622254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        对于顺磁质，在没有外场时各个</a:t>
            </a:r>
            <a:r>
              <a:rPr kumimoji="1" lang="zh-CN" altLang="en-US" sz="2100" dirty="0">
                <a:solidFill>
                  <a:srgbClr val="0000FF"/>
                </a:solidFill>
                <a:ea typeface="宋体" charset="-122"/>
              </a:rPr>
              <a:t>分子磁矩不为</a:t>
            </a:r>
            <a:r>
              <a:rPr kumimoji="1" lang="en-US" altLang="zh-CN" sz="2100" dirty="0">
                <a:solidFill>
                  <a:srgbClr val="0000FF"/>
                </a:solidFill>
                <a:ea typeface="宋体" charset="-122"/>
              </a:rPr>
              <a:t>0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，但取向无规则，所以不显磁性</a:t>
            </a:r>
            <a:r>
              <a:rPr kumimoji="1" lang="en-US" altLang="zh-CN" sz="2100" dirty="0">
                <a:solidFill>
                  <a:srgbClr val="000000"/>
                </a:solidFill>
                <a:ea typeface="宋体" charset="-122"/>
              </a:rPr>
              <a:t>.</a:t>
            </a:r>
          </a:p>
        </p:txBody>
      </p:sp>
      <p:sp>
        <p:nvSpPr>
          <p:cNvPr id="154677" name="Rectangle 53"/>
          <p:cNvSpPr>
            <a:spLocks noChangeArrowheads="1"/>
          </p:cNvSpPr>
          <p:nvPr/>
        </p:nvSpPr>
        <p:spPr bwMode="auto">
          <a:xfrm>
            <a:off x="1478756" y="3946922"/>
            <a:ext cx="6426994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        对于抗磁质，在没有外场时各个</a:t>
            </a:r>
            <a:r>
              <a:rPr kumimoji="1" lang="zh-CN" altLang="en-US" sz="2100">
                <a:solidFill>
                  <a:srgbClr val="0000FF"/>
                </a:solidFill>
                <a:ea typeface="宋体" charset="-122"/>
              </a:rPr>
              <a:t>分子磁矩</a:t>
            </a:r>
            <a:r>
              <a:rPr kumimoji="1" lang="zh-CN" altLang="en-US" sz="2100" smtClean="0">
                <a:solidFill>
                  <a:srgbClr val="0000FF"/>
                </a:solidFill>
                <a:ea typeface="宋体" charset="-122"/>
              </a:rPr>
              <a:t>为 </a:t>
            </a:r>
            <a:r>
              <a:rPr kumimoji="1" lang="en-US" altLang="zh-CN" sz="2100" smtClean="0">
                <a:solidFill>
                  <a:srgbClr val="0000FF"/>
                </a:solidFill>
                <a:ea typeface="宋体" charset="-122"/>
              </a:rPr>
              <a:t>0 </a:t>
            </a:r>
            <a:br>
              <a:rPr kumimoji="1" lang="en-US" altLang="zh-CN" sz="2100" smtClean="0">
                <a:solidFill>
                  <a:srgbClr val="0000FF"/>
                </a:solidFill>
                <a:ea typeface="宋体" charset="-122"/>
              </a:rPr>
            </a:br>
            <a:r>
              <a:rPr kumimoji="1" lang="en-US" altLang="zh-CN" sz="2100" smtClean="0">
                <a:solidFill>
                  <a:srgbClr val="0000FF"/>
                </a:solidFill>
                <a:ea typeface="宋体" charset="-122"/>
              </a:rPr>
              <a:t> </a:t>
            </a:r>
            <a:r>
              <a:rPr kumimoji="1" lang="en-US" altLang="zh-CN" sz="2100">
                <a:solidFill>
                  <a:srgbClr val="000000"/>
                </a:solidFill>
                <a:ea typeface="宋体" charset="-122"/>
              </a:rPr>
              <a:t>(</a:t>
            </a:r>
            <a:r>
              <a:rPr kumimoji="1" lang="zh-CN" altLang="en-US" sz="2100">
                <a:solidFill>
                  <a:srgbClr val="0066FF"/>
                </a:solidFill>
                <a:ea typeface="宋体" charset="-122"/>
              </a:rPr>
              <a:t>轨道磁矩和自旋磁矩的矢量和</a:t>
            </a:r>
            <a:r>
              <a:rPr kumimoji="1" lang="en-US" altLang="zh-CN" sz="2100">
                <a:solidFill>
                  <a:srgbClr val="000000"/>
                </a:solidFill>
                <a:ea typeface="宋体" charset="-122"/>
              </a:rPr>
              <a:t>)</a:t>
            </a: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，所以不显磁性</a:t>
            </a:r>
            <a:r>
              <a:rPr kumimoji="1" lang="en-US" altLang="zh-CN" sz="2100">
                <a:solidFill>
                  <a:srgbClr val="000000"/>
                </a:solidFill>
                <a:ea typeface="宋体" charset="-12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4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675" grpId="0"/>
      <p:bldP spid="15467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9F3CB-6E79-4634-AF82-1BED3639E183}" type="slidenum">
              <a:rPr lang="zh-CN" altLang="en-US">
                <a:solidFill>
                  <a:srgbClr val="578963"/>
                </a:solidFill>
              </a:rPr>
              <a:pPr/>
              <a:t>18</a:t>
            </a:fld>
            <a:endParaRPr lang="en-US" altLang="zh-CN">
              <a:solidFill>
                <a:srgbClr val="578963"/>
              </a:solidFill>
            </a:endParaRPr>
          </a:p>
        </p:txBody>
      </p:sp>
      <p:grpSp>
        <p:nvGrpSpPr>
          <p:cNvPr id="2" name="Group 183"/>
          <p:cNvGrpSpPr>
            <a:grpSpLocks/>
          </p:cNvGrpSpPr>
          <p:nvPr/>
        </p:nvGrpSpPr>
        <p:grpSpPr bwMode="auto">
          <a:xfrm>
            <a:off x="3257552" y="1153717"/>
            <a:ext cx="1627585" cy="2700338"/>
            <a:chOff x="1470" y="1320"/>
            <a:chExt cx="1367" cy="2268"/>
          </a:xfrm>
        </p:grpSpPr>
        <p:sp>
          <p:nvSpPr>
            <p:cNvPr id="99340" name="Text Box 12"/>
            <p:cNvSpPr txBox="1">
              <a:spLocks noChangeArrowheads="1"/>
            </p:cNvSpPr>
            <p:nvPr/>
          </p:nvSpPr>
          <p:spPr bwMode="auto">
            <a:xfrm>
              <a:off x="1470" y="3239"/>
              <a:ext cx="1367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无外磁场</a:t>
              </a:r>
            </a:p>
          </p:txBody>
        </p:sp>
        <p:sp>
          <p:nvSpPr>
            <p:cNvPr id="99343" name="AutoShape 15"/>
            <p:cNvSpPr>
              <a:spLocks noChangeArrowheads="1"/>
            </p:cNvSpPr>
            <p:nvPr/>
          </p:nvSpPr>
          <p:spPr bwMode="auto">
            <a:xfrm>
              <a:off x="1598" y="1331"/>
              <a:ext cx="1117" cy="1878"/>
            </a:xfrm>
            <a:prstGeom prst="can">
              <a:avLst>
                <a:gd name="adj" fmla="val 42538"/>
              </a:avLst>
            </a:prstGeom>
            <a:gradFill rotWithShape="0">
              <a:gsLst>
                <a:gs pos="0">
                  <a:srgbClr val="B7ECFD"/>
                </a:gs>
                <a:gs pos="50000">
                  <a:srgbClr val="FFFFFF"/>
                </a:gs>
                <a:gs pos="100000">
                  <a:srgbClr val="B7ECFD"/>
                </a:gs>
              </a:gsLst>
              <a:lin ang="0" scaled="1"/>
            </a:gradFill>
            <a:ln w="1905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2417" y="2198"/>
              <a:ext cx="149" cy="226"/>
              <a:chOff x="3168" y="2448"/>
              <a:chExt cx="192" cy="336"/>
            </a:xfrm>
          </p:grpSpPr>
          <p:sp>
            <p:nvSpPr>
              <p:cNvPr id="99345" name="Oval 17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46" name="Line 18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4" name="Group 19"/>
            <p:cNvGrpSpPr>
              <a:grpSpLocks/>
            </p:cNvGrpSpPr>
            <p:nvPr/>
          </p:nvGrpSpPr>
          <p:grpSpPr bwMode="auto">
            <a:xfrm rot="5161467">
              <a:off x="2446" y="1938"/>
              <a:ext cx="129" cy="261"/>
              <a:chOff x="3168" y="2448"/>
              <a:chExt cx="192" cy="336"/>
            </a:xfrm>
          </p:grpSpPr>
          <p:sp>
            <p:nvSpPr>
              <p:cNvPr id="99348" name="Oval 20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49" name="Line 21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5" name="Group 22"/>
            <p:cNvGrpSpPr>
              <a:grpSpLocks/>
            </p:cNvGrpSpPr>
            <p:nvPr/>
          </p:nvGrpSpPr>
          <p:grpSpPr bwMode="auto">
            <a:xfrm rot="16200000">
              <a:off x="1701" y="2132"/>
              <a:ext cx="130" cy="261"/>
              <a:chOff x="3168" y="2448"/>
              <a:chExt cx="192" cy="336"/>
            </a:xfrm>
          </p:grpSpPr>
          <p:sp>
            <p:nvSpPr>
              <p:cNvPr id="99351" name="Oval 23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52" name="Line 24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6" name="Group 25"/>
            <p:cNvGrpSpPr>
              <a:grpSpLocks/>
            </p:cNvGrpSpPr>
            <p:nvPr/>
          </p:nvGrpSpPr>
          <p:grpSpPr bwMode="auto">
            <a:xfrm rot="10740882">
              <a:off x="2157" y="1939"/>
              <a:ext cx="148" cy="227"/>
              <a:chOff x="3168" y="2448"/>
              <a:chExt cx="192" cy="336"/>
            </a:xfrm>
          </p:grpSpPr>
          <p:sp>
            <p:nvSpPr>
              <p:cNvPr id="99354" name="Oval 26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55" name="Line 27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7" name="Group 28"/>
            <p:cNvGrpSpPr>
              <a:grpSpLocks/>
            </p:cNvGrpSpPr>
            <p:nvPr/>
          </p:nvGrpSpPr>
          <p:grpSpPr bwMode="auto">
            <a:xfrm>
              <a:off x="1859" y="1874"/>
              <a:ext cx="149" cy="227"/>
              <a:chOff x="3168" y="2448"/>
              <a:chExt cx="192" cy="336"/>
            </a:xfrm>
          </p:grpSpPr>
          <p:sp>
            <p:nvSpPr>
              <p:cNvPr id="99357" name="Oval 29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58" name="Line 30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8" name="Group 31"/>
            <p:cNvGrpSpPr>
              <a:grpSpLocks/>
            </p:cNvGrpSpPr>
            <p:nvPr/>
          </p:nvGrpSpPr>
          <p:grpSpPr bwMode="auto">
            <a:xfrm rot="10740882">
              <a:off x="1896" y="2400"/>
              <a:ext cx="149" cy="226"/>
              <a:chOff x="3168" y="2448"/>
              <a:chExt cx="192" cy="336"/>
            </a:xfrm>
          </p:grpSpPr>
          <p:sp>
            <p:nvSpPr>
              <p:cNvPr id="99360" name="Oval 32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61" name="Line 33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9" name="Group 34"/>
            <p:cNvGrpSpPr>
              <a:grpSpLocks/>
            </p:cNvGrpSpPr>
            <p:nvPr/>
          </p:nvGrpSpPr>
          <p:grpSpPr bwMode="auto">
            <a:xfrm rot="11995084">
              <a:off x="2455" y="2831"/>
              <a:ext cx="149" cy="227"/>
              <a:chOff x="3168" y="2448"/>
              <a:chExt cx="192" cy="336"/>
            </a:xfrm>
          </p:grpSpPr>
          <p:sp>
            <p:nvSpPr>
              <p:cNvPr id="99363" name="Oval 35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64" name="Line 36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0" name="Group 37"/>
            <p:cNvGrpSpPr>
              <a:grpSpLocks/>
            </p:cNvGrpSpPr>
            <p:nvPr/>
          </p:nvGrpSpPr>
          <p:grpSpPr bwMode="auto">
            <a:xfrm rot="10740882">
              <a:off x="1896" y="2867"/>
              <a:ext cx="149" cy="227"/>
              <a:chOff x="3168" y="2448"/>
              <a:chExt cx="192" cy="336"/>
            </a:xfrm>
          </p:grpSpPr>
          <p:sp>
            <p:nvSpPr>
              <p:cNvPr id="99366" name="Oval 38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67" name="Line 39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1" name="Group 40"/>
            <p:cNvGrpSpPr>
              <a:grpSpLocks/>
            </p:cNvGrpSpPr>
            <p:nvPr/>
          </p:nvGrpSpPr>
          <p:grpSpPr bwMode="auto">
            <a:xfrm rot="5161467">
              <a:off x="2222" y="2715"/>
              <a:ext cx="130" cy="260"/>
              <a:chOff x="3168" y="2448"/>
              <a:chExt cx="192" cy="336"/>
            </a:xfrm>
          </p:grpSpPr>
          <p:sp>
            <p:nvSpPr>
              <p:cNvPr id="99369" name="Oval 41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70" name="Line 42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2" name="Group 43"/>
            <p:cNvGrpSpPr>
              <a:grpSpLocks/>
            </p:cNvGrpSpPr>
            <p:nvPr/>
          </p:nvGrpSpPr>
          <p:grpSpPr bwMode="auto">
            <a:xfrm rot="16200000">
              <a:off x="2409" y="2488"/>
              <a:ext cx="130" cy="261"/>
              <a:chOff x="3168" y="2448"/>
              <a:chExt cx="192" cy="336"/>
            </a:xfrm>
          </p:grpSpPr>
          <p:sp>
            <p:nvSpPr>
              <p:cNvPr id="99372" name="Oval 44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73" name="Line 45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3" name="Group 46"/>
            <p:cNvGrpSpPr>
              <a:grpSpLocks/>
            </p:cNvGrpSpPr>
            <p:nvPr/>
          </p:nvGrpSpPr>
          <p:grpSpPr bwMode="auto">
            <a:xfrm rot="17911890">
              <a:off x="2074" y="2164"/>
              <a:ext cx="130" cy="261"/>
              <a:chOff x="3168" y="2448"/>
              <a:chExt cx="192" cy="336"/>
            </a:xfrm>
          </p:grpSpPr>
          <p:sp>
            <p:nvSpPr>
              <p:cNvPr id="99375" name="Oval 47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76" name="Line 48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4" name="Group 49"/>
            <p:cNvGrpSpPr>
              <a:grpSpLocks/>
            </p:cNvGrpSpPr>
            <p:nvPr/>
          </p:nvGrpSpPr>
          <p:grpSpPr bwMode="auto">
            <a:xfrm rot="9201165">
              <a:off x="2133" y="2522"/>
              <a:ext cx="149" cy="226"/>
              <a:chOff x="3168" y="2448"/>
              <a:chExt cx="192" cy="336"/>
            </a:xfrm>
          </p:grpSpPr>
          <p:sp>
            <p:nvSpPr>
              <p:cNvPr id="99378" name="Oval 50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79" name="Line 51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5" name="Group 52"/>
            <p:cNvGrpSpPr>
              <a:grpSpLocks/>
            </p:cNvGrpSpPr>
            <p:nvPr/>
          </p:nvGrpSpPr>
          <p:grpSpPr bwMode="auto">
            <a:xfrm rot="23748669">
              <a:off x="2194" y="2942"/>
              <a:ext cx="149" cy="227"/>
              <a:chOff x="3168" y="2448"/>
              <a:chExt cx="192" cy="336"/>
            </a:xfrm>
          </p:grpSpPr>
          <p:sp>
            <p:nvSpPr>
              <p:cNvPr id="99381" name="Oval 53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82" name="Line 54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6" name="Group 55"/>
            <p:cNvGrpSpPr>
              <a:grpSpLocks/>
            </p:cNvGrpSpPr>
            <p:nvPr/>
          </p:nvGrpSpPr>
          <p:grpSpPr bwMode="auto">
            <a:xfrm rot="13707669">
              <a:off x="1701" y="2574"/>
              <a:ext cx="130" cy="261"/>
              <a:chOff x="3168" y="2448"/>
              <a:chExt cx="192" cy="336"/>
            </a:xfrm>
          </p:grpSpPr>
          <p:sp>
            <p:nvSpPr>
              <p:cNvPr id="99384" name="Oval 56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85" name="Line 57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7" name="Group 58"/>
            <p:cNvGrpSpPr>
              <a:grpSpLocks/>
            </p:cNvGrpSpPr>
            <p:nvPr/>
          </p:nvGrpSpPr>
          <p:grpSpPr bwMode="auto">
            <a:xfrm rot="9201165">
              <a:off x="1673" y="1777"/>
              <a:ext cx="149" cy="227"/>
              <a:chOff x="3168" y="2448"/>
              <a:chExt cx="192" cy="336"/>
            </a:xfrm>
          </p:grpSpPr>
          <p:sp>
            <p:nvSpPr>
              <p:cNvPr id="99387" name="Oval 59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88" name="Line 60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8" name="Group 61"/>
            <p:cNvGrpSpPr>
              <a:grpSpLocks/>
            </p:cNvGrpSpPr>
            <p:nvPr/>
          </p:nvGrpSpPr>
          <p:grpSpPr bwMode="auto">
            <a:xfrm rot="13707669">
              <a:off x="2483" y="1743"/>
              <a:ext cx="130" cy="261"/>
              <a:chOff x="3168" y="2448"/>
              <a:chExt cx="192" cy="336"/>
            </a:xfrm>
          </p:grpSpPr>
          <p:sp>
            <p:nvSpPr>
              <p:cNvPr id="99390" name="Oval 62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91" name="Line 63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9" name="Group 64"/>
            <p:cNvGrpSpPr>
              <a:grpSpLocks/>
            </p:cNvGrpSpPr>
            <p:nvPr/>
          </p:nvGrpSpPr>
          <p:grpSpPr bwMode="auto">
            <a:xfrm rot="13707669">
              <a:off x="1750" y="1387"/>
              <a:ext cx="130" cy="261"/>
              <a:chOff x="3168" y="2448"/>
              <a:chExt cx="192" cy="336"/>
            </a:xfrm>
          </p:grpSpPr>
          <p:sp>
            <p:nvSpPr>
              <p:cNvPr id="99393" name="Oval 65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94" name="Line 66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20" name="Group 67"/>
            <p:cNvGrpSpPr>
              <a:grpSpLocks/>
            </p:cNvGrpSpPr>
            <p:nvPr/>
          </p:nvGrpSpPr>
          <p:grpSpPr bwMode="auto">
            <a:xfrm rot="24019856">
              <a:off x="1812" y="1519"/>
              <a:ext cx="149" cy="226"/>
              <a:chOff x="3168" y="2448"/>
              <a:chExt cx="192" cy="336"/>
            </a:xfrm>
          </p:grpSpPr>
          <p:sp>
            <p:nvSpPr>
              <p:cNvPr id="99396" name="Oval 68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397" name="Line 69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21" name="Group 70"/>
            <p:cNvGrpSpPr>
              <a:grpSpLocks/>
            </p:cNvGrpSpPr>
            <p:nvPr/>
          </p:nvGrpSpPr>
          <p:grpSpPr bwMode="auto">
            <a:xfrm rot="33128503">
              <a:off x="2045" y="1615"/>
              <a:ext cx="149" cy="227"/>
              <a:chOff x="3168" y="2448"/>
              <a:chExt cx="192" cy="336"/>
            </a:xfrm>
          </p:grpSpPr>
          <p:sp>
            <p:nvSpPr>
              <p:cNvPr id="99399" name="Oval 71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400" name="Line 72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22" name="Group 73"/>
            <p:cNvGrpSpPr>
              <a:grpSpLocks/>
            </p:cNvGrpSpPr>
            <p:nvPr/>
          </p:nvGrpSpPr>
          <p:grpSpPr bwMode="auto">
            <a:xfrm rot="21869764">
              <a:off x="2305" y="1511"/>
              <a:ext cx="150" cy="226"/>
              <a:chOff x="3168" y="2448"/>
              <a:chExt cx="192" cy="336"/>
            </a:xfrm>
          </p:grpSpPr>
          <p:sp>
            <p:nvSpPr>
              <p:cNvPr id="99402" name="Oval 74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403" name="Line 75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23" name="Group 76"/>
            <p:cNvGrpSpPr>
              <a:grpSpLocks/>
            </p:cNvGrpSpPr>
            <p:nvPr/>
          </p:nvGrpSpPr>
          <p:grpSpPr bwMode="auto">
            <a:xfrm rot="5161467">
              <a:off x="2520" y="1421"/>
              <a:ext cx="129" cy="260"/>
              <a:chOff x="3168" y="2448"/>
              <a:chExt cx="192" cy="336"/>
            </a:xfrm>
          </p:grpSpPr>
          <p:sp>
            <p:nvSpPr>
              <p:cNvPr id="99405" name="Oval 77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406" name="Line 78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24" name="Group 79"/>
            <p:cNvGrpSpPr>
              <a:grpSpLocks/>
            </p:cNvGrpSpPr>
            <p:nvPr/>
          </p:nvGrpSpPr>
          <p:grpSpPr bwMode="auto">
            <a:xfrm>
              <a:off x="2026" y="1320"/>
              <a:ext cx="148" cy="227"/>
              <a:chOff x="3168" y="2448"/>
              <a:chExt cx="192" cy="336"/>
            </a:xfrm>
          </p:grpSpPr>
          <p:sp>
            <p:nvSpPr>
              <p:cNvPr id="99408" name="Oval 80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409" name="Line 81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25" name="Group 82"/>
            <p:cNvGrpSpPr>
              <a:grpSpLocks/>
            </p:cNvGrpSpPr>
            <p:nvPr/>
          </p:nvGrpSpPr>
          <p:grpSpPr bwMode="auto">
            <a:xfrm rot="742897">
              <a:off x="1673" y="2846"/>
              <a:ext cx="149" cy="226"/>
              <a:chOff x="3168" y="2448"/>
              <a:chExt cx="192" cy="336"/>
            </a:xfrm>
          </p:grpSpPr>
          <p:sp>
            <p:nvSpPr>
              <p:cNvPr id="99411" name="Oval 83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412" name="Line 84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26" name="Group 85"/>
            <p:cNvGrpSpPr>
              <a:grpSpLocks/>
            </p:cNvGrpSpPr>
            <p:nvPr/>
          </p:nvGrpSpPr>
          <p:grpSpPr bwMode="auto">
            <a:xfrm rot="17911890">
              <a:off x="2222" y="1292"/>
              <a:ext cx="129" cy="260"/>
              <a:chOff x="3168" y="2448"/>
              <a:chExt cx="192" cy="336"/>
            </a:xfrm>
          </p:grpSpPr>
          <p:sp>
            <p:nvSpPr>
              <p:cNvPr id="99414" name="Oval 86"/>
              <p:cNvSpPr>
                <a:spLocks noChangeArrowheads="1"/>
              </p:cNvSpPr>
              <p:nvPr/>
            </p:nvSpPr>
            <p:spPr bwMode="auto">
              <a:xfrm>
                <a:off x="3168" y="2640"/>
                <a:ext cx="192" cy="144"/>
              </a:xfrm>
              <a:prstGeom prst="ellipse">
                <a:avLst/>
              </a:prstGeom>
              <a:gradFill rotWithShape="0">
                <a:gsLst>
                  <a:gs pos="0">
                    <a:srgbClr val="E7E6E5">
                      <a:gamma/>
                      <a:shade val="56078"/>
                      <a:invGamma/>
                    </a:srgbClr>
                  </a:gs>
                  <a:gs pos="50000">
                    <a:srgbClr val="E7E6E5"/>
                  </a:gs>
                  <a:gs pos="100000">
                    <a:srgbClr val="E7E6E5">
                      <a:gamma/>
                      <a:shade val="56078"/>
                      <a:invGamma/>
                    </a:srgbClr>
                  </a:gs>
                </a:gsLst>
                <a:lin ang="0" scaled="1"/>
              </a:gra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99415" name="Line 87"/>
              <p:cNvSpPr>
                <a:spLocks noChangeShapeType="1"/>
              </p:cNvSpPr>
              <p:nvPr/>
            </p:nvSpPr>
            <p:spPr bwMode="auto">
              <a:xfrm flipV="1">
                <a:off x="3264" y="2448"/>
                <a:ext cx="0" cy="24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27" name="Group 189"/>
          <p:cNvGrpSpPr>
            <a:grpSpLocks/>
          </p:cNvGrpSpPr>
          <p:nvPr/>
        </p:nvGrpSpPr>
        <p:grpSpPr bwMode="auto">
          <a:xfrm>
            <a:off x="3401618" y="4093372"/>
            <a:ext cx="3025378" cy="415528"/>
            <a:chOff x="1744" y="3654"/>
            <a:chExt cx="2541" cy="349"/>
          </a:xfrm>
        </p:grpSpPr>
        <p:graphicFrame>
          <p:nvGraphicFramePr>
            <p:cNvPr id="99504" name="Object 176"/>
            <p:cNvGraphicFramePr>
              <a:graphicFrameLocks noChangeAspect="1"/>
            </p:cNvGraphicFramePr>
            <p:nvPr/>
          </p:nvGraphicFramePr>
          <p:xfrm>
            <a:off x="3279" y="3691"/>
            <a:ext cx="1006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695" name="公式" r:id="rId3" imgW="761760" imgH="228600" progId="Equation.3">
                    <p:embed/>
                  </p:oleObj>
                </mc:Choice>
                <mc:Fallback>
                  <p:oleObj name="公式" r:id="rId3" imgW="761760" imgH="228600" progId="Equation.3">
                    <p:embed/>
                    <p:pic>
                      <p:nvPicPr>
                        <p:cNvPr id="0" name="Picture 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9" y="3691"/>
                          <a:ext cx="1006" cy="3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CC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99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505" name="Rectangle 177"/>
            <p:cNvSpPr>
              <a:spLocks noChangeArrowheads="1"/>
            </p:cNvSpPr>
            <p:nvPr/>
          </p:nvSpPr>
          <p:spPr bwMode="auto">
            <a:xfrm>
              <a:off x="1744" y="3654"/>
              <a:ext cx="159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FF0000"/>
                  </a:solidFill>
                  <a:ea typeface="宋体" charset="-122"/>
                </a:rPr>
                <a:t>顺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磁质内磁场</a:t>
              </a:r>
              <a:r>
                <a:rPr kumimoji="1" lang="en-US" altLang="zh-CN" sz="2100">
                  <a:solidFill>
                    <a:srgbClr val="000000"/>
                  </a:solidFill>
                  <a:ea typeface="宋体" charset="-122"/>
                </a:rPr>
                <a:t>:</a:t>
              </a:r>
            </a:p>
          </p:txBody>
        </p:sp>
      </p:grpSp>
      <p:sp>
        <p:nvSpPr>
          <p:cNvPr id="99506" name="Text Box 178"/>
          <p:cNvSpPr txBox="1">
            <a:spLocks noChangeArrowheads="1"/>
          </p:cNvSpPr>
          <p:nvPr/>
        </p:nvSpPr>
        <p:spPr bwMode="auto">
          <a:xfrm>
            <a:off x="1489474" y="346472"/>
            <a:ext cx="3554015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en-US" altLang="zh-CN" sz="2100">
                <a:solidFill>
                  <a:srgbClr val="CC0000"/>
                </a:solidFill>
                <a:ea typeface="宋体" charset="-122"/>
              </a:rPr>
              <a:t>2. </a:t>
            </a:r>
            <a:r>
              <a:rPr lang="zh-CN" altLang="en-US" sz="2100">
                <a:solidFill>
                  <a:srgbClr val="1C1C1C"/>
                </a:solidFill>
                <a:ea typeface="宋体" charset="-122"/>
              </a:rPr>
              <a:t>顺磁质和抗磁质的磁化</a:t>
            </a:r>
          </a:p>
        </p:txBody>
      </p:sp>
      <p:grpSp>
        <p:nvGrpSpPr>
          <p:cNvPr id="28" name="Group 182"/>
          <p:cNvGrpSpPr>
            <a:grpSpLocks/>
          </p:cNvGrpSpPr>
          <p:nvPr/>
        </p:nvGrpSpPr>
        <p:grpSpPr bwMode="auto">
          <a:xfrm>
            <a:off x="1650208" y="1296591"/>
            <a:ext cx="726281" cy="2938463"/>
            <a:chOff x="282" y="1330"/>
            <a:chExt cx="610" cy="2468"/>
          </a:xfrm>
        </p:grpSpPr>
        <p:sp>
          <p:nvSpPr>
            <p:cNvPr id="99507" name="AutoShape 179"/>
            <p:cNvSpPr>
              <a:spLocks noChangeArrowheads="1"/>
            </p:cNvSpPr>
            <p:nvPr/>
          </p:nvSpPr>
          <p:spPr bwMode="auto">
            <a:xfrm>
              <a:off x="282" y="1330"/>
              <a:ext cx="610" cy="2468"/>
            </a:xfrm>
            <a:prstGeom prst="verticalScroll">
              <a:avLst>
                <a:gd name="adj" fmla="val 20819"/>
              </a:avLst>
            </a:prstGeom>
            <a:solidFill>
              <a:srgbClr val="FF99CC">
                <a:alpha val="39999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/>
            <a:lstStyle/>
            <a:p>
              <a:pPr algn="dist" eaLnBrk="1" hangingPunct="1">
                <a:spcBef>
                  <a:spcPct val="50000"/>
                </a:spcBef>
              </a:pPr>
              <a:endParaRPr kumimoji="1" lang="zh-CN" altLang="en-US" sz="2100">
                <a:solidFill>
                  <a:srgbClr val="000000"/>
                </a:solidFill>
                <a:ea typeface="宋体" charset="-122"/>
              </a:endParaRPr>
            </a:p>
            <a:p>
              <a:pPr algn="dist"/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508" name="Rectangle 180"/>
            <p:cNvSpPr>
              <a:spLocks noChangeArrowheads="1"/>
            </p:cNvSpPr>
            <p:nvPr/>
          </p:nvSpPr>
          <p:spPr bwMode="auto">
            <a:xfrm>
              <a:off x="356" y="1600"/>
              <a:ext cx="427" cy="18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 algn="dist"/>
              <a:r>
                <a:rPr kumimoji="1" lang="zh-CN" altLang="en-US" sz="2100">
                  <a:solidFill>
                    <a:srgbClr val="0000FF"/>
                  </a:solidFill>
                  <a:ea typeface="宋体" charset="-122"/>
                </a:rPr>
                <a:t>顺 磁 质 的 磁 化</a:t>
              </a:r>
            </a:p>
          </p:txBody>
        </p:sp>
      </p:grpSp>
      <p:grpSp>
        <p:nvGrpSpPr>
          <p:cNvPr id="30" name="Group 184"/>
          <p:cNvGrpSpPr>
            <a:grpSpLocks/>
          </p:cNvGrpSpPr>
          <p:nvPr/>
        </p:nvGrpSpPr>
        <p:grpSpPr bwMode="auto">
          <a:xfrm>
            <a:off x="5485212" y="1145383"/>
            <a:ext cx="1985963" cy="2719388"/>
            <a:chOff x="3350" y="1304"/>
            <a:chExt cx="1668" cy="2284"/>
          </a:xfrm>
        </p:grpSpPr>
        <p:sp>
          <p:nvSpPr>
            <p:cNvPr id="99417" name="Line 89"/>
            <p:cNvSpPr>
              <a:spLocks noChangeShapeType="1"/>
            </p:cNvSpPr>
            <p:nvPr/>
          </p:nvSpPr>
          <p:spPr bwMode="auto">
            <a:xfrm flipV="1">
              <a:off x="4875" y="2478"/>
              <a:ext cx="0" cy="585"/>
            </a:xfrm>
            <a:prstGeom prst="line">
              <a:avLst/>
            </a:prstGeom>
            <a:noFill/>
            <a:ln w="57150">
              <a:solidFill>
                <a:srgbClr val="0000FF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99418" name="Object 9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9974084"/>
                </p:ext>
              </p:extLst>
            </p:nvPr>
          </p:nvGraphicFramePr>
          <p:xfrm>
            <a:off x="4747" y="2186"/>
            <a:ext cx="271" cy="3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696" name="公式" r:id="rId5" imgW="279360" imgH="342720" progId="Equation.3">
                    <p:embed/>
                  </p:oleObj>
                </mc:Choice>
                <mc:Fallback>
                  <p:oleObj name="公式" r:id="rId5" imgW="279360" imgH="342720" progId="Equation.3">
                    <p:embed/>
                    <p:pic>
                      <p:nvPicPr>
                        <p:cNvPr id="0" name="Picture 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7" y="2186"/>
                          <a:ext cx="271" cy="30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9419" name="Text Box 91"/>
            <p:cNvSpPr txBox="1">
              <a:spLocks noChangeArrowheads="1"/>
            </p:cNvSpPr>
            <p:nvPr/>
          </p:nvSpPr>
          <p:spPr bwMode="auto">
            <a:xfrm>
              <a:off x="3350" y="3239"/>
              <a:ext cx="1454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有外磁场</a:t>
              </a:r>
            </a:p>
          </p:txBody>
        </p:sp>
        <p:sp>
          <p:nvSpPr>
            <p:cNvPr id="99422" name="AutoShape 94"/>
            <p:cNvSpPr>
              <a:spLocks noChangeArrowheads="1"/>
            </p:cNvSpPr>
            <p:nvPr/>
          </p:nvSpPr>
          <p:spPr bwMode="auto">
            <a:xfrm>
              <a:off x="3478" y="1340"/>
              <a:ext cx="1117" cy="1869"/>
            </a:xfrm>
            <a:prstGeom prst="can">
              <a:avLst>
                <a:gd name="adj" fmla="val 42334"/>
              </a:avLst>
            </a:prstGeom>
            <a:gradFill rotWithShape="0">
              <a:gsLst>
                <a:gs pos="0">
                  <a:srgbClr val="B7ECFD"/>
                </a:gs>
                <a:gs pos="50000">
                  <a:srgbClr val="FFFFFF"/>
                </a:gs>
                <a:gs pos="100000">
                  <a:srgbClr val="B7ECFD"/>
                </a:gs>
              </a:gsLst>
              <a:lin ang="0" scaled="1"/>
            </a:gradFill>
            <a:ln w="19050">
              <a:solidFill>
                <a:srgbClr val="0066FF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24" name="Oval 96"/>
            <p:cNvSpPr>
              <a:spLocks noChangeArrowheads="1"/>
            </p:cNvSpPr>
            <p:nvPr/>
          </p:nvSpPr>
          <p:spPr bwMode="auto">
            <a:xfrm>
              <a:off x="4205" y="2328"/>
              <a:ext cx="149" cy="96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25" name="Line 97"/>
            <p:cNvSpPr>
              <a:spLocks noChangeShapeType="1"/>
            </p:cNvSpPr>
            <p:nvPr/>
          </p:nvSpPr>
          <p:spPr bwMode="auto">
            <a:xfrm flipV="1">
              <a:off x="4280" y="2199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27" name="Oval 99"/>
            <p:cNvSpPr>
              <a:spLocks noChangeArrowheads="1"/>
            </p:cNvSpPr>
            <p:nvPr/>
          </p:nvSpPr>
          <p:spPr bwMode="auto">
            <a:xfrm rot="205286">
              <a:off x="4372" y="2144"/>
              <a:ext cx="153" cy="94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28" name="Line 100"/>
            <p:cNvSpPr>
              <a:spLocks noChangeShapeType="1"/>
            </p:cNvSpPr>
            <p:nvPr/>
          </p:nvSpPr>
          <p:spPr bwMode="auto">
            <a:xfrm rot="205286" flipV="1">
              <a:off x="4454" y="2020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30" name="Oval 102"/>
            <p:cNvSpPr>
              <a:spLocks noChangeArrowheads="1"/>
            </p:cNvSpPr>
            <p:nvPr/>
          </p:nvSpPr>
          <p:spPr bwMode="auto">
            <a:xfrm rot="21011933">
              <a:off x="3574" y="2215"/>
              <a:ext cx="154" cy="93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31" name="Line 103"/>
            <p:cNvSpPr>
              <a:spLocks noChangeShapeType="1"/>
            </p:cNvSpPr>
            <p:nvPr/>
          </p:nvSpPr>
          <p:spPr bwMode="auto">
            <a:xfrm rot="21011933" flipV="1">
              <a:off x="3635" y="2092"/>
              <a:ext cx="0" cy="155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33" name="Oval 105"/>
            <p:cNvSpPr>
              <a:spLocks noChangeArrowheads="1"/>
            </p:cNvSpPr>
            <p:nvPr/>
          </p:nvSpPr>
          <p:spPr bwMode="auto">
            <a:xfrm rot="21469644">
              <a:off x="4039" y="1969"/>
              <a:ext cx="148" cy="97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34" name="Line 106"/>
            <p:cNvSpPr>
              <a:spLocks noChangeShapeType="1"/>
            </p:cNvSpPr>
            <p:nvPr/>
          </p:nvSpPr>
          <p:spPr bwMode="auto">
            <a:xfrm rot="21469644" flipV="1">
              <a:off x="4109" y="1841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36" name="Oval 108"/>
            <p:cNvSpPr>
              <a:spLocks noChangeArrowheads="1"/>
            </p:cNvSpPr>
            <p:nvPr/>
          </p:nvSpPr>
          <p:spPr bwMode="auto">
            <a:xfrm>
              <a:off x="3777" y="2006"/>
              <a:ext cx="149" cy="96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37" name="Line 109"/>
            <p:cNvSpPr>
              <a:spLocks noChangeShapeType="1"/>
            </p:cNvSpPr>
            <p:nvPr/>
          </p:nvSpPr>
          <p:spPr bwMode="auto">
            <a:xfrm flipV="1">
              <a:off x="3852" y="1877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39" name="Oval 111"/>
            <p:cNvSpPr>
              <a:spLocks noChangeArrowheads="1"/>
            </p:cNvSpPr>
            <p:nvPr/>
          </p:nvSpPr>
          <p:spPr bwMode="auto">
            <a:xfrm rot="571256">
              <a:off x="3724" y="2434"/>
              <a:ext cx="149" cy="97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40" name="Line 112"/>
            <p:cNvSpPr>
              <a:spLocks noChangeShapeType="1"/>
            </p:cNvSpPr>
            <p:nvPr/>
          </p:nvSpPr>
          <p:spPr bwMode="auto">
            <a:xfrm rot="571256" flipV="1">
              <a:off x="3815" y="2306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42" name="Oval 114"/>
            <p:cNvSpPr>
              <a:spLocks noChangeArrowheads="1"/>
            </p:cNvSpPr>
            <p:nvPr/>
          </p:nvSpPr>
          <p:spPr bwMode="auto">
            <a:xfrm rot="292050">
              <a:off x="4329" y="2960"/>
              <a:ext cx="149" cy="97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43" name="Line 115"/>
            <p:cNvSpPr>
              <a:spLocks noChangeShapeType="1"/>
            </p:cNvSpPr>
            <p:nvPr/>
          </p:nvSpPr>
          <p:spPr bwMode="auto">
            <a:xfrm rot="292050" flipV="1">
              <a:off x="4412" y="2832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45" name="Oval 117"/>
            <p:cNvSpPr>
              <a:spLocks noChangeArrowheads="1"/>
            </p:cNvSpPr>
            <p:nvPr/>
          </p:nvSpPr>
          <p:spPr bwMode="auto">
            <a:xfrm rot="-209063">
              <a:off x="3823" y="2757"/>
              <a:ext cx="150" cy="96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46" name="Line 118"/>
            <p:cNvSpPr>
              <a:spLocks noChangeShapeType="1"/>
            </p:cNvSpPr>
            <p:nvPr/>
          </p:nvSpPr>
          <p:spPr bwMode="auto">
            <a:xfrm rot="21390937" flipV="1">
              <a:off x="3893" y="2629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48" name="Oval 120"/>
            <p:cNvSpPr>
              <a:spLocks noChangeArrowheads="1"/>
            </p:cNvSpPr>
            <p:nvPr/>
          </p:nvSpPr>
          <p:spPr bwMode="auto">
            <a:xfrm rot="132235">
              <a:off x="4159" y="2789"/>
              <a:ext cx="154" cy="93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49" name="Line 121"/>
            <p:cNvSpPr>
              <a:spLocks noChangeShapeType="1"/>
            </p:cNvSpPr>
            <p:nvPr/>
          </p:nvSpPr>
          <p:spPr bwMode="auto">
            <a:xfrm rot="132235" flipV="1">
              <a:off x="4240" y="2665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51" name="Oval 123"/>
            <p:cNvSpPr>
              <a:spLocks noChangeArrowheads="1"/>
            </p:cNvSpPr>
            <p:nvPr/>
          </p:nvSpPr>
          <p:spPr bwMode="auto">
            <a:xfrm rot="21212882">
              <a:off x="4340" y="2574"/>
              <a:ext cx="154" cy="93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52" name="Line 124"/>
            <p:cNvSpPr>
              <a:spLocks noChangeShapeType="1"/>
            </p:cNvSpPr>
            <p:nvPr/>
          </p:nvSpPr>
          <p:spPr bwMode="auto">
            <a:xfrm rot="21212882" flipV="1">
              <a:off x="4406" y="2450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54" name="Oval 126"/>
            <p:cNvSpPr>
              <a:spLocks noChangeArrowheads="1"/>
            </p:cNvSpPr>
            <p:nvPr/>
          </p:nvSpPr>
          <p:spPr bwMode="auto">
            <a:xfrm rot="486997">
              <a:off x="3926" y="2248"/>
              <a:ext cx="154" cy="94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55" name="Line 127"/>
            <p:cNvSpPr>
              <a:spLocks noChangeShapeType="1"/>
            </p:cNvSpPr>
            <p:nvPr/>
          </p:nvSpPr>
          <p:spPr bwMode="auto">
            <a:xfrm rot="20438309" flipV="1">
              <a:off x="3973" y="2137"/>
              <a:ext cx="46" cy="13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57" name="Oval 129"/>
            <p:cNvSpPr>
              <a:spLocks noChangeArrowheads="1"/>
            </p:cNvSpPr>
            <p:nvPr/>
          </p:nvSpPr>
          <p:spPr bwMode="auto">
            <a:xfrm rot="287796">
              <a:off x="4028" y="2578"/>
              <a:ext cx="149" cy="96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58" name="Line 130"/>
            <p:cNvSpPr>
              <a:spLocks noChangeShapeType="1"/>
            </p:cNvSpPr>
            <p:nvPr/>
          </p:nvSpPr>
          <p:spPr bwMode="auto">
            <a:xfrm rot="287796" flipV="1">
              <a:off x="4111" y="2450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60" name="Oval 132"/>
            <p:cNvSpPr>
              <a:spLocks noChangeArrowheads="1"/>
            </p:cNvSpPr>
            <p:nvPr/>
          </p:nvSpPr>
          <p:spPr bwMode="auto">
            <a:xfrm>
              <a:off x="4038" y="3067"/>
              <a:ext cx="148" cy="97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61" name="Line 133"/>
            <p:cNvSpPr>
              <a:spLocks noChangeShapeType="1"/>
            </p:cNvSpPr>
            <p:nvPr/>
          </p:nvSpPr>
          <p:spPr bwMode="auto">
            <a:xfrm rot="2148669" flipH="1" flipV="1">
              <a:off x="4064" y="2941"/>
              <a:ext cx="92" cy="14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63" name="Oval 135"/>
            <p:cNvSpPr>
              <a:spLocks noChangeArrowheads="1"/>
            </p:cNvSpPr>
            <p:nvPr/>
          </p:nvSpPr>
          <p:spPr bwMode="auto">
            <a:xfrm rot="20520930">
              <a:off x="3583" y="2642"/>
              <a:ext cx="154" cy="93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64" name="Line 136"/>
            <p:cNvSpPr>
              <a:spLocks noChangeShapeType="1"/>
            </p:cNvSpPr>
            <p:nvPr/>
          </p:nvSpPr>
          <p:spPr bwMode="auto">
            <a:xfrm rot="20520930" flipV="1">
              <a:off x="3631" y="2522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66" name="Oval 138"/>
            <p:cNvSpPr>
              <a:spLocks noChangeArrowheads="1"/>
            </p:cNvSpPr>
            <p:nvPr/>
          </p:nvSpPr>
          <p:spPr bwMode="auto">
            <a:xfrm rot="21116680">
              <a:off x="3530" y="1897"/>
              <a:ext cx="149" cy="97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67" name="Line 139"/>
            <p:cNvSpPr>
              <a:spLocks noChangeShapeType="1"/>
            </p:cNvSpPr>
            <p:nvPr/>
          </p:nvSpPr>
          <p:spPr bwMode="auto">
            <a:xfrm rot="21116680" flipV="1">
              <a:off x="3591" y="1769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69" name="Oval 141"/>
            <p:cNvSpPr>
              <a:spLocks noChangeArrowheads="1"/>
            </p:cNvSpPr>
            <p:nvPr/>
          </p:nvSpPr>
          <p:spPr bwMode="auto">
            <a:xfrm rot="21650513">
              <a:off x="4332" y="1893"/>
              <a:ext cx="154" cy="93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70" name="Line 142"/>
            <p:cNvSpPr>
              <a:spLocks noChangeShapeType="1"/>
            </p:cNvSpPr>
            <p:nvPr/>
          </p:nvSpPr>
          <p:spPr bwMode="auto">
            <a:xfrm rot="50513" flipV="1">
              <a:off x="4410" y="1769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72" name="Oval 144"/>
            <p:cNvSpPr>
              <a:spLocks noChangeArrowheads="1"/>
            </p:cNvSpPr>
            <p:nvPr/>
          </p:nvSpPr>
          <p:spPr bwMode="auto">
            <a:xfrm rot="21566614">
              <a:off x="3564" y="1532"/>
              <a:ext cx="154" cy="93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75" name="Oval 147"/>
            <p:cNvSpPr>
              <a:spLocks noChangeArrowheads="1"/>
            </p:cNvSpPr>
            <p:nvPr/>
          </p:nvSpPr>
          <p:spPr bwMode="auto">
            <a:xfrm rot="21874424">
              <a:off x="3686" y="1654"/>
              <a:ext cx="149" cy="97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76" name="Line 148"/>
            <p:cNvSpPr>
              <a:spLocks noChangeShapeType="1"/>
            </p:cNvSpPr>
            <p:nvPr/>
          </p:nvSpPr>
          <p:spPr bwMode="auto">
            <a:xfrm rot="274424" flipV="1">
              <a:off x="3769" y="1526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78" name="Oval 150"/>
            <p:cNvSpPr>
              <a:spLocks noChangeArrowheads="1"/>
            </p:cNvSpPr>
            <p:nvPr/>
          </p:nvSpPr>
          <p:spPr bwMode="auto">
            <a:xfrm rot="21869764">
              <a:off x="4179" y="1647"/>
              <a:ext cx="150" cy="96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79" name="Line 151"/>
            <p:cNvSpPr>
              <a:spLocks noChangeShapeType="1"/>
            </p:cNvSpPr>
            <p:nvPr/>
          </p:nvSpPr>
          <p:spPr bwMode="auto">
            <a:xfrm rot="269764" flipV="1">
              <a:off x="4262" y="1519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81" name="Oval 153"/>
            <p:cNvSpPr>
              <a:spLocks noChangeArrowheads="1"/>
            </p:cNvSpPr>
            <p:nvPr/>
          </p:nvSpPr>
          <p:spPr bwMode="auto">
            <a:xfrm rot="285822">
              <a:off x="4381" y="1532"/>
              <a:ext cx="155" cy="93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84" name="Oval 156"/>
            <p:cNvSpPr>
              <a:spLocks noChangeArrowheads="1"/>
            </p:cNvSpPr>
            <p:nvPr/>
          </p:nvSpPr>
          <p:spPr bwMode="auto">
            <a:xfrm rot="-516121">
              <a:off x="3829" y="1432"/>
              <a:ext cx="149" cy="97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87" name="Oval 159"/>
            <p:cNvSpPr>
              <a:spLocks noChangeArrowheads="1"/>
            </p:cNvSpPr>
            <p:nvPr/>
          </p:nvSpPr>
          <p:spPr bwMode="auto">
            <a:xfrm rot="742897">
              <a:off x="3507" y="2899"/>
              <a:ext cx="149" cy="96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88" name="Line 160"/>
            <p:cNvSpPr>
              <a:spLocks noChangeShapeType="1"/>
            </p:cNvSpPr>
            <p:nvPr/>
          </p:nvSpPr>
          <p:spPr bwMode="auto">
            <a:xfrm rot="742897" flipV="1">
              <a:off x="3602" y="2772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90" name="Oval 162"/>
            <p:cNvSpPr>
              <a:spLocks noChangeArrowheads="1"/>
            </p:cNvSpPr>
            <p:nvPr/>
          </p:nvSpPr>
          <p:spPr bwMode="auto">
            <a:xfrm rot="22097981">
              <a:off x="4127" y="1444"/>
              <a:ext cx="153" cy="93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93" name="Oval 165"/>
            <p:cNvSpPr>
              <a:spLocks noChangeArrowheads="1"/>
            </p:cNvSpPr>
            <p:nvPr/>
          </p:nvSpPr>
          <p:spPr bwMode="auto">
            <a:xfrm rot="285822">
              <a:off x="3985" y="1535"/>
              <a:ext cx="154" cy="93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94" name="Line 166"/>
            <p:cNvSpPr>
              <a:spLocks noChangeShapeType="1"/>
            </p:cNvSpPr>
            <p:nvPr/>
          </p:nvSpPr>
          <p:spPr bwMode="auto">
            <a:xfrm rot="285822" flipV="1">
              <a:off x="4070" y="1411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96" name="Oval 168"/>
            <p:cNvSpPr>
              <a:spLocks noChangeArrowheads="1"/>
            </p:cNvSpPr>
            <p:nvPr/>
          </p:nvSpPr>
          <p:spPr bwMode="auto">
            <a:xfrm rot="21797318">
              <a:off x="3921" y="1683"/>
              <a:ext cx="149" cy="97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97" name="Line 169"/>
            <p:cNvSpPr>
              <a:spLocks noChangeShapeType="1"/>
            </p:cNvSpPr>
            <p:nvPr/>
          </p:nvSpPr>
          <p:spPr bwMode="auto">
            <a:xfrm rot="197318" flipV="1">
              <a:off x="4001" y="1555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99" name="Oval 171"/>
            <p:cNvSpPr>
              <a:spLocks noChangeArrowheads="1"/>
            </p:cNvSpPr>
            <p:nvPr/>
          </p:nvSpPr>
          <p:spPr bwMode="auto">
            <a:xfrm rot="285822">
              <a:off x="3729" y="3039"/>
              <a:ext cx="154" cy="93"/>
            </a:xfrm>
            <a:prstGeom prst="ellipse">
              <a:avLst/>
            </a:prstGeom>
            <a:gradFill rotWithShape="0">
              <a:gsLst>
                <a:gs pos="0">
                  <a:srgbClr val="E7E6E5">
                    <a:gamma/>
                    <a:shade val="56078"/>
                    <a:invGamma/>
                  </a:srgbClr>
                </a:gs>
                <a:gs pos="50000">
                  <a:srgbClr val="E7E6E5"/>
                </a:gs>
                <a:gs pos="100000">
                  <a:srgbClr val="E7E6E5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500" name="Line 172"/>
            <p:cNvSpPr>
              <a:spLocks noChangeShapeType="1"/>
            </p:cNvSpPr>
            <p:nvPr/>
          </p:nvSpPr>
          <p:spPr bwMode="auto">
            <a:xfrm rot="285822" flipV="1">
              <a:off x="3814" y="2915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73" name="Line 145"/>
            <p:cNvSpPr>
              <a:spLocks noChangeShapeType="1"/>
            </p:cNvSpPr>
            <p:nvPr/>
          </p:nvSpPr>
          <p:spPr bwMode="auto">
            <a:xfrm rot="21566614" flipV="1">
              <a:off x="3640" y="1408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85" name="Line 157"/>
            <p:cNvSpPr>
              <a:spLocks noChangeShapeType="1"/>
            </p:cNvSpPr>
            <p:nvPr/>
          </p:nvSpPr>
          <p:spPr bwMode="auto">
            <a:xfrm rot="21083879" flipV="1">
              <a:off x="3890" y="1304"/>
              <a:ext cx="0" cy="16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91" name="Line 163"/>
            <p:cNvSpPr>
              <a:spLocks noChangeShapeType="1"/>
            </p:cNvSpPr>
            <p:nvPr/>
          </p:nvSpPr>
          <p:spPr bwMode="auto">
            <a:xfrm rot="497981" flipV="1">
              <a:off x="4218" y="1320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99482" name="Line 154"/>
            <p:cNvSpPr>
              <a:spLocks noChangeShapeType="1"/>
            </p:cNvSpPr>
            <p:nvPr/>
          </p:nvSpPr>
          <p:spPr bwMode="auto">
            <a:xfrm rot="285822" flipV="1">
              <a:off x="4467" y="1408"/>
              <a:ext cx="0" cy="15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5350485" y="1157184"/>
            <a:ext cx="1611101" cy="607324"/>
            <a:chOff x="5350485" y="1157184"/>
            <a:chExt cx="1611101" cy="607324"/>
          </a:xfrm>
        </p:grpSpPr>
        <p:graphicFrame>
          <p:nvGraphicFramePr>
            <p:cNvPr id="147" name="Object 9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0648269"/>
                </p:ext>
              </p:extLst>
            </p:nvPr>
          </p:nvGraphicFramePr>
          <p:xfrm>
            <a:off x="5350485" y="1157184"/>
            <a:ext cx="261938" cy="3750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697" name="Equation" r:id="rId7" imgW="241200" imgH="380880" progId="Equation.3">
                    <p:embed/>
                  </p:oleObj>
                </mc:Choice>
                <mc:Fallback>
                  <p:oleObj name="Equation" r:id="rId7" imgW="241200" imgH="380880" progId="Equation.3">
                    <p:embed/>
                    <p:pic>
                      <p:nvPicPr>
                        <p:cNvPr id="99420" name="Object 9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0485" y="1157184"/>
                          <a:ext cx="261938" cy="37504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8" name="Oval 173"/>
            <p:cNvSpPr>
              <a:spLocks noChangeArrowheads="1"/>
            </p:cNvSpPr>
            <p:nvPr/>
          </p:nvSpPr>
          <p:spPr bwMode="auto">
            <a:xfrm rot="10800000">
              <a:off x="5637611" y="1198961"/>
              <a:ext cx="1323975" cy="565547"/>
            </a:xfrm>
            <a:prstGeom prst="ellipse">
              <a:avLst/>
            </a:prstGeom>
            <a:noFill/>
            <a:ln w="53975">
              <a:solidFill>
                <a:srgbClr val="7030A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49" name="Line 187"/>
            <p:cNvSpPr>
              <a:spLocks noChangeShapeType="1"/>
            </p:cNvSpPr>
            <p:nvPr/>
          </p:nvSpPr>
          <p:spPr bwMode="auto">
            <a:xfrm rot="20757826">
              <a:off x="6472239" y="1743077"/>
              <a:ext cx="170259" cy="0"/>
            </a:xfrm>
            <a:prstGeom prst="line">
              <a:avLst/>
            </a:prstGeom>
            <a:noFill/>
            <a:ln w="38100">
              <a:solidFill>
                <a:srgbClr val="7030A0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99456" name="组合 99455"/>
          <p:cNvGrpSpPr/>
          <p:nvPr/>
        </p:nvGrpSpPr>
        <p:grpSpPr>
          <a:xfrm>
            <a:off x="7163812" y="837454"/>
            <a:ext cx="368303" cy="1071715"/>
            <a:chOff x="7608284" y="1902025"/>
            <a:chExt cx="368303" cy="1071715"/>
          </a:xfrm>
        </p:grpSpPr>
        <p:sp>
          <p:nvSpPr>
            <p:cNvPr id="152" name="Line 89"/>
            <p:cNvSpPr>
              <a:spLocks noChangeShapeType="1"/>
            </p:cNvSpPr>
            <p:nvPr/>
          </p:nvSpPr>
          <p:spPr bwMode="auto">
            <a:xfrm flipV="1">
              <a:off x="7734899" y="2277224"/>
              <a:ext cx="0" cy="696516"/>
            </a:xfrm>
            <a:prstGeom prst="line">
              <a:avLst/>
            </a:prstGeom>
            <a:noFill/>
            <a:ln w="57150">
              <a:solidFill>
                <a:srgbClr val="7030A0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53" name="Object 9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91605105"/>
                </p:ext>
              </p:extLst>
            </p:nvPr>
          </p:nvGraphicFramePr>
          <p:xfrm>
            <a:off x="7608284" y="1902025"/>
            <a:ext cx="368303" cy="3338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698" name="Equation" r:id="rId9" imgW="190440" imgH="190440" progId="Equation.DSMT4">
                    <p:embed/>
                  </p:oleObj>
                </mc:Choice>
                <mc:Fallback>
                  <p:oleObj name="Equation" r:id="rId9" imgW="190440" imgH="190440" progId="Equation.DSMT4">
                    <p:embed/>
                    <p:pic>
                      <p:nvPicPr>
                        <p:cNvPr id="99418" name="Object 9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08284" y="1902025"/>
                          <a:ext cx="368303" cy="33385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9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824EF5-ABB5-479B-81EE-7A52B3591A47}" type="slidenum">
              <a:rPr lang="zh-CN" altLang="en-US">
                <a:solidFill>
                  <a:srgbClr val="578963"/>
                </a:solidFill>
              </a:rPr>
              <a:pPr/>
              <a:t>19</a:t>
            </a:fld>
            <a:endParaRPr lang="en-US" altLang="zh-CN">
              <a:solidFill>
                <a:srgbClr val="578963"/>
              </a:solidFill>
            </a:endParaRPr>
          </a:p>
        </p:txBody>
      </p:sp>
      <p:grpSp>
        <p:nvGrpSpPr>
          <p:cNvPr id="2" name="Group 102"/>
          <p:cNvGrpSpPr>
            <a:grpSpLocks/>
          </p:cNvGrpSpPr>
          <p:nvPr/>
        </p:nvGrpSpPr>
        <p:grpSpPr bwMode="auto">
          <a:xfrm>
            <a:off x="5073253" y="887016"/>
            <a:ext cx="1833563" cy="2300288"/>
            <a:chOff x="3292" y="654"/>
            <a:chExt cx="1540" cy="1932"/>
          </a:xfrm>
        </p:grpSpPr>
        <p:sp>
          <p:nvSpPr>
            <p:cNvPr id="100395" name="Line 43"/>
            <p:cNvSpPr>
              <a:spLocks noChangeShapeType="1"/>
            </p:cNvSpPr>
            <p:nvPr/>
          </p:nvSpPr>
          <p:spPr bwMode="auto">
            <a:xfrm flipV="1">
              <a:off x="3492" y="654"/>
              <a:ext cx="0" cy="19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396" name="Line 44"/>
            <p:cNvSpPr>
              <a:spLocks noChangeShapeType="1"/>
            </p:cNvSpPr>
            <p:nvPr/>
          </p:nvSpPr>
          <p:spPr bwMode="auto">
            <a:xfrm flipV="1">
              <a:off x="3692" y="654"/>
              <a:ext cx="0" cy="19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397" name="Line 45"/>
            <p:cNvSpPr>
              <a:spLocks noChangeShapeType="1"/>
            </p:cNvSpPr>
            <p:nvPr/>
          </p:nvSpPr>
          <p:spPr bwMode="auto">
            <a:xfrm flipV="1">
              <a:off x="3893" y="654"/>
              <a:ext cx="0" cy="19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398" name="Line 46"/>
            <p:cNvSpPr>
              <a:spLocks noChangeShapeType="1"/>
            </p:cNvSpPr>
            <p:nvPr/>
          </p:nvSpPr>
          <p:spPr bwMode="auto">
            <a:xfrm flipV="1">
              <a:off x="4093" y="654"/>
              <a:ext cx="0" cy="19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399" name="Line 47"/>
            <p:cNvSpPr>
              <a:spLocks noChangeShapeType="1"/>
            </p:cNvSpPr>
            <p:nvPr/>
          </p:nvSpPr>
          <p:spPr bwMode="auto">
            <a:xfrm flipV="1">
              <a:off x="4293" y="654"/>
              <a:ext cx="0" cy="19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400" name="Line 48"/>
            <p:cNvSpPr>
              <a:spLocks noChangeShapeType="1"/>
            </p:cNvSpPr>
            <p:nvPr/>
          </p:nvSpPr>
          <p:spPr bwMode="auto">
            <a:xfrm flipV="1">
              <a:off x="4493" y="654"/>
              <a:ext cx="0" cy="19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401" name="Line 49"/>
            <p:cNvSpPr>
              <a:spLocks noChangeShapeType="1"/>
            </p:cNvSpPr>
            <p:nvPr/>
          </p:nvSpPr>
          <p:spPr bwMode="auto">
            <a:xfrm flipV="1">
              <a:off x="3292" y="654"/>
              <a:ext cx="0" cy="193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miter lim="800000"/>
              <a:headEnd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0420" name="Object 68"/>
            <p:cNvGraphicFramePr>
              <a:graphicFrameLocks noChangeAspect="1"/>
            </p:cNvGraphicFramePr>
            <p:nvPr/>
          </p:nvGraphicFramePr>
          <p:xfrm>
            <a:off x="4503" y="654"/>
            <a:ext cx="32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12" name="公式" r:id="rId3" imgW="279360" imgH="342720" progId="Equation.3">
                    <p:embed/>
                  </p:oleObj>
                </mc:Choice>
                <mc:Fallback>
                  <p:oleObj name="公式" r:id="rId3" imgW="279360" imgH="342720" progId="Equation.3">
                    <p:embed/>
                    <p:pic>
                      <p:nvPicPr>
                        <p:cNvPr id="0" name="Picture 1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03" y="654"/>
                          <a:ext cx="329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D640DE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1"/>
          <p:cNvGrpSpPr>
            <a:grpSpLocks/>
          </p:cNvGrpSpPr>
          <p:nvPr/>
        </p:nvGrpSpPr>
        <p:grpSpPr bwMode="auto">
          <a:xfrm>
            <a:off x="2765824" y="832249"/>
            <a:ext cx="1763315" cy="2245519"/>
            <a:chOff x="1363" y="699"/>
            <a:chExt cx="1481" cy="1886"/>
          </a:xfrm>
        </p:grpSpPr>
        <p:grpSp>
          <p:nvGrpSpPr>
            <p:cNvPr id="4" name="Group 12"/>
            <p:cNvGrpSpPr>
              <a:grpSpLocks/>
            </p:cNvGrpSpPr>
            <p:nvPr/>
          </p:nvGrpSpPr>
          <p:grpSpPr bwMode="auto">
            <a:xfrm>
              <a:off x="1363" y="699"/>
              <a:ext cx="1161" cy="1886"/>
              <a:chOff x="1056" y="1017"/>
              <a:chExt cx="1242" cy="2023"/>
            </a:xfrm>
          </p:grpSpPr>
          <p:sp>
            <p:nvSpPr>
              <p:cNvPr id="100365" name="Line 13"/>
              <p:cNvSpPr>
                <a:spLocks noChangeShapeType="1"/>
              </p:cNvSpPr>
              <p:nvPr/>
            </p:nvSpPr>
            <p:spPr bwMode="auto">
              <a:xfrm flipV="1">
                <a:off x="1263" y="1017"/>
                <a:ext cx="0" cy="2023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0366" name="Line 14"/>
              <p:cNvSpPr>
                <a:spLocks noChangeShapeType="1"/>
              </p:cNvSpPr>
              <p:nvPr/>
            </p:nvSpPr>
            <p:spPr bwMode="auto">
              <a:xfrm flipV="1">
                <a:off x="1470" y="1017"/>
                <a:ext cx="0" cy="2023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0367" name="Line 15"/>
              <p:cNvSpPr>
                <a:spLocks noChangeShapeType="1"/>
              </p:cNvSpPr>
              <p:nvPr/>
            </p:nvSpPr>
            <p:spPr bwMode="auto">
              <a:xfrm flipV="1">
                <a:off x="1677" y="1017"/>
                <a:ext cx="0" cy="2023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0368" name="Line 16"/>
              <p:cNvSpPr>
                <a:spLocks noChangeShapeType="1"/>
              </p:cNvSpPr>
              <p:nvPr/>
            </p:nvSpPr>
            <p:spPr bwMode="auto">
              <a:xfrm flipV="1">
                <a:off x="1884" y="1017"/>
                <a:ext cx="0" cy="2023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0369" name="Line 17"/>
              <p:cNvSpPr>
                <a:spLocks noChangeShapeType="1"/>
              </p:cNvSpPr>
              <p:nvPr/>
            </p:nvSpPr>
            <p:spPr bwMode="auto">
              <a:xfrm flipV="1">
                <a:off x="2091" y="1017"/>
                <a:ext cx="0" cy="2023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0370" name="Line 18"/>
              <p:cNvSpPr>
                <a:spLocks noChangeShapeType="1"/>
              </p:cNvSpPr>
              <p:nvPr/>
            </p:nvSpPr>
            <p:spPr bwMode="auto">
              <a:xfrm flipV="1">
                <a:off x="2298" y="1017"/>
                <a:ext cx="0" cy="2023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0371" name="Line 19"/>
              <p:cNvSpPr>
                <a:spLocks noChangeShapeType="1"/>
              </p:cNvSpPr>
              <p:nvPr/>
            </p:nvSpPr>
            <p:spPr bwMode="auto">
              <a:xfrm flipV="1">
                <a:off x="1056" y="1017"/>
                <a:ext cx="0" cy="2023"/>
              </a:xfrm>
              <a:prstGeom prst="line">
                <a:avLst/>
              </a:prstGeom>
              <a:noFill/>
              <a:ln w="19050">
                <a:solidFill>
                  <a:schemeClr val="tx2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aphicFrame>
          <p:nvGraphicFramePr>
            <p:cNvPr id="100379" name="Object 27"/>
            <p:cNvGraphicFramePr>
              <a:graphicFrameLocks noChangeAspect="1"/>
            </p:cNvGraphicFramePr>
            <p:nvPr/>
          </p:nvGraphicFramePr>
          <p:xfrm>
            <a:off x="2515" y="699"/>
            <a:ext cx="32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13" name="公式" r:id="rId5" imgW="279360" imgH="342720" progId="Equation.3">
                    <p:embed/>
                  </p:oleObj>
                </mc:Choice>
                <mc:Fallback>
                  <p:oleObj name="公式" r:id="rId5" imgW="279360" imgH="342720" progId="Equation.3">
                    <p:embed/>
                    <p:pic>
                      <p:nvPicPr>
                        <p:cNvPr id="0" name="Picture 1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5" y="699"/>
                          <a:ext cx="329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D640DE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93"/>
          <p:cNvGrpSpPr>
            <a:grpSpLocks/>
          </p:cNvGrpSpPr>
          <p:nvPr/>
        </p:nvGrpSpPr>
        <p:grpSpPr bwMode="auto">
          <a:xfrm>
            <a:off x="1582341" y="213122"/>
            <a:ext cx="4800600" cy="464344"/>
            <a:chOff x="432" y="323"/>
            <a:chExt cx="4032" cy="390"/>
          </a:xfrm>
        </p:grpSpPr>
        <p:sp>
          <p:nvSpPr>
            <p:cNvPr id="100355" name="Rectangle 3"/>
            <p:cNvSpPr>
              <a:spLocks noChangeArrowheads="1"/>
            </p:cNvSpPr>
            <p:nvPr/>
          </p:nvSpPr>
          <p:spPr bwMode="auto">
            <a:xfrm>
              <a:off x="432" y="364"/>
              <a:ext cx="4006" cy="34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zh-CN" sz="2100">
                  <a:solidFill>
                    <a:srgbClr val="000000"/>
                  </a:solidFill>
                  <a:ea typeface="宋体" charset="-122"/>
                </a:rPr>
                <a:t>无外磁场时抗磁质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分子磁矩为零                     </a:t>
              </a:r>
            </a:p>
          </p:txBody>
        </p:sp>
        <p:graphicFrame>
          <p:nvGraphicFramePr>
            <p:cNvPr id="100356" name="Object 4"/>
            <p:cNvGraphicFramePr>
              <a:graphicFrameLocks noChangeAspect="1"/>
            </p:cNvGraphicFramePr>
            <p:nvPr/>
          </p:nvGraphicFramePr>
          <p:xfrm>
            <a:off x="3677" y="323"/>
            <a:ext cx="787" cy="3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14" name="Equation" r:id="rId6" imgW="406080" imgH="177480" progId="Equation.DSMT4">
                    <p:embed/>
                  </p:oleObj>
                </mc:Choice>
                <mc:Fallback>
                  <p:oleObj name="Equation" r:id="rId6" imgW="406080" imgH="177480" progId="Equation.DSMT4">
                    <p:embed/>
                    <p:pic>
                      <p:nvPicPr>
                        <p:cNvPr id="0" name="Picture 1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77" y="323"/>
                          <a:ext cx="787" cy="3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folHlink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D6009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96"/>
          <p:cNvGrpSpPr>
            <a:grpSpLocks/>
          </p:cNvGrpSpPr>
          <p:nvPr/>
        </p:nvGrpSpPr>
        <p:grpSpPr bwMode="auto">
          <a:xfrm>
            <a:off x="2771777" y="4477941"/>
            <a:ext cx="3337322" cy="452438"/>
            <a:chOff x="1368" y="3752"/>
            <a:chExt cx="2803" cy="380"/>
          </a:xfrm>
        </p:grpSpPr>
        <p:graphicFrame>
          <p:nvGraphicFramePr>
            <p:cNvPr id="100358" name="Object 6"/>
            <p:cNvGraphicFramePr>
              <a:graphicFrameLocks noChangeAspect="1"/>
            </p:cNvGraphicFramePr>
            <p:nvPr/>
          </p:nvGraphicFramePr>
          <p:xfrm>
            <a:off x="2926" y="3779"/>
            <a:ext cx="1245" cy="35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15" name="公式" r:id="rId8" imgW="761760" imgH="228600" progId="Equation.3">
                    <p:embed/>
                  </p:oleObj>
                </mc:Choice>
                <mc:Fallback>
                  <p:oleObj name="公式" r:id="rId8" imgW="761760" imgH="228600" progId="Equation.3">
                    <p:embed/>
                    <p:pic>
                      <p:nvPicPr>
                        <p:cNvPr id="0" name="Picture 1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26" y="3779"/>
                          <a:ext cx="1245" cy="35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359" name="Rectangle 7"/>
            <p:cNvSpPr>
              <a:spLocks noChangeArrowheads="1"/>
            </p:cNvSpPr>
            <p:nvPr/>
          </p:nvSpPr>
          <p:spPr bwMode="auto">
            <a:xfrm>
              <a:off x="1368" y="3752"/>
              <a:ext cx="1748" cy="349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FF0000"/>
                  </a:solidFill>
                  <a:ea typeface="宋体" charset="-122"/>
                </a:rPr>
                <a:t>抗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磁质内磁场：</a:t>
              </a:r>
            </a:p>
          </p:txBody>
        </p:sp>
      </p:grpSp>
      <p:sp>
        <p:nvSpPr>
          <p:cNvPr id="100388" name="Rectangle 36"/>
          <p:cNvSpPr>
            <a:spLocks noChangeArrowheads="1"/>
          </p:cNvSpPr>
          <p:nvPr/>
        </p:nvSpPr>
        <p:spPr bwMode="auto">
          <a:xfrm>
            <a:off x="2509838" y="3536158"/>
            <a:ext cx="2030016" cy="479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00372" name="Oval 20"/>
          <p:cNvSpPr>
            <a:spLocks noChangeArrowheads="1"/>
          </p:cNvSpPr>
          <p:nvPr/>
        </p:nvSpPr>
        <p:spPr bwMode="auto">
          <a:xfrm>
            <a:off x="2858691" y="1794274"/>
            <a:ext cx="1151334" cy="582215"/>
          </a:xfrm>
          <a:prstGeom prst="ellipse">
            <a:avLst/>
          </a:prstGeom>
          <a:noFill/>
          <a:ln w="28575">
            <a:solidFill>
              <a:srgbClr val="9900CC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aphicFrame>
        <p:nvGraphicFramePr>
          <p:cNvPr id="100373" name="Object 21"/>
          <p:cNvGraphicFramePr>
            <a:graphicFrameLocks noChangeAspect="1"/>
          </p:cNvGraphicFramePr>
          <p:nvPr/>
        </p:nvGraphicFramePr>
        <p:xfrm>
          <a:off x="3193256" y="1893094"/>
          <a:ext cx="225029" cy="2774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16" name="公式" r:id="rId10" imgW="177480" imgH="241200" progId="Equation.3">
                  <p:embed/>
                </p:oleObj>
              </mc:Choice>
              <mc:Fallback>
                <p:oleObj name="公式" r:id="rId10" imgW="177480" imgH="241200" progId="Equation.3">
                  <p:embed/>
                  <p:pic>
                    <p:nvPicPr>
                      <p:cNvPr id="0" name="Picture 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3256" y="1893094"/>
                        <a:ext cx="225029" cy="2774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4" name="Line 22"/>
          <p:cNvSpPr>
            <a:spLocks noChangeShapeType="1"/>
          </p:cNvSpPr>
          <p:nvPr/>
        </p:nvSpPr>
        <p:spPr bwMode="auto">
          <a:xfrm flipV="1">
            <a:off x="3459956" y="1316833"/>
            <a:ext cx="0" cy="717947"/>
          </a:xfrm>
          <a:prstGeom prst="line">
            <a:avLst/>
          </a:prstGeom>
          <a:noFill/>
          <a:ln w="38100">
            <a:solidFill>
              <a:srgbClr val="FF0066"/>
            </a:solidFill>
            <a:miter lim="800000"/>
            <a:headEnd/>
            <a:tailEnd type="stealth" w="lg" len="lg"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3893344" y="1738313"/>
            <a:ext cx="367904" cy="544116"/>
            <a:chOff x="2453" y="1920"/>
            <a:chExt cx="331" cy="491"/>
          </a:xfrm>
        </p:grpSpPr>
        <p:sp>
          <p:nvSpPr>
            <p:cNvPr id="100376" name="Freeform 24"/>
            <p:cNvSpPr>
              <a:spLocks/>
            </p:cNvSpPr>
            <p:nvPr/>
          </p:nvSpPr>
          <p:spPr bwMode="auto">
            <a:xfrm>
              <a:off x="2453" y="2112"/>
              <a:ext cx="331" cy="299"/>
            </a:xfrm>
            <a:custGeom>
              <a:avLst/>
              <a:gdLst/>
              <a:ahLst/>
              <a:cxnLst>
                <a:cxn ang="0">
                  <a:pos x="0" y="299"/>
                </a:cxn>
                <a:cxn ang="0">
                  <a:pos x="331" y="0"/>
                </a:cxn>
              </a:cxnLst>
              <a:rect l="0" t="0" r="r" b="b"/>
              <a:pathLst>
                <a:path w="331" h="299">
                  <a:moveTo>
                    <a:pt x="0" y="299"/>
                  </a:moveTo>
                  <a:lnTo>
                    <a:pt x="331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miter lim="800000"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0377" name="Object 25"/>
            <p:cNvGraphicFramePr>
              <a:graphicFrameLocks noChangeAspect="1"/>
            </p:cNvGraphicFramePr>
            <p:nvPr/>
          </p:nvGraphicFramePr>
          <p:xfrm>
            <a:off x="2544" y="1920"/>
            <a:ext cx="240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17" name="Equation" r:id="rId12" imgW="126720" imgH="177480" progId="Equation.3">
                    <p:embed/>
                  </p:oleObj>
                </mc:Choice>
                <mc:Fallback>
                  <p:oleObj name="Equation" r:id="rId12" imgW="126720" imgH="177480" progId="Equation.3">
                    <p:embed/>
                    <p:pic>
                      <p:nvPicPr>
                        <p:cNvPr id="0" name="Picture 1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4" y="1920"/>
                          <a:ext cx="240" cy="3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0378" name="Object 26"/>
          <p:cNvGraphicFramePr>
            <a:graphicFrameLocks noChangeAspect="1"/>
          </p:cNvGraphicFramePr>
          <p:nvPr/>
        </p:nvGraphicFramePr>
        <p:xfrm>
          <a:off x="3300415" y="1051324"/>
          <a:ext cx="289322" cy="2786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18" name="公式" r:id="rId14" imgW="215640" imgH="228600" progId="Equation.3">
                  <p:embed/>
                </p:oleObj>
              </mc:Choice>
              <mc:Fallback>
                <p:oleObj name="公式" r:id="rId14" imgW="215640" imgH="228600" progId="Equation.3">
                  <p:embed/>
                  <p:pic>
                    <p:nvPicPr>
                      <p:cNvPr id="0" name="Picture 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0415" y="1051324"/>
                        <a:ext cx="289322" cy="27860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0" name="Rectangle 28"/>
          <p:cNvSpPr>
            <a:spLocks noChangeArrowheads="1"/>
          </p:cNvSpPr>
          <p:nvPr/>
        </p:nvSpPr>
        <p:spPr bwMode="auto">
          <a:xfrm>
            <a:off x="3994547" y="2745583"/>
            <a:ext cx="747713" cy="74652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8" name="Group 29"/>
          <p:cNvGrpSpPr>
            <a:grpSpLocks/>
          </p:cNvGrpSpPr>
          <p:nvPr/>
        </p:nvGrpSpPr>
        <p:grpSpPr bwMode="auto">
          <a:xfrm>
            <a:off x="3833815" y="2222899"/>
            <a:ext cx="107156" cy="105965"/>
            <a:chOff x="2736" y="2064"/>
            <a:chExt cx="289" cy="288"/>
          </a:xfrm>
        </p:grpSpPr>
        <p:sp>
          <p:nvSpPr>
            <p:cNvPr id="100382" name="Oval 30"/>
            <p:cNvSpPr>
              <a:spLocks noChangeArrowheads="1"/>
            </p:cNvSpPr>
            <p:nvPr/>
          </p:nvSpPr>
          <p:spPr bwMode="auto">
            <a:xfrm>
              <a:off x="2736" y="2064"/>
              <a:ext cx="289" cy="28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383" name="Line 31"/>
            <p:cNvSpPr>
              <a:spLocks noChangeShapeType="1"/>
            </p:cNvSpPr>
            <p:nvPr/>
          </p:nvSpPr>
          <p:spPr bwMode="auto">
            <a:xfrm>
              <a:off x="2784" y="2208"/>
              <a:ext cx="192" cy="0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9" name="Group 32"/>
          <p:cNvGrpSpPr>
            <a:grpSpLocks/>
          </p:cNvGrpSpPr>
          <p:nvPr/>
        </p:nvGrpSpPr>
        <p:grpSpPr bwMode="auto">
          <a:xfrm>
            <a:off x="3375424" y="2009777"/>
            <a:ext cx="159544" cy="159544"/>
            <a:chOff x="2976" y="1584"/>
            <a:chExt cx="288" cy="288"/>
          </a:xfrm>
        </p:grpSpPr>
        <p:sp>
          <p:nvSpPr>
            <p:cNvPr id="100385" name="Oval 33"/>
            <p:cNvSpPr>
              <a:spLocks noChangeArrowheads="1"/>
            </p:cNvSpPr>
            <p:nvPr/>
          </p:nvSpPr>
          <p:spPr bwMode="auto">
            <a:xfrm>
              <a:off x="2976" y="1584"/>
              <a:ext cx="288" cy="288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386" name="Line 34"/>
            <p:cNvSpPr>
              <a:spLocks noChangeShapeType="1"/>
            </p:cNvSpPr>
            <p:nvPr/>
          </p:nvSpPr>
          <p:spPr bwMode="auto">
            <a:xfrm>
              <a:off x="2976" y="1728"/>
              <a:ext cx="28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387" name="Line 35"/>
            <p:cNvSpPr>
              <a:spLocks noChangeShapeType="1"/>
            </p:cNvSpPr>
            <p:nvPr/>
          </p:nvSpPr>
          <p:spPr bwMode="auto">
            <a:xfrm>
              <a:off x="3120" y="1584"/>
              <a:ext cx="0" cy="28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10" name="Group 105"/>
          <p:cNvGrpSpPr>
            <a:grpSpLocks/>
          </p:cNvGrpSpPr>
          <p:nvPr/>
        </p:nvGrpSpPr>
        <p:grpSpPr bwMode="auto">
          <a:xfrm>
            <a:off x="2755108" y="3237312"/>
            <a:ext cx="2275285" cy="425053"/>
            <a:chOff x="1354" y="2719"/>
            <a:chExt cx="1911" cy="357"/>
          </a:xfrm>
        </p:grpSpPr>
        <p:sp>
          <p:nvSpPr>
            <p:cNvPr id="100391" name="Text Box 39"/>
            <p:cNvSpPr txBox="1">
              <a:spLocks noChangeArrowheads="1"/>
            </p:cNvSpPr>
            <p:nvPr/>
          </p:nvSpPr>
          <p:spPr bwMode="auto">
            <a:xfrm>
              <a:off x="1828" y="2719"/>
              <a:ext cx="1437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100">
                  <a:solidFill>
                    <a:srgbClr val="CC0000"/>
                  </a:solidFill>
                  <a:ea typeface="宋体" charset="-122"/>
                </a:rPr>
                <a:t> 同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向</a:t>
              </a:r>
              <a:r>
                <a:rPr kumimoji="1" lang="zh-CN" altLang="zh-CN" sz="2100">
                  <a:solidFill>
                    <a:srgbClr val="000000"/>
                  </a:solidFill>
                  <a:ea typeface="宋体" charset="-122"/>
                </a:rPr>
                <a:t>时</a:t>
              </a:r>
            </a:p>
          </p:txBody>
        </p:sp>
        <p:graphicFrame>
          <p:nvGraphicFramePr>
            <p:cNvPr id="100390" name="Object 38"/>
            <p:cNvGraphicFramePr>
              <a:graphicFrameLocks noChangeAspect="1"/>
            </p:cNvGraphicFramePr>
            <p:nvPr/>
          </p:nvGraphicFramePr>
          <p:xfrm>
            <a:off x="1354" y="2719"/>
            <a:ext cx="53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19" name="公式" r:id="rId16" imgW="533160" imgH="342720" progId="Equation.3">
                    <p:embed/>
                  </p:oleObj>
                </mc:Choice>
                <mc:Fallback>
                  <p:oleObj name="公式" r:id="rId16" imgW="533160" imgH="342720" progId="Equation.3">
                    <p:embed/>
                    <p:pic>
                      <p:nvPicPr>
                        <p:cNvPr id="0" name="Picture 1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54" y="2719"/>
                          <a:ext cx="538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2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69"/>
          <p:cNvGrpSpPr>
            <a:grpSpLocks/>
          </p:cNvGrpSpPr>
          <p:nvPr/>
        </p:nvGrpSpPr>
        <p:grpSpPr bwMode="auto">
          <a:xfrm>
            <a:off x="3567113" y="1935956"/>
            <a:ext cx="372666" cy="329804"/>
            <a:chOff x="1776" y="2006"/>
            <a:chExt cx="335" cy="298"/>
          </a:xfrm>
        </p:grpSpPr>
        <p:sp>
          <p:nvSpPr>
            <p:cNvPr id="100422" name="Line 70"/>
            <p:cNvSpPr>
              <a:spLocks noChangeShapeType="1"/>
            </p:cNvSpPr>
            <p:nvPr/>
          </p:nvSpPr>
          <p:spPr bwMode="auto">
            <a:xfrm flipH="1" flipV="1">
              <a:off x="1776" y="2191"/>
              <a:ext cx="240" cy="11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0423" name="Object 71"/>
            <p:cNvGraphicFramePr>
              <a:graphicFrameLocks noChangeAspect="1"/>
            </p:cNvGraphicFramePr>
            <p:nvPr/>
          </p:nvGraphicFramePr>
          <p:xfrm>
            <a:off x="1872" y="2006"/>
            <a:ext cx="239" cy="2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20" name="公式" r:id="rId18" imgW="228600" imgH="266400" progId="Equation.3">
                    <p:embed/>
                  </p:oleObj>
                </mc:Choice>
                <mc:Fallback>
                  <p:oleObj name="公式" r:id="rId18" imgW="228600" imgH="266400" progId="Equation.3">
                    <p:embed/>
                    <p:pic>
                      <p:nvPicPr>
                        <p:cNvPr id="0" name="Picture 1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72" y="2006"/>
                          <a:ext cx="239" cy="2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108"/>
          <p:cNvGrpSpPr>
            <a:grpSpLocks/>
          </p:cNvGrpSpPr>
          <p:nvPr/>
        </p:nvGrpSpPr>
        <p:grpSpPr bwMode="auto">
          <a:xfrm>
            <a:off x="3459963" y="2157412"/>
            <a:ext cx="498872" cy="720329"/>
            <a:chOff x="5197" y="1655"/>
            <a:chExt cx="419" cy="605"/>
          </a:xfrm>
        </p:grpSpPr>
        <p:sp>
          <p:nvSpPr>
            <p:cNvPr id="100425" name="Line 73"/>
            <p:cNvSpPr>
              <a:spLocks noChangeShapeType="1"/>
            </p:cNvSpPr>
            <p:nvPr/>
          </p:nvSpPr>
          <p:spPr bwMode="auto">
            <a:xfrm>
              <a:off x="5197" y="1655"/>
              <a:ext cx="2" cy="493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0426" name="Object 74"/>
            <p:cNvGraphicFramePr>
              <a:graphicFrameLocks noChangeAspect="1"/>
            </p:cNvGraphicFramePr>
            <p:nvPr/>
          </p:nvGraphicFramePr>
          <p:xfrm>
            <a:off x="5217" y="1966"/>
            <a:ext cx="399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21" name="Equation" r:id="rId20" imgW="215640" imgH="177480" progId="Equation.DSMT4">
                    <p:embed/>
                  </p:oleObj>
                </mc:Choice>
                <mc:Fallback>
                  <p:oleObj name="Equation" r:id="rId20" imgW="215640" imgH="177480" progId="Equation.DSMT4">
                    <p:embed/>
                    <p:pic>
                      <p:nvPicPr>
                        <p:cNvPr id="0" name="Picture 1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7" y="1966"/>
                          <a:ext cx="399" cy="29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107"/>
          <p:cNvGrpSpPr>
            <a:grpSpLocks/>
          </p:cNvGrpSpPr>
          <p:nvPr/>
        </p:nvGrpSpPr>
        <p:grpSpPr bwMode="auto">
          <a:xfrm>
            <a:off x="2856316" y="2170513"/>
            <a:ext cx="602457" cy="459581"/>
            <a:chOff x="4863" y="1915"/>
            <a:chExt cx="506" cy="386"/>
          </a:xfrm>
        </p:grpSpPr>
        <p:sp>
          <p:nvSpPr>
            <p:cNvPr id="100434" name="Line 82"/>
            <p:cNvSpPr>
              <a:spLocks noChangeShapeType="1"/>
            </p:cNvSpPr>
            <p:nvPr/>
          </p:nvSpPr>
          <p:spPr bwMode="auto">
            <a:xfrm>
              <a:off x="5366" y="1915"/>
              <a:ext cx="3" cy="24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0435" name="Object 83"/>
            <p:cNvGraphicFramePr>
              <a:graphicFrameLocks noChangeAspect="1"/>
            </p:cNvGraphicFramePr>
            <p:nvPr/>
          </p:nvGraphicFramePr>
          <p:xfrm>
            <a:off x="4863" y="2059"/>
            <a:ext cx="445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22" name="Equation" r:id="rId22" imgW="317160" imgH="177480" progId="Equation.DSMT4">
                    <p:embed/>
                  </p:oleObj>
                </mc:Choice>
                <mc:Fallback>
                  <p:oleObj name="Equation" r:id="rId22" imgW="317160" imgH="177480" progId="Equation.DSMT4">
                    <p:embed/>
                    <p:pic>
                      <p:nvPicPr>
                        <p:cNvPr id="0" name="Picture 1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3" y="2059"/>
                          <a:ext cx="445" cy="24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104"/>
          <p:cNvGrpSpPr>
            <a:grpSpLocks/>
          </p:cNvGrpSpPr>
          <p:nvPr/>
        </p:nvGrpSpPr>
        <p:grpSpPr bwMode="auto">
          <a:xfrm>
            <a:off x="5168506" y="1620441"/>
            <a:ext cx="1191815" cy="1404938"/>
            <a:chOff x="3372" y="1361"/>
            <a:chExt cx="1001" cy="1180"/>
          </a:xfrm>
        </p:grpSpPr>
        <p:sp>
          <p:nvSpPr>
            <p:cNvPr id="100402" name="Oval 50"/>
            <p:cNvSpPr>
              <a:spLocks noChangeArrowheads="1"/>
            </p:cNvSpPr>
            <p:nvPr/>
          </p:nvSpPr>
          <p:spPr bwMode="auto">
            <a:xfrm>
              <a:off x="3372" y="1361"/>
              <a:ext cx="1001" cy="501"/>
            </a:xfrm>
            <a:prstGeom prst="ellipse">
              <a:avLst/>
            </a:prstGeom>
            <a:noFill/>
            <a:ln w="28575">
              <a:solidFill>
                <a:srgbClr val="9900CC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403" name="Line 51"/>
            <p:cNvSpPr>
              <a:spLocks noChangeShapeType="1"/>
            </p:cNvSpPr>
            <p:nvPr/>
          </p:nvSpPr>
          <p:spPr bwMode="auto">
            <a:xfrm>
              <a:off x="3893" y="1683"/>
              <a:ext cx="1" cy="607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miter lim="800000"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0404" name="Object 52"/>
            <p:cNvGraphicFramePr>
              <a:graphicFrameLocks noChangeAspect="1"/>
            </p:cNvGraphicFramePr>
            <p:nvPr/>
          </p:nvGraphicFramePr>
          <p:xfrm>
            <a:off x="3741" y="2310"/>
            <a:ext cx="242" cy="2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23" name="公式" r:id="rId24" imgW="215640" imgH="228600" progId="Equation.3">
                    <p:embed/>
                  </p:oleObj>
                </mc:Choice>
                <mc:Fallback>
                  <p:oleObj name="公式" r:id="rId24" imgW="215640" imgH="228600" progId="Equation.3">
                    <p:embed/>
                    <p:pic>
                      <p:nvPicPr>
                        <p:cNvPr id="0" name="Picture 8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1" y="2310"/>
                          <a:ext cx="242" cy="2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406" name="Oval 54"/>
            <p:cNvSpPr>
              <a:spLocks noChangeArrowheads="1"/>
            </p:cNvSpPr>
            <p:nvPr/>
          </p:nvSpPr>
          <p:spPr bwMode="auto">
            <a:xfrm>
              <a:off x="4189" y="1728"/>
              <a:ext cx="90" cy="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0408" name="Object 56"/>
            <p:cNvGraphicFramePr>
              <a:graphicFrameLocks noChangeAspect="1"/>
            </p:cNvGraphicFramePr>
            <p:nvPr/>
          </p:nvGraphicFramePr>
          <p:xfrm>
            <a:off x="3686" y="1451"/>
            <a:ext cx="189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24" name="公式" r:id="rId25" imgW="177480" imgH="241200" progId="Equation.3">
                    <p:embed/>
                  </p:oleObj>
                </mc:Choice>
                <mc:Fallback>
                  <p:oleObj name="公式" r:id="rId25" imgW="177480" imgH="241200" progId="Equation.3">
                    <p:embed/>
                    <p:pic>
                      <p:nvPicPr>
                        <p:cNvPr id="0" name="Picture 9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6" y="1451"/>
                          <a:ext cx="189" cy="23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0410" name="Oval 58"/>
            <p:cNvSpPr>
              <a:spLocks noChangeArrowheads="1"/>
            </p:cNvSpPr>
            <p:nvPr/>
          </p:nvSpPr>
          <p:spPr bwMode="auto">
            <a:xfrm>
              <a:off x="3830" y="1549"/>
              <a:ext cx="135" cy="134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411" name="Line 59"/>
            <p:cNvSpPr>
              <a:spLocks noChangeShapeType="1"/>
            </p:cNvSpPr>
            <p:nvPr/>
          </p:nvSpPr>
          <p:spPr bwMode="auto">
            <a:xfrm>
              <a:off x="3830" y="1616"/>
              <a:ext cx="13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412" name="Line 60"/>
            <p:cNvSpPr>
              <a:spLocks noChangeShapeType="1"/>
            </p:cNvSpPr>
            <p:nvPr/>
          </p:nvSpPr>
          <p:spPr bwMode="auto">
            <a:xfrm>
              <a:off x="3898" y="1549"/>
              <a:ext cx="0" cy="134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miter lim="800000"/>
              <a:headEnd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pSp>
          <p:nvGrpSpPr>
            <p:cNvPr id="15" name="Group 103"/>
            <p:cNvGrpSpPr>
              <a:grpSpLocks/>
            </p:cNvGrpSpPr>
            <p:nvPr/>
          </p:nvGrpSpPr>
          <p:grpSpPr bwMode="auto">
            <a:xfrm>
              <a:off x="3920" y="1773"/>
              <a:ext cx="344" cy="386"/>
              <a:chOff x="3920" y="1773"/>
              <a:chExt cx="344" cy="386"/>
            </a:xfrm>
          </p:grpSpPr>
          <p:sp>
            <p:nvSpPr>
              <p:cNvPr id="100407" name="Line 55"/>
              <p:cNvSpPr>
                <a:spLocks noChangeShapeType="1"/>
              </p:cNvSpPr>
              <p:nvPr/>
            </p:nvSpPr>
            <p:spPr bwMode="auto">
              <a:xfrm>
                <a:off x="4204" y="1773"/>
                <a:ext cx="60" cy="0"/>
              </a:xfrm>
              <a:prstGeom prst="lin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0414" name="Line 62"/>
              <p:cNvSpPr>
                <a:spLocks noChangeShapeType="1"/>
              </p:cNvSpPr>
              <p:nvPr/>
            </p:nvSpPr>
            <p:spPr bwMode="auto">
              <a:xfrm flipH="1">
                <a:off x="3920" y="1809"/>
                <a:ext cx="290" cy="179"/>
              </a:xfrm>
              <a:prstGeom prst="line">
                <a:avLst/>
              </a:prstGeom>
              <a:noFill/>
              <a:ln w="28575">
                <a:solidFill>
                  <a:schemeClr val="accent4"/>
                </a:solidFill>
                <a:miter lim="800000"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100415" name="Object 63"/>
              <p:cNvGraphicFramePr>
                <a:graphicFrameLocks noChangeAspect="1"/>
              </p:cNvGraphicFramePr>
              <p:nvPr/>
            </p:nvGraphicFramePr>
            <p:xfrm>
              <a:off x="4010" y="1873"/>
              <a:ext cx="225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5725" name="Equation" r:id="rId26" imgW="126720" imgH="177480" progId="Equation.3">
                      <p:embed/>
                    </p:oleObj>
                  </mc:Choice>
                  <mc:Fallback>
                    <p:oleObj name="Equation" r:id="rId26" imgW="126720" imgH="177480" progId="Equation.3">
                      <p:embed/>
                      <p:pic>
                        <p:nvPicPr>
                          <p:cNvPr id="0" name="Picture 10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10" y="1873"/>
                            <a:ext cx="225" cy="2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00416" name="Rectangle 64"/>
          <p:cNvSpPr>
            <a:spLocks noChangeArrowheads="1"/>
          </p:cNvSpPr>
          <p:nvPr/>
        </p:nvSpPr>
        <p:spPr bwMode="auto">
          <a:xfrm>
            <a:off x="4742260" y="3123010"/>
            <a:ext cx="2189559" cy="475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16" name="Group 106"/>
          <p:cNvGrpSpPr>
            <a:grpSpLocks/>
          </p:cNvGrpSpPr>
          <p:nvPr/>
        </p:nvGrpSpPr>
        <p:grpSpPr bwMode="auto">
          <a:xfrm>
            <a:off x="5062537" y="3177780"/>
            <a:ext cx="2243138" cy="425053"/>
            <a:chOff x="3292" y="2669"/>
            <a:chExt cx="1884" cy="357"/>
          </a:xfrm>
        </p:grpSpPr>
        <p:sp>
          <p:nvSpPr>
            <p:cNvPr id="100419" name="Text Box 67"/>
            <p:cNvSpPr txBox="1">
              <a:spLocks noChangeArrowheads="1"/>
            </p:cNvSpPr>
            <p:nvPr/>
          </p:nvSpPr>
          <p:spPr bwMode="auto">
            <a:xfrm>
              <a:off x="3875" y="2677"/>
              <a:ext cx="1301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 </a:t>
              </a:r>
              <a:r>
                <a:rPr kumimoji="1" lang="zh-CN" altLang="en-US" sz="2100">
                  <a:solidFill>
                    <a:srgbClr val="0000FF"/>
                  </a:solidFill>
                  <a:ea typeface="宋体" charset="-122"/>
                </a:rPr>
                <a:t>反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向</a:t>
              </a:r>
              <a:r>
                <a:rPr kumimoji="1" lang="zh-CN" altLang="zh-CN" sz="2100">
                  <a:solidFill>
                    <a:srgbClr val="000000"/>
                  </a:solidFill>
                  <a:ea typeface="宋体" charset="-122"/>
                </a:rPr>
                <a:t>时</a:t>
              </a:r>
            </a:p>
          </p:txBody>
        </p:sp>
        <p:graphicFrame>
          <p:nvGraphicFramePr>
            <p:cNvPr id="100418" name="Object 66"/>
            <p:cNvGraphicFramePr>
              <a:graphicFrameLocks noChangeAspect="1"/>
            </p:cNvGraphicFramePr>
            <p:nvPr/>
          </p:nvGraphicFramePr>
          <p:xfrm>
            <a:off x="3292" y="2669"/>
            <a:ext cx="538" cy="3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26" name="公式" r:id="rId27" imgW="533160" imgH="342720" progId="Equation.3">
                    <p:embed/>
                  </p:oleObj>
                </mc:Choice>
                <mc:Fallback>
                  <p:oleObj name="公式" r:id="rId27" imgW="533160" imgH="342720" progId="Equation.3">
                    <p:embed/>
                    <p:pic>
                      <p:nvPicPr>
                        <p:cNvPr id="0" name="Picture 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92" y="2669"/>
                          <a:ext cx="538" cy="3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D640DE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75"/>
          <p:cNvGrpSpPr>
            <a:grpSpLocks/>
          </p:cNvGrpSpPr>
          <p:nvPr/>
        </p:nvGrpSpPr>
        <p:grpSpPr bwMode="auto">
          <a:xfrm>
            <a:off x="6226971" y="1915716"/>
            <a:ext cx="373856" cy="370284"/>
            <a:chOff x="4464" y="2016"/>
            <a:chExt cx="336" cy="334"/>
          </a:xfrm>
        </p:grpSpPr>
        <p:sp>
          <p:nvSpPr>
            <p:cNvPr id="100428" name="Line 76"/>
            <p:cNvSpPr>
              <a:spLocks noChangeShapeType="1"/>
            </p:cNvSpPr>
            <p:nvPr/>
          </p:nvSpPr>
          <p:spPr bwMode="auto">
            <a:xfrm>
              <a:off x="4464" y="2217"/>
              <a:ext cx="315" cy="133"/>
            </a:xfrm>
            <a:prstGeom prst="line">
              <a:avLst/>
            </a:prstGeom>
            <a:noFill/>
            <a:ln w="38100">
              <a:solidFill>
                <a:srgbClr val="FF6600"/>
              </a:solidFill>
              <a:miter lim="800000"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0429" name="Object 77"/>
            <p:cNvGraphicFramePr>
              <a:graphicFrameLocks noChangeAspect="1"/>
            </p:cNvGraphicFramePr>
            <p:nvPr/>
          </p:nvGraphicFramePr>
          <p:xfrm>
            <a:off x="4571" y="2016"/>
            <a:ext cx="229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27" name="公式" r:id="rId28" imgW="228600" imgH="266400" progId="Equation.3">
                    <p:embed/>
                  </p:oleObj>
                </mc:Choice>
                <mc:Fallback>
                  <p:oleObj name="公式" r:id="rId28" imgW="228600" imgH="266400" progId="Equation.3">
                    <p:embed/>
                    <p:pic>
                      <p:nvPicPr>
                        <p:cNvPr id="0" name="Picture 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1" y="2016"/>
                          <a:ext cx="229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Group 113"/>
          <p:cNvGrpSpPr>
            <a:grpSpLocks/>
          </p:cNvGrpSpPr>
          <p:nvPr/>
        </p:nvGrpSpPr>
        <p:grpSpPr bwMode="auto">
          <a:xfrm>
            <a:off x="5737622" y="1028700"/>
            <a:ext cx="477441" cy="804863"/>
            <a:chOff x="3859" y="864"/>
            <a:chExt cx="401" cy="676"/>
          </a:xfrm>
        </p:grpSpPr>
        <p:sp>
          <p:nvSpPr>
            <p:cNvPr id="100431" name="Line 79"/>
            <p:cNvSpPr>
              <a:spLocks noChangeShapeType="1"/>
            </p:cNvSpPr>
            <p:nvPr/>
          </p:nvSpPr>
          <p:spPr bwMode="auto">
            <a:xfrm flipV="1">
              <a:off x="3892" y="1076"/>
              <a:ext cx="0" cy="464"/>
            </a:xfrm>
            <a:prstGeom prst="line">
              <a:avLst/>
            </a:prstGeom>
            <a:noFill/>
            <a:ln w="38100">
              <a:solidFill>
                <a:srgbClr val="008000"/>
              </a:solidFill>
              <a:miter lim="800000"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0432" name="Object 80"/>
            <p:cNvGraphicFramePr>
              <a:graphicFrameLocks noChangeAspect="1"/>
            </p:cNvGraphicFramePr>
            <p:nvPr/>
          </p:nvGraphicFramePr>
          <p:xfrm>
            <a:off x="3859" y="864"/>
            <a:ext cx="401" cy="2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28" name="Equation" r:id="rId29" imgW="215640" imgH="177480" progId="Equation.DSMT4">
                    <p:embed/>
                  </p:oleObj>
                </mc:Choice>
                <mc:Fallback>
                  <p:oleObj name="Equation" r:id="rId29" imgW="215640" imgH="177480" progId="Equation.DSMT4">
                    <p:embed/>
                    <p:pic>
                      <p:nvPicPr>
                        <p:cNvPr id="0" name="Picture 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9" y="864"/>
                          <a:ext cx="401" cy="2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D640DE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9" name="Group 95"/>
          <p:cNvGrpSpPr>
            <a:grpSpLocks/>
          </p:cNvGrpSpPr>
          <p:nvPr/>
        </p:nvGrpSpPr>
        <p:grpSpPr bwMode="auto">
          <a:xfrm>
            <a:off x="1478758" y="767954"/>
            <a:ext cx="726281" cy="2513409"/>
            <a:chOff x="327" y="573"/>
            <a:chExt cx="610" cy="2111"/>
          </a:xfrm>
        </p:grpSpPr>
        <p:sp>
          <p:nvSpPr>
            <p:cNvPr id="100441" name="AutoShape 89"/>
            <p:cNvSpPr>
              <a:spLocks noChangeArrowheads="1"/>
            </p:cNvSpPr>
            <p:nvPr/>
          </p:nvSpPr>
          <p:spPr bwMode="auto">
            <a:xfrm>
              <a:off x="327" y="573"/>
              <a:ext cx="610" cy="2111"/>
            </a:xfrm>
            <a:prstGeom prst="verticalScroll">
              <a:avLst>
                <a:gd name="adj" fmla="val 20819"/>
              </a:avLst>
            </a:prstGeom>
            <a:solidFill>
              <a:srgbClr val="FF99CC">
                <a:alpha val="39999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vert="eaVert" wrap="none" lIns="0" tIns="0" rIns="0" bIns="0" anchor="ctr"/>
            <a:lstStyle/>
            <a:p>
              <a:pPr algn="dist" eaLnBrk="1" hangingPunct="1">
                <a:spcBef>
                  <a:spcPct val="50000"/>
                </a:spcBef>
              </a:pPr>
              <a:endParaRPr kumimoji="1" lang="zh-CN" altLang="en-US" sz="2100">
                <a:solidFill>
                  <a:srgbClr val="000000"/>
                </a:solidFill>
                <a:ea typeface="宋体" charset="-122"/>
              </a:endParaRPr>
            </a:p>
            <a:p>
              <a:pPr algn="dist"/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0442" name="Rectangle 90"/>
            <p:cNvSpPr>
              <a:spLocks noChangeArrowheads="1"/>
            </p:cNvSpPr>
            <p:nvPr/>
          </p:nvSpPr>
          <p:spPr bwMode="auto">
            <a:xfrm>
              <a:off x="401" y="763"/>
              <a:ext cx="427" cy="17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>
              <a:spAutoFit/>
            </a:bodyPr>
            <a:lstStyle/>
            <a:p>
              <a:pPr algn="dist"/>
              <a:r>
                <a:rPr kumimoji="1" lang="zh-CN" altLang="en-US" sz="2100">
                  <a:solidFill>
                    <a:srgbClr val="0000FF"/>
                  </a:solidFill>
                  <a:ea typeface="宋体" charset="-122"/>
                </a:rPr>
                <a:t>抗 磁 质 的 磁 化</a:t>
              </a:r>
            </a:p>
          </p:txBody>
        </p:sp>
      </p:grpSp>
      <p:sp>
        <p:nvSpPr>
          <p:cNvPr id="100446" name="Text Box 94"/>
          <p:cNvSpPr txBox="1">
            <a:spLocks noChangeArrowheads="1"/>
          </p:cNvSpPr>
          <p:nvPr/>
        </p:nvSpPr>
        <p:spPr bwMode="auto">
          <a:xfrm>
            <a:off x="1410893" y="3736182"/>
            <a:ext cx="6382940" cy="70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    在抗磁质内的磁感强度</a:t>
            </a:r>
            <a:r>
              <a:rPr kumimoji="1" lang="en-US" altLang="zh-CN" sz="2100" i="1">
                <a:solidFill>
                  <a:srgbClr val="000000"/>
                </a:solidFill>
                <a:ea typeface="宋体" charset="-122"/>
              </a:rPr>
              <a:t>B </a:t>
            </a: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要比原</a:t>
            </a:r>
            <a:r>
              <a:rPr kumimoji="1" lang="en-US" altLang="zh-CN" sz="2100" i="1">
                <a:solidFill>
                  <a:srgbClr val="000000"/>
                </a:solidFill>
                <a:ea typeface="宋体" charset="-122"/>
              </a:rPr>
              <a:t>B</a:t>
            </a:r>
            <a:r>
              <a:rPr kumimoji="1" lang="en-US" altLang="zh-CN" sz="2100" baseline="-25000">
                <a:solidFill>
                  <a:srgbClr val="000000"/>
                </a:solidFill>
                <a:ea typeface="宋体" charset="-122"/>
              </a:rPr>
              <a:t>0</a:t>
            </a:r>
            <a:r>
              <a:rPr kumimoji="1" lang="en-US" altLang="zh-CN" sz="2100" i="1" baseline="-25000">
                <a:solidFill>
                  <a:srgbClr val="000000"/>
                </a:solidFill>
                <a:ea typeface="宋体" charset="-122"/>
              </a:rPr>
              <a:t> </a:t>
            </a: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略微小一点。  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</a:pP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抗磁特性在其它磁介质中也存在，但是其影响很小。</a:t>
            </a:r>
          </a:p>
        </p:txBody>
      </p:sp>
      <p:grpSp>
        <p:nvGrpSpPr>
          <p:cNvPr id="20" name="Group 109"/>
          <p:cNvGrpSpPr>
            <a:grpSpLocks/>
          </p:cNvGrpSpPr>
          <p:nvPr/>
        </p:nvGrpSpPr>
        <p:grpSpPr bwMode="auto">
          <a:xfrm>
            <a:off x="5178032" y="2056213"/>
            <a:ext cx="610791" cy="459581"/>
            <a:chOff x="4862" y="1915"/>
            <a:chExt cx="513" cy="386"/>
          </a:xfrm>
        </p:grpSpPr>
        <p:sp>
          <p:nvSpPr>
            <p:cNvPr id="100462" name="Line 110"/>
            <p:cNvSpPr>
              <a:spLocks noChangeShapeType="1"/>
            </p:cNvSpPr>
            <p:nvPr/>
          </p:nvSpPr>
          <p:spPr bwMode="auto">
            <a:xfrm>
              <a:off x="5372" y="1915"/>
              <a:ext cx="3" cy="241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0463" name="Object 111"/>
            <p:cNvGraphicFramePr>
              <a:graphicFrameLocks noChangeAspect="1"/>
            </p:cNvGraphicFramePr>
            <p:nvPr/>
          </p:nvGraphicFramePr>
          <p:xfrm>
            <a:off x="4862" y="2057"/>
            <a:ext cx="446" cy="2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5729" name="Equation" r:id="rId31" imgW="317160" imgH="177480" progId="Equation.DSMT4">
                    <p:embed/>
                  </p:oleObj>
                </mc:Choice>
                <mc:Fallback>
                  <p:oleObj name="Equation" r:id="rId31" imgW="317160" imgH="177480" progId="Equation.DSMT4">
                    <p:embed/>
                    <p:pic>
                      <p:nvPicPr>
                        <p:cNvPr id="0" name="Picture 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2" y="2057"/>
                          <a:ext cx="446" cy="2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0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4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E50EFF-29F7-40CF-9268-774687B4BE8D}" type="slidenum">
              <a:rPr lang="zh-CN" altLang="en-US">
                <a:solidFill>
                  <a:srgbClr val="578963"/>
                </a:solidFill>
              </a:rPr>
              <a:pPr/>
              <a:t>20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01482" name="Text Box 106"/>
          <p:cNvSpPr txBox="1">
            <a:spLocks noChangeArrowheads="1"/>
          </p:cNvSpPr>
          <p:nvPr/>
        </p:nvSpPr>
        <p:spPr bwMode="auto">
          <a:xfrm>
            <a:off x="859632" y="665360"/>
            <a:ext cx="7414498" cy="1061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        在密绕的长直螺线</a:t>
            </a: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管中充满磁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介质，线圈中的电</a:t>
            </a: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流为 </a:t>
            </a:r>
            <a:r>
              <a:rPr kumimoji="1" lang="en-US" altLang="zh-CN" sz="2100" i="1">
                <a:solidFill>
                  <a:srgbClr val="000000"/>
                </a:solidFill>
                <a:ea typeface="宋体" charset="-122"/>
              </a:rPr>
              <a:t>I </a:t>
            </a: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，取闭合环路</a:t>
            </a:r>
            <a:r>
              <a:rPr kumimoji="1" lang="en-US" altLang="zh-CN" sz="2100" i="1">
                <a:solidFill>
                  <a:srgbClr val="000000"/>
                </a:solidFill>
                <a:ea typeface="宋体" charset="-122"/>
              </a:rPr>
              <a:t>MNOP</a:t>
            </a: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，</a:t>
            </a:r>
            <a:r>
              <a:rPr kumimoji="1" lang="zh-CN" altLang="en-US" sz="2100">
                <a:solidFill>
                  <a:srgbClr val="FF0000"/>
                </a:solidFill>
                <a:ea typeface="宋体" charset="-122"/>
              </a:rPr>
              <a:t>求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此</a:t>
            </a: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闭合环路</a:t>
            </a:r>
            <a:r>
              <a:rPr kumimoji="1" lang="zh-CN" altLang="en-US" sz="2100">
                <a:solidFill>
                  <a:srgbClr val="FF0000"/>
                </a:solidFill>
                <a:ea typeface="宋体" charset="-122"/>
              </a:rPr>
              <a:t>磁场强度的线积分</a:t>
            </a:r>
            <a:r>
              <a:rPr kumimoji="1" lang="en-US" altLang="zh-CN" sz="2100">
                <a:solidFill>
                  <a:srgbClr val="FF0000"/>
                </a:solidFill>
                <a:ea typeface="宋体" charset="-122"/>
              </a:rPr>
              <a:t>.</a:t>
            </a:r>
            <a:endParaRPr kumimoji="1" lang="zh-CN" altLang="en-US" sz="2100" dirty="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01560" name="Arc 184"/>
          <p:cNvSpPr>
            <a:spLocks/>
          </p:cNvSpPr>
          <p:nvPr/>
        </p:nvSpPr>
        <p:spPr bwMode="auto">
          <a:xfrm rot="2032852">
            <a:off x="5889070" y="2328627"/>
            <a:ext cx="1870472" cy="1168003"/>
          </a:xfrm>
          <a:custGeom>
            <a:avLst/>
            <a:gdLst>
              <a:gd name="G0" fmla="+- 21590 0 0"/>
              <a:gd name="G1" fmla="+- 21600 0 0"/>
              <a:gd name="G2" fmla="+- 21600 0 0"/>
              <a:gd name="T0" fmla="*/ 0 w 34613"/>
              <a:gd name="T1" fmla="*/ 20927 h 21600"/>
              <a:gd name="T2" fmla="*/ 34613 w 34613"/>
              <a:gd name="T3" fmla="*/ 4367 h 21600"/>
              <a:gd name="T4" fmla="*/ 21590 w 34613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4613" h="21600" fill="none" extrusionOk="0">
                <a:moveTo>
                  <a:pt x="0" y="20927"/>
                </a:moveTo>
                <a:cubicBezTo>
                  <a:pt x="364" y="9265"/>
                  <a:pt x="9922" y="-1"/>
                  <a:pt x="21590" y="0"/>
                </a:cubicBezTo>
                <a:cubicBezTo>
                  <a:pt x="26290" y="0"/>
                  <a:pt x="30862" y="1533"/>
                  <a:pt x="34612" y="4367"/>
                </a:cubicBezTo>
              </a:path>
              <a:path w="34613" h="21600" stroke="0" extrusionOk="0">
                <a:moveTo>
                  <a:pt x="0" y="20927"/>
                </a:moveTo>
                <a:cubicBezTo>
                  <a:pt x="364" y="9265"/>
                  <a:pt x="9922" y="-1"/>
                  <a:pt x="21590" y="0"/>
                </a:cubicBezTo>
                <a:cubicBezTo>
                  <a:pt x="26290" y="0"/>
                  <a:pt x="30862" y="1533"/>
                  <a:pt x="34612" y="4367"/>
                </a:cubicBezTo>
                <a:lnTo>
                  <a:pt x="21590" y="21600"/>
                </a:lnTo>
                <a:close/>
              </a:path>
            </a:pathLst>
          </a:custGeom>
          <a:noFill/>
          <a:ln w="28575">
            <a:solidFill>
              <a:schemeClr val="folHlink"/>
            </a:solidFill>
            <a:round/>
            <a:headEnd type="stealth" w="lg" len="lg"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2" name="Group 185"/>
          <p:cNvGrpSpPr>
            <a:grpSpLocks/>
          </p:cNvGrpSpPr>
          <p:nvPr/>
        </p:nvGrpSpPr>
        <p:grpSpPr bwMode="auto">
          <a:xfrm>
            <a:off x="1853805" y="2597944"/>
            <a:ext cx="2588419" cy="1147763"/>
            <a:chOff x="2595" y="2856"/>
            <a:chExt cx="1479" cy="656"/>
          </a:xfrm>
        </p:grpSpPr>
        <p:sp>
          <p:nvSpPr>
            <p:cNvPr id="101514" name="AutoShape 138"/>
            <p:cNvSpPr>
              <a:spLocks noChangeArrowheads="1"/>
            </p:cNvSpPr>
            <p:nvPr/>
          </p:nvSpPr>
          <p:spPr bwMode="auto">
            <a:xfrm rot="5400000">
              <a:off x="3021" y="2458"/>
              <a:ext cx="628" cy="1479"/>
            </a:xfrm>
            <a:prstGeom prst="can">
              <a:avLst>
                <a:gd name="adj" fmla="val 47920"/>
              </a:avLst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pSp>
          <p:nvGrpSpPr>
            <p:cNvPr id="3" name="Group 144"/>
            <p:cNvGrpSpPr>
              <a:grpSpLocks/>
            </p:cNvGrpSpPr>
            <p:nvPr/>
          </p:nvGrpSpPr>
          <p:grpSpPr bwMode="auto">
            <a:xfrm>
              <a:off x="2865" y="2856"/>
              <a:ext cx="840" cy="384"/>
              <a:chOff x="1334" y="3519"/>
              <a:chExt cx="840" cy="384"/>
            </a:xfrm>
          </p:grpSpPr>
          <p:graphicFrame>
            <p:nvGraphicFramePr>
              <p:cNvPr id="101479" name="Object 103"/>
              <p:cNvGraphicFramePr>
                <a:graphicFrameLocks noChangeAspect="1"/>
              </p:cNvGraphicFramePr>
              <p:nvPr/>
            </p:nvGraphicFramePr>
            <p:xfrm>
              <a:off x="1877" y="3519"/>
              <a:ext cx="297" cy="3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1775" name="公式" r:id="rId3" imgW="190440" imgH="241200" progId="Equation.3">
                      <p:embed/>
                    </p:oleObj>
                  </mc:Choice>
                  <mc:Fallback>
                    <p:oleObj name="公式" r:id="rId3" imgW="190440" imgH="24120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877" y="3519"/>
                            <a:ext cx="297" cy="3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1481" name="Freeform 105"/>
              <p:cNvSpPr>
                <a:spLocks/>
              </p:cNvSpPr>
              <p:nvPr/>
            </p:nvSpPr>
            <p:spPr bwMode="auto">
              <a:xfrm rot="5321072">
                <a:off x="1624" y="3523"/>
                <a:ext cx="0" cy="580"/>
              </a:xfrm>
              <a:custGeom>
                <a:avLst/>
                <a:gdLst/>
                <a:ahLst/>
                <a:cxnLst>
                  <a:cxn ang="0">
                    <a:pos x="0" y="376"/>
                  </a:cxn>
                  <a:cxn ang="0">
                    <a:pos x="0" y="0"/>
                  </a:cxn>
                </a:cxnLst>
                <a:rect l="0" t="0" r="r" b="b"/>
                <a:pathLst>
                  <a:path w="1" h="376">
                    <a:moveTo>
                      <a:pt x="0" y="376"/>
                    </a:move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rgbClr val="FF0000"/>
                </a:solidFill>
                <a:round/>
                <a:headEnd type="none" w="med" len="med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4" name="Group 146"/>
            <p:cNvGrpSpPr>
              <a:grpSpLocks/>
            </p:cNvGrpSpPr>
            <p:nvPr/>
          </p:nvGrpSpPr>
          <p:grpSpPr bwMode="auto">
            <a:xfrm>
              <a:off x="2771" y="3000"/>
              <a:ext cx="920" cy="390"/>
              <a:chOff x="2528" y="3477"/>
              <a:chExt cx="920" cy="390"/>
            </a:xfrm>
          </p:grpSpPr>
          <p:sp>
            <p:nvSpPr>
              <p:cNvPr id="101515" name="Arc 139"/>
              <p:cNvSpPr>
                <a:spLocks/>
              </p:cNvSpPr>
              <p:nvPr/>
            </p:nvSpPr>
            <p:spPr bwMode="auto">
              <a:xfrm rot="20840786" flipH="1">
                <a:off x="2528" y="3477"/>
                <a:ext cx="121" cy="3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516" name="Arc 140"/>
              <p:cNvSpPr>
                <a:spLocks/>
              </p:cNvSpPr>
              <p:nvPr/>
            </p:nvSpPr>
            <p:spPr bwMode="auto">
              <a:xfrm rot="20840786" flipH="1">
                <a:off x="2728" y="3477"/>
                <a:ext cx="121" cy="3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517" name="Arc 141"/>
              <p:cNvSpPr>
                <a:spLocks/>
              </p:cNvSpPr>
              <p:nvPr/>
            </p:nvSpPr>
            <p:spPr bwMode="auto">
              <a:xfrm rot="20840786" flipH="1">
                <a:off x="2928" y="3477"/>
                <a:ext cx="121" cy="3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518" name="Arc 142"/>
              <p:cNvSpPr>
                <a:spLocks/>
              </p:cNvSpPr>
              <p:nvPr/>
            </p:nvSpPr>
            <p:spPr bwMode="auto">
              <a:xfrm rot="20840786" flipH="1">
                <a:off x="3128" y="3477"/>
                <a:ext cx="121" cy="3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519" name="Arc 143"/>
              <p:cNvSpPr>
                <a:spLocks/>
              </p:cNvSpPr>
              <p:nvPr/>
            </p:nvSpPr>
            <p:spPr bwMode="auto">
              <a:xfrm rot="20840786" flipH="1">
                <a:off x="3327" y="3477"/>
                <a:ext cx="121" cy="3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5" name="Group 148"/>
          <p:cNvGrpSpPr>
            <a:grpSpLocks/>
          </p:cNvGrpSpPr>
          <p:nvPr/>
        </p:nvGrpSpPr>
        <p:grpSpPr bwMode="auto">
          <a:xfrm>
            <a:off x="4264821" y="2859883"/>
            <a:ext cx="997744" cy="584597"/>
            <a:chOff x="3718" y="3479"/>
            <a:chExt cx="570" cy="334"/>
          </a:xfrm>
        </p:grpSpPr>
        <p:sp>
          <p:nvSpPr>
            <p:cNvPr id="101511" name="Freeform 135"/>
            <p:cNvSpPr>
              <a:spLocks/>
            </p:cNvSpPr>
            <p:nvPr/>
          </p:nvSpPr>
          <p:spPr bwMode="auto">
            <a:xfrm rot="5321072">
              <a:off x="3864" y="3537"/>
              <a:ext cx="0" cy="292"/>
            </a:xfrm>
            <a:custGeom>
              <a:avLst/>
              <a:gdLst/>
              <a:ahLst/>
              <a:cxnLst>
                <a:cxn ang="0">
                  <a:pos x="0" y="376"/>
                </a:cxn>
                <a:cxn ang="0">
                  <a:pos x="0" y="0"/>
                </a:cxn>
              </a:cxnLst>
              <a:rect l="0" t="0" r="r" b="b"/>
              <a:pathLst>
                <a:path w="1" h="376">
                  <a:moveTo>
                    <a:pt x="0" y="376"/>
                  </a:moveTo>
                  <a:lnTo>
                    <a:pt x="0" y="0"/>
                  </a:lnTo>
                </a:path>
              </a:pathLst>
            </a:custGeom>
            <a:noFill/>
            <a:ln w="41275">
              <a:solidFill>
                <a:srgbClr val="FF0000"/>
              </a:solidFill>
              <a:round/>
              <a:headEnd type="none" w="med" len="med"/>
              <a:tailEnd type="arrow" w="med" len="med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1512" name="Object 136"/>
            <p:cNvGraphicFramePr>
              <a:graphicFrameLocks noChangeAspect="1"/>
            </p:cNvGraphicFramePr>
            <p:nvPr/>
          </p:nvGraphicFramePr>
          <p:xfrm>
            <a:off x="3965" y="3479"/>
            <a:ext cx="323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776" name="公式" r:id="rId5" imgW="190440" imgH="190440" progId="Equation.3">
                    <p:embed/>
                  </p:oleObj>
                </mc:Choice>
                <mc:Fallback>
                  <p:oleObj name="公式" r:id="rId5" imgW="190440" imgH="190440" progId="Equation.3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65" y="3479"/>
                          <a:ext cx="323" cy="3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" name="Group 149"/>
          <p:cNvGrpSpPr>
            <a:grpSpLocks/>
          </p:cNvGrpSpPr>
          <p:nvPr/>
        </p:nvGrpSpPr>
        <p:grpSpPr bwMode="auto">
          <a:xfrm>
            <a:off x="1792616" y="3040406"/>
            <a:ext cx="2625097" cy="1152977"/>
            <a:chOff x="3297" y="724"/>
            <a:chExt cx="1500" cy="1118"/>
          </a:xfrm>
        </p:grpSpPr>
        <p:sp>
          <p:nvSpPr>
            <p:cNvPr id="101526" name="Rectangle 150"/>
            <p:cNvSpPr>
              <a:spLocks noChangeArrowheads="1"/>
            </p:cNvSpPr>
            <p:nvPr/>
          </p:nvSpPr>
          <p:spPr bwMode="auto">
            <a:xfrm rot="5400000">
              <a:off x="3648" y="778"/>
              <a:ext cx="576" cy="912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1527" name="Text Box 151"/>
            <p:cNvSpPr txBox="1">
              <a:spLocks noChangeArrowheads="1"/>
            </p:cNvSpPr>
            <p:nvPr/>
          </p:nvSpPr>
          <p:spPr bwMode="auto">
            <a:xfrm>
              <a:off x="3328" y="1416"/>
              <a:ext cx="336" cy="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i="1" dirty="0">
                  <a:solidFill>
                    <a:srgbClr val="000000"/>
                  </a:solidFill>
                  <a:ea typeface="宋体" charset="-122"/>
                </a:rPr>
                <a:t>P</a:t>
              </a:r>
            </a:p>
          </p:txBody>
        </p:sp>
        <p:sp>
          <p:nvSpPr>
            <p:cNvPr id="101528" name="Text Box 152"/>
            <p:cNvSpPr txBox="1">
              <a:spLocks noChangeArrowheads="1"/>
            </p:cNvSpPr>
            <p:nvPr/>
          </p:nvSpPr>
          <p:spPr bwMode="auto">
            <a:xfrm>
              <a:off x="4365" y="1484"/>
              <a:ext cx="432" cy="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i="1" dirty="0">
                  <a:solidFill>
                    <a:srgbClr val="000000"/>
                  </a:solidFill>
                  <a:ea typeface="宋体" charset="-122"/>
                </a:rPr>
                <a:t>O</a:t>
              </a:r>
            </a:p>
          </p:txBody>
        </p:sp>
        <p:sp>
          <p:nvSpPr>
            <p:cNvPr id="101529" name="Text Box 153"/>
            <p:cNvSpPr txBox="1">
              <a:spLocks noChangeArrowheads="1"/>
            </p:cNvSpPr>
            <p:nvPr/>
          </p:nvSpPr>
          <p:spPr bwMode="auto">
            <a:xfrm>
              <a:off x="4362" y="724"/>
              <a:ext cx="336" cy="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i="1" dirty="0">
                  <a:solidFill>
                    <a:srgbClr val="000000"/>
                  </a:solidFill>
                  <a:ea typeface="宋体" charset="-122"/>
                </a:rPr>
                <a:t>N</a:t>
              </a:r>
            </a:p>
          </p:txBody>
        </p:sp>
        <p:sp>
          <p:nvSpPr>
            <p:cNvPr id="101530" name="Text Box 154"/>
            <p:cNvSpPr txBox="1">
              <a:spLocks noChangeArrowheads="1"/>
            </p:cNvSpPr>
            <p:nvPr/>
          </p:nvSpPr>
          <p:spPr bwMode="auto">
            <a:xfrm>
              <a:off x="3297" y="766"/>
              <a:ext cx="384" cy="3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1800" i="1" dirty="0">
                  <a:solidFill>
                    <a:srgbClr val="000000"/>
                  </a:solidFill>
                  <a:ea typeface="宋体" charset="-122"/>
                </a:rPr>
                <a:t>M</a:t>
              </a:r>
            </a:p>
          </p:txBody>
        </p:sp>
      </p:grpSp>
      <p:grpSp>
        <p:nvGrpSpPr>
          <p:cNvPr id="7" name="Group 270"/>
          <p:cNvGrpSpPr>
            <a:grpSpLocks/>
          </p:cNvGrpSpPr>
          <p:nvPr/>
        </p:nvGrpSpPr>
        <p:grpSpPr bwMode="auto">
          <a:xfrm>
            <a:off x="2338388" y="2833687"/>
            <a:ext cx="1609725" cy="682229"/>
            <a:chOff x="2528" y="3477"/>
            <a:chExt cx="920" cy="390"/>
          </a:xfrm>
        </p:grpSpPr>
        <p:sp>
          <p:nvSpPr>
            <p:cNvPr id="101647" name="Arc 271"/>
            <p:cNvSpPr>
              <a:spLocks/>
            </p:cNvSpPr>
            <p:nvPr/>
          </p:nvSpPr>
          <p:spPr bwMode="auto">
            <a:xfrm rot="20840786" flipH="1">
              <a:off x="2528" y="3477"/>
              <a:ext cx="121" cy="3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1648" name="Arc 272"/>
            <p:cNvSpPr>
              <a:spLocks/>
            </p:cNvSpPr>
            <p:nvPr/>
          </p:nvSpPr>
          <p:spPr bwMode="auto">
            <a:xfrm rot="20840786" flipH="1">
              <a:off x="2728" y="3477"/>
              <a:ext cx="121" cy="3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1649" name="Arc 273"/>
            <p:cNvSpPr>
              <a:spLocks/>
            </p:cNvSpPr>
            <p:nvPr/>
          </p:nvSpPr>
          <p:spPr bwMode="auto">
            <a:xfrm rot="20840786" flipH="1">
              <a:off x="2928" y="3477"/>
              <a:ext cx="121" cy="3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1650" name="Arc 274"/>
            <p:cNvSpPr>
              <a:spLocks/>
            </p:cNvSpPr>
            <p:nvPr/>
          </p:nvSpPr>
          <p:spPr bwMode="auto">
            <a:xfrm rot="20840786" flipH="1">
              <a:off x="3128" y="3477"/>
              <a:ext cx="121" cy="3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1651" name="Arc 275"/>
            <p:cNvSpPr>
              <a:spLocks/>
            </p:cNvSpPr>
            <p:nvPr/>
          </p:nvSpPr>
          <p:spPr bwMode="auto">
            <a:xfrm rot="20840786" flipH="1">
              <a:off x="3327" y="3477"/>
              <a:ext cx="121" cy="39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">
              <a:solidFill>
                <a:srgbClr val="FF0000"/>
              </a:solidFill>
              <a:round/>
              <a:headEnd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8" name="Group 314"/>
          <p:cNvGrpSpPr>
            <a:grpSpLocks/>
          </p:cNvGrpSpPr>
          <p:nvPr/>
        </p:nvGrpSpPr>
        <p:grpSpPr bwMode="auto">
          <a:xfrm>
            <a:off x="5845971" y="2650333"/>
            <a:ext cx="1721644" cy="1721644"/>
            <a:chOff x="5760" y="712"/>
            <a:chExt cx="2305" cy="2305"/>
          </a:xfrm>
        </p:grpSpPr>
        <p:sp>
          <p:nvSpPr>
            <p:cNvPr id="101691" name="Oval 315"/>
            <p:cNvSpPr>
              <a:spLocks noChangeArrowheads="1"/>
            </p:cNvSpPr>
            <p:nvPr/>
          </p:nvSpPr>
          <p:spPr bwMode="auto">
            <a:xfrm>
              <a:off x="5760" y="712"/>
              <a:ext cx="2305" cy="2305"/>
            </a:xfrm>
            <a:prstGeom prst="ellipse">
              <a:avLst/>
            </a:prstGeom>
            <a:solidFill>
              <a:srgbClr val="FFFFFF"/>
            </a:solidFill>
            <a:ln w="4127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endParaRPr kumimoji="1" lang="zh-CN" altLang="en-US" sz="1800" b="0">
                <a:solidFill>
                  <a:srgbClr val="000000"/>
                </a:solidFill>
                <a:ea typeface="宋体" charset="-122"/>
              </a:endParaRPr>
            </a:p>
          </p:txBody>
        </p:sp>
        <p:grpSp>
          <p:nvGrpSpPr>
            <p:cNvPr id="9" name="Group 316"/>
            <p:cNvGrpSpPr>
              <a:grpSpLocks/>
            </p:cNvGrpSpPr>
            <p:nvPr/>
          </p:nvGrpSpPr>
          <p:grpSpPr bwMode="auto">
            <a:xfrm>
              <a:off x="6352" y="800"/>
              <a:ext cx="732" cy="695"/>
              <a:chOff x="6484" y="1971"/>
              <a:chExt cx="568" cy="539"/>
            </a:xfrm>
          </p:grpSpPr>
          <p:sp>
            <p:nvSpPr>
              <p:cNvPr id="101693" name="Oval 317"/>
              <p:cNvSpPr>
                <a:spLocks noChangeArrowheads="1"/>
              </p:cNvSpPr>
              <p:nvPr/>
            </p:nvSpPr>
            <p:spPr bwMode="auto">
              <a:xfrm>
                <a:off x="6484" y="1971"/>
                <a:ext cx="568" cy="539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CC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694" name="Line 318"/>
              <p:cNvSpPr>
                <a:spLocks noChangeShapeType="1"/>
              </p:cNvSpPr>
              <p:nvPr/>
            </p:nvSpPr>
            <p:spPr bwMode="auto">
              <a:xfrm flipH="1">
                <a:off x="6706" y="1971"/>
                <a:ext cx="3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0" name="Group 319"/>
            <p:cNvGrpSpPr>
              <a:grpSpLocks/>
            </p:cNvGrpSpPr>
            <p:nvPr/>
          </p:nvGrpSpPr>
          <p:grpSpPr bwMode="auto">
            <a:xfrm>
              <a:off x="7093" y="1019"/>
              <a:ext cx="732" cy="695"/>
              <a:chOff x="6484" y="1971"/>
              <a:chExt cx="568" cy="539"/>
            </a:xfrm>
          </p:grpSpPr>
          <p:sp>
            <p:nvSpPr>
              <p:cNvPr id="101696" name="Oval 320"/>
              <p:cNvSpPr>
                <a:spLocks noChangeArrowheads="1"/>
              </p:cNvSpPr>
              <p:nvPr/>
            </p:nvSpPr>
            <p:spPr bwMode="auto">
              <a:xfrm>
                <a:off x="6484" y="1971"/>
                <a:ext cx="568" cy="539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CC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697" name="Line 321"/>
              <p:cNvSpPr>
                <a:spLocks noChangeShapeType="1"/>
              </p:cNvSpPr>
              <p:nvPr/>
            </p:nvSpPr>
            <p:spPr bwMode="auto">
              <a:xfrm flipH="1">
                <a:off x="6706" y="1971"/>
                <a:ext cx="3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1" name="Group 322"/>
            <p:cNvGrpSpPr>
              <a:grpSpLocks/>
            </p:cNvGrpSpPr>
            <p:nvPr/>
          </p:nvGrpSpPr>
          <p:grpSpPr bwMode="auto">
            <a:xfrm rot="9847356">
              <a:off x="7265" y="1741"/>
              <a:ext cx="732" cy="695"/>
              <a:chOff x="6484" y="1971"/>
              <a:chExt cx="568" cy="539"/>
            </a:xfrm>
          </p:grpSpPr>
          <p:sp>
            <p:nvSpPr>
              <p:cNvPr id="101699" name="Oval 323"/>
              <p:cNvSpPr>
                <a:spLocks noChangeArrowheads="1"/>
              </p:cNvSpPr>
              <p:nvPr/>
            </p:nvSpPr>
            <p:spPr bwMode="auto">
              <a:xfrm>
                <a:off x="6484" y="1971"/>
                <a:ext cx="568" cy="539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CC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700" name="Line 324"/>
              <p:cNvSpPr>
                <a:spLocks noChangeShapeType="1"/>
              </p:cNvSpPr>
              <p:nvPr/>
            </p:nvSpPr>
            <p:spPr bwMode="auto">
              <a:xfrm flipH="1">
                <a:off x="6706" y="1971"/>
                <a:ext cx="3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2" name="Group 325"/>
            <p:cNvGrpSpPr>
              <a:grpSpLocks/>
            </p:cNvGrpSpPr>
            <p:nvPr/>
          </p:nvGrpSpPr>
          <p:grpSpPr bwMode="auto">
            <a:xfrm rot="13002316">
              <a:off x="6727" y="2269"/>
              <a:ext cx="732" cy="695"/>
              <a:chOff x="6484" y="1971"/>
              <a:chExt cx="568" cy="539"/>
            </a:xfrm>
          </p:grpSpPr>
          <p:sp>
            <p:nvSpPr>
              <p:cNvPr id="101702" name="Oval 326"/>
              <p:cNvSpPr>
                <a:spLocks noChangeArrowheads="1"/>
              </p:cNvSpPr>
              <p:nvPr/>
            </p:nvSpPr>
            <p:spPr bwMode="auto">
              <a:xfrm>
                <a:off x="6484" y="1971"/>
                <a:ext cx="568" cy="539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CC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703" name="Line 327"/>
              <p:cNvSpPr>
                <a:spLocks noChangeShapeType="1"/>
              </p:cNvSpPr>
              <p:nvPr/>
            </p:nvSpPr>
            <p:spPr bwMode="auto">
              <a:xfrm flipH="1">
                <a:off x="6706" y="1971"/>
                <a:ext cx="3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3" name="Group 328"/>
            <p:cNvGrpSpPr>
              <a:grpSpLocks/>
            </p:cNvGrpSpPr>
            <p:nvPr/>
          </p:nvGrpSpPr>
          <p:grpSpPr bwMode="auto">
            <a:xfrm rot="15933047">
              <a:off x="6004" y="2043"/>
              <a:ext cx="732" cy="695"/>
              <a:chOff x="6484" y="1971"/>
              <a:chExt cx="568" cy="539"/>
            </a:xfrm>
          </p:grpSpPr>
          <p:sp>
            <p:nvSpPr>
              <p:cNvPr id="101705" name="Oval 329"/>
              <p:cNvSpPr>
                <a:spLocks noChangeArrowheads="1"/>
              </p:cNvSpPr>
              <p:nvPr/>
            </p:nvSpPr>
            <p:spPr bwMode="auto">
              <a:xfrm>
                <a:off x="6484" y="1971"/>
                <a:ext cx="568" cy="539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CC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706" name="Line 330"/>
              <p:cNvSpPr>
                <a:spLocks noChangeShapeType="1"/>
              </p:cNvSpPr>
              <p:nvPr/>
            </p:nvSpPr>
            <p:spPr bwMode="auto">
              <a:xfrm flipH="1">
                <a:off x="6706" y="1971"/>
                <a:ext cx="3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4" name="Group 331"/>
            <p:cNvGrpSpPr>
              <a:grpSpLocks/>
            </p:cNvGrpSpPr>
            <p:nvPr/>
          </p:nvGrpSpPr>
          <p:grpSpPr bwMode="auto">
            <a:xfrm rot="-4875979">
              <a:off x="5832" y="1324"/>
              <a:ext cx="732" cy="695"/>
              <a:chOff x="6484" y="1971"/>
              <a:chExt cx="568" cy="539"/>
            </a:xfrm>
          </p:grpSpPr>
          <p:sp>
            <p:nvSpPr>
              <p:cNvPr id="101708" name="Oval 332"/>
              <p:cNvSpPr>
                <a:spLocks noChangeArrowheads="1"/>
              </p:cNvSpPr>
              <p:nvPr/>
            </p:nvSpPr>
            <p:spPr bwMode="auto">
              <a:xfrm>
                <a:off x="6484" y="1971"/>
                <a:ext cx="568" cy="539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CC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709" name="Line 333"/>
              <p:cNvSpPr>
                <a:spLocks noChangeShapeType="1"/>
              </p:cNvSpPr>
              <p:nvPr/>
            </p:nvSpPr>
            <p:spPr bwMode="auto">
              <a:xfrm flipH="1">
                <a:off x="6706" y="1971"/>
                <a:ext cx="3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5" name="Group 334"/>
            <p:cNvGrpSpPr>
              <a:grpSpLocks/>
            </p:cNvGrpSpPr>
            <p:nvPr/>
          </p:nvGrpSpPr>
          <p:grpSpPr bwMode="auto">
            <a:xfrm>
              <a:off x="6551" y="1540"/>
              <a:ext cx="732" cy="695"/>
              <a:chOff x="6484" y="1971"/>
              <a:chExt cx="568" cy="539"/>
            </a:xfrm>
          </p:grpSpPr>
          <p:sp>
            <p:nvSpPr>
              <p:cNvPr id="101711" name="Oval 335"/>
              <p:cNvSpPr>
                <a:spLocks noChangeArrowheads="1"/>
              </p:cNvSpPr>
              <p:nvPr/>
            </p:nvSpPr>
            <p:spPr bwMode="auto">
              <a:xfrm>
                <a:off x="6484" y="1971"/>
                <a:ext cx="568" cy="539"/>
              </a:xfrm>
              <a:prstGeom prst="ellipse">
                <a:avLst/>
              </a:prstGeom>
              <a:solidFill>
                <a:srgbClr val="FFFFFF"/>
              </a:solidFill>
              <a:ln w="41275">
                <a:solidFill>
                  <a:srgbClr val="CC6600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1712" name="Line 336"/>
              <p:cNvSpPr>
                <a:spLocks noChangeShapeType="1"/>
              </p:cNvSpPr>
              <p:nvPr/>
            </p:nvSpPr>
            <p:spPr bwMode="auto">
              <a:xfrm flipH="1">
                <a:off x="6706" y="1971"/>
                <a:ext cx="39" cy="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16" name="Group 342"/>
          <p:cNvGrpSpPr>
            <a:grpSpLocks/>
          </p:cNvGrpSpPr>
          <p:nvPr/>
        </p:nvGrpSpPr>
        <p:grpSpPr bwMode="auto">
          <a:xfrm>
            <a:off x="2102644" y="3885010"/>
            <a:ext cx="1606154" cy="441722"/>
            <a:chOff x="678" y="2975"/>
            <a:chExt cx="1349" cy="371"/>
          </a:xfrm>
        </p:grpSpPr>
        <p:sp>
          <p:nvSpPr>
            <p:cNvPr id="101714" name="Line 338"/>
            <p:cNvSpPr>
              <a:spLocks noChangeShapeType="1"/>
            </p:cNvSpPr>
            <p:nvPr/>
          </p:nvSpPr>
          <p:spPr bwMode="auto">
            <a:xfrm>
              <a:off x="696" y="3230"/>
              <a:ext cx="13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stealth" w="lg" len="lg"/>
              <a:tailEnd type="stealth" w="lg" len="lg"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1715" name="Line 339"/>
            <p:cNvSpPr>
              <a:spLocks noChangeShapeType="1"/>
            </p:cNvSpPr>
            <p:nvPr/>
          </p:nvSpPr>
          <p:spPr bwMode="auto">
            <a:xfrm>
              <a:off x="678" y="2975"/>
              <a:ext cx="0" cy="371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1716" name="Line 340"/>
            <p:cNvSpPr>
              <a:spLocks noChangeShapeType="1"/>
            </p:cNvSpPr>
            <p:nvPr/>
          </p:nvSpPr>
          <p:spPr bwMode="auto">
            <a:xfrm>
              <a:off x="2027" y="2975"/>
              <a:ext cx="0" cy="371"/>
            </a:xfrm>
            <a:prstGeom prst="line">
              <a:avLst/>
            </a:prstGeom>
            <a:noFill/>
            <a:ln w="9525">
              <a:solidFill>
                <a:srgbClr val="FF9933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1717" name="Object 341"/>
            <p:cNvGraphicFramePr>
              <a:graphicFrameLocks noChangeAspect="1"/>
            </p:cNvGraphicFramePr>
            <p:nvPr/>
          </p:nvGraphicFramePr>
          <p:xfrm>
            <a:off x="1215" y="3056"/>
            <a:ext cx="234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1777" name="公式" r:id="rId7" imgW="152280" imgH="164880" progId="Equation.3">
                    <p:embed/>
                  </p:oleObj>
                </mc:Choice>
                <mc:Fallback>
                  <p:oleObj name="公式" r:id="rId7" imgW="152280" imgH="164880" progId="Equation.3">
                    <p:embed/>
                    <p:pic>
                      <p:nvPicPr>
                        <p:cNvPr id="0" name="Picture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15" y="3056"/>
                          <a:ext cx="234" cy="254"/>
                        </a:xfrm>
                        <a:prstGeom prst="rect">
                          <a:avLst/>
                        </a:prstGeom>
                        <a:solidFill>
                          <a:srgbClr val="FFFFF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1719" name="Text Box 343"/>
          <p:cNvSpPr txBox="1">
            <a:spLocks noChangeArrowheads="1"/>
          </p:cNvSpPr>
          <p:nvPr/>
        </p:nvSpPr>
        <p:spPr bwMode="auto">
          <a:xfrm>
            <a:off x="859632" y="240640"/>
            <a:ext cx="569833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lang="zh-CN" altLang="en-US" sz="2100" dirty="0">
                <a:solidFill>
                  <a:srgbClr val="0000FF"/>
                </a:solidFill>
                <a:ea typeface="宋体" charset="-122"/>
              </a:rPr>
              <a:t>二、磁介质中的安培环路定理</a:t>
            </a:r>
          </a:p>
        </p:txBody>
      </p:sp>
      <p:graphicFrame>
        <p:nvGraphicFramePr>
          <p:cNvPr id="61" name="Object 9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8994876"/>
              </p:ext>
            </p:extLst>
          </p:nvPr>
        </p:nvGraphicFramePr>
        <p:xfrm>
          <a:off x="6877765" y="1972677"/>
          <a:ext cx="261938" cy="375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1778" name="Equation" r:id="rId9" imgW="241200" imgH="380880" progId="Equation.3">
                  <p:embed/>
                </p:oleObj>
              </mc:Choice>
              <mc:Fallback>
                <p:oleObj name="Equation" r:id="rId9" imgW="241200" imgH="380880" progId="Equation.3">
                  <p:embed/>
                  <p:pic>
                    <p:nvPicPr>
                      <p:cNvPr id="99420" name="Object 9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765" y="1972677"/>
                        <a:ext cx="261938" cy="3750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01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56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C066E-40D5-4FDD-9C91-E22675A584B0}" type="slidenum">
              <a:rPr lang="zh-CN" altLang="en-US">
                <a:solidFill>
                  <a:srgbClr val="578963"/>
                </a:solidFill>
              </a:rPr>
              <a:pPr/>
              <a:t>21</a:t>
            </a:fld>
            <a:endParaRPr lang="en-US" altLang="zh-CN">
              <a:solidFill>
                <a:srgbClr val="578963"/>
              </a:solidFill>
            </a:endParaRPr>
          </a:p>
        </p:txBody>
      </p:sp>
      <p:graphicFrame>
        <p:nvGraphicFramePr>
          <p:cNvPr id="139404" name="Object 140"/>
          <p:cNvGraphicFramePr>
            <a:graphicFrameLocks noChangeAspect="1"/>
          </p:cNvGraphicFramePr>
          <p:nvPr/>
        </p:nvGraphicFramePr>
        <p:xfrm>
          <a:off x="2981325" y="2639616"/>
          <a:ext cx="2749154" cy="7750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2879" name="Equation" r:id="rId3" imgW="1396800" imgH="393480" progId="Equation.DSMT4">
                  <p:embed/>
                </p:oleObj>
              </mc:Choice>
              <mc:Fallback>
                <p:oleObj name="Equation" r:id="rId3" imgW="1396800" imgH="393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1325" y="2639616"/>
                        <a:ext cx="2749154" cy="7750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9405" name="AutoShape 141"/>
          <p:cNvSpPr>
            <a:spLocks noChangeArrowheads="1"/>
          </p:cNvSpPr>
          <p:nvPr/>
        </p:nvSpPr>
        <p:spPr bwMode="auto">
          <a:xfrm>
            <a:off x="5730478" y="1212343"/>
            <a:ext cx="1624013" cy="495014"/>
          </a:xfrm>
          <a:prstGeom prst="wedgeEllipseCallout">
            <a:avLst>
              <a:gd name="adj1" fmla="val -89346"/>
              <a:gd name="adj2" fmla="val 244586"/>
            </a:avLst>
          </a:prstGeom>
          <a:solidFill>
            <a:srgbClr val="FFFFFF"/>
          </a:solidFill>
          <a:ln w="44450">
            <a:solidFill>
              <a:srgbClr val="FF00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zh-CN" altLang="en-US" sz="2100" dirty="0">
                <a:solidFill>
                  <a:srgbClr val="3333CC"/>
                </a:solidFill>
                <a:ea typeface="宋体" charset="-122"/>
              </a:rPr>
              <a:t>传导电流</a:t>
            </a:r>
            <a:endParaRPr kumimoji="1" lang="zh-CN" altLang="en-US" sz="2100" dirty="0">
              <a:solidFill>
                <a:srgbClr val="99FF66"/>
              </a:solidFill>
              <a:ea typeface="宋体" charset="-122"/>
            </a:endParaRPr>
          </a:p>
        </p:txBody>
      </p:sp>
      <p:sp>
        <p:nvSpPr>
          <p:cNvPr id="139406" name="AutoShape 142"/>
          <p:cNvSpPr>
            <a:spLocks noChangeArrowheads="1"/>
          </p:cNvSpPr>
          <p:nvPr/>
        </p:nvSpPr>
        <p:spPr bwMode="auto">
          <a:xfrm>
            <a:off x="5730478" y="4137422"/>
            <a:ext cx="1624013" cy="579834"/>
          </a:xfrm>
          <a:prstGeom prst="wedgeEllipseCallout">
            <a:avLst>
              <a:gd name="adj1" fmla="val -60238"/>
              <a:gd name="adj2" fmla="val -211163"/>
            </a:avLst>
          </a:prstGeom>
          <a:solidFill>
            <a:srgbClr val="FFFFFF"/>
          </a:solidFill>
          <a:ln w="44450">
            <a:solidFill>
              <a:srgbClr val="CC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zh-CN" altLang="en-US" sz="2100" dirty="0">
                <a:solidFill>
                  <a:srgbClr val="FF0000"/>
                </a:solidFill>
                <a:ea typeface="宋体" charset="-122"/>
              </a:rPr>
              <a:t>束缚电流</a:t>
            </a:r>
          </a:p>
        </p:txBody>
      </p:sp>
      <p:sp>
        <p:nvSpPr>
          <p:cNvPr id="139408" name="AutoShape 144"/>
          <p:cNvSpPr>
            <a:spLocks noChangeArrowheads="1"/>
          </p:cNvSpPr>
          <p:nvPr/>
        </p:nvSpPr>
        <p:spPr bwMode="auto">
          <a:xfrm>
            <a:off x="1455273" y="3847505"/>
            <a:ext cx="2921231" cy="579834"/>
          </a:xfrm>
          <a:prstGeom prst="wedgeEllipseCallout">
            <a:avLst>
              <a:gd name="adj1" fmla="val 15984"/>
              <a:gd name="adj2" fmla="val -180044"/>
            </a:avLst>
          </a:prstGeom>
          <a:solidFill>
            <a:srgbClr val="FFFFFF"/>
          </a:solidFill>
          <a:ln w="44450">
            <a:solidFill>
              <a:srgbClr val="0066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kumimoji="1" lang="zh-CN" altLang="en-US" sz="2100" dirty="0">
                <a:solidFill>
                  <a:srgbClr val="3333CC"/>
                </a:solidFill>
                <a:ea typeface="宋体" charset="-122"/>
              </a:rPr>
              <a:t>介质中的总磁感强度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698334" y="347949"/>
            <a:ext cx="3469949" cy="1728788"/>
            <a:chOff x="1792616" y="2597944"/>
            <a:chExt cx="3469949" cy="1728788"/>
          </a:xfrm>
        </p:grpSpPr>
        <p:grpSp>
          <p:nvGrpSpPr>
            <p:cNvPr id="38" name="Group 185"/>
            <p:cNvGrpSpPr>
              <a:grpSpLocks/>
            </p:cNvGrpSpPr>
            <p:nvPr/>
          </p:nvGrpSpPr>
          <p:grpSpPr bwMode="auto">
            <a:xfrm>
              <a:off x="1853805" y="2597944"/>
              <a:ext cx="2588419" cy="1147763"/>
              <a:chOff x="2595" y="2856"/>
              <a:chExt cx="1479" cy="656"/>
            </a:xfrm>
          </p:grpSpPr>
          <p:sp>
            <p:nvSpPr>
              <p:cNvPr id="39" name="AutoShape 138"/>
              <p:cNvSpPr>
                <a:spLocks noChangeArrowheads="1"/>
              </p:cNvSpPr>
              <p:nvPr/>
            </p:nvSpPr>
            <p:spPr bwMode="auto">
              <a:xfrm rot="5400000">
                <a:off x="3021" y="2458"/>
                <a:ext cx="628" cy="1479"/>
              </a:xfrm>
              <a:prstGeom prst="can">
                <a:avLst>
                  <a:gd name="adj" fmla="val 47920"/>
                </a:avLst>
              </a:prstGeom>
              <a:solidFill>
                <a:srgbClr val="CCFF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pSp>
            <p:nvGrpSpPr>
              <p:cNvPr id="40" name="Group 144"/>
              <p:cNvGrpSpPr>
                <a:grpSpLocks/>
              </p:cNvGrpSpPr>
              <p:nvPr/>
            </p:nvGrpSpPr>
            <p:grpSpPr bwMode="auto">
              <a:xfrm>
                <a:off x="2865" y="2856"/>
                <a:ext cx="840" cy="384"/>
                <a:chOff x="1334" y="3519"/>
                <a:chExt cx="840" cy="384"/>
              </a:xfrm>
            </p:grpSpPr>
            <p:graphicFrame>
              <p:nvGraphicFramePr>
                <p:cNvPr id="47" name="Object 103"/>
                <p:cNvGraphicFramePr>
                  <a:graphicFrameLocks noChangeAspect="1"/>
                </p:cNvGraphicFramePr>
                <p:nvPr/>
              </p:nvGraphicFramePr>
              <p:xfrm>
                <a:off x="1877" y="3519"/>
                <a:ext cx="297" cy="38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82880" name="公式" r:id="rId5" imgW="190440" imgH="241200" progId="Equation.3">
                        <p:embed/>
                      </p:oleObj>
                    </mc:Choice>
                    <mc:Fallback>
                      <p:oleObj name="公式" r:id="rId5" imgW="190440" imgH="241200" progId="Equation.3">
                        <p:embed/>
                        <p:pic>
                          <p:nvPicPr>
                            <p:cNvPr id="101479" name="Object 10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1877" y="3519"/>
                              <a:ext cx="297" cy="38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48" name="Freeform 105"/>
                <p:cNvSpPr>
                  <a:spLocks/>
                </p:cNvSpPr>
                <p:nvPr/>
              </p:nvSpPr>
              <p:spPr bwMode="auto">
                <a:xfrm rot="5321072">
                  <a:off x="1624" y="3523"/>
                  <a:ext cx="0" cy="580"/>
                </a:xfrm>
                <a:custGeom>
                  <a:avLst/>
                  <a:gdLst/>
                  <a:ahLst/>
                  <a:cxnLst>
                    <a:cxn ang="0">
                      <a:pos x="0" y="376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1" h="376">
                      <a:moveTo>
                        <a:pt x="0" y="37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41275">
                  <a:solidFill>
                    <a:srgbClr val="FF0000"/>
                  </a:solidFill>
                  <a:round/>
                  <a:headEnd type="none" w="med" len="med"/>
                  <a:tailEnd type="arrow" w="med" len="med"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>
                    <a:solidFill>
                      <a:srgbClr val="000000"/>
                    </a:solidFill>
                    <a:ea typeface="宋体" charset="-122"/>
                  </a:endParaRPr>
                </a:p>
              </p:txBody>
            </p:sp>
          </p:grpSp>
          <p:grpSp>
            <p:nvGrpSpPr>
              <p:cNvPr id="41" name="Group 146"/>
              <p:cNvGrpSpPr>
                <a:grpSpLocks/>
              </p:cNvGrpSpPr>
              <p:nvPr/>
            </p:nvGrpSpPr>
            <p:grpSpPr bwMode="auto">
              <a:xfrm>
                <a:off x="2771" y="3000"/>
                <a:ext cx="920" cy="390"/>
                <a:chOff x="2528" y="3477"/>
                <a:chExt cx="920" cy="390"/>
              </a:xfrm>
            </p:grpSpPr>
            <p:sp>
              <p:nvSpPr>
                <p:cNvPr id="42" name="Arc 139"/>
                <p:cNvSpPr>
                  <a:spLocks/>
                </p:cNvSpPr>
                <p:nvPr/>
              </p:nvSpPr>
              <p:spPr bwMode="auto">
                <a:xfrm rot="20840786" flipH="1">
                  <a:off x="2528" y="3477"/>
                  <a:ext cx="121" cy="39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>
                    <a:solidFill>
                      <a:srgbClr val="000000"/>
                    </a:solidFill>
                    <a:ea typeface="宋体" charset="-122"/>
                  </a:endParaRPr>
                </a:p>
              </p:txBody>
            </p:sp>
            <p:sp>
              <p:nvSpPr>
                <p:cNvPr id="43" name="Arc 140"/>
                <p:cNvSpPr>
                  <a:spLocks/>
                </p:cNvSpPr>
                <p:nvPr/>
              </p:nvSpPr>
              <p:spPr bwMode="auto">
                <a:xfrm rot="20840786" flipH="1">
                  <a:off x="2728" y="3477"/>
                  <a:ext cx="121" cy="39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>
                    <a:solidFill>
                      <a:srgbClr val="000000"/>
                    </a:solidFill>
                    <a:ea typeface="宋体" charset="-122"/>
                  </a:endParaRPr>
                </a:p>
              </p:txBody>
            </p:sp>
            <p:sp>
              <p:nvSpPr>
                <p:cNvPr id="44" name="Arc 141"/>
                <p:cNvSpPr>
                  <a:spLocks/>
                </p:cNvSpPr>
                <p:nvPr/>
              </p:nvSpPr>
              <p:spPr bwMode="auto">
                <a:xfrm rot="20840786" flipH="1">
                  <a:off x="2928" y="3477"/>
                  <a:ext cx="121" cy="39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>
                    <a:solidFill>
                      <a:srgbClr val="000000"/>
                    </a:solidFill>
                    <a:ea typeface="宋体" charset="-122"/>
                  </a:endParaRPr>
                </a:p>
              </p:txBody>
            </p:sp>
            <p:sp>
              <p:nvSpPr>
                <p:cNvPr id="45" name="Arc 142"/>
                <p:cNvSpPr>
                  <a:spLocks/>
                </p:cNvSpPr>
                <p:nvPr/>
              </p:nvSpPr>
              <p:spPr bwMode="auto">
                <a:xfrm rot="20840786" flipH="1">
                  <a:off x="3128" y="3477"/>
                  <a:ext cx="121" cy="39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>
                    <a:solidFill>
                      <a:srgbClr val="000000"/>
                    </a:solidFill>
                    <a:ea typeface="宋体" charset="-122"/>
                  </a:endParaRPr>
                </a:p>
              </p:txBody>
            </p:sp>
            <p:sp>
              <p:nvSpPr>
                <p:cNvPr id="46" name="Arc 143"/>
                <p:cNvSpPr>
                  <a:spLocks/>
                </p:cNvSpPr>
                <p:nvPr/>
              </p:nvSpPr>
              <p:spPr bwMode="auto">
                <a:xfrm rot="20840786" flipH="1">
                  <a:off x="3327" y="3477"/>
                  <a:ext cx="121" cy="390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>
                    <a:solidFill>
                      <a:srgbClr val="000000"/>
                    </a:solidFill>
                    <a:ea typeface="宋体" charset="-122"/>
                  </a:endParaRPr>
                </a:p>
              </p:txBody>
            </p:sp>
          </p:grpSp>
        </p:grpSp>
        <p:grpSp>
          <p:nvGrpSpPr>
            <p:cNvPr id="49" name="Group 148"/>
            <p:cNvGrpSpPr>
              <a:grpSpLocks/>
            </p:cNvGrpSpPr>
            <p:nvPr/>
          </p:nvGrpSpPr>
          <p:grpSpPr bwMode="auto">
            <a:xfrm>
              <a:off x="4264821" y="2859883"/>
              <a:ext cx="997744" cy="584597"/>
              <a:chOff x="3718" y="3479"/>
              <a:chExt cx="570" cy="334"/>
            </a:xfrm>
          </p:grpSpPr>
          <p:sp>
            <p:nvSpPr>
              <p:cNvPr id="50" name="Freeform 135"/>
              <p:cNvSpPr>
                <a:spLocks/>
              </p:cNvSpPr>
              <p:nvPr/>
            </p:nvSpPr>
            <p:spPr bwMode="auto">
              <a:xfrm rot="5321072">
                <a:off x="3864" y="3537"/>
                <a:ext cx="0" cy="292"/>
              </a:xfrm>
              <a:custGeom>
                <a:avLst/>
                <a:gdLst/>
                <a:ahLst/>
                <a:cxnLst>
                  <a:cxn ang="0">
                    <a:pos x="0" y="376"/>
                  </a:cxn>
                  <a:cxn ang="0">
                    <a:pos x="0" y="0"/>
                  </a:cxn>
                </a:cxnLst>
                <a:rect l="0" t="0" r="r" b="b"/>
                <a:pathLst>
                  <a:path w="1" h="376">
                    <a:moveTo>
                      <a:pt x="0" y="376"/>
                    </a:moveTo>
                    <a:lnTo>
                      <a:pt x="0" y="0"/>
                    </a:lnTo>
                  </a:path>
                </a:pathLst>
              </a:custGeom>
              <a:noFill/>
              <a:ln w="41275">
                <a:solidFill>
                  <a:srgbClr val="FF0000"/>
                </a:solidFill>
                <a:round/>
                <a:headEnd type="none" w="med" len="med"/>
                <a:tailEnd type="arrow" w="med" len="med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51" name="Object 136"/>
              <p:cNvGraphicFramePr>
                <a:graphicFrameLocks noChangeAspect="1"/>
              </p:cNvGraphicFramePr>
              <p:nvPr/>
            </p:nvGraphicFramePr>
            <p:xfrm>
              <a:off x="3965" y="3479"/>
              <a:ext cx="323" cy="3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81" name="公式" r:id="rId7" imgW="190440" imgH="190440" progId="Equation.3">
                      <p:embed/>
                    </p:oleObj>
                  </mc:Choice>
                  <mc:Fallback>
                    <p:oleObj name="公式" r:id="rId7" imgW="190440" imgH="190440" progId="Equation.3">
                      <p:embed/>
                      <p:pic>
                        <p:nvPicPr>
                          <p:cNvPr id="101512" name="Object 13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65" y="3479"/>
                            <a:ext cx="323" cy="33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2" name="Group 149"/>
            <p:cNvGrpSpPr>
              <a:grpSpLocks/>
            </p:cNvGrpSpPr>
            <p:nvPr/>
          </p:nvGrpSpPr>
          <p:grpSpPr bwMode="auto">
            <a:xfrm>
              <a:off x="1792616" y="3040406"/>
              <a:ext cx="2625097" cy="1152977"/>
              <a:chOff x="3297" y="724"/>
              <a:chExt cx="1500" cy="1118"/>
            </a:xfrm>
          </p:grpSpPr>
          <p:sp>
            <p:nvSpPr>
              <p:cNvPr id="53" name="Rectangle 150"/>
              <p:cNvSpPr>
                <a:spLocks noChangeArrowheads="1"/>
              </p:cNvSpPr>
              <p:nvPr/>
            </p:nvSpPr>
            <p:spPr bwMode="auto">
              <a:xfrm rot="5400000">
                <a:off x="3648" y="778"/>
                <a:ext cx="576" cy="91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54" name="Text Box 151"/>
              <p:cNvSpPr txBox="1">
                <a:spLocks noChangeArrowheads="1"/>
              </p:cNvSpPr>
              <p:nvPr/>
            </p:nvSpPr>
            <p:spPr bwMode="auto">
              <a:xfrm>
                <a:off x="3328" y="1416"/>
                <a:ext cx="336" cy="3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1800" i="1" dirty="0">
                    <a:solidFill>
                      <a:srgbClr val="000000"/>
                    </a:solidFill>
                    <a:ea typeface="宋体" charset="-122"/>
                  </a:rPr>
                  <a:t>P</a:t>
                </a:r>
              </a:p>
            </p:txBody>
          </p:sp>
          <p:sp>
            <p:nvSpPr>
              <p:cNvPr id="55" name="Text Box 152"/>
              <p:cNvSpPr txBox="1">
                <a:spLocks noChangeArrowheads="1"/>
              </p:cNvSpPr>
              <p:nvPr/>
            </p:nvSpPr>
            <p:spPr bwMode="auto">
              <a:xfrm>
                <a:off x="4365" y="1484"/>
                <a:ext cx="432" cy="3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1800" i="1" dirty="0">
                    <a:solidFill>
                      <a:srgbClr val="000000"/>
                    </a:solidFill>
                    <a:ea typeface="宋体" charset="-122"/>
                  </a:rPr>
                  <a:t>O</a:t>
                </a:r>
              </a:p>
            </p:txBody>
          </p:sp>
          <p:sp>
            <p:nvSpPr>
              <p:cNvPr id="56" name="Text Box 153"/>
              <p:cNvSpPr txBox="1">
                <a:spLocks noChangeArrowheads="1"/>
              </p:cNvSpPr>
              <p:nvPr/>
            </p:nvSpPr>
            <p:spPr bwMode="auto">
              <a:xfrm>
                <a:off x="4362" y="724"/>
                <a:ext cx="336" cy="3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1800" i="1" dirty="0">
                    <a:solidFill>
                      <a:srgbClr val="000000"/>
                    </a:solidFill>
                    <a:ea typeface="宋体" charset="-122"/>
                  </a:rPr>
                  <a:t>N</a:t>
                </a:r>
              </a:p>
            </p:txBody>
          </p:sp>
          <p:sp>
            <p:nvSpPr>
              <p:cNvPr id="57" name="Text Box 154"/>
              <p:cNvSpPr txBox="1">
                <a:spLocks noChangeArrowheads="1"/>
              </p:cNvSpPr>
              <p:nvPr/>
            </p:nvSpPr>
            <p:spPr bwMode="auto">
              <a:xfrm>
                <a:off x="3297" y="766"/>
                <a:ext cx="384" cy="3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1800" i="1" dirty="0">
                    <a:solidFill>
                      <a:srgbClr val="000000"/>
                    </a:solidFill>
                    <a:ea typeface="宋体" charset="-122"/>
                  </a:rPr>
                  <a:t>M</a:t>
                </a:r>
              </a:p>
            </p:txBody>
          </p:sp>
        </p:grpSp>
        <p:grpSp>
          <p:nvGrpSpPr>
            <p:cNvPr id="58" name="Group 270"/>
            <p:cNvGrpSpPr>
              <a:grpSpLocks/>
            </p:cNvGrpSpPr>
            <p:nvPr/>
          </p:nvGrpSpPr>
          <p:grpSpPr bwMode="auto">
            <a:xfrm>
              <a:off x="2338388" y="2833687"/>
              <a:ext cx="1609725" cy="682229"/>
              <a:chOff x="2528" y="3477"/>
              <a:chExt cx="920" cy="390"/>
            </a:xfrm>
          </p:grpSpPr>
          <p:sp>
            <p:nvSpPr>
              <p:cNvPr id="59" name="Arc 271"/>
              <p:cNvSpPr>
                <a:spLocks/>
              </p:cNvSpPr>
              <p:nvPr/>
            </p:nvSpPr>
            <p:spPr bwMode="auto">
              <a:xfrm rot="20840786" flipH="1">
                <a:off x="2528" y="3477"/>
                <a:ext cx="121" cy="3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60" name="Arc 272"/>
              <p:cNvSpPr>
                <a:spLocks/>
              </p:cNvSpPr>
              <p:nvPr/>
            </p:nvSpPr>
            <p:spPr bwMode="auto">
              <a:xfrm rot="20840786" flipH="1">
                <a:off x="2728" y="3477"/>
                <a:ext cx="121" cy="3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61" name="Arc 273"/>
              <p:cNvSpPr>
                <a:spLocks/>
              </p:cNvSpPr>
              <p:nvPr/>
            </p:nvSpPr>
            <p:spPr bwMode="auto">
              <a:xfrm rot="20840786" flipH="1">
                <a:off x="2928" y="3477"/>
                <a:ext cx="121" cy="3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62" name="Arc 274"/>
              <p:cNvSpPr>
                <a:spLocks/>
              </p:cNvSpPr>
              <p:nvPr/>
            </p:nvSpPr>
            <p:spPr bwMode="auto">
              <a:xfrm rot="20840786" flipH="1">
                <a:off x="3128" y="3477"/>
                <a:ext cx="121" cy="3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63" name="Arc 275"/>
              <p:cNvSpPr>
                <a:spLocks/>
              </p:cNvSpPr>
              <p:nvPr/>
            </p:nvSpPr>
            <p:spPr bwMode="auto">
              <a:xfrm rot="20840786" flipH="1">
                <a:off x="3327" y="3477"/>
                <a:ext cx="121" cy="390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3175">
                <a:solidFill>
                  <a:srgbClr val="FF0000"/>
                </a:solidFill>
                <a:round/>
                <a:headEnd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64" name="Group 342"/>
            <p:cNvGrpSpPr>
              <a:grpSpLocks/>
            </p:cNvGrpSpPr>
            <p:nvPr/>
          </p:nvGrpSpPr>
          <p:grpSpPr bwMode="auto">
            <a:xfrm>
              <a:off x="2102644" y="3885010"/>
              <a:ext cx="1606154" cy="441722"/>
              <a:chOff x="678" y="2975"/>
              <a:chExt cx="1349" cy="371"/>
            </a:xfrm>
          </p:grpSpPr>
          <p:sp>
            <p:nvSpPr>
              <p:cNvPr id="65" name="Line 338"/>
              <p:cNvSpPr>
                <a:spLocks noChangeShapeType="1"/>
              </p:cNvSpPr>
              <p:nvPr/>
            </p:nvSpPr>
            <p:spPr bwMode="auto">
              <a:xfrm>
                <a:off x="696" y="3230"/>
                <a:ext cx="131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stealth" w="lg" len="lg"/>
                <a:tailEnd type="stealth" w="lg" len="lg"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66" name="Line 339"/>
              <p:cNvSpPr>
                <a:spLocks noChangeShapeType="1"/>
              </p:cNvSpPr>
              <p:nvPr/>
            </p:nvSpPr>
            <p:spPr bwMode="auto">
              <a:xfrm>
                <a:off x="678" y="2975"/>
                <a:ext cx="0" cy="371"/>
              </a:xfrm>
              <a:prstGeom prst="line">
                <a:avLst/>
              </a:prstGeom>
              <a:noFill/>
              <a:ln w="9525">
                <a:solidFill>
                  <a:srgbClr val="FF99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67" name="Line 340"/>
              <p:cNvSpPr>
                <a:spLocks noChangeShapeType="1"/>
              </p:cNvSpPr>
              <p:nvPr/>
            </p:nvSpPr>
            <p:spPr bwMode="auto">
              <a:xfrm>
                <a:off x="2027" y="2975"/>
                <a:ext cx="0" cy="371"/>
              </a:xfrm>
              <a:prstGeom prst="line">
                <a:avLst/>
              </a:prstGeom>
              <a:noFill/>
              <a:ln w="9525">
                <a:solidFill>
                  <a:srgbClr val="FF99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68" name="Object 341"/>
              <p:cNvGraphicFramePr>
                <a:graphicFrameLocks noChangeAspect="1"/>
              </p:cNvGraphicFramePr>
              <p:nvPr/>
            </p:nvGraphicFramePr>
            <p:xfrm>
              <a:off x="1215" y="3056"/>
              <a:ext cx="234" cy="2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2882" name="公式" r:id="rId9" imgW="152280" imgH="164880" progId="Equation.3">
                      <p:embed/>
                    </p:oleObj>
                  </mc:Choice>
                  <mc:Fallback>
                    <p:oleObj name="公式" r:id="rId9" imgW="152280" imgH="164880" progId="Equation.3">
                      <p:embed/>
                      <p:pic>
                        <p:nvPicPr>
                          <p:cNvPr id="101717" name="Object 34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5" y="3056"/>
                            <a:ext cx="234" cy="254"/>
                          </a:xfrm>
                          <a:prstGeom prst="rect">
                            <a:avLst/>
                          </a:prstGeom>
                          <a:solidFill>
                            <a:srgbClr val="FFFFF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94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94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39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39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9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405" grpId="0" animBg="1"/>
      <p:bldP spid="139406" grpId="0" animBg="1"/>
      <p:bldP spid="13940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99D03-07FF-4900-A04A-DA8A910E4392}" type="slidenum">
              <a:rPr lang="zh-CN" altLang="en-US">
                <a:solidFill>
                  <a:srgbClr val="578963"/>
                </a:solidFill>
              </a:rPr>
              <a:pPr/>
              <a:t>22</a:t>
            </a:fld>
            <a:endParaRPr lang="en-US" altLang="zh-CN">
              <a:solidFill>
                <a:srgbClr val="578963"/>
              </a:solidFill>
            </a:endParaRPr>
          </a:p>
        </p:txBody>
      </p:sp>
      <p:graphicFrame>
        <p:nvGraphicFramePr>
          <p:cNvPr id="140322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348834"/>
              </p:ext>
            </p:extLst>
          </p:nvPr>
        </p:nvGraphicFramePr>
        <p:xfrm>
          <a:off x="961311" y="587826"/>
          <a:ext cx="2477491" cy="6739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56" name="Equation" r:id="rId3" imgW="1447560" imgH="393480" progId="Equation.DSMT4">
                  <p:embed/>
                </p:oleObj>
              </mc:Choice>
              <mc:Fallback>
                <p:oleObj name="Equation" r:id="rId3" imgW="1447560" imgH="39348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311" y="587826"/>
                        <a:ext cx="2477491" cy="67398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3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0175284"/>
              </p:ext>
            </p:extLst>
          </p:nvPr>
        </p:nvGraphicFramePr>
        <p:xfrm>
          <a:off x="580310" y="1531990"/>
          <a:ext cx="2195888" cy="6739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57" name="Equation" r:id="rId5" imgW="1282680" imgH="393480" progId="Equation.DSMT4">
                  <p:embed/>
                </p:oleObj>
              </mc:Choice>
              <mc:Fallback>
                <p:oleObj name="Equation" r:id="rId5" imgW="1282680" imgH="39348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10" y="1531990"/>
                        <a:ext cx="2195888" cy="67398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0327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3641843"/>
              </p:ext>
            </p:extLst>
          </p:nvPr>
        </p:nvGraphicFramePr>
        <p:xfrm>
          <a:off x="580310" y="2662572"/>
          <a:ext cx="3403600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58" name="Equation" r:id="rId7" imgW="1866600" imgH="380880" progId="Equation.DSMT4">
                  <p:embed/>
                </p:oleObj>
              </mc:Choice>
              <mc:Fallback>
                <p:oleObj name="Equation" r:id="rId7" imgW="1866600" imgH="3808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0310" y="2662572"/>
                        <a:ext cx="3403600" cy="6953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9726042"/>
              </p:ext>
            </p:extLst>
          </p:nvPr>
        </p:nvGraphicFramePr>
        <p:xfrm>
          <a:off x="961311" y="3764405"/>
          <a:ext cx="1786106" cy="8472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159" name="Equation" r:id="rId9" imgW="990360" imgH="469800" progId="Equation.DSMT4">
                  <p:embed/>
                </p:oleObj>
              </mc:Choice>
              <mc:Fallback>
                <p:oleObj name="Equation" r:id="rId9" imgW="990360" imgH="469800" progId="Equation.DSMT4">
                  <p:embed/>
                  <p:pic>
                    <p:nvPicPr>
                      <p:cNvPr id="1710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1311" y="3764405"/>
                        <a:ext cx="1786106" cy="84725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/>
          <p:cNvGrpSpPr/>
          <p:nvPr/>
        </p:nvGrpSpPr>
        <p:grpSpPr>
          <a:xfrm>
            <a:off x="4579712" y="2696468"/>
            <a:ext cx="3936207" cy="517922"/>
            <a:chOff x="5140525" y="3075839"/>
            <a:chExt cx="3936207" cy="517922"/>
          </a:xfrm>
        </p:grpSpPr>
        <p:grpSp>
          <p:nvGrpSpPr>
            <p:cNvPr id="2" name="Group 42"/>
            <p:cNvGrpSpPr>
              <a:grpSpLocks/>
            </p:cNvGrpSpPr>
            <p:nvPr/>
          </p:nvGrpSpPr>
          <p:grpSpPr bwMode="auto">
            <a:xfrm>
              <a:off x="5140525" y="3075839"/>
              <a:ext cx="3936207" cy="517922"/>
              <a:chOff x="-85" y="4359"/>
              <a:chExt cx="3306" cy="435"/>
            </a:xfrm>
          </p:grpSpPr>
          <p:graphicFrame>
            <p:nvGraphicFramePr>
              <p:cNvPr id="140328" name="Object 4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34851445"/>
                  </p:ext>
                </p:extLst>
              </p:nvPr>
            </p:nvGraphicFramePr>
            <p:xfrm>
              <a:off x="-85" y="4359"/>
              <a:ext cx="1110" cy="4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84160" name="Equation" r:id="rId11" imgW="583920" imgH="228600" progId="Equation.DSMT4">
                      <p:embed/>
                    </p:oleObj>
                  </mc:Choice>
                  <mc:Fallback>
                    <p:oleObj name="Equation" r:id="rId11" imgW="583920" imgH="228600" progId="Equation.DSMT4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-85" y="4359"/>
                            <a:ext cx="1110" cy="43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0329" name="Text Box 41"/>
              <p:cNvSpPr txBox="1">
                <a:spLocks noChangeArrowheads="1"/>
              </p:cNvSpPr>
              <p:nvPr/>
            </p:nvSpPr>
            <p:spPr bwMode="auto">
              <a:xfrm>
                <a:off x="1118" y="4421"/>
                <a:ext cx="2103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100" dirty="0">
                    <a:solidFill>
                      <a:srgbClr val="000000"/>
                    </a:solidFill>
                    <a:ea typeface="宋体" charset="-122"/>
                  </a:rPr>
                  <a:t>为介质的磁导率</a:t>
                </a:r>
              </a:p>
            </p:txBody>
          </p:sp>
        </p:grpSp>
        <p:sp>
          <p:nvSpPr>
            <p:cNvPr id="5" name="矩形 4"/>
            <p:cNvSpPr/>
            <p:nvPr/>
          </p:nvSpPr>
          <p:spPr bwMode="auto">
            <a:xfrm>
              <a:off x="5140525" y="3085271"/>
              <a:ext cx="3470075" cy="489440"/>
            </a:xfrm>
            <a:prstGeom prst="rect">
              <a:avLst/>
            </a:prstGeom>
            <a:noFill/>
            <a:ln w="9525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492337" y="715843"/>
            <a:ext cx="2639276" cy="1251679"/>
            <a:chOff x="3482812" y="658693"/>
            <a:chExt cx="2639276" cy="1251679"/>
          </a:xfrm>
        </p:grpSpPr>
        <p:graphicFrame>
          <p:nvGraphicFramePr>
            <p:cNvPr id="140326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6823730"/>
                </p:ext>
              </p:extLst>
            </p:nvPr>
          </p:nvGraphicFramePr>
          <p:xfrm>
            <a:off x="4122908" y="895215"/>
            <a:ext cx="1999180" cy="7826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161" name="Equation" r:id="rId13" imgW="1168200" imgH="457200" progId="Equation.DSMT4">
                    <p:embed/>
                  </p:oleObj>
                </mc:Choice>
                <mc:Fallback>
                  <p:oleObj name="Equation" r:id="rId13" imgW="1168200" imgH="45720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2908" y="895215"/>
                          <a:ext cx="1999180" cy="782693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右大括号 6"/>
            <p:cNvSpPr/>
            <p:nvPr/>
          </p:nvSpPr>
          <p:spPr bwMode="auto">
            <a:xfrm>
              <a:off x="3482812" y="658693"/>
              <a:ext cx="164892" cy="1251679"/>
            </a:xfrm>
            <a:prstGeom prst="rightBrace">
              <a:avLst>
                <a:gd name="adj1" fmla="val 60321"/>
                <a:gd name="adj2" fmla="val 50000"/>
              </a:avLst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8" name="右箭头 7"/>
            <p:cNvSpPr/>
            <p:nvPr/>
          </p:nvSpPr>
          <p:spPr bwMode="auto">
            <a:xfrm>
              <a:off x="3694515" y="1181975"/>
              <a:ext cx="356587" cy="189625"/>
            </a:xfrm>
            <a:prstGeom prst="rightArrow">
              <a:avLst>
                <a:gd name="adj1" fmla="val 44683"/>
                <a:gd name="adj2" fmla="val 78826"/>
              </a:avLst>
            </a:prstGeom>
            <a:solidFill>
              <a:srgbClr val="980606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6547816" y="1155700"/>
            <a:ext cx="2096487" cy="390525"/>
            <a:chOff x="6598251" y="1098550"/>
            <a:chExt cx="2096487" cy="390525"/>
          </a:xfrm>
        </p:grpSpPr>
        <p:graphicFrame>
          <p:nvGraphicFramePr>
            <p:cNvPr id="17" name="Object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50396284"/>
                </p:ext>
              </p:extLst>
            </p:nvPr>
          </p:nvGraphicFramePr>
          <p:xfrm>
            <a:off x="6954838" y="1098550"/>
            <a:ext cx="1739900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162" name="Equation" r:id="rId15" imgW="1015920" imgH="228600" progId="Equation.DSMT4">
                    <p:embed/>
                  </p:oleObj>
                </mc:Choice>
                <mc:Fallback>
                  <p:oleObj name="Equation" r:id="rId15" imgW="1015920" imgH="228600" progId="Equation.DSMT4">
                    <p:embed/>
                    <p:pic>
                      <p:nvPicPr>
                        <p:cNvPr id="140326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954838" y="1098550"/>
                          <a:ext cx="1739900" cy="39052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右箭头 17"/>
            <p:cNvSpPr/>
            <p:nvPr/>
          </p:nvSpPr>
          <p:spPr bwMode="auto">
            <a:xfrm>
              <a:off x="6598251" y="1181975"/>
              <a:ext cx="356587" cy="189625"/>
            </a:xfrm>
            <a:prstGeom prst="rightArrow">
              <a:avLst>
                <a:gd name="adj1" fmla="val 44683"/>
                <a:gd name="adj2" fmla="val 78826"/>
              </a:avLst>
            </a:prstGeom>
            <a:solidFill>
              <a:srgbClr val="980606"/>
            </a:solidFill>
            <a:ln w="222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458751" y="178062"/>
            <a:ext cx="5349624" cy="1353928"/>
            <a:chOff x="2449226" y="120912"/>
            <a:chExt cx="5349624" cy="1353928"/>
          </a:xfrm>
        </p:grpSpPr>
        <p:sp>
          <p:nvSpPr>
            <p:cNvPr id="14" name="任意多边形 13"/>
            <p:cNvSpPr/>
            <p:nvPr/>
          </p:nvSpPr>
          <p:spPr bwMode="auto">
            <a:xfrm>
              <a:off x="3073273" y="120912"/>
              <a:ext cx="4511544" cy="977638"/>
            </a:xfrm>
            <a:custGeom>
              <a:avLst/>
              <a:gdLst>
                <a:gd name="connsiteX0" fmla="*/ 4511544 w 4511544"/>
                <a:gd name="connsiteY0" fmla="*/ 839688 h 839688"/>
                <a:gd name="connsiteX1" fmla="*/ 3060595 w 4511544"/>
                <a:gd name="connsiteY1" fmla="*/ 121770 h 839688"/>
                <a:gd name="connsiteX2" fmla="*/ 687690 w 4511544"/>
                <a:gd name="connsiteY2" fmla="*/ 15972 h 839688"/>
                <a:gd name="connsiteX3" fmla="*/ 0 w 4511544"/>
                <a:gd name="connsiteY3" fmla="*/ 295582 h 839688"/>
                <a:gd name="connsiteX4" fmla="*/ 0 w 4511544"/>
                <a:gd name="connsiteY4" fmla="*/ 295582 h 839688"/>
                <a:gd name="connsiteX0" fmla="*/ 4511544 w 4511544"/>
                <a:gd name="connsiteY0" fmla="*/ 738576 h 738576"/>
                <a:gd name="connsiteX1" fmla="*/ 3060595 w 4511544"/>
                <a:gd name="connsiteY1" fmla="*/ 20658 h 738576"/>
                <a:gd name="connsiteX2" fmla="*/ 0 w 4511544"/>
                <a:gd name="connsiteY2" fmla="*/ 194470 h 738576"/>
                <a:gd name="connsiteX3" fmla="*/ 0 w 4511544"/>
                <a:gd name="connsiteY3" fmla="*/ 194470 h 738576"/>
                <a:gd name="connsiteX0" fmla="*/ 4511544 w 4511544"/>
                <a:gd name="connsiteY0" fmla="*/ 861587 h 861587"/>
                <a:gd name="connsiteX1" fmla="*/ 2153752 w 4511544"/>
                <a:gd name="connsiteY1" fmla="*/ 15200 h 861587"/>
                <a:gd name="connsiteX2" fmla="*/ 0 w 4511544"/>
                <a:gd name="connsiteY2" fmla="*/ 317481 h 861587"/>
                <a:gd name="connsiteX3" fmla="*/ 0 w 4511544"/>
                <a:gd name="connsiteY3" fmla="*/ 317481 h 861587"/>
                <a:gd name="connsiteX0" fmla="*/ 4511544 w 4511544"/>
                <a:gd name="connsiteY0" fmla="*/ 861587 h 861587"/>
                <a:gd name="connsiteX1" fmla="*/ 2153752 w 4511544"/>
                <a:gd name="connsiteY1" fmla="*/ 15200 h 861587"/>
                <a:gd name="connsiteX2" fmla="*/ 0 w 4511544"/>
                <a:gd name="connsiteY2" fmla="*/ 317481 h 861587"/>
                <a:gd name="connsiteX3" fmla="*/ 0 w 4511544"/>
                <a:gd name="connsiteY3" fmla="*/ 317481 h 861587"/>
                <a:gd name="connsiteX0" fmla="*/ 4511544 w 4511544"/>
                <a:gd name="connsiteY0" fmla="*/ 872047 h 872047"/>
                <a:gd name="connsiteX1" fmla="*/ 2153752 w 4511544"/>
                <a:gd name="connsiteY1" fmla="*/ 25660 h 872047"/>
                <a:gd name="connsiteX2" fmla="*/ 0 w 4511544"/>
                <a:gd name="connsiteY2" fmla="*/ 327941 h 872047"/>
                <a:gd name="connsiteX3" fmla="*/ 0 w 4511544"/>
                <a:gd name="connsiteY3" fmla="*/ 327941 h 872047"/>
                <a:gd name="connsiteX0" fmla="*/ 4511544 w 4511544"/>
                <a:gd name="connsiteY0" fmla="*/ 849693 h 849693"/>
                <a:gd name="connsiteX1" fmla="*/ 2153752 w 4511544"/>
                <a:gd name="connsiteY1" fmla="*/ 3306 h 849693"/>
                <a:gd name="connsiteX2" fmla="*/ 0 w 4511544"/>
                <a:gd name="connsiteY2" fmla="*/ 305587 h 849693"/>
                <a:gd name="connsiteX3" fmla="*/ 0 w 4511544"/>
                <a:gd name="connsiteY3" fmla="*/ 305587 h 849693"/>
                <a:gd name="connsiteX0" fmla="*/ 4511544 w 4511544"/>
                <a:gd name="connsiteY0" fmla="*/ 849693 h 849693"/>
                <a:gd name="connsiteX1" fmla="*/ 2153752 w 4511544"/>
                <a:gd name="connsiteY1" fmla="*/ 3306 h 849693"/>
                <a:gd name="connsiteX2" fmla="*/ 0 w 4511544"/>
                <a:gd name="connsiteY2" fmla="*/ 305587 h 849693"/>
                <a:gd name="connsiteX3" fmla="*/ 0 w 4511544"/>
                <a:gd name="connsiteY3" fmla="*/ 305587 h 849693"/>
                <a:gd name="connsiteX0" fmla="*/ 4511544 w 4511544"/>
                <a:gd name="connsiteY0" fmla="*/ 544106 h 544106"/>
                <a:gd name="connsiteX1" fmla="*/ 0 w 4511544"/>
                <a:gd name="connsiteY1" fmla="*/ 0 h 544106"/>
                <a:gd name="connsiteX2" fmla="*/ 0 w 4511544"/>
                <a:gd name="connsiteY2" fmla="*/ 0 h 544106"/>
                <a:gd name="connsiteX0" fmla="*/ 4511544 w 4511544"/>
                <a:gd name="connsiteY0" fmla="*/ 721953 h 721953"/>
                <a:gd name="connsiteX1" fmla="*/ 0 w 4511544"/>
                <a:gd name="connsiteY1" fmla="*/ 177847 h 721953"/>
                <a:gd name="connsiteX2" fmla="*/ 0 w 4511544"/>
                <a:gd name="connsiteY2" fmla="*/ 177847 h 721953"/>
                <a:gd name="connsiteX0" fmla="*/ 4511544 w 4511544"/>
                <a:gd name="connsiteY0" fmla="*/ 868951 h 868951"/>
                <a:gd name="connsiteX1" fmla="*/ 0 w 4511544"/>
                <a:gd name="connsiteY1" fmla="*/ 324845 h 868951"/>
                <a:gd name="connsiteX2" fmla="*/ 0 w 4511544"/>
                <a:gd name="connsiteY2" fmla="*/ 324845 h 868951"/>
                <a:gd name="connsiteX0" fmla="*/ 4511544 w 4511544"/>
                <a:gd name="connsiteY0" fmla="*/ 1091687 h 1091687"/>
                <a:gd name="connsiteX1" fmla="*/ 0 w 4511544"/>
                <a:gd name="connsiteY1" fmla="*/ 547581 h 1091687"/>
                <a:gd name="connsiteX2" fmla="*/ 0 w 4511544"/>
                <a:gd name="connsiteY2" fmla="*/ 547581 h 1091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11544" h="1091687">
                  <a:moveTo>
                    <a:pt x="4511544" y="1091687"/>
                  </a:moveTo>
                  <a:cubicBezTo>
                    <a:pt x="3430889" y="139501"/>
                    <a:pt x="1284694" y="-517959"/>
                    <a:pt x="0" y="547581"/>
                  </a:cubicBezTo>
                  <a:lnTo>
                    <a:pt x="0" y="547581"/>
                  </a:lnTo>
                </a:path>
              </a:pathLst>
            </a:cu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stealth" w="med" len="lg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15" name="椭圆 14"/>
            <p:cNvSpPr/>
            <p:nvPr/>
          </p:nvSpPr>
          <p:spPr bwMode="auto">
            <a:xfrm>
              <a:off x="6894878" y="1079500"/>
              <a:ext cx="903972" cy="39534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24" name="椭圆 23"/>
            <p:cNvSpPr/>
            <p:nvPr/>
          </p:nvSpPr>
          <p:spPr bwMode="auto">
            <a:xfrm>
              <a:off x="2449226" y="594617"/>
              <a:ext cx="903972" cy="39534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0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40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CEAA1-B07A-40F8-B5FD-8E200F89C28B}" type="slidenum">
              <a:rPr lang="zh-CN" altLang="en-US">
                <a:solidFill>
                  <a:srgbClr val="578963"/>
                </a:solidFill>
              </a:rPr>
              <a:pPr/>
              <a:t>23</a:t>
            </a:fld>
            <a:endParaRPr lang="en-US" altLang="zh-CN">
              <a:solidFill>
                <a:srgbClr val="578963"/>
              </a:solidFill>
            </a:endParaRPr>
          </a:p>
        </p:txBody>
      </p:sp>
      <p:graphicFrame>
        <p:nvGraphicFramePr>
          <p:cNvPr id="171010" name="Object 2"/>
          <p:cNvGraphicFramePr>
            <a:graphicFrameLocks noChangeAspect="1"/>
          </p:cNvGraphicFramePr>
          <p:nvPr/>
        </p:nvGraphicFramePr>
        <p:xfrm>
          <a:off x="2606278" y="364331"/>
          <a:ext cx="2775347" cy="925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34" name="Equation" r:id="rId3" imgW="1409400" imgH="469800" progId="Equation.DSMT4">
                  <p:embed/>
                </p:oleObj>
              </mc:Choice>
              <mc:Fallback>
                <p:oleObj name="Equation" r:id="rId3" imgW="1409400" imgH="46980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06278" y="364331"/>
                        <a:ext cx="2775347" cy="925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701404" y="1457327"/>
            <a:ext cx="3238500" cy="875110"/>
            <a:chOff x="469" y="1310"/>
            <a:chExt cx="2720" cy="735"/>
          </a:xfrm>
        </p:grpSpPr>
        <p:sp>
          <p:nvSpPr>
            <p:cNvPr id="171011" name="Text Box 3"/>
            <p:cNvSpPr txBox="1">
              <a:spLocks noChangeArrowheads="1"/>
            </p:cNvSpPr>
            <p:nvPr/>
          </p:nvSpPr>
          <p:spPr bwMode="auto">
            <a:xfrm>
              <a:off x="469" y="1490"/>
              <a:ext cx="2720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rgbClr val="000000"/>
                  </a:solidFill>
                  <a:ea typeface="宋体" charset="-122"/>
                </a:rPr>
                <a:t>定义：磁场强度</a:t>
              </a:r>
              <a:endParaRPr lang="en-US" altLang="zh-CN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71012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90503534"/>
                </p:ext>
              </p:extLst>
            </p:nvPr>
          </p:nvGraphicFramePr>
          <p:xfrm>
            <a:off x="2001" y="1310"/>
            <a:ext cx="840" cy="7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35" name="Equation" r:id="rId5" imgW="507960" imgH="444240" progId="Equation.DSMT4">
                    <p:embed/>
                  </p:oleObj>
                </mc:Choice>
                <mc:Fallback>
                  <p:oleObj name="Equation" r:id="rId5" imgW="507960" imgH="444240" progId="Equation.DSMT4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1" y="1310"/>
                          <a:ext cx="840" cy="7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702594" y="2369346"/>
            <a:ext cx="5205413" cy="775097"/>
            <a:chOff x="470" y="2076"/>
            <a:chExt cx="4372" cy="651"/>
          </a:xfrm>
        </p:grpSpPr>
        <p:sp>
          <p:nvSpPr>
            <p:cNvPr id="171013" name="Rectangle 5"/>
            <p:cNvSpPr>
              <a:spLocks noChangeArrowheads="1"/>
            </p:cNvSpPr>
            <p:nvPr/>
          </p:nvSpPr>
          <p:spPr bwMode="auto">
            <a:xfrm>
              <a:off x="470" y="2173"/>
              <a:ext cx="366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r>
                <a:rPr lang="zh-CN" altLang="en-US" sz="2100">
                  <a:solidFill>
                    <a:srgbClr val="000000"/>
                  </a:solidFill>
                  <a:ea typeface="宋体" charset="-122"/>
                </a:rPr>
                <a:t>磁介质中的安培环路定理：</a:t>
              </a:r>
            </a:p>
          </p:txBody>
        </p:sp>
        <p:graphicFrame>
          <p:nvGraphicFramePr>
            <p:cNvPr id="171014" name="Object 6"/>
            <p:cNvGraphicFramePr>
              <a:graphicFrameLocks noChangeAspect="1"/>
            </p:cNvGraphicFramePr>
            <p:nvPr/>
          </p:nvGraphicFramePr>
          <p:xfrm>
            <a:off x="3078" y="2076"/>
            <a:ext cx="1764" cy="6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36" name="Equation" r:id="rId7" imgW="1066680" imgH="393480" progId="Equation.DSMT4">
                    <p:embed/>
                  </p:oleObj>
                </mc:Choice>
                <mc:Fallback>
                  <p:oleObj name="Equation" r:id="rId7" imgW="1066680" imgH="39348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8" y="2076"/>
                          <a:ext cx="1764" cy="65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1017" name="Text Box 9"/>
          <p:cNvSpPr txBox="1">
            <a:spLocks noChangeArrowheads="1"/>
          </p:cNvSpPr>
          <p:nvPr/>
        </p:nvSpPr>
        <p:spPr bwMode="auto">
          <a:xfrm>
            <a:off x="1464471" y="3213497"/>
            <a:ext cx="6222206" cy="8679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        沿任一闭合路径</a:t>
            </a:r>
            <a:r>
              <a:rPr kumimoji="1" lang="zh-CN" altLang="en-US" sz="2100">
                <a:solidFill>
                  <a:schemeClr val="accent1">
                    <a:lumMod val="50000"/>
                  </a:schemeClr>
                </a:solidFill>
                <a:ea typeface="宋体" charset="-122"/>
              </a:rPr>
              <a:t>磁场强度的线积分</a:t>
            </a:r>
            <a:r>
              <a:rPr kumimoji="1" lang="en-US" altLang="zh-CN" sz="2100">
                <a:solidFill>
                  <a:schemeClr val="accent1">
                    <a:lumMod val="50000"/>
                  </a:schemeClr>
                </a:solidFill>
                <a:ea typeface="宋体" charset="-122"/>
              </a:rPr>
              <a:t>(</a:t>
            </a:r>
            <a:r>
              <a:rPr kumimoji="1" lang="zh-CN" altLang="en-US" sz="2100">
                <a:solidFill>
                  <a:schemeClr val="accent1">
                    <a:lumMod val="50000"/>
                  </a:schemeClr>
                </a:solidFill>
                <a:ea typeface="宋体" charset="-122"/>
              </a:rPr>
              <a:t>环流</a:t>
            </a:r>
            <a:r>
              <a:rPr kumimoji="1" lang="en-US" altLang="zh-CN" sz="2100">
                <a:solidFill>
                  <a:schemeClr val="accent1">
                    <a:lumMod val="50000"/>
                  </a:schemeClr>
                </a:solidFill>
                <a:ea typeface="宋体" charset="-122"/>
              </a:rPr>
              <a:t>)</a:t>
            </a: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等于该闭合路径所包围的</a:t>
            </a:r>
            <a:r>
              <a:rPr kumimoji="1" lang="zh-CN" altLang="en-US" sz="2100">
                <a:solidFill>
                  <a:schemeClr val="accent1">
                    <a:lumMod val="50000"/>
                  </a:schemeClr>
                </a:solidFill>
                <a:ea typeface="宋体" charset="-122"/>
              </a:rPr>
              <a:t>传导电流</a:t>
            </a:r>
            <a:r>
              <a:rPr kumimoji="1" lang="zh-CN" altLang="en-US" sz="2100">
                <a:solidFill>
                  <a:srgbClr val="000000"/>
                </a:solidFill>
                <a:ea typeface="宋体" charset="-122"/>
              </a:rPr>
              <a:t>的代数和。</a:t>
            </a:r>
          </a:p>
        </p:txBody>
      </p: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1994299" y="4192188"/>
            <a:ext cx="5379244" cy="460771"/>
            <a:chOff x="715" y="3521"/>
            <a:chExt cx="4518" cy="387"/>
          </a:xfrm>
        </p:grpSpPr>
        <p:sp>
          <p:nvSpPr>
            <p:cNvPr id="171018" name="Text Box 10"/>
            <p:cNvSpPr txBox="1">
              <a:spLocks noChangeArrowheads="1"/>
            </p:cNvSpPr>
            <p:nvPr/>
          </p:nvSpPr>
          <p:spPr bwMode="auto">
            <a:xfrm>
              <a:off x="715" y="3559"/>
              <a:ext cx="4518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/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磁场强度</a:t>
              </a:r>
              <a:r>
                <a:rPr kumimoji="1" lang="en-US" altLang="en-US" sz="2100" i="1">
                  <a:solidFill>
                    <a:srgbClr val="000000"/>
                  </a:solidFill>
                  <a:ea typeface="宋体" charset="-122"/>
                </a:rPr>
                <a:t> </a:t>
              </a:r>
              <a:r>
                <a:rPr kumimoji="1" lang="en-US" altLang="zh-CN" sz="2100" i="1">
                  <a:solidFill>
                    <a:srgbClr val="000000"/>
                  </a:solidFill>
                  <a:ea typeface="宋体" charset="-122"/>
                </a:rPr>
                <a:t>     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的国际单位：安培</a:t>
              </a:r>
              <a:r>
                <a:rPr kumimoji="1" lang="en-US" altLang="zh-CN" sz="2100">
                  <a:solidFill>
                    <a:srgbClr val="000000"/>
                  </a:solidFill>
                  <a:ea typeface="宋体" charset="-122"/>
                </a:rPr>
                <a:t>/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米 </a:t>
              </a:r>
              <a:r>
                <a:rPr kumimoji="1" lang="en-US" altLang="zh-CN" sz="2100">
                  <a:solidFill>
                    <a:srgbClr val="000000"/>
                  </a:solidFill>
                  <a:ea typeface="宋体" charset="-122"/>
                </a:rPr>
                <a:t>(</a:t>
              </a:r>
              <a:r>
                <a:rPr kumimoji="1" lang="en-US" altLang="en-US" sz="2100" i="1">
                  <a:solidFill>
                    <a:srgbClr val="000000"/>
                  </a:solidFill>
                  <a:ea typeface="宋体" charset="-122"/>
                </a:rPr>
                <a:t>A/m</a:t>
              </a:r>
              <a:r>
                <a:rPr kumimoji="1" lang="en-US" altLang="en-US" sz="2100">
                  <a:solidFill>
                    <a:srgbClr val="000000"/>
                  </a:solidFill>
                  <a:ea typeface="宋体" charset="-122"/>
                </a:rPr>
                <a:t>)</a:t>
              </a:r>
              <a:endParaRPr kumimoji="1" lang="en-US" altLang="zh-CN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71022" name="Object 14"/>
            <p:cNvGraphicFramePr>
              <a:graphicFrameLocks noChangeAspect="1"/>
            </p:cNvGraphicFramePr>
            <p:nvPr/>
          </p:nvGraphicFramePr>
          <p:xfrm>
            <a:off x="1666" y="3521"/>
            <a:ext cx="307" cy="3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937" name="Equation" r:id="rId9" imgW="190440" imgH="203040" progId="Equation.DSMT4">
                    <p:embed/>
                  </p:oleObj>
                </mc:Choice>
                <mc:Fallback>
                  <p:oleObj name="Equation" r:id="rId9" imgW="190440" imgH="203040" progId="Equation.DSMT4">
                    <p:embed/>
                    <p:pic>
                      <p:nvPicPr>
                        <p:cNvPr id="0" name="Picture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6" y="3521"/>
                          <a:ext cx="307" cy="3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7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7E13E6-FB61-42FD-A83F-B28C749A795D}" type="slidenum">
              <a:rPr lang="zh-CN" altLang="en-US">
                <a:solidFill>
                  <a:srgbClr val="578963"/>
                </a:solidFill>
              </a:rPr>
              <a:pPr/>
              <a:t>24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43362" name="Line 2"/>
          <p:cNvSpPr>
            <a:spLocks noChangeShapeType="1"/>
          </p:cNvSpPr>
          <p:nvPr/>
        </p:nvSpPr>
        <p:spPr bwMode="auto">
          <a:xfrm>
            <a:off x="4545806" y="887016"/>
            <a:ext cx="0" cy="4132659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Dot"/>
            <a:round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43363" name="Text Box 3"/>
          <p:cNvSpPr txBox="1">
            <a:spLocks noChangeArrowheads="1"/>
          </p:cNvSpPr>
          <p:nvPr/>
        </p:nvSpPr>
        <p:spPr bwMode="auto">
          <a:xfrm>
            <a:off x="1420416" y="769145"/>
            <a:ext cx="2967038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/>
            <a:r>
              <a:rPr kumimoji="1" lang="zh-CN" altLang="en-US" sz="2100">
                <a:solidFill>
                  <a:srgbClr val="0000FF"/>
                </a:solidFill>
                <a:ea typeface="宋体" charset="-122"/>
              </a:rPr>
              <a:t>电介质中的高斯定理</a:t>
            </a:r>
          </a:p>
        </p:txBody>
      </p:sp>
      <p:graphicFrame>
        <p:nvGraphicFramePr>
          <p:cNvPr id="143365" name="Object 5"/>
          <p:cNvGraphicFramePr>
            <a:graphicFrameLocks noChangeAspect="1"/>
          </p:cNvGraphicFramePr>
          <p:nvPr/>
        </p:nvGraphicFramePr>
        <p:xfrm>
          <a:off x="1514475" y="1338265"/>
          <a:ext cx="2938463" cy="784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0" name="Equation" r:id="rId3" imgW="1574640" imgH="444240" progId="Equation.DSMT4">
                  <p:embed/>
                </p:oleObj>
              </mc:Choice>
              <mc:Fallback>
                <p:oleObj name="Equation" r:id="rId3" imgW="1574640" imgH="4442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475" y="1338265"/>
                        <a:ext cx="2938463" cy="784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3" name="Object 13"/>
          <p:cNvGraphicFramePr>
            <a:graphicFrameLocks noChangeAspect="1"/>
          </p:cNvGraphicFramePr>
          <p:nvPr/>
        </p:nvGraphicFramePr>
        <p:xfrm>
          <a:off x="1574006" y="3348038"/>
          <a:ext cx="1387079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1" name="公式" r:id="rId5" imgW="672840" imgH="241200" progId="Equation.3">
                  <p:embed/>
                </p:oleObj>
              </mc:Choice>
              <mc:Fallback>
                <p:oleObj name="公式" r:id="rId5" imgW="672840" imgH="24120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006" y="3348038"/>
                        <a:ext cx="1387079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5465779"/>
              </p:ext>
            </p:extLst>
          </p:nvPr>
        </p:nvGraphicFramePr>
        <p:xfrm>
          <a:off x="1574008" y="4071939"/>
          <a:ext cx="1878806" cy="7119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2" name="公式" r:id="rId7" imgW="1002960" imgH="380880" progId="Equation.3">
                  <p:embed/>
                </p:oleObj>
              </mc:Choice>
              <mc:Fallback>
                <p:oleObj name="公式" r:id="rId7" imgW="1002960" imgH="38088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008" y="4071939"/>
                        <a:ext cx="1878806" cy="711994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9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376635"/>
              </p:ext>
            </p:extLst>
          </p:nvPr>
        </p:nvGraphicFramePr>
        <p:xfrm>
          <a:off x="1659733" y="2369344"/>
          <a:ext cx="1840706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3" name="Equation" r:id="rId9" imgW="965160" imgH="431640" progId="Equation.DSMT4">
                  <p:embed/>
                </p:oleObj>
              </mc:Choice>
              <mc:Fallback>
                <p:oleObj name="Equation" r:id="rId9" imgW="965160" imgH="43164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9733" y="2369344"/>
                        <a:ext cx="1840706" cy="823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64" name="Text Box 4"/>
          <p:cNvSpPr txBox="1">
            <a:spLocks noChangeArrowheads="1"/>
          </p:cNvSpPr>
          <p:nvPr/>
        </p:nvSpPr>
        <p:spPr bwMode="auto">
          <a:xfrm>
            <a:off x="4736308" y="778670"/>
            <a:ext cx="3198019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/>
            <a:r>
              <a:rPr kumimoji="1" lang="zh-CN" altLang="en-US" sz="2100">
                <a:solidFill>
                  <a:srgbClr val="0000FF"/>
                </a:solidFill>
                <a:ea typeface="宋体" charset="-122"/>
              </a:rPr>
              <a:t>磁介质中的安培环路定理</a:t>
            </a:r>
          </a:p>
        </p:txBody>
      </p:sp>
      <p:graphicFrame>
        <p:nvGraphicFramePr>
          <p:cNvPr id="14336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5823395"/>
              </p:ext>
            </p:extLst>
          </p:nvPr>
        </p:nvGraphicFramePr>
        <p:xfrm>
          <a:off x="4851797" y="1465662"/>
          <a:ext cx="2980134" cy="669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4" name="Equation" r:id="rId11" imgW="1638000" imgH="368280" progId="Equation.DSMT4">
                  <p:embed/>
                </p:oleObj>
              </mc:Choice>
              <mc:Fallback>
                <p:oleObj name="Equation" r:id="rId11" imgW="1638000" imgH="368280" progId="Equation.DSMT4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1797" y="1465662"/>
                        <a:ext cx="2980134" cy="6691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69" name="Object 9"/>
          <p:cNvGraphicFramePr>
            <a:graphicFrameLocks noChangeAspect="1"/>
          </p:cNvGraphicFramePr>
          <p:nvPr/>
        </p:nvGraphicFramePr>
        <p:xfrm>
          <a:off x="5233988" y="3280174"/>
          <a:ext cx="1504950" cy="5012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5" name="公式" r:id="rId13" imgW="723600" imgH="241200" progId="Equation.3">
                  <p:embed/>
                </p:oleObj>
              </mc:Choice>
              <mc:Fallback>
                <p:oleObj name="公式" r:id="rId13" imgW="723600" imgH="24120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3988" y="3280174"/>
                        <a:ext cx="1504950" cy="5012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7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3971320"/>
              </p:ext>
            </p:extLst>
          </p:nvPr>
        </p:nvGraphicFramePr>
        <p:xfrm>
          <a:off x="5233990" y="4069556"/>
          <a:ext cx="1935956" cy="7441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6" name="公式" r:id="rId15" imgW="952200" imgH="368280" progId="Equation.3">
                  <p:embed/>
                </p:oleObj>
              </mc:Choice>
              <mc:Fallback>
                <p:oleObj name="公式" r:id="rId15" imgW="952200" imgH="36828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3990" y="4069556"/>
                        <a:ext cx="1935956" cy="744141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85" name="Object 25"/>
          <p:cNvGraphicFramePr>
            <a:graphicFrameLocks noChangeAspect="1"/>
          </p:cNvGraphicFramePr>
          <p:nvPr/>
        </p:nvGraphicFramePr>
        <p:xfrm>
          <a:off x="5247087" y="2493171"/>
          <a:ext cx="1949053" cy="450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377" name="Equation" r:id="rId17" imgW="990360" imgH="228600" progId="Equation.DSMT4">
                  <p:embed/>
                </p:oleObj>
              </mc:Choice>
              <mc:Fallback>
                <p:oleObj name="Equation" r:id="rId17" imgW="990360" imgH="228600" progId="Equation.DSMT4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7087" y="2493171"/>
                        <a:ext cx="1949053" cy="45005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/>
          <p:cNvGrpSpPr/>
          <p:nvPr/>
        </p:nvGrpSpPr>
        <p:grpSpPr>
          <a:xfrm>
            <a:off x="1828800" y="125016"/>
            <a:ext cx="5600700" cy="489658"/>
            <a:chOff x="1828800" y="125016"/>
            <a:chExt cx="5600700" cy="489658"/>
          </a:xfrm>
        </p:grpSpPr>
        <p:sp>
          <p:nvSpPr>
            <p:cNvPr id="143375" name="Text Box 15"/>
            <p:cNvSpPr txBox="1">
              <a:spLocks noChangeArrowheads="1"/>
            </p:cNvSpPr>
            <p:nvPr/>
          </p:nvSpPr>
          <p:spPr bwMode="auto">
            <a:xfrm>
              <a:off x="1828800" y="134543"/>
              <a:ext cx="5600700" cy="4801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把磁场强度</a:t>
              </a:r>
              <a:r>
                <a:rPr kumimoji="1" lang="en-US" altLang="zh-CN" sz="2100" i="1">
                  <a:solidFill>
                    <a:srgbClr val="000000"/>
                  </a:solidFill>
                  <a:ea typeface="宋体" charset="-122"/>
                </a:rPr>
                <a:t>    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和电位移矢量</a:t>
              </a:r>
              <a:r>
                <a:rPr kumimoji="1" lang="en-US" altLang="zh-CN" sz="2100" i="1">
                  <a:solidFill>
                    <a:srgbClr val="000000"/>
                  </a:solidFill>
                  <a:ea typeface="宋体" charset="-122"/>
                </a:rPr>
                <a:t>    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作如下比较：</a:t>
              </a:r>
            </a:p>
          </p:txBody>
        </p:sp>
        <p:graphicFrame>
          <p:nvGraphicFramePr>
            <p:cNvPr id="15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1648090"/>
                </p:ext>
              </p:extLst>
            </p:nvPr>
          </p:nvGraphicFramePr>
          <p:xfrm>
            <a:off x="5247087" y="134541"/>
            <a:ext cx="339328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378" name="Equation" r:id="rId19" imgW="164880" imgH="190440" progId="Equation.DSMT4">
                    <p:embed/>
                  </p:oleObj>
                </mc:Choice>
                <mc:Fallback>
                  <p:oleObj name="Equation" r:id="rId19" imgW="164880" imgH="190440" progId="Equation.DSMT4">
                    <p:embed/>
                    <p:pic>
                      <p:nvPicPr>
                        <p:cNvPr id="14337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47087" y="134541"/>
                          <a:ext cx="339328" cy="390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91381499"/>
                </p:ext>
              </p:extLst>
            </p:nvPr>
          </p:nvGraphicFramePr>
          <p:xfrm>
            <a:off x="3390902" y="125016"/>
            <a:ext cx="365522" cy="39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6379" name="Equation" r:id="rId21" imgW="177480" imgH="190440" progId="Equation.DSMT4">
                    <p:embed/>
                  </p:oleObj>
                </mc:Choice>
                <mc:Fallback>
                  <p:oleObj name="Equation" r:id="rId21" imgW="177480" imgH="190440" progId="Equation.DSMT4">
                    <p:embed/>
                    <p:pic>
                      <p:nvPicPr>
                        <p:cNvPr id="15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0902" y="125016"/>
                          <a:ext cx="365522" cy="3905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3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918799-D4C6-47A1-87A3-037AB91ADB0B}" type="slidenum">
              <a:rPr lang="zh-CN" altLang="en-US">
                <a:solidFill>
                  <a:srgbClr val="578963"/>
                </a:solidFill>
              </a:rPr>
              <a:pPr/>
              <a:t>25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06535" name="Rectangle 39"/>
          <p:cNvSpPr>
            <a:spLocks noChangeArrowheads="1"/>
          </p:cNvSpPr>
          <p:nvPr/>
        </p:nvSpPr>
        <p:spPr bwMode="auto">
          <a:xfrm>
            <a:off x="839689" y="2103773"/>
            <a:ext cx="5820072" cy="135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100" dirty="0">
                <a:solidFill>
                  <a:srgbClr val="CC0000"/>
                </a:solidFill>
                <a:ea typeface="宋体" charset="-122"/>
              </a:rPr>
              <a:t>试求</a:t>
            </a:r>
            <a:r>
              <a:rPr kumimoji="1" lang="en-US" altLang="zh-CN" sz="2100" dirty="0">
                <a:solidFill>
                  <a:srgbClr val="CC0000"/>
                </a:solidFill>
                <a:ea typeface="宋体" charset="-122"/>
              </a:rPr>
              <a:t>:</a:t>
            </a:r>
          </a:p>
          <a:p>
            <a:pPr>
              <a:lnSpc>
                <a:spcPct val="130000"/>
              </a:lnSpc>
            </a:pP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（</a:t>
            </a:r>
            <a:r>
              <a:rPr kumimoji="1" lang="en-US" altLang="zh-CN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1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）磁介质中任意</a:t>
            </a:r>
            <a:r>
              <a:rPr kumimoji="1" lang="zh-CN" altLang="en-US" sz="2100" dirty="0" smtClean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点</a:t>
            </a:r>
            <a:r>
              <a:rPr kumimoji="1" lang="en-US" altLang="zh-CN" sz="2100" b="0" i="1" dirty="0" smtClean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 </a:t>
            </a:r>
            <a:r>
              <a:rPr kumimoji="1" lang="en-US" altLang="zh-CN" sz="2100" b="0" i="1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P</a:t>
            </a:r>
            <a:r>
              <a:rPr kumimoji="1" lang="en-US" altLang="zh-CN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 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的磁感应强度的大小</a:t>
            </a:r>
            <a:r>
              <a:rPr kumimoji="1" lang="en-US" altLang="zh-CN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;</a:t>
            </a:r>
          </a:p>
          <a:p>
            <a:pPr>
              <a:lnSpc>
                <a:spcPct val="130000"/>
              </a:lnSpc>
            </a:pP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（</a:t>
            </a:r>
            <a:r>
              <a:rPr kumimoji="1" lang="en-US" altLang="zh-CN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2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）圆柱体外面一点</a:t>
            </a:r>
            <a:r>
              <a:rPr kumimoji="1" lang="en-US" altLang="zh-CN" sz="2100" b="0" i="1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Q</a:t>
            </a:r>
            <a:r>
              <a:rPr kumimoji="1" lang="en-US" altLang="zh-CN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 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的磁感强度</a:t>
            </a:r>
            <a:r>
              <a:rPr kumimoji="1" lang="en-US" altLang="zh-CN" sz="2100" dirty="0">
                <a:solidFill>
                  <a:srgbClr val="000000"/>
                </a:solidFill>
                <a:ea typeface="宋体" charset="-122"/>
                <a:sym typeface="Wingdings" pitchFamily="2" charset="2"/>
              </a:rPr>
              <a:t>.</a:t>
            </a:r>
          </a:p>
        </p:txBody>
      </p:sp>
      <p:grpSp>
        <p:nvGrpSpPr>
          <p:cNvPr id="2" name="Group 41"/>
          <p:cNvGrpSpPr>
            <a:grpSpLocks/>
          </p:cNvGrpSpPr>
          <p:nvPr/>
        </p:nvGrpSpPr>
        <p:grpSpPr bwMode="auto">
          <a:xfrm>
            <a:off x="813494" y="614364"/>
            <a:ext cx="5730478" cy="1307307"/>
            <a:chOff x="-424" y="247"/>
            <a:chExt cx="4813" cy="1098"/>
          </a:xfrm>
        </p:grpSpPr>
        <p:sp>
          <p:nvSpPr>
            <p:cNvPr id="106499" name="Text Box 3"/>
            <p:cNvSpPr txBox="1">
              <a:spLocks noChangeArrowheads="1"/>
            </p:cNvSpPr>
            <p:nvPr/>
          </p:nvSpPr>
          <p:spPr bwMode="auto">
            <a:xfrm>
              <a:off x="-424" y="247"/>
              <a:ext cx="4813" cy="10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30000"/>
                </a:lnSpc>
              </a:pPr>
              <a:r>
                <a:rPr kumimoji="1" lang="zh-CN" altLang="en-US" sz="2100" dirty="0">
                  <a:solidFill>
                    <a:srgbClr val="CC0000"/>
                  </a:solidFill>
                  <a:ea typeface="宋体" charset="-122"/>
                </a:rPr>
                <a:t>例</a:t>
              </a:r>
              <a:r>
                <a:rPr kumimoji="1" lang="en-US" altLang="zh-CN" sz="2100" dirty="0">
                  <a:solidFill>
                    <a:srgbClr val="CC0000"/>
                  </a:solidFill>
                  <a:ea typeface="宋体" charset="-122"/>
                </a:rPr>
                <a:t>1</a:t>
              </a:r>
              <a:r>
                <a:rPr kumimoji="1" lang="en-US" altLang="zh-CN" sz="2100" dirty="0">
                  <a:solidFill>
                    <a:srgbClr val="000000"/>
                  </a:solidFill>
                  <a:ea typeface="宋体" charset="-122"/>
                </a:rPr>
                <a:t>    </a:t>
              </a:r>
              <a:r>
                <a:rPr kumimoji="1" lang="zh-CN" altLang="en-US" sz="2100" dirty="0">
                  <a:solidFill>
                    <a:srgbClr val="000000"/>
                  </a:solidFill>
                  <a:ea typeface="宋体" charset="-122"/>
                </a:rPr>
                <a:t>有两个半径分别为     和      </a:t>
              </a:r>
              <a:r>
                <a:rPr kumimoji="1" lang="zh-CN" altLang="en-US" sz="2100" dirty="0" smtClean="0">
                  <a:solidFill>
                    <a:srgbClr val="000000"/>
                  </a:solidFill>
                  <a:ea typeface="宋体" charset="-122"/>
                </a:rPr>
                <a:t>的 “无限长”</a:t>
              </a:r>
              <a:r>
                <a:rPr kumimoji="1" lang="zh-CN" altLang="en-US" sz="2100" dirty="0">
                  <a:solidFill>
                    <a:srgbClr val="000000"/>
                  </a:solidFill>
                  <a:ea typeface="宋体" charset="-122"/>
                </a:rPr>
                <a:t>同轴</a:t>
              </a:r>
              <a:r>
                <a:rPr kumimoji="1" lang="zh-CN" altLang="en-US" sz="2100" dirty="0">
                  <a:solidFill>
                    <a:srgbClr val="CC0000"/>
                  </a:solidFill>
                  <a:ea typeface="宋体" charset="-122"/>
                </a:rPr>
                <a:t>圆筒</a:t>
              </a:r>
              <a:r>
                <a:rPr kumimoji="1" lang="zh-CN" altLang="en-US" sz="2100" dirty="0">
                  <a:solidFill>
                    <a:srgbClr val="000000"/>
                  </a:solidFill>
                  <a:ea typeface="宋体" charset="-122"/>
                </a:rPr>
                <a:t>形导体</a:t>
              </a:r>
              <a:r>
                <a:rPr kumimoji="1" lang="en-US" altLang="zh-CN" sz="2100" dirty="0">
                  <a:solidFill>
                    <a:srgbClr val="000000"/>
                  </a:solidFill>
                  <a:ea typeface="宋体" charset="-122"/>
                </a:rPr>
                <a:t>, </a:t>
              </a:r>
              <a:r>
                <a:rPr kumimoji="1" lang="zh-CN" altLang="en-US" sz="2100" dirty="0">
                  <a:solidFill>
                    <a:srgbClr val="000000"/>
                  </a:solidFill>
                  <a:ea typeface="宋体" charset="-122"/>
                </a:rPr>
                <a:t>在它们</a:t>
              </a:r>
              <a:r>
                <a:rPr kumimoji="1" lang="zh-CN" altLang="en-US" sz="2100" dirty="0" smtClean="0">
                  <a:solidFill>
                    <a:srgbClr val="000000"/>
                  </a:solidFill>
                  <a:ea typeface="宋体" charset="-122"/>
                </a:rPr>
                <a:t>之间</a:t>
              </a:r>
              <a:r>
                <a:rPr kumimoji="1" lang="zh-CN" altLang="en-US" sz="2100" dirty="0">
                  <a:solidFill>
                    <a:srgbClr val="000000"/>
                  </a:solidFill>
                  <a:ea typeface="宋体" charset="-122"/>
                </a:rPr>
                <a:t>充以相对磁导率为       </a:t>
              </a:r>
              <a:r>
                <a:rPr kumimoji="1" lang="zh-CN" altLang="en-US" sz="2100" dirty="0" smtClean="0">
                  <a:solidFill>
                    <a:srgbClr val="000000"/>
                  </a:solidFill>
                  <a:ea typeface="宋体" charset="-122"/>
                </a:rPr>
                <a:t> </a:t>
              </a:r>
              <a:r>
                <a:rPr kumimoji="1" lang="en-US" altLang="zh-CN" sz="2100" dirty="0" smtClean="0">
                  <a:solidFill>
                    <a:srgbClr val="000000"/>
                  </a:solidFill>
                  <a:ea typeface="宋体" charset="-122"/>
                </a:rPr>
                <a:t/>
              </a:r>
              <a:br>
                <a:rPr kumimoji="1" lang="en-US" altLang="zh-CN" sz="2100" dirty="0" smtClean="0">
                  <a:solidFill>
                    <a:srgbClr val="000000"/>
                  </a:solidFill>
                  <a:ea typeface="宋体" charset="-122"/>
                </a:rPr>
              </a:br>
              <a:r>
                <a:rPr kumimoji="1" lang="en-US" altLang="zh-CN" sz="2100" dirty="0" smtClean="0">
                  <a:solidFill>
                    <a:srgbClr val="000000"/>
                  </a:solidFill>
                  <a:ea typeface="宋体" charset="-122"/>
                </a:rPr>
                <a:t>       </a:t>
              </a:r>
              <a:r>
                <a:rPr kumimoji="1" lang="zh-CN" altLang="en-US" sz="2100" dirty="0" smtClean="0">
                  <a:solidFill>
                    <a:srgbClr val="000000"/>
                  </a:solidFill>
                  <a:ea typeface="宋体" charset="-122"/>
                </a:rPr>
                <a:t>的</a:t>
              </a:r>
              <a:r>
                <a:rPr kumimoji="1" lang="zh-CN" altLang="en-US" sz="2100" dirty="0">
                  <a:solidFill>
                    <a:srgbClr val="000000"/>
                  </a:solidFill>
                  <a:ea typeface="宋体" charset="-122"/>
                </a:rPr>
                <a:t>磁介质</a:t>
              </a:r>
              <a:r>
                <a:rPr kumimoji="1" lang="zh-CN" altLang="en-US" sz="2100" dirty="0" smtClean="0">
                  <a:solidFill>
                    <a:srgbClr val="000000"/>
                  </a:solidFill>
                  <a:ea typeface="宋体" charset="-122"/>
                </a:rPr>
                <a:t>。两</a:t>
              </a:r>
              <a:r>
                <a:rPr kumimoji="1" lang="zh-CN" altLang="en-US" sz="2100" dirty="0">
                  <a:solidFill>
                    <a:srgbClr val="000000"/>
                  </a:solidFill>
                  <a:ea typeface="宋体" charset="-122"/>
                </a:rPr>
                <a:t>圆筒通有相反方向的电流    </a:t>
              </a:r>
              <a:r>
                <a:rPr kumimoji="1" lang="en-US" altLang="zh-CN" sz="2100" dirty="0">
                  <a:solidFill>
                    <a:srgbClr val="000000"/>
                  </a:solidFill>
                  <a:ea typeface="宋体" charset="-122"/>
                </a:rPr>
                <a:t>.</a:t>
              </a:r>
              <a:endParaRPr kumimoji="1" lang="zh-CN" altLang="en-US" sz="2100" dirty="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6500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65539934"/>
                </p:ext>
              </p:extLst>
            </p:nvPr>
          </p:nvGraphicFramePr>
          <p:xfrm>
            <a:off x="-301" y="936"/>
            <a:ext cx="299" cy="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06" name="Equation" r:id="rId3" imgW="177480" imgH="215640" progId="Equation.3">
                    <p:embed/>
                  </p:oleObj>
                </mc:Choice>
                <mc:Fallback>
                  <p:oleObj name="Equation" r:id="rId3" imgW="177480" imgH="215640" progId="Equation.3">
                    <p:embed/>
                    <p:pic>
                      <p:nvPicPr>
                        <p:cNvPr id="0" name="Picture 6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301" y="936"/>
                          <a:ext cx="299" cy="3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38"/>
            <p:cNvGrpSpPr>
              <a:grpSpLocks/>
            </p:cNvGrpSpPr>
            <p:nvPr/>
          </p:nvGrpSpPr>
          <p:grpSpPr bwMode="auto">
            <a:xfrm>
              <a:off x="2049" y="356"/>
              <a:ext cx="731" cy="218"/>
              <a:chOff x="2031" y="329"/>
              <a:chExt cx="731" cy="218"/>
            </a:xfrm>
          </p:grpSpPr>
          <p:graphicFrame>
            <p:nvGraphicFramePr>
              <p:cNvPr id="106501" name="Object 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32807263"/>
                  </p:ext>
                </p:extLst>
              </p:nvPr>
            </p:nvGraphicFramePr>
            <p:xfrm>
              <a:off x="2575" y="329"/>
              <a:ext cx="187" cy="21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307" name="Equation" r:id="rId5" imgW="152280" imgH="177480" progId="Equation.3">
                      <p:embed/>
                    </p:oleObj>
                  </mc:Choice>
                  <mc:Fallback>
                    <p:oleObj name="Equation" r:id="rId5" imgW="152280" imgH="177480" progId="Equation.3">
                      <p:embed/>
                      <p:pic>
                        <p:nvPicPr>
                          <p:cNvPr id="0" name="Picture 8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75" y="329"/>
                            <a:ext cx="187" cy="21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6502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25412841"/>
                  </p:ext>
                </p:extLst>
              </p:nvPr>
            </p:nvGraphicFramePr>
            <p:xfrm>
              <a:off x="2031" y="334"/>
              <a:ext cx="201" cy="21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8308" name="Equation" r:id="rId7" imgW="215640" imgH="228600" progId="Equation.3">
                      <p:embed/>
                    </p:oleObj>
                  </mc:Choice>
                  <mc:Fallback>
                    <p:oleObj name="Equation" r:id="rId7" imgW="215640" imgH="228600" progId="Equation.3">
                      <p:embed/>
                      <p:pic>
                        <p:nvPicPr>
                          <p:cNvPr id="0" name="Picture 9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31" y="334"/>
                            <a:ext cx="201" cy="21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06503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5909677"/>
                </p:ext>
              </p:extLst>
            </p:nvPr>
          </p:nvGraphicFramePr>
          <p:xfrm>
            <a:off x="3891" y="1046"/>
            <a:ext cx="161" cy="2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09" name="Equation" r:id="rId9" imgW="165028" imgH="228501" progId="Equation.3">
                    <p:embed/>
                  </p:oleObj>
                </mc:Choice>
                <mc:Fallback>
                  <p:oleObj name="Equation" r:id="rId9" imgW="165028" imgH="228501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91" y="1046"/>
                          <a:ext cx="161" cy="22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07" name="Line 11"/>
          <p:cNvSpPr>
            <a:spLocks noChangeShapeType="1"/>
          </p:cNvSpPr>
          <p:nvPr/>
        </p:nvSpPr>
        <p:spPr bwMode="auto">
          <a:xfrm flipH="1">
            <a:off x="7801567" y="3925491"/>
            <a:ext cx="0" cy="4953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06508" name="AutoShape 12"/>
          <p:cNvSpPr>
            <a:spLocks noChangeArrowheads="1"/>
          </p:cNvSpPr>
          <p:nvPr/>
        </p:nvSpPr>
        <p:spPr bwMode="auto">
          <a:xfrm>
            <a:off x="7440808" y="1616869"/>
            <a:ext cx="361950" cy="2401491"/>
          </a:xfrm>
          <a:prstGeom prst="can">
            <a:avLst>
              <a:gd name="adj" fmla="val 56980"/>
            </a:avLst>
          </a:prstGeom>
          <a:gradFill rotWithShape="0">
            <a:gsLst>
              <a:gs pos="0">
                <a:srgbClr val="F1EFCB">
                  <a:gamma/>
                  <a:shade val="56078"/>
                  <a:invGamma/>
                </a:srgbClr>
              </a:gs>
              <a:gs pos="50000">
                <a:srgbClr val="F1EFCB"/>
              </a:gs>
              <a:gs pos="100000">
                <a:srgbClr val="F1EFCB">
                  <a:gamma/>
                  <a:shade val="56078"/>
                  <a:invGamma/>
                </a:srgbClr>
              </a:gs>
            </a:gsLst>
            <a:lin ang="0" scaled="1"/>
          </a:gradFill>
          <a:ln w="19050">
            <a:solidFill>
              <a:srgbClr val="9966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7039567" y="2001443"/>
            <a:ext cx="485809" cy="739378"/>
            <a:chOff x="3984" y="1920"/>
            <a:chExt cx="444" cy="646"/>
          </a:xfrm>
        </p:grpSpPr>
        <p:sp>
          <p:nvSpPr>
            <p:cNvPr id="106510" name="Line 14"/>
            <p:cNvSpPr>
              <a:spLocks noChangeShapeType="1"/>
            </p:cNvSpPr>
            <p:nvPr/>
          </p:nvSpPr>
          <p:spPr bwMode="auto">
            <a:xfrm flipV="1">
              <a:off x="4416" y="1945"/>
              <a:ext cx="0" cy="29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6511" name="Text Box 15"/>
            <p:cNvSpPr txBox="1">
              <a:spLocks noChangeArrowheads="1"/>
            </p:cNvSpPr>
            <p:nvPr/>
          </p:nvSpPr>
          <p:spPr bwMode="auto">
            <a:xfrm>
              <a:off x="4177" y="1920"/>
              <a:ext cx="251" cy="3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 b="0" i="1">
                  <a:solidFill>
                    <a:srgbClr val="FF0000"/>
                  </a:solidFill>
                  <a:ea typeface="宋体" charset="-122"/>
                </a:rPr>
                <a:t>I</a:t>
              </a:r>
              <a:endParaRPr kumimoji="1" lang="en-US" altLang="zh-CN" sz="2100" b="0" i="1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6512" name="Object 16"/>
            <p:cNvGraphicFramePr>
              <a:graphicFrameLocks noChangeAspect="1"/>
            </p:cNvGraphicFramePr>
            <p:nvPr/>
          </p:nvGraphicFramePr>
          <p:xfrm>
            <a:off x="3984" y="2208"/>
            <a:ext cx="287" cy="3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10" name="Equation" r:id="rId11" imgW="177480" imgH="215640" progId="Equation.3">
                    <p:embed/>
                  </p:oleObj>
                </mc:Choice>
                <mc:Fallback>
                  <p:oleObj name="Equation" r:id="rId11" imgW="177480" imgH="215640" progId="Equation.3">
                    <p:embed/>
                    <p:pic>
                      <p:nvPicPr>
                        <p:cNvPr id="0" name="Picture 5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4" y="2208"/>
                          <a:ext cx="287" cy="35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7364610" y="4337220"/>
            <a:ext cx="673894" cy="297577"/>
            <a:chOff x="4254" y="3819"/>
            <a:chExt cx="711" cy="267"/>
          </a:xfrm>
        </p:grpSpPr>
        <p:sp>
          <p:nvSpPr>
            <p:cNvPr id="106514" name="Line 18"/>
            <p:cNvSpPr>
              <a:spLocks noChangeShapeType="1"/>
            </p:cNvSpPr>
            <p:nvPr/>
          </p:nvSpPr>
          <p:spPr bwMode="auto">
            <a:xfrm>
              <a:off x="4254" y="3819"/>
              <a:ext cx="248" cy="1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miter lim="800000"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06515" name="Line 19"/>
            <p:cNvSpPr>
              <a:spLocks noChangeShapeType="1"/>
            </p:cNvSpPr>
            <p:nvPr/>
          </p:nvSpPr>
          <p:spPr bwMode="auto">
            <a:xfrm flipH="1">
              <a:off x="4717" y="3819"/>
              <a:ext cx="248" cy="1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miter lim="800000"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106516" name="Objec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23593857"/>
                </p:ext>
              </p:extLst>
            </p:nvPr>
          </p:nvGraphicFramePr>
          <p:xfrm>
            <a:off x="4538" y="3867"/>
            <a:ext cx="201" cy="2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11" name="Equation" r:id="rId12" imgW="152202" imgH="177569" progId="Equation.3">
                    <p:embed/>
                  </p:oleObj>
                </mc:Choice>
                <mc:Fallback>
                  <p:oleObj name="Equation" r:id="rId12" imgW="152202" imgH="177569" progId="Equation.3">
                    <p:embed/>
                    <p:pic>
                      <p:nvPicPr>
                        <p:cNvPr id="0" name="Picture 4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8" y="3867"/>
                          <a:ext cx="201" cy="21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6525" name="Line 29"/>
          <p:cNvSpPr>
            <a:spLocks noChangeShapeType="1"/>
          </p:cNvSpPr>
          <p:nvPr/>
        </p:nvSpPr>
        <p:spPr bwMode="auto">
          <a:xfrm>
            <a:off x="7618211" y="2606279"/>
            <a:ext cx="0" cy="495300"/>
          </a:xfrm>
          <a:prstGeom prst="line">
            <a:avLst/>
          </a:prstGeom>
          <a:noFill/>
          <a:ln w="1905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06527" name="AutoShape 31"/>
          <p:cNvSpPr>
            <a:spLocks noChangeArrowheads="1"/>
          </p:cNvSpPr>
          <p:nvPr/>
        </p:nvSpPr>
        <p:spPr bwMode="auto">
          <a:xfrm>
            <a:off x="6996707" y="1515668"/>
            <a:ext cx="1265635" cy="2639615"/>
          </a:xfrm>
          <a:prstGeom prst="can">
            <a:avLst>
              <a:gd name="adj" fmla="val 31265"/>
            </a:avLst>
          </a:prstGeom>
          <a:solidFill>
            <a:srgbClr val="C0C0C0">
              <a:alpha val="13000"/>
            </a:srgb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06529" name="Line 33"/>
          <p:cNvSpPr>
            <a:spLocks noChangeShapeType="1"/>
          </p:cNvSpPr>
          <p:nvPr/>
        </p:nvSpPr>
        <p:spPr bwMode="auto">
          <a:xfrm>
            <a:off x="7157440" y="3181352"/>
            <a:ext cx="0" cy="436960"/>
          </a:xfrm>
          <a:prstGeom prst="line">
            <a:avLst/>
          </a:prstGeom>
          <a:noFill/>
          <a:ln w="38100">
            <a:solidFill>
              <a:srgbClr val="FF0000"/>
            </a:solidFill>
            <a:miter lim="800000"/>
            <a:headEnd type="none" w="sm" len="lg"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06530" name="Text Box 34"/>
          <p:cNvSpPr txBox="1">
            <a:spLocks noChangeArrowheads="1"/>
          </p:cNvSpPr>
          <p:nvPr/>
        </p:nvSpPr>
        <p:spPr bwMode="auto">
          <a:xfrm>
            <a:off x="7202683" y="3230166"/>
            <a:ext cx="274434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100" b="0" i="1">
                <a:solidFill>
                  <a:srgbClr val="FF0000"/>
                </a:solidFill>
                <a:ea typeface="宋体" charset="-122"/>
              </a:rPr>
              <a:t>I</a:t>
            </a:r>
            <a:endParaRPr kumimoji="1" lang="en-US" altLang="zh-CN" sz="2100" b="0" i="1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06532" name="Line 36"/>
          <p:cNvSpPr>
            <a:spLocks noChangeShapeType="1"/>
          </p:cNvSpPr>
          <p:nvPr/>
        </p:nvSpPr>
        <p:spPr bwMode="auto">
          <a:xfrm>
            <a:off x="7618211" y="3761185"/>
            <a:ext cx="634604" cy="0"/>
          </a:xfrm>
          <a:prstGeom prst="line">
            <a:avLst/>
          </a:prstGeom>
          <a:noFill/>
          <a:ln w="28575">
            <a:solidFill>
              <a:srgbClr val="FF0066"/>
            </a:solidFill>
            <a:prstDash val="dash"/>
            <a:miter lim="800000"/>
            <a:headEnd type="triangle" w="sm" len="lg"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aphicFrame>
        <p:nvGraphicFramePr>
          <p:cNvPr id="106533" name="Object 3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9127959"/>
              </p:ext>
            </p:extLst>
          </p:nvPr>
        </p:nvGraphicFramePr>
        <p:xfrm>
          <a:off x="7923011" y="3495675"/>
          <a:ext cx="239316" cy="267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312" name="Equation" r:id="rId14" imgW="215806" imgH="228501" progId="Equation.3">
                  <p:embed/>
                </p:oleObj>
              </mc:Choice>
              <mc:Fallback>
                <p:oleObj name="Equation" r:id="rId14" imgW="215806" imgH="228501" progId="Equation.3">
                  <p:embed/>
                  <p:pic>
                    <p:nvPicPr>
                      <p:cNvPr id="0" name="Picture 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3011" y="3495675"/>
                        <a:ext cx="239316" cy="26789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3"/>
          <p:cNvGrpSpPr>
            <a:grpSpLocks/>
          </p:cNvGrpSpPr>
          <p:nvPr/>
        </p:nvGrpSpPr>
        <p:grpSpPr bwMode="auto">
          <a:xfrm>
            <a:off x="7222924" y="2761060"/>
            <a:ext cx="1077516" cy="395288"/>
            <a:chOff x="4468" y="2055"/>
            <a:chExt cx="905" cy="332"/>
          </a:xfrm>
        </p:grpSpPr>
        <p:graphicFrame>
          <p:nvGraphicFramePr>
            <p:cNvPr id="106519" name="Object 23"/>
            <p:cNvGraphicFramePr>
              <a:graphicFrameLocks noChangeAspect="1"/>
            </p:cNvGraphicFramePr>
            <p:nvPr/>
          </p:nvGraphicFramePr>
          <p:xfrm>
            <a:off x="5153" y="2055"/>
            <a:ext cx="220" cy="2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8313" name="Equation" r:id="rId16" imgW="190440" imgH="253800" progId="Equation.3">
                    <p:embed/>
                  </p:oleObj>
                </mc:Choice>
                <mc:Fallback>
                  <p:oleObj name="Equation" r:id="rId16" imgW="190440" imgH="253800" progId="Equation.3">
                    <p:embed/>
                    <p:pic>
                      <p:nvPicPr>
                        <p:cNvPr id="0" name="Picture 3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3" y="2055"/>
                          <a:ext cx="220" cy="28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24"/>
            <p:cNvGrpSpPr>
              <a:grpSpLocks/>
            </p:cNvGrpSpPr>
            <p:nvPr/>
          </p:nvGrpSpPr>
          <p:grpSpPr bwMode="auto">
            <a:xfrm>
              <a:off x="4468" y="2142"/>
              <a:ext cx="684" cy="245"/>
              <a:chOff x="4215" y="2674"/>
              <a:chExt cx="744" cy="254"/>
            </a:xfrm>
          </p:grpSpPr>
          <p:sp>
            <p:nvSpPr>
              <p:cNvPr id="106521" name="Oval 25"/>
              <p:cNvSpPr>
                <a:spLocks noChangeArrowheads="1"/>
              </p:cNvSpPr>
              <p:nvPr/>
            </p:nvSpPr>
            <p:spPr bwMode="auto">
              <a:xfrm>
                <a:off x="4215" y="2674"/>
                <a:ext cx="744" cy="254"/>
              </a:xfrm>
              <a:prstGeom prst="ellipse">
                <a:avLst/>
              </a:prstGeom>
              <a:noFill/>
              <a:ln w="28575">
                <a:solidFill>
                  <a:schemeClr val="tx2"/>
                </a:solidFill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6522" name="Line 26"/>
              <p:cNvSpPr>
                <a:spLocks noChangeShapeType="1"/>
              </p:cNvSpPr>
              <p:nvPr/>
            </p:nvSpPr>
            <p:spPr bwMode="auto">
              <a:xfrm>
                <a:off x="4660" y="2921"/>
                <a:ext cx="82" cy="1"/>
              </a:xfrm>
              <a:prstGeom prst="line">
                <a:avLst/>
              </a:prstGeom>
              <a:noFill/>
              <a:ln w="38100">
                <a:solidFill>
                  <a:schemeClr val="tx2"/>
                </a:solidFill>
                <a:miter lim="800000"/>
                <a:headEnd type="none" w="sm" len="lg"/>
                <a:tailEnd type="stealth" w="lg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sp>
          <p:nvSpPr>
            <p:cNvPr id="106524" name="Line 28"/>
            <p:cNvSpPr>
              <a:spLocks noChangeShapeType="1"/>
            </p:cNvSpPr>
            <p:nvPr/>
          </p:nvSpPr>
          <p:spPr bwMode="auto">
            <a:xfrm flipV="1">
              <a:off x="4817" y="2248"/>
              <a:ext cx="335" cy="8"/>
            </a:xfrm>
            <a:prstGeom prst="line">
              <a:avLst/>
            </a:prstGeom>
            <a:noFill/>
            <a:ln w="19050">
              <a:solidFill>
                <a:srgbClr val="FF00FF"/>
              </a:solidFill>
              <a:miter lim="800000"/>
              <a:headEnd type="triangl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sp>
        <p:nvSpPr>
          <p:cNvPr id="106523" name="Rectangle 27"/>
          <p:cNvSpPr>
            <a:spLocks noChangeArrowheads="1"/>
          </p:cNvSpPr>
          <p:nvPr/>
        </p:nvSpPr>
        <p:spPr bwMode="auto">
          <a:xfrm>
            <a:off x="7434855" y="2715816"/>
            <a:ext cx="367904" cy="275034"/>
          </a:xfrm>
          <a:prstGeom prst="rect">
            <a:avLst/>
          </a:prstGeom>
          <a:gradFill rotWithShape="0">
            <a:gsLst>
              <a:gs pos="0">
                <a:srgbClr val="F1EFCB">
                  <a:gamma/>
                  <a:shade val="56078"/>
                  <a:invGamma/>
                </a:srgbClr>
              </a:gs>
              <a:gs pos="50000">
                <a:srgbClr val="F1EFCB"/>
              </a:gs>
              <a:gs pos="100000">
                <a:srgbClr val="F1EFCB">
                  <a:gamma/>
                  <a:shade val="56078"/>
                  <a:invGamma/>
                </a:srgb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06517" name="Line 21"/>
          <p:cNvSpPr>
            <a:spLocks noChangeShapeType="1"/>
          </p:cNvSpPr>
          <p:nvPr/>
        </p:nvSpPr>
        <p:spPr bwMode="auto">
          <a:xfrm>
            <a:off x="7618211" y="1396603"/>
            <a:ext cx="0" cy="3024188"/>
          </a:xfrm>
          <a:prstGeom prst="line">
            <a:avLst/>
          </a:prstGeom>
          <a:noFill/>
          <a:ln w="25400">
            <a:solidFill>
              <a:srgbClr val="0000FF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077C9E-5657-4D3F-8420-E02A11EE9E63}" type="slidenum">
              <a:rPr lang="zh-CN" altLang="en-US">
                <a:solidFill>
                  <a:srgbClr val="578963"/>
                </a:solidFill>
              </a:rPr>
              <a:pPr/>
              <a:t>26</a:t>
            </a:fld>
            <a:endParaRPr lang="en-US" altLang="zh-CN">
              <a:solidFill>
                <a:srgbClr val="578963"/>
              </a:solidFill>
            </a:endParaRPr>
          </a:p>
        </p:txBody>
      </p:sp>
      <p:graphicFrame>
        <p:nvGraphicFramePr>
          <p:cNvPr id="1075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8808091"/>
              </p:ext>
            </p:extLst>
          </p:nvPr>
        </p:nvGraphicFramePr>
        <p:xfrm>
          <a:off x="866304" y="947295"/>
          <a:ext cx="5562600" cy="4141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86" name="Equation" r:id="rId3" imgW="2755800" imgH="215640" progId="Equation.DSMT4">
                  <p:embed/>
                </p:oleObj>
              </mc:Choice>
              <mc:Fallback>
                <p:oleObj name="Equation" r:id="rId3" imgW="2755800" imgH="215640" progId="Equation.DSMT4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304" y="947295"/>
                        <a:ext cx="5562600" cy="41413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0405416"/>
              </p:ext>
            </p:extLst>
          </p:nvPr>
        </p:nvGraphicFramePr>
        <p:xfrm>
          <a:off x="953757" y="1529853"/>
          <a:ext cx="1417968" cy="5674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87" name="Equation" r:id="rId5" imgW="711000" imgH="291960" progId="Equation.DSMT4">
                  <p:embed/>
                </p:oleObj>
              </mc:Choice>
              <mc:Fallback>
                <p:oleObj name="Equation" r:id="rId5" imgW="711000" imgH="291960" progId="Equation.DSMT4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3757" y="1529853"/>
                        <a:ext cx="1417968" cy="56745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125476"/>
              </p:ext>
            </p:extLst>
          </p:nvPr>
        </p:nvGraphicFramePr>
        <p:xfrm>
          <a:off x="817731" y="2208584"/>
          <a:ext cx="24638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88" name="Equation" r:id="rId7" imgW="1193760" imgH="393480" progId="Equation.DSMT4">
                  <p:embed/>
                </p:oleObj>
              </mc:Choice>
              <mc:Fallback>
                <p:oleObj name="Equation" r:id="rId7" imgW="1193760" imgH="39348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7731" y="2208584"/>
                        <a:ext cx="2463800" cy="7699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187314" y="345783"/>
            <a:ext cx="581977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400" dirty="0">
                <a:solidFill>
                  <a:srgbClr val="CC0000"/>
                </a:solidFill>
                <a:ea typeface="宋体" charset="-122"/>
              </a:rPr>
              <a:t>解：</a:t>
            </a:r>
            <a:r>
              <a:rPr kumimoji="1" lang="zh-CN" altLang="en-US" sz="2400" dirty="0">
                <a:solidFill>
                  <a:srgbClr val="000000"/>
                </a:solidFill>
                <a:ea typeface="宋体" charset="-122"/>
              </a:rPr>
              <a:t>做半径为</a:t>
            </a:r>
            <a:r>
              <a:rPr kumimoji="1" lang="en-US" altLang="zh-CN" sz="2400" i="1" dirty="0">
                <a:solidFill>
                  <a:srgbClr val="000000"/>
                </a:solidFill>
                <a:ea typeface="宋体" charset="-122"/>
              </a:rPr>
              <a:t>d</a:t>
            </a:r>
            <a:r>
              <a:rPr kumimoji="1" lang="zh-CN" altLang="en-US" sz="2400" dirty="0">
                <a:solidFill>
                  <a:srgbClr val="000000"/>
                </a:solidFill>
                <a:ea typeface="宋体" charset="-122"/>
              </a:rPr>
              <a:t>的安培回路，如图所示</a:t>
            </a:r>
            <a:endParaRPr kumimoji="1" lang="en-US" altLang="zh-CN" sz="2400" dirty="0">
              <a:solidFill>
                <a:srgbClr val="000000"/>
              </a:solidFill>
              <a:ea typeface="宋体" charset="-122"/>
            </a:endParaRPr>
          </a:p>
        </p:txBody>
      </p:sp>
      <p:graphicFrame>
        <p:nvGraphicFramePr>
          <p:cNvPr id="107558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3650887"/>
              </p:ext>
            </p:extLst>
          </p:nvPr>
        </p:nvGraphicFramePr>
        <p:xfrm>
          <a:off x="866304" y="3118368"/>
          <a:ext cx="2250223" cy="378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89" name="Equation" r:id="rId9" imgW="1206360" imgH="215640" progId="Equation.DSMT4">
                  <p:embed/>
                </p:oleObj>
              </mc:Choice>
              <mc:Fallback>
                <p:oleObj name="Equation" r:id="rId9" imgW="1206360" imgH="215640" progId="Equation.DSMT4">
                  <p:embed/>
                  <p:pic>
                    <p:nvPicPr>
                      <p:cNvPr id="0" name="Picture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6304" y="3118368"/>
                        <a:ext cx="2250223" cy="37817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563" name="Object 4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738316"/>
              </p:ext>
            </p:extLst>
          </p:nvPr>
        </p:nvGraphicFramePr>
        <p:xfrm>
          <a:off x="959546" y="4336765"/>
          <a:ext cx="1745673" cy="39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90" name="Equation" r:id="rId11" imgW="888840" imgH="203040" progId="Equation.DSMT4">
                  <p:embed/>
                </p:oleObj>
              </mc:Choice>
              <mc:Fallback>
                <p:oleObj name="Equation" r:id="rId11" imgW="888840" imgH="203040" progId="Equation.DSMT4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9546" y="4336765"/>
                        <a:ext cx="1745673" cy="39863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6996707" y="1396603"/>
            <a:ext cx="1303733" cy="3238195"/>
            <a:chOff x="6996707" y="1396603"/>
            <a:chExt cx="1303733" cy="3238195"/>
          </a:xfrm>
        </p:grpSpPr>
        <p:sp>
          <p:nvSpPr>
            <p:cNvPr id="44" name="Line 11"/>
            <p:cNvSpPr>
              <a:spLocks noChangeShapeType="1"/>
            </p:cNvSpPr>
            <p:nvPr/>
          </p:nvSpPr>
          <p:spPr bwMode="auto">
            <a:xfrm flipH="1">
              <a:off x="7801567" y="3925491"/>
              <a:ext cx="0" cy="495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45" name="AutoShape 12"/>
            <p:cNvSpPr>
              <a:spLocks noChangeArrowheads="1"/>
            </p:cNvSpPr>
            <p:nvPr/>
          </p:nvSpPr>
          <p:spPr bwMode="auto">
            <a:xfrm>
              <a:off x="7440808" y="1616869"/>
              <a:ext cx="361950" cy="2401491"/>
            </a:xfrm>
            <a:prstGeom prst="can">
              <a:avLst>
                <a:gd name="adj" fmla="val 56980"/>
              </a:avLst>
            </a:prstGeom>
            <a:gradFill rotWithShape="0">
              <a:gsLst>
                <a:gs pos="0">
                  <a:srgbClr val="F1EFCB">
                    <a:gamma/>
                    <a:shade val="56078"/>
                    <a:invGamma/>
                  </a:srgbClr>
                </a:gs>
                <a:gs pos="50000">
                  <a:srgbClr val="F1EFCB"/>
                </a:gs>
                <a:gs pos="100000">
                  <a:srgbClr val="F1EFCB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19050">
              <a:solidFill>
                <a:srgbClr val="996633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pSp>
          <p:nvGrpSpPr>
            <p:cNvPr id="46" name="Group 13"/>
            <p:cNvGrpSpPr>
              <a:grpSpLocks/>
            </p:cNvGrpSpPr>
            <p:nvPr/>
          </p:nvGrpSpPr>
          <p:grpSpPr bwMode="auto">
            <a:xfrm>
              <a:off x="7039567" y="2001443"/>
              <a:ext cx="485809" cy="739378"/>
              <a:chOff x="3984" y="1920"/>
              <a:chExt cx="444" cy="646"/>
            </a:xfrm>
          </p:grpSpPr>
          <p:sp>
            <p:nvSpPr>
              <p:cNvPr id="47" name="Line 14"/>
              <p:cNvSpPr>
                <a:spLocks noChangeShapeType="1"/>
              </p:cNvSpPr>
              <p:nvPr/>
            </p:nvSpPr>
            <p:spPr bwMode="auto">
              <a:xfrm flipV="1">
                <a:off x="4416" y="1945"/>
                <a:ext cx="0" cy="2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 type="non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8" name="Text Box 15"/>
              <p:cNvSpPr txBox="1">
                <a:spLocks noChangeArrowheads="1"/>
              </p:cNvSpPr>
              <p:nvPr/>
            </p:nvSpPr>
            <p:spPr bwMode="auto">
              <a:xfrm>
                <a:off x="4177" y="1920"/>
                <a:ext cx="251" cy="3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100" b="0" i="1">
                    <a:solidFill>
                      <a:srgbClr val="FF0000"/>
                    </a:solidFill>
                    <a:ea typeface="宋体" charset="-122"/>
                  </a:rPr>
                  <a:t>I</a:t>
                </a:r>
                <a:endParaRPr kumimoji="1" lang="en-US" altLang="zh-CN" sz="2100" b="0" i="1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49" name="Object 16"/>
              <p:cNvGraphicFramePr>
                <a:graphicFrameLocks noChangeAspect="1"/>
              </p:cNvGraphicFramePr>
              <p:nvPr/>
            </p:nvGraphicFramePr>
            <p:xfrm>
              <a:off x="3984" y="2208"/>
              <a:ext cx="287" cy="3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491" name="Equation" r:id="rId13" imgW="177480" imgH="215640" progId="Equation.3">
                      <p:embed/>
                    </p:oleObj>
                  </mc:Choice>
                  <mc:Fallback>
                    <p:oleObj name="Equation" r:id="rId13" imgW="177480" imgH="215640" progId="Equation.3">
                      <p:embed/>
                      <p:pic>
                        <p:nvPicPr>
                          <p:cNvPr id="106512" name="Object 16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984" y="2208"/>
                            <a:ext cx="287" cy="35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50" name="Group 17"/>
            <p:cNvGrpSpPr>
              <a:grpSpLocks/>
            </p:cNvGrpSpPr>
            <p:nvPr/>
          </p:nvGrpSpPr>
          <p:grpSpPr bwMode="auto">
            <a:xfrm>
              <a:off x="7364610" y="4337221"/>
              <a:ext cx="673894" cy="297577"/>
              <a:chOff x="4254" y="3819"/>
              <a:chExt cx="711" cy="267"/>
            </a:xfrm>
          </p:grpSpPr>
          <p:sp>
            <p:nvSpPr>
              <p:cNvPr id="51" name="Line 18"/>
              <p:cNvSpPr>
                <a:spLocks noChangeShapeType="1"/>
              </p:cNvSpPr>
              <p:nvPr/>
            </p:nvSpPr>
            <p:spPr bwMode="auto">
              <a:xfrm>
                <a:off x="4254" y="3819"/>
                <a:ext cx="248" cy="1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miter lim="800000"/>
                <a:headEnd type="non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52" name="Line 19"/>
              <p:cNvSpPr>
                <a:spLocks noChangeShapeType="1"/>
              </p:cNvSpPr>
              <p:nvPr/>
            </p:nvSpPr>
            <p:spPr bwMode="auto">
              <a:xfrm flipH="1">
                <a:off x="4717" y="3819"/>
                <a:ext cx="248" cy="1"/>
              </a:xfrm>
              <a:prstGeom prst="line">
                <a:avLst/>
              </a:prstGeom>
              <a:noFill/>
              <a:ln w="28575">
                <a:solidFill>
                  <a:srgbClr val="FF0066"/>
                </a:solidFill>
                <a:miter lim="800000"/>
                <a:headEnd type="non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53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047275220"/>
                  </p:ext>
                </p:extLst>
              </p:nvPr>
            </p:nvGraphicFramePr>
            <p:xfrm>
              <a:off x="4518" y="3867"/>
              <a:ext cx="201" cy="2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492" name="Equation" r:id="rId15" imgW="152202" imgH="177569" progId="Equation.3">
                      <p:embed/>
                    </p:oleObj>
                  </mc:Choice>
                  <mc:Fallback>
                    <p:oleObj name="Equation" r:id="rId15" imgW="152202" imgH="177569" progId="Equation.3">
                      <p:embed/>
                      <p:pic>
                        <p:nvPicPr>
                          <p:cNvPr id="106516" name="Object 20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8" y="3867"/>
                            <a:ext cx="201" cy="21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54" name="Line 29"/>
            <p:cNvSpPr>
              <a:spLocks noChangeShapeType="1"/>
            </p:cNvSpPr>
            <p:nvPr/>
          </p:nvSpPr>
          <p:spPr bwMode="auto">
            <a:xfrm>
              <a:off x="7618211" y="2606279"/>
              <a:ext cx="0" cy="4953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55" name="AutoShape 31"/>
            <p:cNvSpPr>
              <a:spLocks noChangeArrowheads="1"/>
            </p:cNvSpPr>
            <p:nvPr/>
          </p:nvSpPr>
          <p:spPr bwMode="auto">
            <a:xfrm>
              <a:off x="6996707" y="1515668"/>
              <a:ext cx="1265635" cy="2639615"/>
            </a:xfrm>
            <a:prstGeom prst="can">
              <a:avLst>
                <a:gd name="adj" fmla="val 31265"/>
              </a:avLst>
            </a:prstGeom>
            <a:solidFill>
              <a:srgbClr val="C0C0C0">
                <a:alpha val="13000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56" name="Line 33"/>
            <p:cNvSpPr>
              <a:spLocks noChangeShapeType="1"/>
            </p:cNvSpPr>
            <p:nvPr/>
          </p:nvSpPr>
          <p:spPr bwMode="auto">
            <a:xfrm>
              <a:off x="7157440" y="3181352"/>
              <a:ext cx="0" cy="4369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miter lim="800000"/>
              <a:headEnd type="non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57" name="Text Box 34"/>
            <p:cNvSpPr txBox="1">
              <a:spLocks noChangeArrowheads="1"/>
            </p:cNvSpPr>
            <p:nvPr/>
          </p:nvSpPr>
          <p:spPr bwMode="auto">
            <a:xfrm>
              <a:off x="7202683" y="3230166"/>
              <a:ext cx="274434" cy="4154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100" b="0" i="1">
                  <a:solidFill>
                    <a:srgbClr val="FF0000"/>
                  </a:solidFill>
                  <a:ea typeface="宋体" charset="-122"/>
                </a:rPr>
                <a:t>I</a:t>
              </a:r>
              <a:endParaRPr kumimoji="1" lang="en-US" altLang="zh-CN" sz="2100" b="0" i="1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58" name="Line 36"/>
            <p:cNvSpPr>
              <a:spLocks noChangeShapeType="1"/>
            </p:cNvSpPr>
            <p:nvPr/>
          </p:nvSpPr>
          <p:spPr bwMode="auto">
            <a:xfrm>
              <a:off x="7618211" y="3761185"/>
              <a:ext cx="634604" cy="0"/>
            </a:xfrm>
            <a:prstGeom prst="line">
              <a:avLst/>
            </a:prstGeom>
            <a:noFill/>
            <a:ln w="28575">
              <a:solidFill>
                <a:srgbClr val="FF0066"/>
              </a:solidFill>
              <a:prstDash val="dash"/>
              <a:miter lim="800000"/>
              <a:headEnd type="triangle" w="sm" len="lg"/>
              <a:tailEnd type="triangl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graphicFrame>
          <p:nvGraphicFramePr>
            <p:cNvPr id="59" name="Object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87128091"/>
                </p:ext>
              </p:extLst>
            </p:nvPr>
          </p:nvGraphicFramePr>
          <p:xfrm>
            <a:off x="7923011" y="3495675"/>
            <a:ext cx="239316" cy="2678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493" name="Equation" r:id="rId17" imgW="215806" imgH="228501" progId="Equation.3">
                    <p:embed/>
                  </p:oleObj>
                </mc:Choice>
                <mc:Fallback>
                  <p:oleObj name="Equation" r:id="rId17" imgW="215806" imgH="228501" progId="Equation.3">
                    <p:embed/>
                    <p:pic>
                      <p:nvPicPr>
                        <p:cNvPr id="106533" name="Object 37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923011" y="3495675"/>
                          <a:ext cx="239316" cy="2678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0" name="Group 43"/>
            <p:cNvGrpSpPr>
              <a:grpSpLocks/>
            </p:cNvGrpSpPr>
            <p:nvPr/>
          </p:nvGrpSpPr>
          <p:grpSpPr bwMode="auto">
            <a:xfrm>
              <a:off x="7222924" y="2761060"/>
              <a:ext cx="1077516" cy="395288"/>
              <a:chOff x="4468" y="2055"/>
              <a:chExt cx="905" cy="332"/>
            </a:xfrm>
          </p:grpSpPr>
          <p:graphicFrame>
            <p:nvGraphicFramePr>
              <p:cNvPr id="61" name="Object 23"/>
              <p:cNvGraphicFramePr>
                <a:graphicFrameLocks noChangeAspect="1"/>
              </p:cNvGraphicFramePr>
              <p:nvPr/>
            </p:nvGraphicFramePr>
            <p:xfrm>
              <a:off x="5153" y="2055"/>
              <a:ext cx="220" cy="2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2494" name="Equation" r:id="rId19" imgW="190440" imgH="253800" progId="Equation.3">
                      <p:embed/>
                    </p:oleObj>
                  </mc:Choice>
                  <mc:Fallback>
                    <p:oleObj name="Equation" r:id="rId19" imgW="190440" imgH="253800" progId="Equation.3">
                      <p:embed/>
                      <p:pic>
                        <p:nvPicPr>
                          <p:cNvPr id="106519" name="Object 23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3" y="2055"/>
                            <a:ext cx="220" cy="2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62" name="Group 24"/>
              <p:cNvGrpSpPr>
                <a:grpSpLocks/>
              </p:cNvGrpSpPr>
              <p:nvPr/>
            </p:nvGrpSpPr>
            <p:grpSpPr bwMode="auto">
              <a:xfrm>
                <a:off x="4468" y="2142"/>
                <a:ext cx="684" cy="245"/>
                <a:chOff x="4215" y="2674"/>
                <a:chExt cx="744" cy="254"/>
              </a:xfrm>
            </p:grpSpPr>
            <p:sp>
              <p:nvSpPr>
                <p:cNvPr id="64" name="Oval 25"/>
                <p:cNvSpPr>
                  <a:spLocks noChangeArrowheads="1"/>
                </p:cNvSpPr>
                <p:nvPr/>
              </p:nvSpPr>
              <p:spPr bwMode="auto">
                <a:xfrm>
                  <a:off x="4215" y="2674"/>
                  <a:ext cx="744" cy="254"/>
                </a:xfrm>
                <a:prstGeom prst="ellipse">
                  <a:avLst/>
                </a:prstGeom>
                <a:noFill/>
                <a:ln w="28575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>
                    <a:solidFill>
                      <a:srgbClr val="000000"/>
                    </a:solidFill>
                    <a:ea typeface="宋体" charset="-122"/>
                  </a:endParaRPr>
                </a:p>
              </p:txBody>
            </p:sp>
            <p:sp>
              <p:nvSpPr>
                <p:cNvPr id="65" name="Line 26"/>
                <p:cNvSpPr>
                  <a:spLocks noChangeShapeType="1"/>
                </p:cNvSpPr>
                <p:nvPr/>
              </p:nvSpPr>
              <p:spPr bwMode="auto">
                <a:xfrm>
                  <a:off x="4660" y="2921"/>
                  <a:ext cx="82" cy="1"/>
                </a:xfrm>
                <a:prstGeom prst="line">
                  <a:avLst/>
                </a:prstGeom>
                <a:noFill/>
                <a:ln w="38100">
                  <a:solidFill>
                    <a:schemeClr val="tx2"/>
                  </a:solidFill>
                  <a:miter lim="800000"/>
                  <a:headEnd type="none" w="sm" len="lg"/>
                  <a:tailEnd type="stealth" w="lg" len="lg"/>
                </a:ln>
                <a:effectLst/>
              </p:spPr>
              <p:txBody>
                <a:bodyPr wrap="none" anchor="ctr"/>
                <a:lstStyle/>
                <a:p>
                  <a:endParaRPr lang="zh-CN" altLang="en-US" sz="2100">
                    <a:solidFill>
                      <a:srgbClr val="000000"/>
                    </a:solidFill>
                    <a:ea typeface="宋体" charset="-122"/>
                  </a:endParaRPr>
                </a:p>
              </p:txBody>
            </p:sp>
          </p:grpSp>
          <p:sp>
            <p:nvSpPr>
              <p:cNvPr id="63" name="Line 28"/>
              <p:cNvSpPr>
                <a:spLocks noChangeShapeType="1"/>
              </p:cNvSpPr>
              <p:nvPr/>
            </p:nvSpPr>
            <p:spPr bwMode="auto">
              <a:xfrm flipV="1">
                <a:off x="4817" y="2248"/>
                <a:ext cx="335" cy="8"/>
              </a:xfrm>
              <a:prstGeom prst="line">
                <a:avLst/>
              </a:prstGeom>
              <a:noFill/>
              <a:ln w="19050">
                <a:solidFill>
                  <a:srgbClr val="FF00FF"/>
                </a:solidFill>
                <a:miter lim="800000"/>
                <a:headEnd type="triangle" w="sm" len="lg"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sp>
          <p:nvSpPr>
            <p:cNvPr id="66" name="Rectangle 27"/>
            <p:cNvSpPr>
              <a:spLocks noChangeArrowheads="1"/>
            </p:cNvSpPr>
            <p:nvPr/>
          </p:nvSpPr>
          <p:spPr bwMode="auto">
            <a:xfrm>
              <a:off x="7434855" y="2715816"/>
              <a:ext cx="367904" cy="275034"/>
            </a:xfrm>
            <a:prstGeom prst="rect">
              <a:avLst/>
            </a:prstGeom>
            <a:gradFill rotWithShape="0">
              <a:gsLst>
                <a:gs pos="0">
                  <a:srgbClr val="F1EFCB">
                    <a:gamma/>
                    <a:shade val="56078"/>
                    <a:invGamma/>
                  </a:srgbClr>
                </a:gs>
                <a:gs pos="50000">
                  <a:srgbClr val="F1EFCB"/>
                </a:gs>
                <a:gs pos="100000">
                  <a:srgbClr val="F1EFCB">
                    <a:gamma/>
                    <a:shade val="56078"/>
                    <a:invGamma/>
                  </a:srgbClr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67" name="Line 21"/>
            <p:cNvSpPr>
              <a:spLocks noChangeShapeType="1"/>
            </p:cNvSpPr>
            <p:nvPr/>
          </p:nvSpPr>
          <p:spPr bwMode="auto">
            <a:xfrm>
              <a:off x="7618211" y="1396603"/>
              <a:ext cx="0" cy="3024188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prstDash val="dash"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536151" y="1585547"/>
            <a:ext cx="1743675" cy="398860"/>
            <a:chOff x="2536151" y="1585547"/>
            <a:chExt cx="1743675" cy="398860"/>
          </a:xfrm>
        </p:grpSpPr>
        <p:graphicFrame>
          <p:nvGraphicFramePr>
            <p:cNvPr id="10752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9065380"/>
                </p:ext>
              </p:extLst>
            </p:nvPr>
          </p:nvGraphicFramePr>
          <p:xfrm>
            <a:off x="3015382" y="1585547"/>
            <a:ext cx="1264444" cy="3988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495" name="Equation" r:id="rId21" imgW="698400" imgH="203040" progId="Equation.DSMT4">
                    <p:embed/>
                  </p:oleObj>
                </mc:Choice>
                <mc:Fallback>
                  <p:oleObj name="Equation" r:id="rId21" imgW="698400" imgH="203040" progId="Equation.DSMT4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5382" y="1585547"/>
                          <a:ext cx="1264444" cy="3988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右箭头 9"/>
            <p:cNvSpPr/>
            <p:nvPr/>
          </p:nvSpPr>
          <p:spPr bwMode="auto">
            <a:xfrm>
              <a:off x="2536151" y="1701233"/>
              <a:ext cx="338137" cy="167488"/>
            </a:xfrm>
            <a:prstGeom prst="rightArrow">
              <a:avLst/>
            </a:prstGeom>
            <a:solidFill>
              <a:srgbClr val="98060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300824" y="1427163"/>
            <a:ext cx="1499022" cy="715629"/>
            <a:chOff x="4300824" y="1427163"/>
            <a:chExt cx="1499022" cy="715629"/>
          </a:xfrm>
        </p:grpSpPr>
        <p:sp>
          <p:nvSpPr>
            <p:cNvPr id="70" name="右箭头 69"/>
            <p:cNvSpPr/>
            <p:nvPr/>
          </p:nvSpPr>
          <p:spPr bwMode="auto">
            <a:xfrm>
              <a:off x="4300824" y="1701233"/>
              <a:ext cx="338137" cy="167488"/>
            </a:xfrm>
            <a:prstGeom prst="rightArrow">
              <a:avLst/>
            </a:prstGeom>
            <a:solidFill>
              <a:srgbClr val="98060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71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344792465"/>
                </p:ext>
              </p:extLst>
            </p:nvPr>
          </p:nvGraphicFramePr>
          <p:xfrm>
            <a:off x="4691063" y="1427163"/>
            <a:ext cx="1108783" cy="7156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496" name="Equation" r:id="rId23" imgW="660240" imgH="393480" progId="Equation.DSMT4">
                    <p:embed/>
                  </p:oleObj>
                </mc:Choice>
                <mc:Fallback>
                  <p:oleObj name="Equation" r:id="rId23" imgW="660240" imgH="393480" progId="Equation.DSMT4">
                    <p:embed/>
                    <p:pic>
                      <p:nvPicPr>
                        <p:cNvPr id="10752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1063" y="1427163"/>
                          <a:ext cx="1108783" cy="715629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949536" y="3645917"/>
            <a:ext cx="1971242" cy="560525"/>
            <a:chOff x="949536" y="3687041"/>
            <a:chExt cx="1971242" cy="560525"/>
          </a:xfrm>
        </p:grpSpPr>
        <p:graphicFrame>
          <p:nvGraphicFramePr>
            <p:cNvPr id="72" name="Object 4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7335362"/>
                </p:ext>
              </p:extLst>
            </p:nvPr>
          </p:nvGraphicFramePr>
          <p:xfrm>
            <a:off x="1956908" y="3747665"/>
            <a:ext cx="963870" cy="3440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497" name="Equation" r:id="rId25" imgW="672840" imgH="177480" progId="Equation.3">
                    <p:embed/>
                  </p:oleObj>
                </mc:Choice>
                <mc:Fallback>
                  <p:oleObj name="Equation" r:id="rId25" imgW="672840" imgH="177480" progId="Equation.3">
                    <p:embed/>
                    <p:pic>
                      <p:nvPicPr>
                        <p:cNvPr id="10756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6908" y="3747665"/>
                          <a:ext cx="963870" cy="34402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17385502"/>
                </p:ext>
              </p:extLst>
            </p:nvPr>
          </p:nvGraphicFramePr>
          <p:xfrm>
            <a:off x="949536" y="3687041"/>
            <a:ext cx="1065330" cy="560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498" name="Equation" r:id="rId27" imgW="482400" imgH="291960" progId="Equation.3">
                    <p:embed/>
                  </p:oleObj>
                </mc:Choice>
                <mc:Fallback>
                  <p:oleObj name="Equation" r:id="rId27" imgW="482400" imgH="291960" progId="Equation.3">
                    <p:embed/>
                    <p:pic>
                      <p:nvPicPr>
                        <p:cNvPr id="107561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49536" y="3687041"/>
                          <a:ext cx="1065330" cy="5605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3043795" y="3722035"/>
            <a:ext cx="1664479" cy="395287"/>
            <a:chOff x="3043795" y="3722035"/>
            <a:chExt cx="1664479" cy="395287"/>
          </a:xfrm>
        </p:grpSpPr>
        <p:graphicFrame>
          <p:nvGraphicFramePr>
            <p:cNvPr id="107562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7933752"/>
                </p:ext>
              </p:extLst>
            </p:nvPr>
          </p:nvGraphicFramePr>
          <p:xfrm>
            <a:off x="3428749" y="3722035"/>
            <a:ext cx="1279525" cy="395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499" name="Equation" r:id="rId29" imgW="698400" imgH="203040" progId="Equation.DSMT4">
                    <p:embed/>
                  </p:oleObj>
                </mc:Choice>
                <mc:Fallback>
                  <p:oleObj name="Equation" r:id="rId29" imgW="698400" imgH="203040" progId="Equation.DSMT4">
                    <p:embed/>
                    <p:pic>
                      <p:nvPicPr>
                        <p:cNvPr id="0" name="Picture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8749" y="3722035"/>
                          <a:ext cx="1279525" cy="39528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右箭头 73"/>
            <p:cNvSpPr/>
            <p:nvPr/>
          </p:nvSpPr>
          <p:spPr bwMode="auto">
            <a:xfrm>
              <a:off x="3043795" y="3835934"/>
              <a:ext cx="338137" cy="167488"/>
            </a:xfrm>
            <a:prstGeom prst="rightArrow">
              <a:avLst/>
            </a:prstGeom>
            <a:solidFill>
              <a:srgbClr val="98060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745566" y="3746641"/>
            <a:ext cx="1119966" cy="346075"/>
            <a:chOff x="4745566" y="3746641"/>
            <a:chExt cx="1119966" cy="346075"/>
          </a:xfrm>
        </p:grpSpPr>
        <p:graphicFrame>
          <p:nvGraphicFramePr>
            <p:cNvPr id="75" name="Object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66023888"/>
                </p:ext>
              </p:extLst>
            </p:nvPr>
          </p:nvGraphicFramePr>
          <p:xfrm>
            <a:off x="5120994" y="3746641"/>
            <a:ext cx="744538" cy="346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2500" name="Equation" r:id="rId31" imgW="406080" imgH="177480" progId="Equation.DSMT4">
                    <p:embed/>
                  </p:oleObj>
                </mc:Choice>
                <mc:Fallback>
                  <p:oleObj name="Equation" r:id="rId31" imgW="406080" imgH="177480" progId="Equation.DSMT4">
                    <p:embed/>
                    <p:pic>
                      <p:nvPicPr>
                        <p:cNvPr id="107562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20994" y="3746641"/>
                          <a:ext cx="744538" cy="346075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6" name="右箭头 75"/>
            <p:cNvSpPr/>
            <p:nvPr/>
          </p:nvSpPr>
          <p:spPr bwMode="auto">
            <a:xfrm>
              <a:off x="4745566" y="3835934"/>
              <a:ext cx="338137" cy="167488"/>
            </a:xfrm>
            <a:prstGeom prst="rightArrow">
              <a:avLst/>
            </a:prstGeom>
            <a:solidFill>
              <a:srgbClr val="980606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宋体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7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500"/>
                                        <p:tgtEl>
                                          <p:spTgt spid="107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8B1F1-487F-4F9F-AE01-F9D6F3300DCA}" type="slidenum">
              <a:rPr lang="zh-CN" altLang="en-US">
                <a:solidFill>
                  <a:srgbClr val="578963"/>
                </a:solidFill>
              </a:rPr>
              <a:pPr/>
              <a:t>27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08595" name="Text Box 51"/>
          <p:cNvSpPr txBox="1">
            <a:spLocks noChangeArrowheads="1"/>
          </p:cNvSpPr>
          <p:nvPr/>
        </p:nvSpPr>
        <p:spPr bwMode="auto">
          <a:xfrm>
            <a:off x="280274" y="373141"/>
            <a:ext cx="228600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100">
                <a:solidFill>
                  <a:srgbClr val="0000FF"/>
                </a:solidFill>
                <a:ea typeface="宋体" charset="-122"/>
              </a:rPr>
              <a:t>三、铁磁质</a:t>
            </a:r>
          </a:p>
        </p:txBody>
      </p:sp>
      <p:sp>
        <p:nvSpPr>
          <p:cNvPr id="108596" name="Text Box 52"/>
          <p:cNvSpPr txBox="1">
            <a:spLocks noChangeArrowheads="1"/>
          </p:cNvSpPr>
          <p:nvPr/>
        </p:nvSpPr>
        <p:spPr bwMode="auto">
          <a:xfrm>
            <a:off x="1849994" y="340825"/>
            <a:ext cx="6229350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100" dirty="0">
                <a:solidFill>
                  <a:srgbClr val="000000"/>
                </a:solidFill>
                <a:ea typeface="宋体" charset="-122"/>
              </a:rPr>
              <a:t>在磁场中放置铁磁质，可以显著增强磁场。</a:t>
            </a:r>
          </a:p>
        </p:txBody>
      </p:sp>
      <p:sp>
        <p:nvSpPr>
          <p:cNvPr id="108597" name="Text Box 53"/>
          <p:cNvSpPr txBox="1">
            <a:spLocks noChangeArrowheads="1"/>
          </p:cNvSpPr>
          <p:nvPr/>
        </p:nvSpPr>
        <p:spPr bwMode="auto">
          <a:xfrm>
            <a:off x="569834" y="853272"/>
            <a:ext cx="8017905" cy="4801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kumimoji="1" lang="en-US" altLang="zh-CN" sz="2100" dirty="0">
                <a:solidFill>
                  <a:srgbClr val="990000"/>
                </a:solidFill>
                <a:ea typeface="宋体" charset="-122"/>
              </a:rPr>
              <a:t>1. </a:t>
            </a:r>
            <a:r>
              <a:rPr kumimoji="1" lang="zh-CN" altLang="zh-CN" sz="2100" dirty="0">
                <a:solidFill>
                  <a:srgbClr val="990000"/>
                </a:solidFill>
                <a:ea typeface="宋体" charset="-122"/>
              </a:rPr>
              <a:t>磁畴</a:t>
            </a:r>
            <a:r>
              <a:rPr kumimoji="1" lang="zh-CN" altLang="en-US" sz="2100" dirty="0">
                <a:solidFill>
                  <a:srgbClr val="990000"/>
                </a:solidFill>
                <a:ea typeface="宋体" charset="-122"/>
              </a:rPr>
              <a:t>:</a:t>
            </a:r>
            <a:r>
              <a:rPr kumimoji="1" lang="zh-CN" altLang="en-US" sz="2100" dirty="0">
                <a:solidFill>
                  <a:srgbClr val="000000"/>
                </a:solidFill>
                <a:ea typeface="宋体" charset="-122"/>
              </a:rPr>
              <a:t>是自发的磁化区域，铁磁性主要来源于电子的自旋磁矩。</a:t>
            </a:r>
          </a:p>
        </p:txBody>
      </p:sp>
      <p:pic>
        <p:nvPicPr>
          <p:cNvPr id="4" name="cc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4890" y="1486367"/>
            <a:ext cx="7227570" cy="3390433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8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8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  <p:bldLst>
      <p:bldP spid="108596" grpId="0"/>
      <p:bldP spid="108597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60C15-5427-45C7-B233-F9228B05C75D}" type="slidenum">
              <a:rPr lang="zh-CN" altLang="en-US">
                <a:solidFill>
                  <a:srgbClr val="578963"/>
                </a:solidFill>
              </a:rPr>
              <a:pPr/>
              <a:t>28</a:t>
            </a:fld>
            <a:endParaRPr lang="en-US" altLang="zh-CN">
              <a:solidFill>
                <a:srgbClr val="578963"/>
              </a:solidFill>
            </a:endParaRPr>
          </a:p>
        </p:txBody>
      </p:sp>
      <p:sp>
        <p:nvSpPr>
          <p:cNvPr id="109571" name="Text Box 3"/>
          <p:cNvSpPr txBox="1">
            <a:spLocks noChangeArrowheads="1"/>
          </p:cNvSpPr>
          <p:nvPr/>
        </p:nvSpPr>
        <p:spPr bwMode="auto">
          <a:xfrm>
            <a:off x="464303" y="215268"/>
            <a:ext cx="410646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990000"/>
                </a:solidFill>
                <a:ea typeface="宋体" charset="-122"/>
              </a:rPr>
              <a:t>2.</a:t>
            </a:r>
            <a:r>
              <a:rPr kumimoji="1" lang="en-US" altLang="zh-CN" sz="2400" dirty="0">
                <a:solidFill>
                  <a:srgbClr val="CC0000"/>
                </a:solidFill>
                <a:ea typeface="宋体" charset="-122"/>
              </a:rPr>
              <a:t>  </a:t>
            </a:r>
            <a:r>
              <a:rPr kumimoji="1" lang="zh-CN" altLang="en-US" sz="2400" dirty="0" smtClean="0">
                <a:solidFill>
                  <a:srgbClr val="000000"/>
                </a:solidFill>
                <a:ea typeface="宋体" charset="-122"/>
              </a:rPr>
              <a:t>磁化曲线</a:t>
            </a:r>
            <a:endParaRPr kumimoji="1" lang="zh-CN" altLang="en-US" sz="2400" dirty="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2843829" y="1046638"/>
            <a:ext cx="4560644" cy="3358306"/>
            <a:chOff x="2458421" y="1016410"/>
            <a:chExt cx="4560644" cy="3358306"/>
          </a:xfrm>
        </p:grpSpPr>
        <p:grpSp>
          <p:nvGrpSpPr>
            <p:cNvPr id="5" name="组合 4"/>
            <p:cNvGrpSpPr/>
            <p:nvPr/>
          </p:nvGrpSpPr>
          <p:grpSpPr>
            <a:xfrm>
              <a:off x="2458421" y="1016410"/>
              <a:ext cx="4560644" cy="3358306"/>
              <a:chOff x="2458421" y="1016410"/>
              <a:chExt cx="4560644" cy="3358306"/>
            </a:xfrm>
          </p:grpSpPr>
          <p:sp>
            <p:nvSpPr>
              <p:cNvPr id="109591" name="Text Box 23"/>
              <p:cNvSpPr txBox="1">
                <a:spLocks noChangeArrowheads="1"/>
              </p:cNvSpPr>
              <p:nvPr/>
            </p:nvSpPr>
            <p:spPr bwMode="auto">
              <a:xfrm>
                <a:off x="2729149" y="3913051"/>
                <a:ext cx="3582591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 algn="ctr" eaLnBrk="1" hangingPunct="1"/>
                <a:r>
                  <a:rPr lang="en-US" altLang="zh-CN" sz="2400" i="1" dirty="0" smtClean="0">
                    <a:solidFill>
                      <a:srgbClr val="1C1C1C"/>
                    </a:solidFill>
                    <a:ea typeface="宋体" charset="-122"/>
                  </a:rPr>
                  <a:t>B</a:t>
                </a:r>
                <a:r>
                  <a:rPr lang="en-US" altLang="zh-CN" sz="2400" dirty="0" smtClean="0">
                    <a:solidFill>
                      <a:srgbClr val="1C1C1C"/>
                    </a:solidFill>
                    <a:ea typeface="宋体" charset="-122"/>
                  </a:rPr>
                  <a:t>-</a:t>
                </a:r>
                <a:r>
                  <a:rPr lang="en-US" altLang="zh-CN" sz="2400" i="1" dirty="0" smtClean="0">
                    <a:solidFill>
                      <a:srgbClr val="1C1C1C"/>
                    </a:solidFill>
                    <a:ea typeface="宋体" charset="-122"/>
                  </a:rPr>
                  <a:t>H</a:t>
                </a:r>
                <a:r>
                  <a:rPr lang="zh-CN" altLang="en-US" sz="2400" dirty="0">
                    <a:solidFill>
                      <a:srgbClr val="1C1C1C"/>
                    </a:solidFill>
                    <a:ea typeface="宋体" charset="-122"/>
                  </a:rPr>
                  <a:t>曲线</a:t>
                </a:r>
              </a:p>
            </p:txBody>
          </p:sp>
          <p:sp>
            <p:nvSpPr>
              <p:cNvPr id="109573" name="Line 5"/>
              <p:cNvSpPr>
                <a:spLocks noChangeShapeType="1"/>
              </p:cNvSpPr>
              <p:nvPr/>
            </p:nvSpPr>
            <p:spPr bwMode="auto">
              <a:xfrm>
                <a:off x="2835116" y="3452576"/>
                <a:ext cx="401847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9574" name="Line 6"/>
              <p:cNvSpPr>
                <a:spLocks noChangeShapeType="1"/>
              </p:cNvSpPr>
              <p:nvPr/>
            </p:nvSpPr>
            <p:spPr bwMode="auto">
              <a:xfrm flipV="1">
                <a:off x="2835117" y="1395177"/>
                <a:ext cx="0" cy="20573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9583" name="Line 15"/>
              <p:cNvSpPr>
                <a:spLocks noChangeShapeType="1"/>
              </p:cNvSpPr>
              <p:nvPr/>
            </p:nvSpPr>
            <p:spPr bwMode="auto">
              <a:xfrm>
                <a:off x="2813685" y="2870263"/>
                <a:ext cx="464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9584" name="Line 16"/>
              <p:cNvSpPr>
                <a:spLocks noChangeShapeType="1"/>
              </p:cNvSpPr>
              <p:nvPr/>
            </p:nvSpPr>
            <p:spPr bwMode="auto">
              <a:xfrm>
                <a:off x="2813685" y="2289337"/>
                <a:ext cx="464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9585" name="Line 17"/>
              <p:cNvSpPr>
                <a:spLocks noChangeShapeType="1"/>
              </p:cNvSpPr>
              <p:nvPr/>
            </p:nvSpPr>
            <p:spPr bwMode="auto">
              <a:xfrm>
                <a:off x="2813685" y="1708312"/>
                <a:ext cx="464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9587" name="Text Box 19"/>
              <p:cNvSpPr txBox="1">
                <a:spLocks noChangeArrowheads="1"/>
              </p:cNvSpPr>
              <p:nvPr/>
            </p:nvSpPr>
            <p:spPr bwMode="auto">
              <a:xfrm>
                <a:off x="6635627" y="3428764"/>
                <a:ext cx="383438" cy="4001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000" i="1" dirty="0" smtClean="0">
                    <a:solidFill>
                      <a:srgbClr val="000000"/>
                    </a:solidFill>
                    <a:ea typeface="宋体" charset="-122"/>
                  </a:rPr>
                  <a:t>H</a:t>
                </a:r>
                <a:endParaRPr lang="en-US" altLang="zh-CN" sz="2000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9589" name="Text Box 21"/>
              <p:cNvSpPr txBox="1">
                <a:spLocks noChangeArrowheads="1"/>
              </p:cNvSpPr>
              <p:nvPr/>
            </p:nvSpPr>
            <p:spPr bwMode="auto">
              <a:xfrm>
                <a:off x="2459771" y="1016410"/>
                <a:ext cx="389850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i="1" dirty="0" smtClean="0">
                    <a:solidFill>
                      <a:srgbClr val="000000"/>
                    </a:solidFill>
                    <a:ea typeface="宋体" charset="-122"/>
                  </a:rPr>
                  <a:t>B</a:t>
                </a:r>
                <a:endParaRPr lang="en-US" altLang="zh-CN" sz="2400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09592" name="Text Box 24"/>
              <p:cNvSpPr txBox="1">
                <a:spLocks noChangeArrowheads="1"/>
              </p:cNvSpPr>
              <p:nvPr/>
            </p:nvSpPr>
            <p:spPr bwMode="auto">
              <a:xfrm>
                <a:off x="2458421" y="3350674"/>
                <a:ext cx="423514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400" i="1" dirty="0" smtClean="0">
                    <a:solidFill>
                      <a:srgbClr val="000000"/>
                    </a:solidFill>
                    <a:latin typeface="+mn-lt"/>
                    <a:ea typeface="宋体" charset="-122"/>
                  </a:rPr>
                  <a:t>O</a:t>
                </a:r>
                <a:endParaRPr lang="en-US" altLang="zh-CN" sz="2400" i="1" dirty="0">
                  <a:solidFill>
                    <a:srgbClr val="000000"/>
                  </a:solidFill>
                  <a:latin typeface="+mn-lt"/>
                  <a:ea typeface="宋体" charset="-122"/>
                </a:endParaRPr>
              </a:p>
            </p:txBody>
          </p:sp>
        </p:grpSp>
        <p:cxnSp>
          <p:nvCxnSpPr>
            <p:cNvPr id="9" name="直接连接符 8"/>
            <p:cNvCxnSpPr/>
            <p:nvPr/>
          </p:nvCxnSpPr>
          <p:spPr bwMode="auto">
            <a:xfrm flipH="1">
              <a:off x="2842872" y="1845183"/>
              <a:ext cx="2291149" cy="159945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43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6522078"/>
              </p:ext>
            </p:extLst>
          </p:nvPr>
        </p:nvGraphicFramePr>
        <p:xfrm>
          <a:off x="5455325" y="1568107"/>
          <a:ext cx="1001713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277" name="Equation" r:id="rId3" imgW="596880" imgH="228600" progId="Equation.DSMT4">
                  <p:embed/>
                </p:oleObj>
              </mc:Choice>
              <mc:Fallback>
                <p:oleObj name="Equation" r:id="rId3" imgW="596880" imgH="228600" progId="Equation.DSMT4">
                  <p:embed/>
                  <p:pic>
                    <p:nvPicPr>
                      <p:cNvPr id="7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5325" y="1568107"/>
                        <a:ext cx="1001713" cy="4143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组合 12"/>
          <p:cNvGrpSpPr/>
          <p:nvPr/>
        </p:nvGrpSpPr>
        <p:grpSpPr>
          <a:xfrm>
            <a:off x="3220526" y="2446624"/>
            <a:ext cx="4559003" cy="1036178"/>
            <a:chOff x="3220526" y="2446624"/>
            <a:chExt cx="4559003" cy="1036178"/>
          </a:xfrm>
        </p:grpSpPr>
        <p:graphicFrame>
          <p:nvGraphicFramePr>
            <p:cNvPr id="4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74333793"/>
                </p:ext>
              </p:extLst>
            </p:nvPr>
          </p:nvGraphicFramePr>
          <p:xfrm>
            <a:off x="5234624" y="2446624"/>
            <a:ext cx="1235075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278" name="Equation" r:id="rId5" imgW="736560" imgH="228600" progId="Equation.DSMT4">
                    <p:embed/>
                  </p:oleObj>
                </mc:Choice>
                <mc:Fallback>
                  <p:oleObj name="Equation" r:id="rId5" imgW="736560" imgH="228600" progId="Equation.DSMT4">
                    <p:embed/>
                    <p:pic>
                      <p:nvPicPr>
                        <p:cNvPr id="4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4624" y="2446624"/>
                          <a:ext cx="1235075" cy="41433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Text Box 23"/>
            <p:cNvSpPr txBox="1">
              <a:spLocks noChangeArrowheads="1"/>
            </p:cNvSpPr>
            <p:nvPr/>
          </p:nvSpPr>
          <p:spPr bwMode="auto">
            <a:xfrm>
              <a:off x="4196938" y="2812746"/>
              <a:ext cx="358259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000" dirty="0" smtClean="0">
                  <a:solidFill>
                    <a:srgbClr val="1C1C1C"/>
                  </a:solidFill>
                  <a:ea typeface="宋体" charset="-122"/>
                </a:rPr>
                <a:t>抗磁质</a:t>
              </a:r>
              <a:endParaRPr lang="zh-CN" altLang="en-US" sz="2000" dirty="0">
                <a:solidFill>
                  <a:srgbClr val="1C1C1C"/>
                </a:solidFill>
                <a:ea typeface="宋体" charset="-122"/>
              </a:endParaRPr>
            </a:p>
          </p:txBody>
        </p:sp>
        <p:graphicFrame>
          <p:nvGraphicFramePr>
            <p:cNvPr id="49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81573412"/>
                </p:ext>
              </p:extLst>
            </p:nvPr>
          </p:nvGraphicFramePr>
          <p:xfrm>
            <a:off x="6308960" y="2777714"/>
            <a:ext cx="681038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279" name="Equation" r:id="rId7" imgW="406080" imgH="228600" progId="Equation.DSMT4">
                    <p:embed/>
                  </p:oleObj>
                </mc:Choice>
                <mc:Fallback>
                  <p:oleObj name="Equation" r:id="rId7" imgW="406080" imgH="228600" progId="Equation.DSMT4">
                    <p:embed/>
                    <p:pic>
                      <p:nvPicPr>
                        <p:cNvPr id="4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8960" y="2777714"/>
                          <a:ext cx="681038" cy="41433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" name="Line 7"/>
            <p:cNvSpPr>
              <a:spLocks noChangeShapeType="1"/>
            </p:cNvSpPr>
            <p:nvPr/>
          </p:nvSpPr>
          <p:spPr bwMode="auto">
            <a:xfrm flipV="1">
              <a:off x="3220526" y="2758608"/>
              <a:ext cx="1997123" cy="724194"/>
            </a:xfrm>
            <a:prstGeom prst="line">
              <a:avLst/>
            </a:prstGeom>
            <a:noFill/>
            <a:ln w="19050">
              <a:solidFill>
                <a:schemeClr val="accent4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2290213" y="691841"/>
            <a:ext cx="3582591" cy="2790684"/>
            <a:chOff x="2290213" y="691841"/>
            <a:chExt cx="3582591" cy="2790684"/>
          </a:xfrm>
        </p:grpSpPr>
        <p:sp>
          <p:nvSpPr>
            <p:cNvPr id="47" name="Text Box 23"/>
            <p:cNvSpPr txBox="1">
              <a:spLocks noChangeArrowheads="1"/>
            </p:cNvSpPr>
            <p:nvPr/>
          </p:nvSpPr>
          <p:spPr bwMode="auto">
            <a:xfrm>
              <a:off x="2290213" y="693575"/>
              <a:ext cx="3582591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/>
              <a:r>
                <a:rPr lang="zh-CN" altLang="en-US" sz="2000" dirty="0" smtClean="0">
                  <a:solidFill>
                    <a:srgbClr val="1C1C1C"/>
                  </a:solidFill>
                  <a:ea typeface="宋体" charset="-122"/>
                </a:rPr>
                <a:t>顺磁质</a:t>
              </a:r>
              <a:endParaRPr lang="zh-CN" altLang="en-US" sz="2000" dirty="0">
                <a:solidFill>
                  <a:srgbClr val="1C1C1C"/>
                </a:solidFill>
                <a:ea typeface="宋体" charset="-122"/>
              </a:endParaRPr>
            </a:p>
          </p:txBody>
        </p:sp>
        <p:graphicFrame>
          <p:nvGraphicFramePr>
            <p:cNvPr id="44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64458555"/>
                </p:ext>
              </p:extLst>
            </p:nvPr>
          </p:nvGraphicFramePr>
          <p:xfrm>
            <a:off x="3630065" y="1377317"/>
            <a:ext cx="1235075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280" name="Equation" r:id="rId9" imgW="736560" imgH="228600" progId="Equation.DSMT4">
                    <p:embed/>
                  </p:oleObj>
                </mc:Choice>
                <mc:Fallback>
                  <p:oleObj name="Equation" r:id="rId9" imgW="736560" imgH="228600" progId="Equation.DSMT4">
                    <p:embed/>
                    <p:pic>
                      <p:nvPicPr>
                        <p:cNvPr id="43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30065" y="1377317"/>
                          <a:ext cx="1235075" cy="41433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37104292"/>
                </p:ext>
              </p:extLst>
            </p:nvPr>
          </p:nvGraphicFramePr>
          <p:xfrm>
            <a:off x="4464089" y="691841"/>
            <a:ext cx="681038" cy="414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3281" name="Equation" r:id="rId11" imgW="406080" imgH="228600" progId="Equation.DSMT4">
                    <p:embed/>
                  </p:oleObj>
                </mc:Choice>
                <mc:Fallback>
                  <p:oleObj name="Equation" r:id="rId11" imgW="406080" imgH="228600" progId="Equation.DSMT4">
                    <p:embed/>
                    <p:pic>
                      <p:nvPicPr>
                        <p:cNvPr id="4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089" y="691841"/>
                          <a:ext cx="681038" cy="414337"/>
                        </a:xfrm>
                        <a:prstGeom prst="rect">
                          <a:avLst/>
                        </a:prstGeom>
                        <a:noFill/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2" name="Line 7"/>
            <p:cNvSpPr>
              <a:spLocks noChangeShapeType="1"/>
            </p:cNvSpPr>
            <p:nvPr/>
          </p:nvSpPr>
          <p:spPr bwMode="auto">
            <a:xfrm flipV="1">
              <a:off x="3227690" y="1986778"/>
              <a:ext cx="1022713" cy="1495747"/>
            </a:xfrm>
            <a:prstGeom prst="line">
              <a:avLst/>
            </a:prstGeom>
            <a:noFill/>
            <a:ln w="19050">
              <a:solidFill>
                <a:schemeClr val="accent4"/>
              </a:solidFill>
              <a:miter lim="800000"/>
              <a:headEnd/>
              <a:tailEnd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sp>
        <p:nvSpPr>
          <p:cNvPr id="54" name="Line 13"/>
          <p:cNvSpPr>
            <a:spLocks noChangeShapeType="1"/>
          </p:cNvSpPr>
          <p:nvPr/>
        </p:nvSpPr>
        <p:spPr bwMode="auto">
          <a:xfrm>
            <a:off x="6054211" y="3459666"/>
            <a:ext cx="0" cy="4524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5" name="Line 13"/>
          <p:cNvSpPr>
            <a:spLocks noChangeShapeType="1"/>
          </p:cNvSpPr>
          <p:nvPr/>
        </p:nvSpPr>
        <p:spPr bwMode="auto">
          <a:xfrm>
            <a:off x="6614996" y="3459666"/>
            <a:ext cx="0" cy="4524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6" name="Line 10"/>
          <p:cNvSpPr>
            <a:spLocks noChangeShapeType="1"/>
          </p:cNvSpPr>
          <p:nvPr/>
        </p:nvSpPr>
        <p:spPr bwMode="auto">
          <a:xfrm>
            <a:off x="3811075" y="3459666"/>
            <a:ext cx="0" cy="4524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7" name="Line 11"/>
          <p:cNvSpPr>
            <a:spLocks noChangeShapeType="1"/>
          </p:cNvSpPr>
          <p:nvPr/>
        </p:nvSpPr>
        <p:spPr bwMode="auto">
          <a:xfrm>
            <a:off x="4371859" y="3459666"/>
            <a:ext cx="0" cy="4524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8" name="Line 12"/>
          <p:cNvSpPr>
            <a:spLocks noChangeShapeType="1"/>
          </p:cNvSpPr>
          <p:nvPr/>
        </p:nvSpPr>
        <p:spPr bwMode="auto">
          <a:xfrm>
            <a:off x="4932643" y="3459666"/>
            <a:ext cx="0" cy="4524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59" name="Line 13"/>
          <p:cNvSpPr>
            <a:spLocks noChangeShapeType="1"/>
          </p:cNvSpPr>
          <p:nvPr/>
        </p:nvSpPr>
        <p:spPr bwMode="auto">
          <a:xfrm>
            <a:off x="5493427" y="3459666"/>
            <a:ext cx="0" cy="45244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>
            <a:grpSpLocks/>
          </p:cNvGrpSpPr>
          <p:nvPr/>
        </p:nvGrpSpPr>
        <p:grpSpPr bwMode="auto">
          <a:xfrm>
            <a:off x="6936253" y="3770731"/>
            <a:ext cx="1546622" cy="415527"/>
            <a:chOff x="3241" y="3407"/>
            <a:chExt cx="1299" cy="349"/>
          </a:xfrm>
        </p:grpSpPr>
        <p:sp>
          <p:nvSpPr>
            <p:cNvPr id="110595" name="Text Box 3"/>
            <p:cNvSpPr txBox="1">
              <a:spLocks noChangeArrowheads="1"/>
            </p:cNvSpPr>
            <p:nvPr/>
          </p:nvSpPr>
          <p:spPr bwMode="auto">
            <a:xfrm>
              <a:off x="3401" y="3407"/>
              <a:ext cx="1139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100" dirty="0" smtClean="0">
                  <a:solidFill>
                    <a:srgbClr val="0000FF"/>
                  </a:solidFill>
                  <a:latin typeface="Arial" charset="0"/>
                  <a:ea typeface="宋体" charset="-122"/>
                </a:rPr>
                <a:t>: </a:t>
              </a:r>
              <a:r>
                <a:rPr kumimoji="1" lang="zh-CN" altLang="en-US" sz="2100" dirty="0" smtClean="0">
                  <a:solidFill>
                    <a:srgbClr val="0000FF"/>
                  </a:solidFill>
                  <a:latin typeface="Arial" charset="0"/>
                  <a:ea typeface="宋体" charset="-122"/>
                </a:rPr>
                <a:t>矫顽力</a:t>
              </a:r>
              <a:endParaRPr kumimoji="1" lang="en-US" altLang="zh-CN" sz="2100" dirty="0">
                <a:solidFill>
                  <a:srgbClr val="0000FF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10596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0927242"/>
                </p:ext>
              </p:extLst>
            </p:nvPr>
          </p:nvGraphicFramePr>
          <p:xfrm>
            <a:off x="3241" y="3437"/>
            <a:ext cx="292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38" name="公式" r:id="rId3" imgW="228600" imgH="228600" progId="Equation.3">
                    <p:embed/>
                  </p:oleObj>
                </mc:Choice>
                <mc:Fallback>
                  <p:oleObj name="公式" r:id="rId3" imgW="228600" imgH="228600" progId="Equation.3">
                    <p:embed/>
                    <p:pic>
                      <p:nvPicPr>
                        <p:cNvPr id="0" name="Picture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1" y="3437"/>
                          <a:ext cx="292" cy="31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79"/>
          <p:cNvGrpSpPr>
            <a:grpSpLocks/>
          </p:cNvGrpSpPr>
          <p:nvPr/>
        </p:nvGrpSpPr>
        <p:grpSpPr bwMode="auto">
          <a:xfrm>
            <a:off x="739483" y="906068"/>
            <a:ext cx="4788694" cy="1421606"/>
            <a:chOff x="-257" y="761"/>
            <a:chExt cx="4022" cy="1194"/>
          </a:xfrm>
        </p:grpSpPr>
        <p:sp>
          <p:nvSpPr>
            <p:cNvPr id="110598" name="Text Box 6"/>
            <p:cNvSpPr txBox="1">
              <a:spLocks noChangeArrowheads="1"/>
            </p:cNvSpPr>
            <p:nvPr/>
          </p:nvSpPr>
          <p:spPr bwMode="auto">
            <a:xfrm>
              <a:off x="-257" y="761"/>
              <a:ext cx="4022" cy="1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</a:pPr>
              <a:r>
                <a:rPr lang="zh-CN" altLang="en-US" sz="2400" dirty="0">
                  <a:solidFill>
                    <a:srgbClr val="1C1C1C"/>
                  </a:solidFill>
                  <a:ea typeface="宋体" charset="-122"/>
                </a:rPr>
                <a:t>        当外磁场由        逐渐减小时，这种 </a:t>
              </a:r>
              <a:r>
                <a:rPr lang="en-US" altLang="zh-CN" sz="2400" b="0" i="1" dirty="0">
                  <a:solidFill>
                    <a:srgbClr val="1C1C1C"/>
                  </a:solidFill>
                  <a:ea typeface="宋体" charset="-122"/>
                </a:rPr>
                <a:t>B</a:t>
              </a:r>
              <a:r>
                <a:rPr lang="zh-CN" altLang="en-US" sz="2400" dirty="0">
                  <a:solidFill>
                    <a:srgbClr val="1C1C1C"/>
                  </a:solidFill>
                  <a:ea typeface="宋体" charset="-122"/>
                </a:rPr>
                <a:t>的变化落后于</a:t>
              </a:r>
              <a:r>
                <a:rPr lang="en-US" altLang="zh-CN" sz="2400" b="0" i="1" dirty="0">
                  <a:solidFill>
                    <a:srgbClr val="1C1C1C"/>
                  </a:solidFill>
                  <a:ea typeface="宋体" charset="-122"/>
                </a:rPr>
                <a:t>H</a:t>
              </a:r>
              <a:r>
                <a:rPr lang="zh-CN" altLang="en-US" sz="2400" dirty="0">
                  <a:solidFill>
                    <a:srgbClr val="1C1C1C"/>
                  </a:solidFill>
                  <a:ea typeface="宋体" charset="-122"/>
                </a:rPr>
                <a:t>的变化的现象，叫做</a:t>
              </a:r>
              <a:r>
                <a:rPr lang="zh-CN" altLang="en-US" sz="2400" dirty="0">
                  <a:solidFill>
                    <a:srgbClr val="CC0000"/>
                  </a:solidFill>
                  <a:ea typeface="宋体" charset="-122"/>
                </a:rPr>
                <a:t>磁滞现象</a:t>
              </a:r>
              <a:r>
                <a:rPr lang="zh-CN" altLang="en-US" sz="2400" dirty="0">
                  <a:solidFill>
                    <a:srgbClr val="1C1C1C"/>
                  </a:solidFill>
                  <a:ea typeface="宋体" charset="-122"/>
                </a:rPr>
                <a:t> ，简称</a:t>
              </a:r>
              <a:r>
                <a:rPr lang="zh-CN" altLang="en-US" sz="2400" dirty="0">
                  <a:solidFill>
                    <a:srgbClr val="010000"/>
                  </a:solidFill>
                  <a:ea typeface="宋体" charset="-122"/>
                </a:rPr>
                <a:t>磁滞</a:t>
              </a:r>
              <a:r>
                <a:rPr lang="en-US" altLang="zh-CN" sz="2400" dirty="0">
                  <a:solidFill>
                    <a:srgbClr val="1C1C1C"/>
                  </a:solidFill>
                  <a:ea typeface="宋体" charset="-122"/>
                </a:rPr>
                <a:t>.</a:t>
              </a:r>
            </a:p>
          </p:txBody>
        </p:sp>
        <p:graphicFrame>
          <p:nvGraphicFramePr>
            <p:cNvPr id="110599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53562974"/>
                </p:ext>
              </p:extLst>
            </p:nvPr>
          </p:nvGraphicFramePr>
          <p:xfrm>
            <a:off x="1612" y="808"/>
            <a:ext cx="442" cy="3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39" name="公式" r:id="rId5" imgW="380880" imgH="215640" progId="Equation.3">
                    <p:embed/>
                  </p:oleObj>
                </mc:Choice>
                <mc:Fallback>
                  <p:oleObj name="公式" r:id="rId5" imgW="380880" imgH="2156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12" y="808"/>
                          <a:ext cx="442" cy="3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10606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3504083"/>
              </p:ext>
            </p:extLst>
          </p:nvPr>
        </p:nvGraphicFramePr>
        <p:xfrm>
          <a:off x="8410255" y="978824"/>
          <a:ext cx="238125" cy="261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40" name="公式" r:id="rId7" imgW="215640" imgH="228600" progId="Equation.3">
                  <p:embed/>
                </p:oleObj>
              </mc:Choice>
              <mc:Fallback>
                <p:oleObj name="公式" r:id="rId7" imgW="215640" imgH="228600" progId="Equation.3">
                  <p:embed/>
                  <p:pic>
                    <p:nvPicPr>
                      <p:cNvPr id="0" name="Picture 2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10255" y="978824"/>
                        <a:ext cx="238125" cy="261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CCFFFF">
                                    <a:gamma/>
                                    <a:shade val="76078"/>
                                    <a:invGamma/>
                                  </a:srgbClr>
                                </a:gs>
                                <a:gs pos="50000">
                                  <a:srgbClr val="CCFFFF"/>
                                </a:gs>
                                <a:gs pos="100000">
                                  <a:srgbClr val="CCFFFF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33CC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5"/>
          <p:cNvGrpSpPr>
            <a:grpSpLocks/>
          </p:cNvGrpSpPr>
          <p:nvPr/>
        </p:nvGrpSpPr>
        <p:grpSpPr bwMode="auto">
          <a:xfrm>
            <a:off x="7494664" y="1132417"/>
            <a:ext cx="898922" cy="825103"/>
            <a:chOff x="4461" y="1287"/>
            <a:chExt cx="755" cy="693"/>
          </a:xfrm>
        </p:grpSpPr>
        <p:sp>
          <p:nvSpPr>
            <p:cNvPr id="110607" name="Freeform 15"/>
            <p:cNvSpPr>
              <a:spLocks/>
            </p:cNvSpPr>
            <p:nvPr/>
          </p:nvSpPr>
          <p:spPr bwMode="auto">
            <a:xfrm>
              <a:off x="4461" y="1287"/>
              <a:ext cx="755" cy="693"/>
            </a:xfrm>
            <a:custGeom>
              <a:avLst/>
              <a:gdLst/>
              <a:ahLst/>
              <a:cxnLst>
                <a:cxn ang="0">
                  <a:pos x="864" y="0"/>
                </a:cxn>
                <a:cxn ang="0">
                  <a:pos x="452" y="150"/>
                </a:cxn>
                <a:cxn ang="0">
                  <a:pos x="198" y="336"/>
                </a:cxn>
                <a:cxn ang="0">
                  <a:pos x="0" y="768"/>
                </a:cxn>
              </a:cxnLst>
              <a:rect l="0" t="0" r="r" b="b"/>
              <a:pathLst>
                <a:path w="864" h="768">
                  <a:moveTo>
                    <a:pt x="864" y="0"/>
                  </a:moveTo>
                  <a:cubicBezTo>
                    <a:pt x="795" y="25"/>
                    <a:pt x="563" y="94"/>
                    <a:pt x="452" y="150"/>
                  </a:cubicBezTo>
                  <a:cubicBezTo>
                    <a:pt x="341" y="206"/>
                    <a:pt x="273" y="233"/>
                    <a:pt x="198" y="336"/>
                  </a:cubicBezTo>
                  <a:cubicBezTo>
                    <a:pt x="123" y="439"/>
                    <a:pt x="41" y="678"/>
                    <a:pt x="0" y="768"/>
                  </a:cubicBezTo>
                </a:path>
              </a:pathLst>
            </a:custGeom>
            <a:noFill/>
            <a:ln w="28575" cap="flat" cmpd="sng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0608" name="Line 16"/>
            <p:cNvSpPr>
              <a:spLocks noChangeShapeType="1"/>
            </p:cNvSpPr>
            <p:nvPr/>
          </p:nvSpPr>
          <p:spPr bwMode="auto">
            <a:xfrm flipV="1">
              <a:off x="4649" y="1488"/>
              <a:ext cx="84" cy="8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miter lim="800000"/>
              <a:headEnd type="none" w="sm" len="lg"/>
              <a:tailEnd type="stealth" w="lg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aphicFrame>
        <p:nvGraphicFramePr>
          <p:cNvPr id="110616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7676946"/>
              </p:ext>
            </p:extLst>
          </p:nvPr>
        </p:nvGraphicFramePr>
        <p:xfrm>
          <a:off x="6074248" y="2599265"/>
          <a:ext cx="347663" cy="309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41" name="公式" r:id="rId9" imgW="190440" imgH="164880" progId="Equation.3">
                  <p:embed/>
                </p:oleObj>
              </mc:Choice>
              <mc:Fallback>
                <p:oleObj name="公式" r:id="rId9" imgW="190440" imgH="164880" progId="Equation.3">
                  <p:embed/>
                  <p:pic>
                    <p:nvPicPr>
                      <p:cNvPr id="0" name="Picture 3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4248" y="2599265"/>
                        <a:ext cx="347663" cy="309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gradFill rotWithShape="0">
                              <a:gsLst>
                                <a:gs pos="0">
                                  <a:srgbClr val="CCFFFF">
                                    <a:gamma/>
                                    <a:shade val="76078"/>
                                    <a:invGamma/>
                                  </a:srgbClr>
                                </a:gs>
                                <a:gs pos="50000">
                                  <a:srgbClr val="CCFFFF"/>
                                </a:gs>
                                <a:gs pos="100000">
                                  <a:srgbClr val="CCFFFF">
                                    <a:gamma/>
                                    <a:shade val="76078"/>
                                    <a:invGamma/>
                                  </a:srgbClr>
                                </a:gs>
                              </a:gsLst>
                              <a:lin ang="5400000" scaled="1"/>
                            </a:gradFill>
                          </a14:hiddenFill>
                        </a:ext>
                        <a:ext uri="{91240B29-F687-4F45-9708-019B960494DF}">
                          <a14:hiddenLine xmlns:a14="http://schemas.microsoft.com/office/drawing/2010/main" w="28575">
                            <a:solidFill>
                              <a:srgbClr val="33CC33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20" name="Freeform 28"/>
          <p:cNvSpPr>
            <a:spLocks/>
          </p:cNvSpPr>
          <p:nvPr/>
        </p:nvSpPr>
        <p:spPr bwMode="auto">
          <a:xfrm>
            <a:off x="7144623" y="1338393"/>
            <a:ext cx="350044" cy="619125"/>
          </a:xfrm>
          <a:custGeom>
            <a:avLst/>
            <a:gdLst/>
            <a:ahLst/>
            <a:cxnLst>
              <a:cxn ang="0">
                <a:pos x="336" y="0"/>
              </a:cxn>
              <a:cxn ang="0">
                <a:pos x="188" y="140"/>
              </a:cxn>
              <a:cxn ang="0">
                <a:pos x="88" y="304"/>
              </a:cxn>
              <a:cxn ang="0">
                <a:pos x="0" y="576"/>
              </a:cxn>
            </a:cxnLst>
            <a:rect l="0" t="0" r="r" b="b"/>
            <a:pathLst>
              <a:path w="336" h="576">
                <a:moveTo>
                  <a:pt x="336" y="0"/>
                </a:moveTo>
                <a:cubicBezTo>
                  <a:pt x="311" y="23"/>
                  <a:pt x="229" y="89"/>
                  <a:pt x="188" y="140"/>
                </a:cubicBezTo>
                <a:cubicBezTo>
                  <a:pt x="147" y="191"/>
                  <a:pt x="119" y="231"/>
                  <a:pt x="88" y="304"/>
                </a:cubicBezTo>
                <a:cubicBezTo>
                  <a:pt x="57" y="377"/>
                  <a:pt x="18" y="519"/>
                  <a:pt x="0" y="576"/>
                </a:cubicBezTo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8" name="Group 63"/>
          <p:cNvGrpSpPr>
            <a:grpSpLocks/>
          </p:cNvGrpSpPr>
          <p:nvPr/>
        </p:nvGrpSpPr>
        <p:grpSpPr bwMode="auto">
          <a:xfrm>
            <a:off x="7802322" y="1132415"/>
            <a:ext cx="579834" cy="875109"/>
            <a:chOff x="4729" y="1287"/>
            <a:chExt cx="487" cy="735"/>
          </a:xfrm>
        </p:grpSpPr>
        <p:sp>
          <p:nvSpPr>
            <p:cNvPr id="110623" name="Freeform 31"/>
            <p:cNvSpPr>
              <a:spLocks/>
            </p:cNvSpPr>
            <p:nvPr/>
          </p:nvSpPr>
          <p:spPr bwMode="auto">
            <a:xfrm>
              <a:off x="4729" y="1287"/>
              <a:ext cx="487" cy="735"/>
            </a:xfrm>
            <a:custGeom>
              <a:avLst/>
              <a:gdLst/>
              <a:ahLst/>
              <a:cxnLst>
                <a:cxn ang="0">
                  <a:pos x="557" y="0"/>
                </a:cxn>
                <a:cxn ang="0">
                  <a:pos x="201" y="272"/>
                </a:cxn>
                <a:cxn ang="0">
                  <a:pos x="29" y="732"/>
                </a:cxn>
                <a:cxn ang="0">
                  <a:pos x="29" y="768"/>
                </a:cxn>
              </a:cxnLst>
              <a:rect l="0" t="0" r="r" b="b"/>
              <a:pathLst>
                <a:path w="557" h="815">
                  <a:moveTo>
                    <a:pt x="557" y="0"/>
                  </a:moveTo>
                  <a:cubicBezTo>
                    <a:pt x="498" y="45"/>
                    <a:pt x="289" y="150"/>
                    <a:pt x="201" y="272"/>
                  </a:cubicBezTo>
                  <a:cubicBezTo>
                    <a:pt x="113" y="394"/>
                    <a:pt x="58" y="649"/>
                    <a:pt x="29" y="732"/>
                  </a:cubicBezTo>
                  <a:cubicBezTo>
                    <a:pt x="0" y="815"/>
                    <a:pt x="29" y="761"/>
                    <a:pt x="29" y="768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0628" name="Line 36"/>
            <p:cNvSpPr>
              <a:spLocks noChangeShapeType="1"/>
            </p:cNvSpPr>
            <p:nvPr/>
          </p:nvSpPr>
          <p:spPr bwMode="auto">
            <a:xfrm flipH="1">
              <a:off x="4796" y="1715"/>
              <a:ext cx="33" cy="8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 type="stealth" w="med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sp>
        <p:nvSpPr>
          <p:cNvPr id="110629" name="Line 37"/>
          <p:cNvSpPr>
            <a:spLocks noChangeShapeType="1"/>
          </p:cNvSpPr>
          <p:nvPr/>
        </p:nvSpPr>
        <p:spPr bwMode="auto">
          <a:xfrm>
            <a:off x="6296898" y="1957518"/>
            <a:ext cx="2445544" cy="0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none" w="sm" len="lg"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sp>
        <p:nvSpPr>
          <p:cNvPr id="110630" name="Line 38"/>
          <p:cNvSpPr>
            <a:spLocks noChangeShapeType="1"/>
          </p:cNvSpPr>
          <p:nvPr/>
        </p:nvSpPr>
        <p:spPr bwMode="auto">
          <a:xfrm flipH="1" flipV="1">
            <a:off x="7494665" y="669261"/>
            <a:ext cx="0" cy="2576513"/>
          </a:xfrm>
          <a:prstGeom prst="line">
            <a:avLst/>
          </a:prstGeom>
          <a:noFill/>
          <a:ln w="12700">
            <a:solidFill>
              <a:schemeClr val="tx1"/>
            </a:solidFill>
            <a:miter lim="800000"/>
            <a:headEnd type="none" w="sm" len="lg"/>
            <a:tailEnd type="triangle" w="sm" len="lg"/>
          </a:ln>
          <a:effectLst/>
        </p:spPr>
        <p:txBody>
          <a:bodyPr wrap="none" anchor="ctr"/>
          <a:lstStyle/>
          <a:p>
            <a:endParaRPr lang="zh-CN" altLang="en-US" sz="2100">
              <a:solidFill>
                <a:srgbClr val="000000"/>
              </a:solidFill>
              <a:ea typeface="宋体" charset="-122"/>
            </a:endParaRPr>
          </a:p>
        </p:txBody>
      </p:sp>
      <p:graphicFrame>
        <p:nvGraphicFramePr>
          <p:cNvPr id="110631" name="Object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960999"/>
              </p:ext>
            </p:extLst>
          </p:nvPr>
        </p:nvGraphicFramePr>
        <p:xfrm>
          <a:off x="8595994" y="1681293"/>
          <a:ext cx="250031" cy="2202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42" name="公式" r:id="rId11" imgW="266400" imgH="228600" progId="Equation.3">
                  <p:embed/>
                </p:oleObj>
              </mc:Choice>
              <mc:Fallback>
                <p:oleObj name="公式" r:id="rId11" imgW="266400" imgH="228600" progId="Equation.3">
                  <p:embed/>
                  <p:pic>
                    <p:nvPicPr>
                      <p:cNvPr id="0" name="Picture 4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5994" y="1681293"/>
                        <a:ext cx="250031" cy="2202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32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846483"/>
              </p:ext>
            </p:extLst>
          </p:nvPr>
        </p:nvGraphicFramePr>
        <p:xfrm>
          <a:off x="7551816" y="538293"/>
          <a:ext cx="235744" cy="258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43" name="公式" r:id="rId13" imgW="215640" imgH="228600" progId="Equation.3">
                  <p:embed/>
                </p:oleObj>
              </mc:Choice>
              <mc:Fallback>
                <p:oleObj name="公式" r:id="rId13" imgW="215640" imgH="228600" progId="Equation.3">
                  <p:embed/>
                  <p:pic>
                    <p:nvPicPr>
                      <p:cNvPr id="0" name="Picture 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1816" y="538293"/>
                        <a:ext cx="235744" cy="25836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633" name="Text Box 41"/>
          <p:cNvSpPr txBox="1">
            <a:spLocks noChangeArrowheads="1"/>
          </p:cNvSpPr>
          <p:nvPr/>
        </p:nvSpPr>
        <p:spPr bwMode="auto">
          <a:xfrm>
            <a:off x="7190810" y="1887288"/>
            <a:ext cx="378630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altLang="zh-CN" sz="2100" b="0" i="1">
                <a:solidFill>
                  <a:srgbClr val="1C1C1C"/>
                </a:solidFill>
                <a:ea typeface="宋体" charset="-122"/>
              </a:rPr>
              <a:t>O</a:t>
            </a:r>
          </a:p>
        </p:txBody>
      </p:sp>
      <p:graphicFrame>
        <p:nvGraphicFramePr>
          <p:cNvPr id="11061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4939198"/>
              </p:ext>
            </p:extLst>
          </p:nvPr>
        </p:nvGraphicFramePr>
        <p:xfrm>
          <a:off x="7091043" y="1177659"/>
          <a:ext cx="272654" cy="34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44" name="Equation" r:id="rId15" imgW="177480" imgH="228600" progId="Equation.DSMT4">
                  <p:embed/>
                </p:oleObj>
              </mc:Choice>
              <mc:Fallback>
                <p:oleObj name="Equation" r:id="rId15" imgW="177480" imgH="228600" progId="Equation.DSMT4">
                  <p:embed/>
                  <p:pic>
                    <p:nvPicPr>
                      <p:cNvPr id="0" name="Picture 6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1043" y="1177659"/>
                        <a:ext cx="272654" cy="349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0612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1134703"/>
              </p:ext>
            </p:extLst>
          </p:nvPr>
        </p:nvGraphicFramePr>
        <p:xfrm>
          <a:off x="6819580" y="1612709"/>
          <a:ext cx="309563" cy="279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45" name="Equation" r:id="rId17" imgW="304560" imgH="228600" progId="Equation.DSMT4">
                  <p:embed/>
                </p:oleObj>
              </mc:Choice>
              <mc:Fallback>
                <p:oleObj name="Equation" r:id="rId17" imgW="304560" imgH="228600" progId="Equation.DSMT4">
                  <p:embed/>
                  <p:pic>
                    <p:nvPicPr>
                      <p:cNvPr id="0" name="Picture 7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19580" y="1612709"/>
                        <a:ext cx="309563" cy="27932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53"/>
          <p:cNvGrpSpPr>
            <a:grpSpLocks/>
          </p:cNvGrpSpPr>
          <p:nvPr/>
        </p:nvGrpSpPr>
        <p:grpSpPr bwMode="auto">
          <a:xfrm>
            <a:off x="838303" y="3075527"/>
            <a:ext cx="4406503" cy="1421607"/>
            <a:chOff x="-201" y="2043"/>
            <a:chExt cx="3701" cy="1194"/>
          </a:xfrm>
        </p:grpSpPr>
        <p:sp>
          <p:nvSpPr>
            <p:cNvPr id="110639" name="Rectangle 47"/>
            <p:cNvSpPr>
              <a:spLocks noChangeArrowheads="1"/>
            </p:cNvSpPr>
            <p:nvPr/>
          </p:nvSpPr>
          <p:spPr bwMode="auto">
            <a:xfrm>
              <a:off x="-201" y="2043"/>
              <a:ext cx="3701" cy="1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dirty="0" smtClean="0">
                  <a:solidFill>
                    <a:srgbClr val="1C1C1C"/>
                  </a:solidFill>
                  <a:ea typeface="宋体" charset="-122"/>
                </a:rPr>
                <a:t>        由于</a:t>
              </a:r>
              <a:r>
                <a:rPr lang="zh-CN" altLang="en-US" sz="2400" dirty="0">
                  <a:solidFill>
                    <a:srgbClr val="1C1C1C"/>
                  </a:solidFill>
                  <a:ea typeface="宋体" charset="-122"/>
                </a:rPr>
                <a:t>磁滞，使得</a:t>
              </a:r>
              <a:r>
                <a:rPr kumimoji="1" lang="en-US" altLang="zh-CN" sz="2400" dirty="0">
                  <a:solidFill>
                    <a:srgbClr val="000000"/>
                  </a:solidFill>
                  <a:latin typeface="Arial" charset="0"/>
                  <a:ea typeface="宋体" charset="-122"/>
                </a:rPr>
                <a:t>         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Arial" charset="0"/>
                  <a:ea typeface="宋体" charset="-122"/>
                </a:rPr>
                <a:t>时，</a:t>
              </a:r>
              <a:r>
                <a:rPr lang="zh-CN" altLang="en-US" sz="2400" dirty="0">
                  <a:solidFill>
                    <a:srgbClr val="000000"/>
                  </a:solidFill>
                  <a:ea typeface="宋体" charset="-122"/>
                </a:rPr>
                <a:t>磁感强度 </a:t>
              </a:r>
              <a:r>
                <a:rPr kumimoji="1" lang="zh-CN" altLang="en-US" sz="2400" dirty="0">
                  <a:solidFill>
                    <a:srgbClr val="000000"/>
                  </a:solidFill>
                  <a:latin typeface="Arial" charset="0"/>
                  <a:ea typeface="宋体" charset="-122"/>
                </a:rPr>
                <a:t>         ，  叫做剩余磁感强度</a:t>
              </a:r>
            </a:p>
          </p:txBody>
        </p:sp>
        <p:graphicFrame>
          <p:nvGraphicFramePr>
            <p:cNvPr id="110640" name="Object 48"/>
            <p:cNvGraphicFramePr>
              <a:graphicFrameLocks noChangeAspect="1"/>
            </p:cNvGraphicFramePr>
            <p:nvPr/>
          </p:nvGraphicFramePr>
          <p:xfrm>
            <a:off x="2118" y="2141"/>
            <a:ext cx="635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46" name="Equation" r:id="rId19" imgW="444240" imgH="177480" progId="Equation.3">
                    <p:embed/>
                  </p:oleObj>
                </mc:Choice>
                <mc:Fallback>
                  <p:oleObj name="Equation" r:id="rId19" imgW="444240" imgH="177480" progId="Equation.3">
                    <p:embed/>
                    <p:pic>
                      <p:nvPicPr>
                        <p:cNvPr id="0" name="Picture 10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8" y="2141"/>
                          <a:ext cx="635" cy="2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641" name="Object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0243435"/>
                </p:ext>
              </p:extLst>
            </p:nvPr>
          </p:nvGraphicFramePr>
          <p:xfrm>
            <a:off x="907" y="2491"/>
            <a:ext cx="590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47" name="Equation" r:id="rId21" imgW="406080" imgH="177480" progId="Equation.3">
                    <p:embed/>
                  </p:oleObj>
                </mc:Choice>
                <mc:Fallback>
                  <p:oleObj name="Equation" r:id="rId21" imgW="406080" imgH="177480" progId="Equation.3">
                    <p:embed/>
                    <p:pic>
                      <p:nvPicPr>
                        <p:cNvPr id="0" name="Picture 11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7" y="2491"/>
                          <a:ext cx="590" cy="27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0642" name="Object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1506946"/>
                </p:ext>
              </p:extLst>
            </p:nvPr>
          </p:nvGraphicFramePr>
          <p:xfrm>
            <a:off x="1774" y="2493"/>
            <a:ext cx="22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48" name="Equation" r:id="rId23" imgW="304560" imgH="368280" progId="Equation.3">
                    <p:embed/>
                  </p:oleObj>
                </mc:Choice>
                <mc:Fallback>
                  <p:oleObj name="Equation" r:id="rId23" imgW="304560" imgH="368280" progId="Equation.3">
                    <p:embed/>
                    <p:pic>
                      <p:nvPicPr>
                        <p:cNvPr id="0" name="Picture 12"/>
                        <p:cNvPicPr preferRelativeResize="0"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4" y="2493"/>
                          <a:ext cx="22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58"/>
          <p:cNvGrpSpPr>
            <a:grpSpLocks/>
          </p:cNvGrpSpPr>
          <p:nvPr/>
        </p:nvGrpSpPr>
        <p:grpSpPr bwMode="auto">
          <a:xfrm>
            <a:off x="6960066" y="4221979"/>
            <a:ext cx="1404937" cy="422672"/>
            <a:chOff x="3243" y="3786"/>
            <a:chExt cx="1180" cy="355"/>
          </a:xfrm>
        </p:grpSpPr>
        <p:sp>
          <p:nvSpPr>
            <p:cNvPr id="110647" name="Text Box 55"/>
            <p:cNvSpPr txBox="1">
              <a:spLocks noChangeArrowheads="1"/>
            </p:cNvSpPr>
            <p:nvPr/>
          </p:nvSpPr>
          <p:spPr bwMode="auto">
            <a:xfrm>
              <a:off x="3284" y="3791"/>
              <a:ext cx="1139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en-US" altLang="zh-CN" sz="2100" dirty="0" smtClean="0">
                  <a:solidFill>
                    <a:srgbClr val="0000FF"/>
                  </a:solidFill>
                  <a:latin typeface="Arial" charset="0"/>
                  <a:ea typeface="宋体" charset="-122"/>
                </a:rPr>
                <a:t>: </a:t>
              </a:r>
              <a:r>
                <a:rPr kumimoji="1" lang="zh-CN" altLang="en-US" sz="2100" dirty="0" smtClean="0">
                  <a:solidFill>
                    <a:srgbClr val="0000FF"/>
                  </a:solidFill>
                  <a:latin typeface="Arial" charset="0"/>
                  <a:ea typeface="宋体" charset="-122"/>
                </a:rPr>
                <a:t>剩磁</a:t>
              </a:r>
              <a:endParaRPr kumimoji="1" lang="en-US" altLang="zh-CN" sz="2100" dirty="0">
                <a:solidFill>
                  <a:srgbClr val="0000FF"/>
                </a:solidFill>
                <a:latin typeface="Arial" charset="0"/>
                <a:ea typeface="宋体" charset="-122"/>
              </a:endParaRPr>
            </a:p>
          </p:txBody>
        </p:sp>
        <p:graphicFrame>
          <p:nvGraphicFramePr>
            <p:cNvPr id="110648" name="Object 5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80075494"/>
                </p:ext>
              </p:extLst>
            </p:nvPr>
          </p:nvGraphicFramePr>
          <p:xfrm>
            <a:off x="3243" y="3786"/>
            <a:ext cx="314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4349" name="公式" r:id="rId25" imgW="203040" imgH="215640" progId="Equation.3">
                    <p:embed/>
                  </p:oleObj>
                </mc:Choice>
                <mc:Fallback>
                  <p:oleObj name="公式" r:id="rId25" imgW="203040" imgH="21564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3" y="3786"/>
                          <a:ext cx="314" cy="35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0651" name="Text Box 59"/>
          <p:cNvSpPr txBox="1">
            <a:spLocks noChangeArrowheads="1"/>
          </p:cNvSpPr>
          <p:nvPr/>
        </p:nvSpPr>
        <p:spPr bwMode="auto">
          <a:xfrm>
            <a:off x="333240" y="292528"/>
            <a:ext cx="477978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en-US" altLang="zh-CN" sz="2400" dirty="0">
                <a:solidFill>
                  <a:srgbClr val="990000"/>
                </a:solidFill>
                <a:ea typeface="宋体" charset="-122"/>
              </a:rPr>
              <a:t>3.</a:t>
            </a:r>
            <a:r>
              <a:rPr kumimoji="1" lang="en-US" altLang="zh-CN" sz="2400" dirty="0">
                <a:solidFill>
                  <a:srgbClr val="CC0000"/>
                </a:solidFill>
                <a:ea typeface="宋体" charset="-122"/>
              </a:rPr>
              <a:t> </a:t>
            </a:r>
            <a:r>
              <a:rPr kumimoji="1" lang="zh-CN" altLang="en-US" sz="2400" dirty="0">
                <a:solidFill>
                  <a:srgbClr val="000000"/>
                </a:solidFill>
                <a:ea typeface="宋体" charset="-122"/>
              </a:rPr>
              <a:t>铁磁性</a:t>
            </a:r>
            <a:r>
              <a:rPr kumimoji="1" lang="zh-CN" altLang="en-US" sz="2400" dirty="0" smtClean="0">
                <a:solidFill>
                  <a:srgbClr val="000000"/>
                </a:solidFill>
                <a:ea typeface="宋体" charset="-122"/>
              </a:rPr>
              <a:t>材料  磁滞回线</a:t>
            </a:r>
            <a:endParaRPr kumimoji="1" lang="zh-CN" altLang="en-US" sz="2400" dirty="0">
              <a:solidFill>
                <a:srgbClr val="000000"/>
              </a:solidFill>
              <a:ea typeface="宋体" charset="-122"/>
            </a:endParaRPr>
          </a:p>
        </p:txBody>
      </p:sp>
      <p:grpSp>
        <p:nvGrpSpPr>
          <p:cNvPr id="11" name="Group 78"/>
          <p:cNvGrpSpPr>
            <a:grpSpLocks/>
          </p:cNvGrpSpPr>
          <p:nvPr/>
        </p:nvGrpSpPr>
        <p:grpSpPr bwMode="auto">
          <a:xfrm>
            <a:off x="7089854" y="746654"/>
            <a:ext cx="1545431" cy="1521619"/>
            <a:chOff x="4121" y="963"/>
            <a:chExt cx="1298" cy="1278"/>
          </a:xfrm>
        </p:grpSpPr>
        <p:grpSp>
          <p:nvGrpSpPr>
            <p:cNvPr id="12" name="Group 77"/>
            <p:cNvGrpSpPr>
              <a:grpSpLocks/>
            </p:cNvGrpSpPr>
            <p:nvPr/>
          </p:nvGrpSpPr>
          <p:grpSpPr bwMode="auto">
            <a:xfrm>
              <a:off x="4461" y="1272"/>
              <a:ext cx="958" cy="969"/>
              <a:chOff x="2937" y="-565"/>
              <a:chExt cx="958" cy="969"/>
            </a:xfrm>
          </p:grpSpPr>
          <p:sp>
            <p:nvSpPr>
              <p:cNvPr id="110602" name="Line 10"/>
              <p:cNvSpPr>
                <a:spLocks noChangeShapeType="1"/>
              </p:cNvSpPr>
              <p:nvPr/>
            </p:nvSpPr>
            <p:spPr bwMode="auto">
              <a:xfrm>
                <a:off x="2937" y="-565"/>
                <a:ext cx="75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10604" name="Line 12"/>
              <p:cNvSpPr>
                <a:spLocks noChangeShapeType="1"/>
              </p:cNvSpPr>
              <p:nvPr/>
            </p:nvSpPr>
            <p:spPr bwMode="auto">
              <a:xfrm>
                <a:off x="3692" y="-565"/>
                <a:ext cx="0" cy="69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dash"/>
                <a:miter lim="800000"/>
                <a:headEnd type="none" w="sm" len="lg"/>
                <a:tailEnd type="non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110605" name="Object 13"/>
              <p:cNvGraphicFramePr>
                <a:graphicFrameLocks noChangeAspect="1"/>
              </p:cNvGraphicFramePr>
              <p:nvPr/>
            </p:nvGraphicFramePr>
            <p:xfrm>
              <a:off x="3489" y="113"/>
              <a:ext cx="406" cy="2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24350" name="Equation" r:id="rId27" imgW="660240" imgH="368280" progId="Equation.3">
                      <p:embed/>
                    </p:oleObj>
                  </mc:Choice>
                  <mc:Fallback>
                    <p:oleObj name="Equation" r:id="rId27" imgW="660240" imgH="368280" progId="Equation.3">
                      <p:embed/>
                      <p:pic>
                        <p:nvPicPr>
                          <p:cNvPr id="0" name="Picture 8"/>
                          <p:cNvPicPr preferRelativeResize="0"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89" y="113"/>
                            <a:ext cx="406" cy="29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3" name="Group 74"/>
            <p:cNvGrpSpPr>
              <a:grpSpLocks noChangeAspect="1"/>
            </p:cNvGrpSpPr>
            <p:nvPr/>
          </p:nvGrpSpPr>
          <p:grpSpPr bwMode="auto">
            <a:xfrm>
              <a:off x="4121" y="963"/>
              <a:ext cx="340" cy="379"/>
              <a:chOff x="4137" y="1092"/>
              <a:chExt cx="340" cy="379"/>
            </a:xfrm>
          </p:grpSpPr>
          <p:sp>
            <p:nvSpPr>
              <p:cNvPr id="110665" name="AutoShape 73"/>
              <p:cNvSpPr>
                <a:spLocks noChangeAspect="1" noChangeArrowheads="1" noTextEdit="1"/>
              </p:cNvSpPr>
              <p:nvPr/>
            </p:nvSpPr>
            <p:spPr bwMode="auto">
              <a:xfrm>
                <a:off x="4137" y="1097"/>
                <a:ext cx="340" cy="3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10667" name="Rectangle 75"/>
              <p:cNvSpPr>
                <a:spLocks noChangeArrowheads="1"/>
              </p:cNvSpPr>
              <p:nvPr/>
            </p:nvSpPr>
            <p:spPr bwMode="auto">
              <a:xfrm>
                <a:off x="4325" y="1267"/>
                <a:ext cx="132" cy="20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1575" b="0" dirty="0">
                    <a:solidFill>
                      <a:srgbClr val="000000"/>
                    </a:solidFill>
                    <a:ea typeface="宋体" charset="-122"/>
                  </a:rPr>
                  <a:t>m</a:t>
                </a:r>
                <a:endParaRPr lang="en-US" altLang="zh-CN" sz="2100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10668" name="Rectangle 76"/>
              <p:cNvSpPr>
                <a:spLocks noChangeArrowheads="1"/>
              </p:cNvSpPr>
              <p:nvPr/>
            </p:nvSpPr>
            <p:spPr bwMode="auto">
              <a:xfrm>
                <a:off x="4164" y="1092"/>
                <a:ext cx="172" cy="33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>
                <a:spAutoFit/>
              </a:bodyPr>
              <a:lstStyle/>
              <a:p>
                <a:r>
                  <a:rPr lang="en-US" altLang="zh-CN" sz="2625" b="0" i="1" dirty="0">
                    <a:solidFill>
                      <a:srgbClr val="000000"/>
                    </a:solidFill>
                    <a:ea typeface="宋体" charset="-122"/>
                  </a:rPr>
                  <a:t>B</a:t>
                </a:r>
                <a:endParaRPr lang="en-US" altLang="zh-CN" sz="2100" dirty="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57" name="组合 56"/>
          <p:cNvGrpSpPr/>
          <p:nvPr/>
        </p:nvGrpSpPr>
        <p:grpSpPr>
          <a:xfrm>
            <a:off x="6595742" y="1957517"/>
            <a:ext cx="548879" cy="823913"/>
            <a:chOff x="5883275" y="3143250"/>
            <a:chExt cx="731838" cy="1098550"/>
          </a:xfrm>
        </p:grpSpPr>
        <p:sp>
          <p:nvSpPr>
            <p:cNvPr id="110621" name="Freeform 29"/>
            <p:cNvSpPr>
              <a:spLocks/>
            </p:cNvSpPr>
            <p:nvPr/>
          </p:nvSpPr>
          <p:spPr bwMode="auto">
            <a:xfrm>
              <a:off x="5883275" y="3143250"/>
              <a:ext cx="731838" cy="1098550"/>
            </a:xfrm>
            <a:custGeom>
              <a:avLst/>
              <a:gdLst/>
              <a:ahLst/>
              <a:cxnLst>
                <a:cxn ang="0">
                  <a:pos x="528" y="0"/>
                </a:cxn>
                <a:cxn ang="0">
                  <a:pos x="376" y="460"/>
                </a:cxn>
                <a:cxn ang="0">
                  <a:pos x="0" y="768"/>
                </a:cxn>
              </a:cxnLst>
              <a:rect l="0" t="0" r="r" b="b"/>
              <a:pathLst>
                <a:path w="528" h="768">
                  <a:moveTo>
                    <a:pt x="528" y="0"/>
                  </a:moveTo>
                  <a:cubicBezTo>
                    <a:pt x="503" y="77"/>
                    <a:pt x="464" y="332"/>
                    <a:pt x="376" y="460"/>
                  </a:cubicBezTo>
                  <a:cubicBezTo>
                    <a:pt x="288" y="588"/>
                    <a:pt x="78" y="704"/>
                    <a:pt x="0" y="768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53" name="Line 36"/>
            <p:cNvSpPr>
              <a:spLocks noChangeShapeType="1"/>
            </p:cNvSpPr>
            <p:nvPr/>
          </p:nvSpPr>
          <p:spPr bwMode="auto">
            <a:xfrm rot="10800000" flipH="1">
              <a:off x="6466840" y="3515042"/>
              <a:ext cx="54928" cy="15779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 type="stealth" w="med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6616462" y="1959663"/>
            <a:ext cx="1210865" cy="806053"/>
            <a:chOff x="5910898" y="3146108"/>
            <a:chExt cx="1614487" cy="1074737"/>
          </a:xfrm>
        </p:grpSpPr>
        <p:sp>
          <p:nvSpPr>
            <p:cNvPr id="110624" name="Freeform 32"/>
            <p:cNvSpPr>
              <a:spLocks/>
            </p:cNvSpPr>
            <p:nvPr/>
          </p:nvSpPr>
          <p:spPr bwMode="auto">
            <a:xfrm>
              <a:off x="5910898" y="3146108"/>
              <a:ext cx="1614487" cy="1074737"/>
            </a:xfrm>
            <a:custGeom>
              <a:avLst/>
              <a:gdLst/>
              <a:ahLst/>
              <a:cxnLst>
                <a:cxn ang="0">
                  <a:pos x="1164" y="0"/>
                </a:cxn>
                <a:cxn ang="0">
                  <a:pos x="871" y="543"/>
                </a:cxn>
                <a:cxn ang="0">
                  <a:pos x="0" y="750"/>
                </a:cxn>
              </a:cxnLst>
              <a:rect l="0" t="0" r="r" b="b"/>
              <a:pathLst>
                <a:path w="1164" h="750">
                  <a:moveTo>
                    <a:pt x="1164" y="0"/>
                  </a:moveTo>
                  <a:cubicBezTo>
                    <a:pt x="1115" y="89"/>
                    <a:pt x="1065" y="418"/>
                    <a:pt x="871" y="543"/>
                  </a:cubicBezTo>
                  <a:cubicBezTo>
                    <a:pt x="677" y="668"/>
                    <a:pt x="181" y="707"/>
                    <a:pt x="0" y="750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54" name="Line 36"/>
            <p:cNvSpPr>
              <a:spLocks noChangeShapeType="1"/>
            </p:cNvSpPr>
            <p:nvPr/>
          </p:nvSpPr>
          <p:spPr bwMode="auto">
            <a:xfrm flipH="1">
              <a:off x="6470332" y="4088766"/>
              <a:ext cx="179387" cy="47466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 type="stealth" w="med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7496809" y="1132417"/>
            <a:ext cx="892969" cy="205978"/>
            <a:chOff x="7084695" y="2043113"/>
            <a:chExt cx="1190625" cy="274637"/>
          </a:xfrm>
        </p:grpSpPr>
        <p:sp>
          <p:nvSpPr>
            <p:cNvPr id="110619" name="Freeform 27"/>
            <p:cNvSpPr>
              <a:spLocks/>
            </p:cNvSpPr>
            <p:nvPr/>
          </p:nvSpPr>
          <p:spPr bwMode="auto">
            <a:xfrm>
              <a:off x="7084695" y="2043113"/>
              <a:ext cx="1190625" cy="274637"/>
            </a:xfrm>
            <a:custGeom>
              <a:avLst/>
              <a:gdLst/>
              <a:ahLst/>
              <a:cxnLst>
                <a:cxn ang="0">
                  <a:pos x="858" y="0"/>
                </a:cxn>
                <a:cxn ang="0">
                  <a:pos x="534" y="24"/>
                </a:cxn>
                <a:cxn ang="0">
                  <a:pos x="294" y="66"/>
                </a:cxn>
                <a:cxn ang="0">
                  <a:pos x="144" y="114"/>
                </a:cxn>
                <a:cxn ang="0">
                  <a:pos x="0" y="192"/>
                </a:cxn>
              </a:cxnLst>
              <a:rect l="0" t="0" r="r" b="b"/>
              <a:pathLst>
                <a:path w="858" h="192">
                  <a:moveTo>
                    <a:pt x="858" y="0"/>
                  </a:moveTo>
                  <a:cubicBezTo>
                    <a:pt x="804" y="4"/>
                    <a:pt x="628" y="13"/>
                    <a:pt x="534" y="24"/>
                  </a:cubicBezTo>
                  <a:cubicBezTo>
                    <a:pt x="440" y="35"/>
                    <a:pt x="359" y="51"/>
                    <a:pt x="294" y="66"/>
                  </a:cubicBezTo>
                  <a:cubicBezTo>
                    <a:pt x="229" y="81"/>
                    <a:pt x="193" y="93"/>
                    <a:pt x="144" y="114"/>
                  </a:cubicBezTo>
                  <a:cubicBezTo>
                    <a:pt x="95" y="135"/>
                    <a:pt x="30" y="176"/>
                    <a:pt x="0" y="192"/>
                  </a:cubicBezTo>
                </a:path>
              </a:pathLst>
            </a:custGeom>
            <a:noFill/>
            <a:ln w="28575" cap="flat" cmpd="sng">
              <a:solidFill>
                <a:srgbClr val="0000FF"/>
              </a:solidFill>
              <a:prstDash val="solid"/>
              <a:miter lim="800000"/>
              <a:headEnd type="none" w="sm" len="lg"/>
              <a:tailEnd type="non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55" name="Line 36"/>
            <p:cNvSpPr>
              <a:spLocks noChangeShapeType="1"/>
            </p:cNvSpPr>
            <p:nvPr/>
          </p:nvSpPr>
          <p:spPr bwMode="auto">
            <a:xfrm rot="10800000" flipH="1">
              <a:off x="7406640" y="2127885"/>
              <a:ext cx="157479" cy="5080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miter lim="800000"/>
              <a:headEnd type="stealth" w="med" len="lg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  <p:graphicFrame>
        <p:nvGraphicFramePr>
          <p:cNvPr id="191503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4206434"/>
              </p:ext>
            </p:extLst>
          </p:nvPr>
        </p:nvGraphicFramePr>
        <p:xfrm>
          <a:off x="7806608" y="1932515"/>
          <a:ext cx="219075" cy="2797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351" name="Equation" r:id="rId29" imgW="215640" imgH="228600" progId="Equation.DSMT4">
                  <p:embed/>
                </p:oleObj>
              </mc:Choice>
              <mc:Fallback>
                <p:oleObj name="Equation" r:id="rId29" imgW="215640" imgH="228600" progId="Equation.DSMT4">
                  <p:embed/>
                  <p:pic>
                    <p:nvPicPr>
                      <p:cNvPr id="0" name="Picture 15"/>
                      <p:cNvPicPr preferRelativeResize="0"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6608" y="1932515"/>
                        <a:ext cx="219075" cy="2797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0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10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1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10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10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91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62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A002F-4388-4BD3-9208-27927237AF1E}" type="slidenum">
              <a:rPr lang="zh-CN" altLang="en-US">
                <a:solidFill>
                  <a:srgbClr val="578963"/>
                </a:solidFill>
              </a:rPr>
              <a:pPr/>
              <a:t>30</a:t>
            </a:fld>
            <a:endParaRPr lang="en-US" altLang="zh-CN">
              <a:solidFill>
                <a:srgbClr val="578963"/>
              </a:solidFill>
            </a:endParaRPr>
          </a:p>
        </p:txBody>
      </p:sp>
      <p:grpSp>
        <p:nvGrpSpPr>
          <p:cNvPr id="2" name="Group 43"/>
          <p:cNvGrpSpPr>
            <a:grpSpLocks/>
          </p:cNvGrpSpPr>
          <p:nvPr/>
        </p:nvGrpSpPr>
        <p:grpSpPr bwMode="auto">
          <a:xfrm>
            <a:off x="1560912" y="1649017"/>
            <a:ext cx="1674019" cy="2594372"/>
            <a:chOff x="431" y="1462"/>
            <a:chExt cx="1406" cy="2179"/>
          </a:xfrm>
        </p:grpSpPr>
        <p:grpSp>
          <p:nvGrpSpPr>
            <p:cNvPr id="3" name="Group 40"/>
            <p:cNvGrpSpPr>
              <a:grpSpLocks/>
            </p:cNvGrpSpPr>
            <p:nvPr/>
          </p:nvGrpSpPr>
          <p:grpSpPr bwMode="auto">
            <a:xfrm>
              <a:off x="511" y="1462"/>
              <a:ext cx="1191" cy="1488"/>
              <a:chOff x="511" y="1462"/>
              <a:chExt cx="1191" cy="1488"/>
            </a:xfrm>
          </p:grpSpPr>
          <p:graphicFrame>
            <p:nvGraphicFramePr>
              <p:cNvPr id="111621" name="Object 5"/>
              <p:cNvGraphicFramePr>
                <a:graphicFrameLocks noChangeAspect="1"/>
              </p:cNvGraphicFramePr>
              <p:nvPr/>
            </p:nvGraphicFramePr>
            <p:xfrm>
              <a:off x="1501" y="2316"/>
              <a:ext cx="161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3426" name="公式" r:id="rId3" imgW="266400" imgH="228600" progId="Equation.3">
                      <p:embed/>
                    </p:oleObj>
                  </mc:Choice>
                  <mc:Fallback>
                    <p:oleObj name="公式" r:id="rId3" imgW="266400" imgH="22860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01" y="2316"/>
                            <a:ext cx="161" cy="17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1622" name="Line 6"/>
              <p:cNvSpPr>
                <a:spLocks noChangeShapeType="1"/>
              </p:cNvSpPr>
              <p:nvPr/>
            </p:nvSpPr>
            <p:spPr bwMode="auto">
              <a:xfrm>
                <a:off x="511" y="2237"/>
                <a:ext cx="1191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11623" name="Line 7"/>
              <p:cNvSpPr>
                <a:spLocks noChangeShapeType="1"/>
              </p:cNvSpPr>
              <p:nvPr/>
            </p:nvSpPr>
            <p:spPr bwMode="auto">
              <a:xfrm flipH="1" flipV="1">
                <a:off x="1095" y="1462"/>
                <a:ext cx="0" cy="14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111624" name="Object 8"/>
              <p:cNvGraphicFramePr>
                <a:graphicFrameLocks noChangeAspect="1"/>
              </p:cNvGraphicFramePr>
              <p:nvPr/>
            </p:nvGraphicFramePr>
            <p:xfrm>
              <a:off x="913" y="1479"/>
              <a:ext cx="141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3427" name="公式" r:id="rId5" imgW="215640" imgH="228600" progId="Equation.3">
                      <p:embed/>
                    </p:oleObj>
                  </mc:Choice>
                  <mc:Fallback>
                    <p:oleObj name="公式" r:id="rId5" imgW="215640" imgH="22860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13" y="1479"/>
                            <a:ext cx="141" cy="19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1630" name="Text Box 14"/>
              <p:cNvSpPr txBox="1">
                <a:spLocks noChangeArrowheads="1"/>
              </p:cNvSpPr>
              <p:nvPr/>
            </p:nvSpPr>
            <p:spPr bwMode="auto">
              <a:xfrm>
                <a:off x="1050" y="2181"/>
                <a:ext cx="318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100" b="0" i="1" dirty="0">
                    <a:solidFill>
                      <a:srgbClr val="1C1C1C"/>
                    </a:solidFill>
                    <a:ea typeface="宋体" charset="-122"/>
                  </a:rPr>
                  <a:t>O</a:t>
                </a:r>
              </a:p>
            </p:txBody>
          </p:sp>
        </p:grpSp>
        <p:sp>
          <p:nvSpPr>
            <p:cNvPr id="111631" name="Rectangle 15"/>
            <p:cNvSpPr>
              <a:spLocks noChangeArrowheads="1"/>
            </p:cNvSpPr>
            <p:nvPr/>
          </p:nvSpPr>
          <p:spPr bwMode="auto">
            <a:xfrm>
              <a:off x="431" y="3292"/>
              <a:ext cx="140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/>
              <a:r>
                <a:rPr kumimoji="1" lang="zh-CN" altLang="en-US" sz="2100">
                  <a:solidFill>
                    <a:srgbClr val="FF0000"/>
                  </a:solidFill>
                  <a:ea typeface="宋体" charset="-122"/>
                </a:rPr>
                <a:t>软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磁材料</a:t>
              </a:r>
            </a:p>
          </p:txBody>
        </p:sp>
      </p:grpSp>
      <p:grpSp>
        <p:nvGrpSpPr>
          <p:cNvPr id="4" name="Group 44"/>
          <p:cNvGrpSpPr>
            <a:grpSpLocks/>
          </p:cNvGrpSpPr>
          <p:nvPr/>
        </p:nvGrpSpPr>
        <p:grpSpPr bwMode="auto">
          <a:xfrm>
            <a:off x="3396855" y="1668066"/>
            <a:ext cx="1674019" cy="2568178"/>
            <a:chOff x="1973" y="1478"/>
            <a:chExt cx="1406" cy="2157"/>
          </a:xfrm>
        </p:grpSpPr>
        <p:grpSp>
          <p:nvGrpSpPr>
            <p:cNvPr id="5" name="Group 41"/>
            <p:cNvGrpSpPr>
              <a:grpSpLocks/>
            </p:cNvGrpSpPr>
            <p:nvPr/>
          </p:nvGrpSpPr>
          <p:grpSpPr bwMode="auto">
            <a:xfrm>
              <a:off x="1973" y="1478"/>
              <a:ext cx="1389" cy="1510"/>
              <a:chOff x="1973" y="1478"/>
              <a:chExt cx="1389" cy="1510"/>
            </a:xfrm>
          </p:grpSpPr>
          <p:sp>
            <p:nvSpPr>
              <p:cNvPr id="111634" name="Line 18"/>
              <p:cNvSpPr>
                <a:spLocks noChangeShapeType="1"/>
              </p:cNvSpPr>
              <p:nvPr/>
            </p:nvSpPr>
            <p:spPr bwMode="auto">
              <a:xfrm>
                <a:off x="1973" y="2234"/>
                <a:ext cx="138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11635" name="Line 19"/>
              <p:cNvSpPr>
                <a:spLocks noChangeShapeType="1"/>
              </p:cNvSpPr>
              <p:nvPr/>
            </p:nvSpPr>
            <p:spPr bwMode="auto">
              <a:xfrm flipH="1" flipV="1">
                <a:off x="2629" y="1515"/>
                <a:ext cx="0" cy="147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111636" name="Object 20"/>
              <p:cNvGraphicFramePr>
                <a:graphicFrameLocks noChangeAspect="1"/>
              </p:cNvGraphicFramePr>
              <p:nvPr/>
            </p:nvGraphicFramePr>
            <p:xfrm>
              <a:off x="3145" y="2283"/>
              <a:ext cx="187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3428" name="公式" r:id="rId7" imgW="266400" imgH="228600" progId="Equation.3">
                      <p:embed/>
                    </p:oleObj>
                  </mc:Choice>
                  <mc:Fallback>
                    <p:oleObj name="公式" r:id="rId7" imgW="266400" imgH="22860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45" y="2283"/>
                            <a:ext cx="187" cy="1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1637" name="Object 21"/>
              <p:cNvGraphicFramePr>
                <a:graphicFrameLocks noChangeAspect="1"/>
              </p:cNvGraphicFramePr>
              <p:nvPr/>
            </p:nvGraphicFramePr>
            <p:xfrm>
              <a:off x="2442" y="1478"/>
              <a:ext cx="164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3429" name="公式" r:id="rId8" imgW="215640" imgH="228600" progId="Equation.3">
                      <p:embed/>
                    </p:oleObj>
                  </mc:Choice>
                  <mc:Fallback>
                    <p:oleObj name="公式" r:id="rId8" imgW="215640" imgH="22860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42" y="1478"/>
                            <a:ext cx="164" cy="19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1641" name="Text Box 25"/>
              <p:cNvSpPr txBox="1">
                <a:spLocks noChangeArrowheads="1"/>
              </p:cNvSpPr>
              <p:nvPr/>
            </p:nvSpPr>
            <p:spPr bwMode="auto">
              <a:xfrm>
                <a:off x="2369" y="2181"/>
                <a:ext cx="318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100" b="0" i="1" dirty="0">
                    <a:solidFill>
                      <a:srgbClr val="1C1C1C"/>
                    </a:solidFill>
                    <a:ea typeface="宋体" charset="-122"/>
                  </a:rPr>
                  <a:t>O</a:t>
                </a:r>
              </a:p>
            </p:txBody>
          </p:sp>
        </p:grpSp>
        <p:sp>
          <p:nvSpPr>
            <p:cNvPr id="111642" name="Rectangle 26"/>
            <p:cNvSpPr>
              <a:spLocks noChangeArrowheads="1"/>
            </p:cNvSpPr>
            <p:nvPr/>
          </p:nvSpPr>
          <p:spPr bwMode="auto">
            <a:xfrm>
              <a:off x="1973" y="3286"/>
              <a:ext cx="1406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/>
              <a:r>
                <a:rPr kumimoji="1" lang="zh-CN" altLang="en-US" sz="2100">
                  <a:solidFill>
                    <a:srgbClr val="FF0000"/>
                  </a:solidFill>
                  <a:ea typeface="宋体" charset="-122"/>
                </a:rPr>
                <a:t>硬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磁材料</a:t>
              </a:r>
            </a:p>
          </p:txBody>
        </p:sp>
      </p:grp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5232799" y="1649016"/>
            <a:ext cx="2110978" cy="2587228"/>
            <a:chOff x="3515" y="1462"/>
            <a:chExt cx="1773" cy="2173"/>
          </a:xfrm>
        </p:grpSpPr>
        <p:grpSp>
          <p:nvGrpSpPr>
            <p:cNvPr id="7" name="Group 42"/>
            <p:cNvGrpSpPr>
              <a:grpSpLocks/>
            </p:cNvGrpSpPr>
            <p:nvPr/>
          </p:nvGrpSpPr>
          <p:grpSpPr bwMode="auto">
            <a:xfrm>
              <a:off x="3795" y="1462"/>
              <a:ext cx="1383" cy="1483"/>
              <a:chOff x="3795" y="1462"/>
              <a:chExt cx="1383" cy="1483"/>
            </a:xfrm>
          </p:grpSpPr>
          <p:sp>
            <p:nvSpPr>
              <p:cNvPr id="111645" name="Line 29"/>
              <p:cNvSpPr>
                <a:spLocks noChangeShapeType="1"/>
              </p:cNvSpPr>
              <p:nvPr/>
            </p:nvSpPr>
            <p:spPr bwMode="auto">
              <a:xfrm>
                <a:off x="3795" y="2234"/>
                <a:ext cx="138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111646" name="Line 30"/>
              <p:cNvSpPr>
                <a:spLocks noChangeShapeType="1"/>
              </p:cNvSpPr>
              <p:nvPr/>
            </p:nvSpPr>
            <p:spPr bwMode="auto">
              <a:xfrm flipH="1" flipV="1">
                <a:off x="4472" y="1462"/>
                <a:ext cx="0" cy="148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miter lim="800000"/>
                <a:headEnd/>
                <a:tailEnd type="triangle" w="sm" len="lg"/>
              </a:ln>
              <a:effectLst/>
            </p:spPr>
            <p:txBody>
              <a:bodyPr wrap="none" anchor="ctr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graphicFrame>
            <p:nvGraphicFramePr>
              <p:cNvPr id="111647" name="Object 31"/>
              <p:cNvGraphicFramePr>
                <a:graphicFrameLocks noChangeAspect="1"/>
              </p:cNvGraphicFramePr>
              <p:nvPr/>
            </p:nvGraphicFramePr>
            <p:xfrm>
              <a:off x="4961" y="2283"/>
              <a:ext cx="187" cy="1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3430" name="公式" r:id="rId9" imgW="266400" imgH="228600" progId="Equation.3">
                      <p:embed/>
                    </p:oleObj>
                  </mc:Choice>
                  <mc:Fallback>
                    <p:oleObj name="公式" r:id="rId9" imgW="266400" imgH="22860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61" y="2283"/>
                            <a:ext cx="187" cy="17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11648" name="Object 32"/>
              <p:cNvGraphicFramePr>
                <a:graphicFrameLocks noChangeAspect="1"/>
              </p:cNvGraphicFramePr>
              <p:nvPr/>
            </p:nvGraphicFramePr>
            <p:xfrm>
              <a:off x="4262" y="1478"/>
              <a:ext cx="163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93431" name="公式" r:id="rId10" imgW="215640" imgH="228600" progId="Equation.3">
                      <p:embed/>
                    </p:oleObj>
                  </mc:Choice>
                  <mc:Fallback>
                    <p:oleObj name="公式" r:id="rId10" imgW="215640" imgH="22860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2" y="1478"/>
                            <a:ext cx="163" cy="19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1653" name="Text Box 37"/>
              <p:cNvSpPr txBox="1">
                <a:spLocks noChangeArrowheads="1"/>
              </p:cNvSpPr>
              <p:nvPr/>
            </p:nvSpPr>
            <p:spPr bwMode="auto">
              <a:xfrm>
                <a:off x="4215" y="2219"/>
                <a:ext cx="318" cy="34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1" hangingPunct="1"/>
                <a:r>
                  <a:rPr lang="en-US" altLang="zh-CN" sz="2100" b="0" i="1">
                    <a:solidFill>
                      <a:srgbClr val="1C1C1C"/>
                    </a:solidFill>
                    <a:ea typeface="宋体" charset="-122"/>
                  </a:rPr>
                  <a:t>O</a:t>
                </a:r>
              </a:p>
            </p:txBody>
          </p:sp>
        </p:grpSp>
        <p:sp>
          <p:nvSpPr>
            <p:cNvPr id="111654" name="Rectangle 38"/>
            <p:cNvSpPr>
              <a:spLocks noChangeArrowheads="1"/>
            </p:cNvSpPr>
            <p:nvPr/>
          </p:nvSpPr>
          <p:spPr bwMode="auto">
            <a:xfrm>
              <a:off x="3515" y="3286"/>
              <a:ext cx="1773" cy="3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/>
              <a:r>
                <a:rPr kumimoji="1" lang="zh-CN" altLang="en-US" sz="2100">
                  <a:solidFill>
                    <a:srgbClr val="FF0000"/>
                  </a:solidFill>
                  <a:ea typeface="宋体" charset="-122"/>
                </a:rPr>
                <a:t>矩</a:t>
              </a:r>
              <a:r>
                <a:rPr kumimoji="1" lang="zh-CN" altLang="en-US" sz="2100">
                  <a:solidFill>
                    <a:srgbClr val="000000"/>
                  </a:solidFill>
                  <a:ea typeface="宋体" charset="-122"/>
                </a:rPr>
                <a:t>磁铁氧体材料</a:t>
              </a:r>
            </a:p>
          </p:txBody>
        </p:sp>
      </p:grpSp>
      <p:sp>
        <p:nvSpPr>
          <p:cNvPr id="111655" name="Text Box 39"/>
          <p:cNvSpPr txBox="1">
            <a:spLocks noChangeArrowheads="1"/>
          </p:cNvSpPr>
          <p:nvPr/>
        </p:nvSpPr>
        <p:spPr bwMode="auto">
          <a:xfrm>
            <a:off x="1656160" y="519113"/>
            <a:ext cx="6057900" cy="535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</a:pPr>
            <a:r>
              <a:rPr lang="zh-CN" altLang="en-US" sz="2400">
                <a:solidFill>
                  <a:srgbClr val="1C1C1C"/>
                </a:solidFill>
                <a:ea typeface="宋体" charset="-122"/>
              </a:rPr>
              <a:t>不同铁磁性物质的磁滞回线形状相差很大</a:t>
            </a:r>
            <a:r>
              <a:rPr lang="en-US" altLang="zh-CN" sz="2400">
                <a:solidFill>
                  <a:srgbClr val="1C1C1C"/>
                </a:solidFill>
                <a:ea typeface="宋体" charset="-122"/>
              </a:rPr>
              <a:t>.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5818586" y="1987154"/>
            <a:ext cx="1096369" cy="1189831"/>
            <a:chOff x="5732861" y="1987154"/>
            <a:chExt cx="1096369" cy="1189831"/>
          </a:xfrm>
        </p:grpSpPr>
        <p:grpSp>
          <p:nvGrpSpPr>
            <p:cNvPr id="8" name="组合 7"/>
            <p:cNvGrpSpPr/>
            <p:nvPr/>
          </p:nvGrpSpPr>
          <p:grpSpPr>
            <a:xfrm rot="10800000">
              <a:off x="5736236" y="1994695"/>
              <a:ext cx="1092994" cy="1182290"/>
              <a:chOff x="5885261" y="2139554"/>
              <a:chExt cx="1092994" cy="1182290"/>
            </a:xfrm>
          </p:grpSpPr>
          <p:sp>
            <p:nvSpPr>
              <p:cNvPr id="38" name="Freeform 35"/>
              <p:cNvSpPr>
                <a:spLocks/>
              </p:cNvSpPr>
              <p:nvPr/>
            </p:nvSpPr>
            <p:spPr bwMode="auto">
              <a:xfrm>
                <a:off x="6532961" y="2139554"/>
                <a:ext cx="445294" cy="1129903"/>
              </a:xfrm>
              <a:custGeom>
                <a:avLst/>
                <a:gdLst>
                  <a:gd name="connsiteX0" fmla="*/ 10447 w 10447"/>
                  <a:gd name="connsiteY0" fmla="*/ 0 h 10028"/>
                  <a:gd name="connsiteX1" fmla="*/ 7621 w 10447"/>
                  <a:gd name="connsiteY1" fmla="*/ 2250 h 10028"/>
                  <a:gd name="connsiteX2" fmla="*/ 5664 w 10447"/>
                  <a:gd name="connsiteY2" fmla="*/ 8583 h 10028"/>
                  <a:gd name="connsiteX3" fmla="*/ 0 w 10447"/>
                  <a:gd name="connsiteY3" fmla="*/ 10028 h 10028"/>
                  <a:gd name="connsiteX0" fmla="*/ 10447 w 10447"/>
                  <a:gd name="connsiteY0" fmla="*/ 0 h 10028"/>
                  <a:gd name="connsiteX1" fmla="*/ 7621 w 10447"/>
                  <a:gd name="connsiteY1" fmla="*/ 2250 h 10028"/>
                  <a:gd name="connsiteX2" fmla="*/ 5664 w 10447"/>
                  <a:gd name="connsiteY2" fmla="*/ 8583 h 10028"/>
                  <a:gd name="connsiteX3" fmla="*/ 0 w 10447"/>
                  <a:gd name="connsiteY3" fmla="*/ 10028 h 10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47" h="10028">
                    <a:moveTo>
                      <a:pt x="10447" y="0"/>
                    </a:moveTo>
                    <a:cubicBezTo>
                      <a:pt x="9985" y="365"/>
                      <a:pt x="8409" y="823"/>
                      <a:pt x="7621" y="2250"/>
                    </a:cubicBezTo>
                    <a:cubicBezTo>
                      <a:pt x="6833" y="3677"/>
                      <a:pt x="6860" y="7292"/>
                      <a:pt x="5664" y="8583"/>
                    </a:cubicBezTo>
                    <a:cubicBezTo>
                      <a:pt x="4469" y="9875"/>
                      <a:pt x="1906" y="9792"/>
                      <a:pt x="0" y="10028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39" name="Freeform 36"/>
              <p:cNvSpPr>
                <a:spLocks/>
              </p:cNvSpPr>
              <p:nvPr/>
            </p:nvSpPr>
            <p:spPr bwMode="auto">
              <a:xfrm>
                <a:off x="5885261" y="3265885"/>
                <a:ext cx="666750" cy="55959"/>
              </a:xfrm>
              <a:custGeom>
                <a:avLst/>
                <a:gdLst/>
                <a:ahLst/>
                <a:cxnLst>
                  <a:cxn ang="0">
                    <a:pos x="576" y="0"/>
                  </a:cxn>
                  <a:cxn ang="0">
                    <a:pos x="352" y="32"/>
                  </a:cxn>
                  <a:cxn ang="0">
                    <a:pos x="0" y="48"/>
                  </a:cxn>
                </a:cxnLst>
                <a:rect l="0" t="0" r="r" b="b"/>
                <a:pathLst>
                  <a:path w="576" h="48">
                    <a:moveTo>
                      <a:pt x="576" y="0"/>
                    </a:moveTo>
                    <a:cubicBezTo>
                      <a:pt x="539" y="5"/>
                      <a:pt x="448" y="24"/>
                      <a:pt x="352" y="32"/>
                    </a:cubicBezTo>
                    <a:cubicBezTo>
                      <a:pt x="256" y="40"/>
                      <a:pt x="73" y="45"/>
                      <a:pt x="0" y="48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5732861" y="1987154"/>
              <a:ext cx="1092994" cy="1182290"/>
              <a:chOff x="5732861" y="1987154"/>
              <a:chExt cx="1092994" cy="1182290"/>
            </a:xfrm>
          </p:grpSpPr>
          <p:sp>
            <p:nvSpPr>
              <p:cNvPr id="41" name="Freeform 35"/>
              <p:cNvSpPr>
                <a:spLocks/>
              </p:cNvSpPr>
              <p:nvPr/>
            </p:nvSpPr>
            <p:spPr bwMode="auto">
              <a:xfrm>
                <a:off x="6380561" y="1987154"/>
                <a:ext cx="445294" cy="1129903"/>
              </a:xfrm>
              <a:custGeom>
                <a:avLst/>
                <a:gdLst>
                  <a:gd name="connsiteX0" fmla="*/ 10447 w 10447"/>
                  <a:gd name="connsiteY0" fmla="*/ 0 h 10028"/>
                  <a:gd name="connsiteX1" fmla="*/ 7621 w 10447"/>
                  <a:gd name="connsiteY1" fmla="*/ 2250 h 10028"/>
                  <a:gd name="connsiteX2" fmla="*/ 5664 w 10447"/>
                  <a:gd name="connsiteY2" fmla="*/ 8583 h 10028"/>
                  <a:gd name="connsiteX3" fmla="*/ 0 w 10447"/>
                  <a:gd name="connsiteY3" fmla="*/ 10028 h 10028"/>
                  <a:gd name="connsiteX0" fmla="*/ 10447 w 10447"/>
                  <a:gd name="connsiteY0" fmla="*/ 0 h 10028"/>
                  <a:gd name="connsiteX1" fmla="*/ 7621 w 10447"/>
                  <a:gd name="connsiteY1" fmla="*/ 2250 h 10028"/>
                  <a:gd name="connsiteX2" fmla="*/ 5664 w 10447"/>
                  <a:gd name="connsiteY2" fmla="*/ 8583 h 10028"/>
                  <a:gd name="connsiteX3" fmla="*/ 0 w 10447"/>
                  <a:gd name="connsiteY3" fmla="*/ 10028 h 100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447" h="10028">
                    <a:moveTo>
                      <a:pt x="10447" y="0"/>
                    </a:moveTo>
                    <a:cubicBezTo>
                      <a:pt x="9985" y="365"/>
                      <a:pt x="8409" y="823"/>
                      <a:pt x="7621" y="2250"/>
                    </a:cubicBezTo>
                    <a:cubicBezTo>
                      <a:pt x="6833" y="3677"/>
                      <a:pt x="6860" y="7292"/>
                      <a:pt x="5664" y="8583"/>
                    </a:cubicBezTo>
                    <a:cubicBezTo>
                      <a:pt x="4469" y="9875"/>
                      <a:pt x="1906" y="9792"/>
                      <a:pt x="0" y="10028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2" name="Freeform 36"/>
              <p:cNvSpPr>
                <a:spLocks/>
              </p:cNvSpPr>
              <p:nvPr/>
            </p:nvSpPr>
            <p:spPr bwMode="auto">
              <a:xfrm>
                <a:off x="5732861" y="3113485"/>
                <a:ext cx="666750" cy="55959"/>
              </a:xfrm>
              <a:custGeom>
                <a:avLst/>
                <a:gdLst/>
                <a:ahLst/>
                <a:cxnLst>
                  <a:cxn ang="0">
                    <a:pos x="576" y="0"/>
                  </a:cxn>
                  <a:cxn ang="0">
                    <a:pos x="352" y="32"/>
                  </a:cxn>
                  <a:cxn ang="0">
                    <a:pos x="0" y="48"/>
                  </a:cxn>
                </a:cxnLst>
                <a:rect l="0" t="0" r="r" b="b"/>
                <a:pathLst>
                  <a:path w="576" h="48">
                    <a:moveTo>
                      <a:pt x="576" y="0"/>
                    </a:moveTo>
                    <a:cubicBezTo>
                      <a:pt x="539" y="5"/>
                      <a:pt x="448" y="24"/>
                      <a:pt x="352" y="32"/>
                    </a:cubicBezTo>
                    <a:cubicBezTo>
                      <a:pt x="256" y="40"/>
                      <a:pt x="73" y="45"/>
                      <a:pt x="0" y="48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13" name="组合 12"/>
          <p:cNvGrpSpPr/>
          <p:nvPr/>
        </p:nvGrpSpPr>
        <p:grpSpPr>
          <a:xfrm>
            <a:off x="1831184" y="1997873"/>
            <a:ext cx="1008458" cy="1182291"/>
            <a:chOff x="1831184" y="2045495"/>
            <a:chExt cx="1008458" cy="1182291"/>
          </a:xfrm>
        </p:grpSpPr>
        <p:grpSp>
          <p:nvGrpSpPr>
            <p:cNvPr id="11" name="组合 10"/>
            <p:cNvGrpSpPr/>
            <p:nvPr/>
          </p:nvGrpSpPr>
          <p:grpSpPr>
            <a:xfrm>
              <a:off x="1831184" y="2045495"/>
              <a:ext cx="1003697" cy="1182291"/>
              <a:chOff x="1831184" y="2045495"/>
              <a:chExt cx="1003697" cy="1182291"/>
            </a:xfrm>
          </p:grpSpPr>
          <p:sp>
            <p:nvSpPr>
              <p:cNvPr id="45" name="Freeform 12"/>
              <p:cNvSpPr>
                <a:spLocks/>
              </p:cNvSpPr>
              <p:nvPr/>
            </p:nvSpPr>
            <p:spPr bwMode="auto">
              <a:xfrm>
                <a:off x="2405065" y="2045495"/>
                <a:ext cx="429816" cy="564356"/>
              </a:xfrm>
              <a:custGeom>
                <a:avLst/>
                <a:gdLst/>
                <a:ahLst/>
                <a:cxnLst>
                  <a:cxn ang="0">
                    <a:pos x="432" y="0"/>
                  </a:cxn>
                  <a:cxn ang="0">
                    <a:pos x="128" y="280"/>
                  </a:cxn>
                  <a:cxn ang="0">
                    <a:pos x="0" y="480"/>
                  </a:cxn>
                </a:cxnLst>
                <a:rect l="0" t="0" r="r" b="b"/>
                <a:pathLst>
                  <a:path w="432" h="480">
                    <a:moveTo>
                      <a:pt x="432" y="0"/>
                    </a:moveTo>
                    <a:cubicBezTo>
                      <a:pt x="382" y="46"/>
                      <a:pt x="200" y="200"/>
                      <a:pt x="128" y="280"/>
                    </a:cubicBezTo>
                    <a:cubicBezTo>
                      <a:pt x="56" y="360"/>
                      <a:pt x="27" y="438"/>
                      <a:pt x="0" y="480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6" name="Freeform 13"/>
              <p:cNvSpPr>
                <a:spLocks/>
              </p:cNvSpPr>
              <p:nvPr/>
            </p:nvSpPr>
            <p:spPr bwMode="auto">
              <a:xfrm>
                <a:off x="1831184" y="2606280"/>
                <a:ext cx="573882" cy="621506"/>
              </a:xfrm>
              <a:custGeom>
                <a:avLst/>
                <a:gdLst/>
                <a:ahLst/>
                <a:cxnLst>
                  <a:cxn ang="0">
                    <a:pos x="576" y="0"/>
                  </a:cxn>
                  <a:cxn ang="0">
                    <a:pos x="384" y="336"/>
                  </a:cxn>
                  <a:cxn ang="0">
                    <a:pos x="0" y="528"/>
                  </a:cxn>
                </a:cxnLst>
                <a:rect l="0" t="0" r="r" b="b"/>
                <a:pathLst>
                  <a:path w="576" h="528">
                    <a:moveTo>
                      <a:pt x="576" y="0"/>
                    </a:moveTo>
                    <a:cubicBezTo>
                      <a:pt x="544" y="56"/>
                      <a:pt x="480" y="248"/>
                      <a:pt x="384" y="336"/>
                    </a:cubicBezTo>
                    <a:cubicBezTo>
                      <a:pt x="288" y="424"/>
                      <a:pt x="80" y="488"/>
                      <a:pt x="0" y="528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 rot="10800000">
              <a:off x="1835945" y="2045495"/>
              <a:ext cx="1003697" cy="1182291"/>
              <a:chOff x="1983584" y="2197895"/>
              <a:chExt cx="1003697" cy="1182291"/>
            </a:xfrm>
          </p:grpSpPr>
          <p:sp>
            <p:nvSpPr>
              <p:cNvPr id="48" name="Freeform 12"/>
              <p:cNvSpPr>
                <a:spLocks/>
              </p:cNvSpPr>
              <p:nvPr/>
            </p:nvSpPr>
            <p:spPr bwMode="auto">
              <a:xfrm>
                <a:off x="2557465" y="2197895"/>
                <a:ext cx="429816" cy="564356"/>
              </a:xfrm>
              <a:custGeom>
                <a:avLst/>
                <a:gdLst/>
                <a:ahLst/>
                <a:cxnLst>
                  <a:cxn ang="0">
                    <a:pos x="432" y="0"/>
                  </a:cxn>
                  <a:cxn ang="0">
                    <a:pos x="128" y="280"/>
                  </a:cxn>
                  <a:cxn ang="0">
                    <a:pos x="0" y="480"/>
                  </a:cxn>
                </a:cxnLst>
                <a:rect l="0" t="0" r="r" b="b"/>
                <a:pathLst>
                  <a:path w="432" h="480">
                    <a:moveTo>
                      <a:pt x="432" y="0"/>
                    </a:moveTo>
                    <a:cubicBezTo>
                      <a:pt x="382" y="46"/>
                      <a:pt x="200" y="200"/>
                      <a:pt x="128" y="280"/>
                    </a:cubicBezTo>
                    <a:cubicBezTo>
                      <a:pt x="56" y="360"/>
                      <a:pt x="27" y="438"/>
                      <a:pt x="0" y="480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  <p:sp>
            <p:nvSpPr>
              <p:cNvPr id="49" name="Freeform 13"/>
              <p:cNvSpPr>
                <a:spLocks/>
              </p:cNvSpPr>
              <p:nvPr/>
            </p:nvSpPr>
            <p:spPr bwMode="auto">
              <a:xfrm>
                <a:off x="1983584" y="2758680"/>
                <a:ext cx="573882" cy="621506"/>
              </a:xfrm>
              <a:custGeom>
                <a:avLst/>
                <a:gdLst/>
                <a:ahLst/>
                <a:cxnLst>
                  <a:cxn ang="0">
                    <a:pos x="576" y="0"/>
                  </a:cxn>
                  <a:cxn ang="0">
                    <a:pos x="384" y="336"/>
                  </a:cxn>
                  <a:cxn ang="0">
                    <a:pos x="0" y="528"/>
                  </a:cxn>
                </a:cxnLst>
                <a:rect l="0" t="0" r="r" b="b"/>
                <a:pathLst>
                  <a:path w="576" h="528">
                    <a:moveTo>
                      <a:pt x="576" y="0"/>
                    </a:moveTo>
                    <a:cubicBezTo>
                      <a:pt x="544" y="56"/>
                      <a:pt x="480" y="248"/>
                      <a:pt x="384" y="336"/>
                    </a:cubicBezTo>
                    <a:cubicBezTo>
                      <a:pt x="288" y="424"/>
                      <a:pt x="80" y="488"/>
                      <a:pt x="0" y="528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wrap="none"/>
              <a:lstStyle/>
              <a:p>
                <a:endParaRPr lang="zh-CN" altLang="en-US" sz="2100">
                  <a:solidFill>
                    <a:srgbClr val="000000"/>
                  </a:solidFill>
                  <a:ea typeface="宋体" charset="-122"/>
                </a:endParaRPr>
              </a:p>
            </p:txBody>
          </p:sp>
        </p:grpSp>
      </p:grpSp>
      <p:grpSp>
        <p:nvGrpSpPr>
          <p:cNvPr id="15" name="组合 14"/>
          <p:cNvGrpSpPr/>
          <p:nvPr/>
        </p:nvGrpSpPr>
        <p:grpSpPr>
          <a:xfrm>
            <a:off x="3548056" y="2005960"/>
            <a:ext cx="1215628" cy="1178520"/>
            <a:chOff x="3589735" y="1984773"/>
            <a:chExt cx="1215628" cy="1178520"/>
          </a:xfrm>
        </p:grpSpPr>
        <p:sp>
          <p:nvSpPr>
            <p:cNvPr id="52" name="Freeform 23"/>
            <p:cNvSpPr>
              <a:spLocks/>
            </p:cNvSpPr>
            <p:nvPr/>
          </p:nvSpPr>
          <p:spPr bwMode="auto">
            <a:xfrm>
              <a:off x="3589735" y="1984773"/>
              <a:ext cx="1215628" cy="1177528"/>
            </a:xfrm>
            <a:custGeom>
              <a:avLst/>
              <a:gdLst/>
              <a:ahLst/>
              <a:cxnLst>
                <a:cxn ang="0">
                  <a:pos x="0" y="1536"/>
                </a:cxn>
                <a:cxn ang="0">
                  <a:pos x="240" y="1392"/>
                </a:cxn>
                <a:cxn ang="0">
                  <a:pos x="432" y="1152"/>
                </a:cxn>
                <a:cxn ang="0">
                  <a:pos x="558" y="756"/>
                </a:cxn>
                <a:cxn ang="0">
                  <a:pos x="702" y="408"/>
                </a:cxn>
                <a:cxn ang="0">
                  <a:pos x="882" y="204"/>
                </a:cxn>
                <a:cxn ang="0">
                  <a:pos x="1062" y="108"/>
                </a:cxn>
                <a:cxn ang="0">
                  <a:pos x="1296" y="48"/>
                </a:cxn>
                <a:cxn ang="0">
                  <a:pos x="1728" y="0"/>
                </a:cxn>
              </a:cxnLst>
              <a:rect l="0" t="0" r="r" b="b"/>
              <a:pathLst>
                <a:path w="1728" h="1536">
                  <a:moveTo>
                    <a:pt x="0" y="1536"/>
                  </a:moveTo>
                  <a:cubicBezTo>
                    <a:pt x="84" y="1496"/>
                    <a:pt x="168" y="1456"/>
                    <a:pt x="240" y="1392"/>
                  </a:cubicBezTo>
                  <a:cubicBezTo>
                    <a:pt x="312" y="1328"/>
                    <a:pt x="379" y="1258"/>
                    <a:pt x="432" y="1152"/>
                  </a:cubicBezTo>
                  <a:cubicBezTo>
                    <a:pt x="485" y="1046"/>
                    <a:pt x="513" y="880"/>
                    <a:pt x="558" y="756"/>
                  </a:cubicBezTo>
                  <a:cubicBezTo>
                    <a:pt x="603" y="632"/>
                    <a:pt x="648" y="500"/>
                    <a:pt x="702" y="408"/>
                  </a:cubicBezTo>
                  <a:cubicBezTo>
                    <a:pt x="756" y="316"/>
                    <a:pt x="822" y="254"/>
                    <a:pt x="882" y="204"/>
                  </a:cubicBezTo>
                  <a:cubicBezTo>
                    <a:pt x="942" y="154"/>
                    <a:pt x="993" y="134"/>
                    <a:pt x="1062" y="108"/>
                  </a:cubicBezTo>
                  <a:cubicBezTo>
                    <a:pt x="1131" y="82"/>
                    <a:pt x="1185" y="66"/>
                    <a:pt x="1296" y="48"/>
                  </a:cubicBezTo>
                  <a:cubicBezTo>
                    <a:pt x="1407" y="30"/>
                    <a:pt x="1656" y="8"/>
                    <a:pt x="1728" y="0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55" name="Freeform 23"/>
            <p:cNvSpPr>
              <a:spLocks/>
            </p:cNvSpPr>
            <p:nvPr/>
          </p:nvSpPr>
          <p:spPr bwMode="auto">
            <a:xfrm rot="10800000">
              <a:off x="3589735" y="1985765"/>
              <a:ext cx="1215628" cy="1177528"/>
            </a:xfrm>
            <a:custGeom>
              <a:avLst/>
              <a:gdLst/>
              <a:ahLst/>
              <a:cxnLst>
                <a:cxn ang="0">
                  <a:pos x="0" y="1536"/>
                </a:cxn>
                <a:cxn ang="0">
                  <a:pos x="240" y="1392"/>
                </a:cxn>
                <a:cxn ang="0">
                  <a:pos x="432" y="1152"/>
                </a:cxn>
                <a:cxn ang="0">
                  <a:pos x="558" y="756"/>
                </a:cxn>
                <a:cxn ang="0">
                  <a:pos x="702" y="408"/>
                </a:cxn>
                <a:cxn ang="0">
                  <a:pos x="882" y="204"/>
                </a:cxn>
                <a:cxn ang="0">
                  <a:pos x="1062" y="108"/>
                </a:cxn>
                <a:cxn ang="0">
                  <a:pos x="1296" y="48"/>
                </a:cxn>
                <a:cxn ang="0">
                  <a:pos x="1728" y="0"/>
                </a:cxn>
              </a:cxnLst>
              <a:rect l="0" t="0" r="r" b="b"/>
              <a:pathLst>
                <a:path w="1728" h="1536">
                  <a:moveTo>
                    <a:pt x="0" y="1536"/>
                  </a:moveTo>
                  <a:cubicBezTo>
                    <a:pt x="84" y="1496"/>
                    <a:pt x="168" y="1456"/>
                    <a:pt x="240" y="1392"/>
                  </a:cubicBezTo>
                  <a:cubicBezTo>
                    <a:pt x="312" y="1328"/>
                    <a:pt x="379" y="1258"/>
                    <a:pt x="432" y="1152"/>
                  </a:cubicBezTo>
                  <a:cubicBezTo>
                    <a:pt x="485" y="1046"/>
                    <a:pt x="513" y="880"/>
                    <a:pt x="558" y="756"/>
                  </a:cubicBezTo>
                  <a:cubicBezTo>
                    <a:pt x="603" y="632"/>
                    <a:pt x="648" y="500"/>
                    <a:pt x="702" y="408"/>
                  </a:cubicBezTo>
                  <a:cubicBezTo>
                    <a:pt x="756" y="316"/>
                    <a:pt x="822" y="254"/>
                    <a:pt x="882" y="204"/>
                  </a:cubicBezTo>
                  <a:cubicBezTo>
                    <a:pt x="942" y="154"/>
                    <a:pt x="993" y="134"/>
                    <a:pt x="1062" y="108"/>
                  </a:cubicBezTo>
                  <a:cubicBezTo>
                    <a:pt x="1131" y="82"/>
                    <a:pt x="1185" y="66"/>
                    <a:pt x="1296" y="48"/>
                  </a:cubicBezTo>
                  <a:cubicBezTo>
                    <a:pt x="1407" y="30"/>
                    <a:pt x="1656" y="8"/>
                    <a:pt x="1728" y="0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none" w="sm" len="lg"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</p:grp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AB08EA-9F30-4B07-B802-84C0492F5036}" type="slidenum">
              <a:rPr lang="zh-CN" altLang="en-US">
                <a:solidFill>
                  <a:srgbClr val="578963"/>
                </a:solidFill>
              </a:rPr>
              <a:pPr/>
              <a:t>31</a:t>
            </a:fld>
            <a:endParaRPr lang="en-US" altLang="zh-CN" dirty="0">
              <a:solidFill>
                <a:srgbClr val="578963"/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96438" y="275502"/>
            <a:ext cx="8625937" cy="1255728"/>
            <a:chOff x="453630" y="246745"/>
            <a:chExt cx="8625937" cy="1255728"/>
          </a:xfrm>
        </p:grpSpPr>
        <p:sp>
          <p:nvSpPr>
            <p:cNvPr id="112642" name="Text Box 2"/>
            <p:cNvSpPr txBox="1">
              <a:spLocks noChangeArrowheads="1"/>
            </p:cNvSpPr>
            <p:nvPr/>
          </p:nvSpPr>
          <p:spPr bwMode="auto">
            <a:xfrm>
              <a:off x="453630" y="256998"/>
              <a:ext cx="1891762" cy="4430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  <a:spcBef>
                  <a:spcPct val="50000"/>
                </a:spcBef>
              </a:pPr>
              <a:r>
                <a:rPr kumimoji="1" lang="en-US" altLang="zh-CN" sz="2100" dirty="0">
                  <a:solidFill>
                    <a:srgbClr val="C00000"/>
                  </a:solidFill>
                  <a:ea typeface="宋体" charset="-122"/>
                </a:rPr>
                <a:t>4. </a:t>
              </a:r>
              <a:r>
                <a:rPr kumimoji="1" lang="zh-CN" altLang="en-US" sz="2100" dirty="0">
                  <a:solidFill>
                    <a:srgbClr val="C00000"/>
                  </a:solidFill>
                  <a:ea typeface="宋体" charset="-122"/>
                </a:rPr>
                <a:t>磁屏蔽</a:t>
              </a:r>
            </a:p>
          </p:txBody>
        </p:sp>
        <p:sp>
          <p:nvSpPr>
            <p:cNvPr id="112676" name="Text Box 36"/>
            <p:cNvSpPr txBox="1">
              <a:spLocks noChangeArrowheads="1"/>
            </p:cNvSpPr>
            <p:nvPr/>
          </p:nvSpPr>
          <p:spPr bwMode="auto">
            <a:xfrm>
              <a:off x="655897" y="246745"/>
              <a:ext cx="8423670" cy="12557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>
                <a:lnSpc>
                  <a:spcPct val="120000"/>
                </a:lnSpc>
              </a:pPr>
              <a:r>
                <a:rPr kumimoji="1" lang="zh-CN" altLang="en-US" sz="2100" dirty="0">
                  <a:solidFill>
                    <a:srgbClr val="C00000"/>
                  </a:solidFill>
                  <a:ea typeface="宋体" charset="-122"/>
                </a:rPr>
                <a:t>        </a:t>
              </a:r>
              <a:r>
                <a:rPr kumimoji="1" lang="zh-CN" altLang="en-US" sz="2100" dirty="0" smtClean="0">
                  <a:solidFill>
                    <a:srgbClr val="C00000"/>
                  </a:solidFill>
                  <a:ea typeface="宋体" charset="-122"/>
                </a:rPr>
                <a:t>      </a:t>
              </a:r>
              <a:r>
                <a:rPr kumimoji="1" lang="zh-CN" altLang="en-US" sz="2100" dirty="0" smtClean="0">
                  <a:solidFill>
                    <a:srgbClr val="000000"/>
                  </a:solidFill>
                  <a:ea typeface="宋体" charset="-122"/>
                </a:rPr>
                <a:t>  用</a:t>
              </a:r>
              <a:r>
                <a:rPr kumimoji="1" lang="zh-CN" altLang="en-US" sz="2100" dirty="0">
                  <a:solidFill>
                    <a:srgbClr val="000000"/>
                  </a:solidFill>
                  <a:ea typeface="宋体" charset="-122"/>
                </a:rPr>
                <a:t>铁磁材料 做成的闭合空腔，由于空腔的磁导率比外界大得多，绝大部分磁感线从空腔壁内通过，而不会有外磁场进入腔内。这样就达到了磁屏蔽的目的。</a:t>
              </a:r>
            </a:p>
          </p:txBody>
        </p:sp>
      </p:grpSp>
      <p:grpSp>
        <p:nvGrpSpPr>
          <p:cNvPr id="2" name="Group 40"/>
          <p:cNvGrpSpPr>
            <a:grpSpLocks/>
          </p:cNvGrpSpPr>
          <p:nvPr/>
        </p:nvGrpSpPr>
        <p:grpSpPr bwMode="auto">
          <a:xfrm>
            <a:off x="3155696" y="1876672"/>
            <a:ext cx="3659873" cy="2793063"/>
            <a:chOff x="2878" y="808"/>
            <a:chExt cx="2584" cy="1972"/>
          </a:xfrm>
        </p:grpSpPr>
        <p:sp>
          <p:nvSpPr>
            <p:cNvPr id="112647" name="AutoShape 7"/>
            <p:cNvSpPr>
              <a:spLocks noChangeArrowheads="1"/>
            </p:cNvSpPr>
            <p:nvPr/>
          </p:nvSpPr>
          <p:spPr bwMode="auto">
            <a:xfrm>
              <a:off x="3661" y="1142"/>
              <a:ext cx="900" cy="928"/>
            </a:xfrm>
            <a:custGeom>
              <a:avLst/>
              <a:gdLst>
                <a:gd name="G0" fmla="+- 4285 0 0"/>
                <a:gd name="G1" fmla="+- 21600 0 4285"/>
                <a:gd name="G2" fmla="+- 21600 0 4285"/>
                <a:gd name="G3" fmla="*/ G0 2929 10000"/>
                <a:gd name="G4" fmla="+- 21600 0 G3"/>
                <a:gd name="G5" fmla="+- 21600 0 G3"/>
                <a:gd name="T0" fmla="*/ 10800 w 21600"/>
                <a:gd name="T1" fmla="*/ 0 h 21600"/>
                <a:gd name="T2" fmla="*/ 3163 w 21600"/>
                <a:gd name="T3" fmla="*/ 3163 h 21600"/>
                <a:gd name="T4" fmla="*/ 0 w 21600"/>
                <a:gd name="T5" fmla="*/ 10800 h 21600"/>
                <a:gd name="T6" fmla="*/ 3163 w 21600"/>
                <a:gd name="T7" fmla="*/ 18437 h 21600"/>
                <a:gd name="T8" fmla="*/ 10800 w 21600"/>
                <a:gd name="T9" fmla="*/ 21600 h 21600"/>
                <a:gd name="T10" fmla="*/ 18437 w 21600"/>
                <a:gd name="T11" fmla="*/ 18437 h 21600"/>
                <a:gd name="T12" fmla="*/ 21600 w 21600"/>
                <a:gd name="T13" fmla="*/ 10800 h 21600"/>
                <a:gd name="T14" fmla="*/ 18437 w 21600"/>
                <a:gd name="T15" fmla="*/ 3163 h 21600"/>
                <a:gd name="T16" fmla="*/ 3163 w 21600"/>
                <a:gd name="T17" fmla="*/ 3163 h 21600"/>
                <a:gd name="T18" fmla="*/ 18437 w 21600"/>
                <a:gd name="T19" fmla="*/ 18437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4285" y="10800"/>
                  </a:moveTo>
                  <a:cubicBezTo>
                    <a:pt x="4285" y="14398"/>
                    <a:pt x="7202" y="17315"/>
                    <a:pt x="10800" y="17315"/>
                  </a:cubicBezTo>
                  <a:cubicBezTo>
                    <a:pt x="14398" y="17315"/>
                    <a:pt x="17315" y="14398"/>
                    <a:pt x="17315" y="10800"/>
                  </a:cubicBezTo>
                  <a:cubicBezTo>
                    <a:pt x="17315" y="7202"/>
                    <a:pt x="14398" y="4285"/>
                    <a:pt x="10800" y="4285"/>
                  </a:cubicBezTo>
                  <a:cubicBezTo>
                    <a:pt x="7202" y="4285"/>
                    <a:pt x="4285" y="7202"/>
                    <a:pt x="4285" y="10800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 w="19050">
              <a:solidFill>
                <a:srgbClr val="FF0066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49" name="Freeform 9"/>
            <p:cNvSpPr>
              <a:spLocks/>
            </p:cNvSpPr>
            <p:nvPr/>
          </p:nvSpPr>
          <p:spPr bwMode="auto">
            <a:xfrm>
              <a:off x="2878" y="808"/>
              <a:ext cx="2584" cy="7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18" y="66"/>
                </a:cxn>
                <a:cxn ang="0">
                  <a:pos x="1512" y="90"/>
                </a:cxn>
                <a:cxn ang="0">
                  <a:pos x="2082" y="72"/>
                </a:cxn>
                <a:cxn ang="0">
                  <a:pos x="3168" y="1"/>
                </a:cxn>
              </a:cxnLst>
              <a:rect l="0" t="0" r="r" b="b"/>
              <a:pathLst>
                <a:path w="3168" h="90">
                  <a:moveTo>
                    <a:pt x="0" y="0"/>
                  </a:moveTo>
                  <a:lnTo>
                    <a:pt x="918" y="66"/>
                  </a:lnTo>
                  <a:lnTo>
                    <a:pt x="1512" y="90"/>
                  </a:lnTo>
                  <a:lnTo>
                    <a:pt x="2082" y="72"/>
                  </a:lnTo>
                  <a:lnTo>
                    <a:pt x="3168" y="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50" name="Freeform 10"/>
            <p:cNvSpPr>
              <a:spLocks/>
            </p:cNvSpPr>
            <p:nvPr/>
          </p:nvSpPr>
          <p:spPr bwMode="auto">
            <a:xfrm>
              <a:off x="2878" y="883"/>
              <a:ext cx="2584" cy="93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96" y="96"/>
                </a:cxn>
                <a:cxn ang="0">
                  <a:pos x="1500" y="120"/>
                </a:cxn>
                <a:cxn ang="0">
                  <a:pos x="2334" y="72"/>
                </a:cxn>
                <a:cxn ang="0">
                  <a:pos x="3168" y="1"/>
                </a:cxn>
              </a:cxnLst>
              <a:rect l="0" t="0" r="r" b="b"/>
              <a:pathLst>
                <a:path w="3168" h="120">
                  <a:moveTo>
                    <a:pt x="0" y="0"/>
                  </a:moveTo>
                  <a:lnTo>
                    <a:pt x="996" y="96"/>
                  </a:lnTo>
                  <a:lnTo>
                    <a:pt x="1500" y="120"/>
                  </a:lnTo>
                  <a:lnTo>
                    <a:pt x="2334" y="72"/>
                  </a:lnTo>
                  <a:lnTo>
                    <a:pt x="3168" y="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51" name="Freeform 11"/>
            <p:cNvSpPr>
              <a:spLocks/>
            </p:cNvSpPr>
            <p:nvPr/>
          </p:nvSpPr>
          <p:spPr bwMode="auto">
            <a:xfrm>
              <a:off x="2878" y="957"/>
              <a:ext cx="2584" cy="12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948" y="126"/>
                </a:cxn>
                <a:cxn ang="0">
                  <a:pos x="1512" y="156"/>
                </a:cxn>
                <a:cxn ang="0">
                  <a:pos x="2040" y="120"/>
                </a:cxn>
                <a:cxn ang="0">
                  <a:pos x="2436" y="90"/>
                </a:cxn>
                <a:cxn ang="0">
                  <a:pos x="3168" y="1"/>
                </a:cxn>
              </a:cxnLst>
              <a:rect l="0" t="0" r="r" b="b"/>
              <a:pathLst>
                <a:path w="3168" h="156">
                  <a:moveTo>
                    <a:pt x="0" y="0"/>
                  </a:moveTo>
                  <a:lnTo>
                    <a:pt x="948" y="126"/>
                  </a:lnTo>
                  <a:lnTo>
                    <a:pt x="1512" y="156"/>
                  </a:lnTo>
                  <a:lnTo>
                    <a:pt x="2040" y="120"/>
                  </a:lnTo>
                  <a:lnTo>
                    <a:pt x="2436" y="90"/>
                  </a:lnTo>
                  <a:lnTo>
                    <a:pt x="3168" y="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52" name="Freeform 12"/>
            <p:cNvSpPr>
              <a:spLocks/>
            </p:cNvSpPr>
            <p:nvPr/>
          </p:nvSpPr>
          <p:spPr bwMode="auto">
            <a:xfrm>
              <a:off x="2878" y="1031"/>
              <a:ext cx="2584" cy="13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2" y="174"/>
                </a:cxn>
                <a:cxn ang="0">
                  <a:pos x="1548" y="168"/>
                </a:cxn>
                <a:cxn ang="0">
                  <a:pos x="1800" y="168"/>
                </a:cxn>
                <a:cxn ang="0">
                  <a:pos x="3168" y="1"/>
                </a:cxn>
              </a:cxnLst>
              <a:rect l="0" t="0" r="r" b="b"/>
              <a:pathLst>
                <a:path w="3168" h="174">
                  <a:moveTo>
                    <a:pt x="0" y="0"/>
                  </a:moveTo>
                  <a:lnTo>
                    <a:pt x="1242" y="174"/>
                  </a:lnTo>
                  <a:lnTo>
                    <a:pt x="1548" y="168"/>
                  </a:lnTo>
                  <a:lnTo>
                    <a:pt x="1800" y="168"/>
                  </a:lnTo>
                  <a:lnTo>
                    <a:pt x="3168" y="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53" name="Freeform 13"/>
            <p:cNvSpPr>
              <a:spLocks/>
            </p:cNvSpPr>
            <p:nvPr/>
          </p:nvSpPr>
          <p:spPr bwMode="auto">
            <a:xfrm>
              <a:off x="2878" y="1105"/>
              <a:ext cx="2584" cy="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34" y="126"/>
                </a:cxn>
                <a:cxn ang="0">
                  <a:pos x="1512" y="102"/>
                </a:cxn>
                <a:cxn ang="0">
                  <a:pos x="1830" y="120"/>
                </a:cxn>
                <a:cxn ang="0">
                  <a:pos x="3168" y="1"/>
                </a:cxn>
              </a:cxnLst>
              <a:rect l="0" t="0" r="r" b="b"/>
              <a:pathLst>
                <a:path w="3168" h="126">
                  <a:moveTo>
                    <a:pt x="0" y="0"/>
                  </a:moveTo>
                  <a:lnTo>
                    <a:pt x="1134" y="126"/>
                  </a:lnTo>
                  <a:lnTo>
                    <a:pt x="1512" y="102"/>
                  </a:lnTo>
                  <a:lnTo>
                    <a:pt x="1830" y="120"/>
                  </a:lnTo>
                  <a:lnTo>
                    <a:pt x="3168" y="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54" name="Freeform 14"/>
            <p:cNvSpPr>
              <a:spLocks/>
            </p:cNvSpPr>
            <p:nvPr/>
          </p:nvSpPr>
          <p:spPr bwMode="auto">
            <a:xfrm>
              <a:off x="2878" y="1180"/>
              <a:ext cx="2584" cy="6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8" y="84"/>
                </a:cxn>
                <a:cxn ang="0">
                  <a:pos x="1488" y="36"/>
                </a:cxn>
                <a:cxn ang="0">
                  <a:pos x="1878" y="78"/>
                </a:cxn>
                <a:cxn ang="0">
                  <a:pos x="3168" y="1"/>
                </a:cxn>
              </a:cxnLst>
              <a:rect l="0" t="0" r="r" b="b"/>
              <a:pathLst>
                <a:path w="3168" h="84">
                  <a:moveTo>
                    <a:pt x="0" y="0"/>
                  </a:moveTo>
                  <a:lnTo>
                    <a:pt x="1158" y="84"/>
                  </a:lnTo>
                  <a:lnTo>
                    <a:pt x="1488" y="36"/>
                  </a:lnTo>
                  <a:lnTo>
                    <a:pt x="1878" y="78"/>
                  </a:lnTo>
                  <a:lnTo>
                    <a:pt x="3168" y="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55" name="Freeform 15"/>
            <p:cNvSpPr>
              <a:spLocks/>
            </p:cNvSpPr>
            <p:nvPr/>
          </p:nvSpPr>
          <p:spPr bwMode="auto">
            <a:xfrm>
              <a:off x="2878" y="1221"/>
              <a:ext cx="2584" cy="88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1092" y="108"/>
                </a:cxn>
                <a:cxn ang="0">
                  <a:pos x="1284" y="36"/>
                </a:cxn>
                <a:cxn ang="0">
                  <a:pos x="1494" y="0"/>
                </a:cxn>
                <a:cxn ang="0">
                  <a:pos x="1614" y="12"/>
                </a:cxn>
                <a:cxn ang="0">
                  <a:pos x="1716" y="36"/>
                </a:cxn>
                <a:cxn ang="0">
                  <a:pos x="1926" y="114"/>
                </a:cxn>
                <a:cxn ang="0">
                  <a:pos x="3168" y="43"/>
                </a:cxn>
              </a:cxnLst>
              <a:rect l="0" t="0" r="r" b="b"/>
              <a:pathLst>
                <a:path w="3168" h="114">
                  <a:moveTo>
                    <a:pt x="0" y="42"/>
                  </a:moveTo>
                  <a:lnTo>
                    <a:pt x="1092" y="108"/>
                  </a:lnTo>
                  <a:lnTo>
                    <a:pt x="1284" y="36"/>
                  </a:lnTo>
                  <a:lnTo>
                    <a:pt x="1494" y="0"/>
                  </a:lnTo>
                  <a:lnTo>
                    <a:pt x="1614" y="12"/>
                  </a:lnTo>
                  <a:lnTo>
                    <a:pt x="1716" y="36"/>
                  </a:lnTo>
                  <a:lnTo>
                    <a:pt x="1926" y="114"/>
                  </a:lnTo>
                  <a:lnTo>
                    <a:pt x="3168" y="43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56" name="Freeform 16"/>
            <p:cNvSpPr>
              <a:spLocks/>
            </p:cNvSpPr>
            <p:nvPr/>
          </p:nvSpPr>
          <p:spPr bwMode="auto">
            <a:xfrm>
              <a:off x="2878" y="1242"/>
              <a:ext cx="2584" cy="95"/>
            </a:xfrm>
            <a:custGeom>
              <a:avLst/>
              <a:gdLst/>
              <a:ahLst/>
              <a:cxnLst>
                <a:cxn ang="0">
                  <a:pos x="0" y="120"/>
                </a:cxn>
                <a:cxn ang="0">
                  <a:pos x="1038" y="124"/>
                </a:cxn>
                <a:cxn ang="0">
                  <a:pos x="1284" y="40"/>
                </a:cxn>
                <a:cxn ang="0">
                  <a:pos x="1456" y="0"/>
                </a:cxn>
                <a:cxn ang="0">
                  <a:pos x="1602" y="4"/>
                </a:cxn>
                <a:cxn ang="0">
                  <a:pos x="1710" y="40"/>
                </a:cxn>
                <a:cxn ang="0">
                  <a:pos x="1950" y="124"/>
                </a:cxn>
                <a:cxn ang="0">
                  <a:pos x="3168" y="121"/>
                </a:cxn>
              </a:cxnLst>
              <a:rect l="0" t="0" r="r" b="b"/>
              <a:pathLst>
                <a:path w="3168" h="124">
                  <a:moveTo>
                    <a:pt x="0" y="120"/>
                  </a:moveTo>
                  <a:lnTo>
                    <a:pt x="1038" y="124"/>
                  </a:lnTo>
                  <a:lnTo>
                    <a:pt x="1284" y="40"/>
                  </a:lnTo>
                  <a:lnTo>
                    <a:pt x="1456" y="0"/>
                  </a:lnTo>
                  <a:lnTo>
                    <a:pt x="1602" y="4"/>
                  </a:lnTo>
                  <a:lnTo>
                    <a:pt x="1710" y="40"/>
                  </a:lnTo>
                  <a:lnTo>
                    <a:pt x="1950" y="124"/>
                  </a:lnTo>
                  <a:lnTo>
                    <a:pt x="3168" y="12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57" name="Freeform 17"/>
            <p:cNvSpPr>
              <a:spLocks/>
            </p:cNvSpPr>
            <p:nvPr/>
          </p:nvSpPr>
          <p:spPr bwMode="auto">
            <a:xfrm>
              <a:off x="2878" y="1254"/>
              <a:ext cx="2584" cy="149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954" y="168"/>
                </a:cxn>
                <a:cxn ang="0">
                  <a:pos x="1074" y="162"/>
                </a:cxn>
                <a:cxn ang="0">
                  <a:pos x="1128" y="144"/>
                </a:cxn>
                <a:cxn ang="0">
                  <a:pos x="1248" y="84"/>
                </a:cxn>
                <a:cxn ang="0">
                  <a:pos x="1374" y="24"/>
                </a:cxn>
                <a:cxn ang="0">
                  <a:pos x="1494" y="0"/>
                </a:cxn>
                <a:cxn ang="0">
                  <a:pos x="1608" y="12"/>
                </a:cxn>
                <a:cxn ang="0">
                  <a:pos x="1746" y="78"/>
                </a:cxn>
                <a:cxn ang="0">
                  <a:pos x="1914" y="150"/>
                </a:cxn>
                <a:cxn ang="0">
                  <a:pos x="2004" y="174"/>
                </a:cxn>
                <a:cxn ang="0">
                  <a:pos x="3168" y="193"/>
                </a:cxn>
              </a:cxnLst>
              <a:rect l="0" t="0" r="r" b="b"/>
              <a:pathLst>
                <a:path w="3168" h="193">
                  <a:moveTo>
                    <a:pt x="0" y="192"/>
                  </a:moveTo>
                  <a:lnTo>
                    <a:pt x="954" y="168"/>
                  </a:lnTo>
                  <a:lnTo>
                    <a:pt x="1074" y="162"/>
                  </a:lnTo>
                  <a:lnTo>
                    <a:pt x="1128" y="144"/>
                  </a:lnTo>
                  <a:lnTo>
                    <a:pt x="1248" y="84"/>
                  </a:lnTo>
                  <a:lnTo>
                    <a:pt x="1374" y="24"/>
                  </a:lnTo>
                  <a:lnTo>
                    <a:pt x="1494" y="0"/>
                  </a:lnTo>
                  <a:lnTo>
                    <a:pt x="1608" y="12"/>
                  </a:lnTo>
                  <a:lnTo>
                    <a:pt x="1746" y="78"/>
                  </a:lnTo>
                  <a:lnTo>
                    <a:pt x="1914" y="150"/>
                  </a:lnTo>
                  <a:lnTo>
                    <a:pt x="2004" y="174"/>
                  </a:lnTo>
                  <a:lnTo>
                    <a:pt x="3168" y="193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58" name="Freeform 18"/>
            <p:cNvSpPr>
              <a:spLocks/>
            </p:cNvSpPr>
            <p:nvPr/>
          </p:nvSpPr>
          <p:spPr bwMode="auto">
            <a:xfrm>
              <a:off x="2878" y="1277"/>
              <a:ext cx="2584" cy="200"/>
            </a:xfrm>
            <a:custGeom>
              <a:avLst/>
              <a:gdLst/>
              <a:ahLst/>
              <a:cxnLst>
                <a:cxn ang="0">
                  <a:pos x="0" y="258"/>
                </a:cxn>
                <a:cxn ang="0">
                  <a:pos x="948" y="228"/>
                </a:cxn>
                <a:cxn ang="0">
                  <a:pos x="1080" y="192"/>
                </a:cxn>
                <a:cxn ang="0">
                  <a:pos x="1218" y="120"/>
                </a:cxn>
                <a:cxn ang="0">
                  <a:pos x="1356" y="36"/>
                </a:cxn>
                <a:cxn ang="0">
                  <a:pos x="1500" y="0"/>
                </a:cxn>
                <a:cxn ang="0">
                  <a:pos x="1626" y="24"/>
                </a:cxn>
                <a:cxn ang="0">
                  <a:pos x="1734" y="78"/>
                </a:cxn>
                <a:cxn ang="0">
                  <a:pos x="1998" y="216"/>
                </a:cxn>
                <a:cxn ang="0">
                  <a:pos x="3168" y="259"/>
                </a:cxn>
              </a:cxnLst>
              <a:rect l="0" t="0" r="r" b="b"/>
              <a:pathLst>
                <a:path w="3168" h="259">
                  <a:moveTo>
                    <a:pt x="0" y="258"/>
                  </a:moveTo>
                  <a:lnTo>
                    <a:pt x="948" y="228"/>
                  </a:lnTo>
                  <a:lnTo>
                    <a:pt x="1080" y="192"/>
                  </a:lnTo>
                  <a:lnTo>
                    <a:pt x="1218" y="120"/>
                  </a:lnTo>
                  <a:lnTo>
                    <a:pt x="1356" y="36"/>
                  </a:lnTo>
                  <a:lnTo>
                    <a:pt x="1500" y="0"/>
                  </a:lnTo>
                  <a:lnTo>
                    <a:pt x="1626" y="24"/>
                  </a:lnTo>
                  <a:lnTo>
                    <a:pt x="1734" y="78"/>
                  </a:lnTo>
                  <a:lnTo>
                    <a:pt x="1998" y="216"/>
                  </a:lnTo>
                  <a:lnTo>
                    <a:pt x="3168" y="259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59" name="Freeform 19"/>
            <p:cNvSpPr>
              <a:spLocks/>
            </p:cNvSpPr>
            <p:nvPr/>
          </p:nvSpPr>
          <p:spPr bwMode="auto">
            <a:xfrm>
              <a:off x="2888" y="1304"/>
              <a:ext cx="2574" cy="265"/>
            </a:xfrm>
            <a:custGeom>
              <a:avLst/>
              <a:gdLst/>
              <a:ahLst/>
              <a:cxnLst>
                <a:cxn ang="0">
                  <a:pos x="0" y="338"/>
                </a:cxn>
                <a:cxn ang="0">
                  <a:pos x="948" y="332"/>
                </a:cxn>
                <a:cxn ang="0">
                  <a:pos x="1056" y="278"/>
                </a:cxn>
                <a:cxn ang="0">
                  <a:pos x="1152" y="182"/>
                </a:cxn>
                <a:cxn ang="0">
                  <a:pos x="1206" y="134"/>
                </a:cxn>
                <a:cxn ang="0">
                  <a:pos x="1290" y="74"/>
                </a:cxn>
                <a:cxn ang="0">
                  <a:pos x="1410" y="14"/>
                </a:cxn>
                <a:cxn ang="0">
                  <a:pos x="1492" y="0"/>
                </a:cxn>
                <a:cxn ang="0">
                  <a:pos x="1572" y="8"/>
                </a:cxn>
                <a:cxn ang="0">
                  <a:pos x="1632" y="32"/>
                </a:cxn>
                <a:cxn ang="0">
                  <a:pos x="1716" y="80"/>
                </a:cxn>
                <a:cxn ang="0">
                  <a:pos x="1752" y="104"/>
                </a:cxn>
                <a:cxn ang="0">
                  <a:pos x="1902" y="260"/>
                </a:cxn>
                <a:cxn ang="0">
                  <a:pos x="1968" y="296"/>
                </a:cxn>
                <a:cxn ang="0">
                  <a:pos x="2058" y="344"/>
                </a:cxn>
                <a:cxn ang="0">
                  <a:pos x="3060" y="332"/>
                </a:cxn>
                <a:cxn ang="0">
                  <a:pos x="3156" y="321"/>
                </a:cxn>
              </a:cxnLst>
              <a:rect l="0" t="0" r="r" b="b"/>
              <a:pathLst>
                <a:path w="3156" h="344">
                  <a:moveTo>
                    <a:pt x="0" y="338"/>
                  </a:moveTo>
                  <a:lnTo>
                    <a:pt x="948" y="332"/>
                  </a:lnTo>
                  <a:lnTo>
                    <a:pt x="1056" y="278"/>
                  </a:lnTo>
                  <a:lnTo>
                    <a:pt x="1152" y="182"/>
                  </a:lnTo>
                  <a:lnTo>
                    <a:pt x="1206" y="134"/>
                  </a:lnTo>
                  <a:lnTo>
                    <a:pt x="1290" y="74"/>
                  </a:lnTo>
                  <a:lnTo>
                    <a:pt x="1410" y="14"/>
                  </a:lnTo>
                  <a:lnTo>
                    <a:pt x="1492" y="0"/>
                  </a:lnTo>
                  <a:lnTo>
                    <a:pt x="1572" y="8"/>
                  </a:lnTo>
                  <a:lnTo>
                    <a:pt x="1632" y="32"/>
                  </a:lnTo>
                  <a:lnTo>
                    <a:pt x="1716" y="80"/>
                  </a:lnTo>
                  <a:lnTo>
                    <a:pt x="1752" y="104"/>
                  </a:lnTo>
                  <a:lnTo>
                    <a:pt x="1902" y="260"/>
                  </a:lnTo>
                  <a:lnTo>
                    <a:pt x="1968" y="296"/>
                  </a:lnTo>
                  <a:lnTo>
                    <a:pt x="2058" y="344"/>
                  </a:lnTo>
                  <a:lnTo>
                    <a:pt x="3060" y="332"/>
                  </a:lnTo>
                  <a:lnTo>
                    <a:pt x="3156" y="32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61" name="Freeform 21"/>
            <p:cNvSpPr>
              <a:spLocks/>
            </p:cNvSpPr>
            <p:nvPr/>
          </p:nvSpPr>
          <p:spPr bwMode="auto">
            <a:xfrm>
              <a:off x="2878" y="2329"/>
              <a:ext cx="2584" cy="75"/>
            </a:xfrm>
            <a:custGeom>
              <a:avLst/>
              <a:gdLst/>
              <a:ahLst/>
              <a:cxnLst>
                <a:cxn ang="0">
                  <a:pos x="0" y="96"/>
                </a:cxn>
                <a:cxn ang="0">
                  <a:pos x="810" y="36"/>
                </a:cxn>
                <a:cxn ang="0">
                  <a:pos x="1518" y="0"/>
                </a:cxn>
                <a:cxn ang="0">
                  <a:pos x="2184" y="24"/>
                </a:cxn>
                <a:cxn ang="0">
                  <a:pos x="3168" y="95"/>
                </a:cxn>
              </a:cxnLst>
              <a:rect l="0" t="0" r="r" b="b"/>
              <a:pathLst>
                <a:path w="3168" h="96">
                  <a:moveTo>
                    <a:pt x="0" y="96"/>
                  </a:moveTo>
                  <a:lnTo>
                    <a:pt x="810" y="36"/>
                  </a:lnTo>
                  <a:lnTo>
                    <a:pt x="1518" y="0"/>
                  </a:lnTo>
                  <a:lnTo>
                    <a:pt x="2184" y="24"/>
                  </a:lnTo>
                  <a:lnTo>
                    <a:pt x="3168" y="95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62" name="Freeform 22"/>
            <p:cNvSpPr>
              <a:spLocks/>
            </p:cNvSpPr>
            <p:nvPr/>
          </p:nvSpPr>
          <p:spPr bwMode="auto">
            <a:xfrm>
              <a:off x="2878" y="2236"/>
              <a:ext cx="2584" cy="93"/>
            </a:xfrm>
            <a:custGeom>
              <a:avLst/>
              <a:gdLst/>
              <a:ahLst/>
              <a:cxnLst>
                <a:cxn ang="0">
                  <a:pos x="0" y="120"/>
                </a:cxn>
                <a:cxn ang="0">
                  <a:pos x="858" y="42"/>
                </a:cxn>
                <a:cxn ang="0">
                  <a:pos x="1512" y="0"/>
                </a:cxn>
                <a:cxn ang="0">
                  <a:pos x="2148" y="30"/>
                </a:cxn>
                <a:cxn ang="0">
                  <a:pos x="3168" y="119"/>
                </a:cxn>
              </a:cxnLst>
              <a:rect l="0" t="0" r="r" b="b"/>
              <a:pathLst>
                <a:path w="3168" h="120">
                  <a:moveTo>
                    <a:pt x="0" y="120"/>
                  </a:moveTo>
                  <a:lnTo>
                    <a:pt x="858" y="42"/>
                  </a:lnTo>
                  <a:lnTo>
                    <a:pt x="1512" y="0"/>
                  </a:lnTo>
                  <a:lnTo>
                    <a:pt x="2148" y="30"/>
                  </a:lnTo>
                  <a:lnTo>
                    <a:pt x="3168" y="119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63" name="Freeform 23"/>
            <p:cNvSpPr>
              <a:spLocks/>
            </p:cNvSpPr>
            <p:nvPr/>
          </p:nvSpPr>
          <p:spPr bwMode="auto">
            <a:xfrm>
              <a:off x="2878" y="2144"/>
              <a:ext cx="2584" cy="111"/>
            </a:xfrm>
            <a:custGeom>
              <a:avLst/>
              <a:gdLst/>
              <a:ahLst/>
              <a:cxnLst>
                <a:cxn ang="0">
                  <a:pos x="0" y="144"/>
                </a:cxn>
                <a:cxn ang="0">
                  <a:pos x="882" y="42"/>
                </a:cxn>
                <a:cxn ang="0">
                  <a:pos x="1536" y="0"/>
                </a:cxn>
                <a:cxn ang="0">
                  <a:pos x="2052" y="24"/>
                </a:cxn>
                <a:cxn ang="0">
                  <a:pos x="3168" y="143"/>
                </a:cxn>
              </a:cxnLst>
              <a:rect l="0" t="0" r="r" b="b"/>
              <a:pathLst>
                <a:path w="3168" h="144">
                  <a:moveTo>
                    <a:pt x="0" y="144"/>
                  </a:moveTo>
                  <a:lnTo>
                    <a:pt x="882" y="42"/>
                  </a:lnTo>
                  <a:lnTo>
                    <a:pt x="1536" y="0"/>
                  </a:lnTo>
                  <a:lnTo>
                    <a:pt x="2052" y="24"/>
                  </a:lnTo>
                  <a:lnTo>
                    <a:pt x="3168" y="143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64" name="Freeform 24"/>
            <p:cNvSpPr>
              <a:spLocks/>
            </p:cNvSpPr>
            <p:nvPr/>
          </p:nvSpPr>
          <p:spPr bwMode="auto">
            <a:xfrm flipV="1">
              <a:off x="2878" y="2046"/>
              <a:ext cx="2584" cy="13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242" y="174"/>
                </a:cxn>
                <a:cxn ang="0">
                  <a:pos x="1548" y="168"/>
                </a:cxn>
                <a:cxn ang="0">
                  <a:pos x="1800" y="168"/>
                </a:cxn>
                <a:cxn ang="0">
                  <a:pos x="3168" y="1"/>
                </a:cxn>
              </a:cxnLst>
              <a:rect l="0" t="0" r="r" b="b"/>
              <a:pathLst>
                <a:path w="3168" h="174">
                  <a:moveTo>
                    <a:pt x="0" y="0"/>
                  </a:moveTo>
                  <a:lnTo>
                    <a:pt x="1242" y="174"/>
                  </a:lnTo>
                  <a:lnTo>
                    <a:pt x="1548" y="168"/>
                  </a:lnTo>
                  <a:lnTo>
                    <a:pt x="1800" y="168"/>
                  </a:lnTo>
                  <a:lnTo>
                    <a:pt x="3168" y="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65" name="Freeform 25"/>
            <p:cNvSpPr>
              <a:spLocks/>
            </p:cNvSpPr>
            <p:nvPr/>
          </p:nvSpPr>
          <p:spPr bwMode="auto">
            <a:xfrm flipV="1">
              <a:off x="2878" y="2010"/>
              <a:ext cx="2584" cy="97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34" y="126"/>
                </a:cxn>
                <a:cxn ang="0">
                  <a:pos x="1512" y="102"/>
                </a:cxn>
                <a:cxn ang="0">
                  <a:pos x="1830" y="120"/>
                </a:cxn>
                <a:cxn ang="0">
                  <a:pos x="3168" y="1"/>
                </a:cxn>
              </a:cxnLst>
              <a:rect l="0" t="0" r="r" b="b"/>
              <a:pathLst>
                <a:path w="3168" h="126">
                  <a:moveTo>
                    <a:pt x="0" y="0"/>
                  </a:moveTo>
                  <a:lnTo>
                    <a:pt x="1134" y="126"/>
                  </a:lnTo>
                  <a:lnTo>
                    <a:pt x="1512" y="102"/>
                  </a:lnTo>
                  <a:lnTo>
                    <a:pt x="1830" y="120"/>
                  </a:lnTo>
                  <a:lnTo>
                    <a:pt x="3168" y="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66" name="Freeform 26"/>
            <p:cNvSpPr>
              <a:spLocks/>
            </p:cNvSpPr>
            <p:nvPr/>
          </p:nvSpPr>
          <p:spPr bwMode="auto">
            <a:xfrm flipV="1">
              <a:off x="2878" y="1968"/>
              <a:ext cx="2584" cy="65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158" y="84"/>
                </a:cxn>
                <a:cxn ang="0">
                  <a:pos x="1488" y="36"/>
                </a:cxn>
                <a:cxn ang="0">
                  <a:pos x="1878" y="78"/>
                </a:cxn>
                <a:cxn ang="0">
                  <a:pos x="3168" y="1"/>
                </a:cxn>
              </a:cxnLst>
              <a:rect l="0" t="0" r="r" b="b"/>
              <a:pathLst>
                <a:path w="3168" h="84">
                  <a:moveTo>
                    <a:pt x="0" y="0"/>
                  </a:moveTo>
                  <a:lnTo>
                    <a:pt x="1158" y="84"/>
                  </a:lnTo>
                  <a:lnTo>
                    <a:pt x="1488" y="36"/>
                  </a:lnTo>
                  <a:lnTo>
                    <a:pt x="1878" y="78"/>
                  </a:lnTo>
                  <a:lnTo>
                    <a:pt x="3168" y="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67" name="Freeform 27"/>
            <p:cNvSpPr>
              <a:spLocks/>
            </p:cNvSpPr>
            <p:nvPr/>
          </p:nvSpPr>
          <p:spPr bwMode="auto">
            <a:xfrm flipV="1">
              <a:off x="2878" y="1903"/>
              <a:ext cx="2584" cy="88"/>
            </a:xfrm>
            <a:custGeom>
              <a:avLst/>
              <a:gdLst/>
              <a:ahLst/>
              <a:cxnLst>
                <a:cxn ang="0">
                  <a:pos x="0" y="42"/>
                </a:cxn>
                <a:cxn ang="0">
                  <a:pos x="1092" y="108"/>
                </a:cxn>
                <a:cxn ang="0">
                  <a:pos x="1284" y="36"/>
                </a:cxn>
                <a:cxn ang="0">
                  <a:pos x="1494" y="0"/>
                </a:cxn>
                <a:cxn ang="0">
                  <a:pos x="1614" y="12"/>
                </a:cxn>
                <a:cxn ang="0">
                  <a:pos x="1716" y="36"/>
                </a:cxn>
                <a:cxn ang="0">
                  <a:pos x="1926" y="114"/>
                </a:cxn>
                <a:cxn ang="0">
                  <a:pos x="3168" y="43"/>
                </a:cxn>
              </a:cxnLst>
              <a:rect l="0" t="0" r="r" b="b"/>
              <a:pathLst>
                <a:path w="3168" h="114">
                  <a:moveTo>
                    <a:pt x="0" y="42"/>
                  </a:moveTo>
                  <a:lnTo>
                    <a:pt x="1092" y="108"/>
                  </a:lnTo>
                  <a:lnTo>
                    <a:pt x="1284" y="36"/>
                  </a:lnTo>
                  <a:lnTo>
                    <a:pt x="1494" y="0"/>
                  </a:lnTo>
                  <a:lnTo>
                    <a:pt x="1614" y="12"/>
                  </a:lnTo>
                  <a:lnTo>
                    <a:pt x="1716" y="36"/>
                  </a:lnTo>
                  <a:lnTo>
                    <a:pt x="1926" y="114"/>
                  </a:lnTo>
                  <a:lnTo>
                    <a:pt x="3168" y="43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68" name="Freeform 28"/>
            <p:cNvSpPr>
              <a:spLocks/>
            </p:cNvSpPr>
            <p:nvPr/>
          </p:nvSpPr>
          <p:spPr bwMode="auto">
            <a:xfrm flipV="1">
              <a:off x="2878" y="1875"/>
              <a:ext cx="2584" cy="96"/>
            </a:xfrm>
            <a:custGeom>
              <a:avLst/>
              <a:gdLst/>
              <a:ahLst/>
              <a:cxnLst>
                <a:cxn ang="0">
                  <a:pos x="0" y="120"/>
                </a:cxn>
                <a:cxn ang="0">
                  <a:pos x="1038" y="124"/>
                </a:cxn>
                <a:cxn ang="0">
                  <a:pos x="1284" y="40"/>
                </a:cxn>
                <a:cxn ang="0">
                  <a:pos x="1456" y="0"/>
                </a:cxn>
                <a:cxn ang="0">
                  <a:pos x="1602" y="4"/>
                </a:cxn>
                <a:cxn ang="0">
                  <a:pos x="1710" y="40"/>
                </a:cxn>
                <a:cxn ang="0">
                  <a:pos x="1950" y="124"/>
                </a:cxn>
                <a:cxn ang="0">
                  <a:pos x="3168" y="121"/>
                </a:cxn>
              </a:cxnLst>
              <a:rect l="0" t="0" r="r" b="b"/>
              <a:pathLst>
                <a:path w="3168" h="124">
                  <a:moveTo>
                    <a:pt x="0" y="120"/>
                  </a:moveTo>
                  <a:lnTo>
                    <a:pt x="1038" y="124"/>
                  </a:lnTo>
                  <a:lnTo>
                    <a:pt x="1284" y="40"/>
                  </a:lnTo>
                  <a:lnTo>
                    <a:pt x="1456" y="0"/>
                  </a:lnTo>
                  <a:lnTo>
                    <a:pt x="1602" y="4"/>
                  </a:lnTo>
                  <a:lnTo>
                    <a:pt x="1710" y="40"/>
                  </a:lnTo>
                  <a:lnTo>
                    <a:pt x="1950" y="124"/>
                  </a:lnTo>
                  <a:lnTo>
                    <a:pt x="3168" y="121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69" name="Freeform 29"/>
            <p:cNvSpPr>
              <a:spLocks/>
            </p:cNvSpPr>
            <p:nvPr/>
          </p:nvSpPr>
          <p:spPr bwMode="auto">
            <a:xfrm flipV="1">
              <a:off x="2878" y="1809"/>
              <a:ext cx="2584" cy="149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954" y="168"/>
                </a:cxn>
                <a:cxn ang="0">
                  <a:pos x="1074" y="162"/>
                </a:cxn>
                <a:cxn ang="0">
                  <a:pos x="1128" y="144"/>
                </a:cxn>
                <a:cxn ang="0">
                  <a:pos x="1248" y="84"/>
                </a:cxn>
                <a:cxn ang="0">
                  <a:pos x="1374" y="24"/>
                </a:cxn>
                <a:cxn ang="0">
                  <a:pos x="1494" y="0"/>
                </a:cxn>
                <a:cxn ang="0">
                  <a:pos x="1608" y="12"/>
                </a:cxn>
                <a:cxn ang="0">
                  <a:pos x="1746" y="78"/>
                </a:cxn>
                <a:cxn ang="0">
                  <a:pos x="1914" y="150"/>
                </a:cxn>
                <a:cxn ang="0">
                  <a:pos x="2004" y="174"/>
                </a:cxn>
                <a:cxn ang="0">
                  <a:pos x="3168" y="193"/>
                </a:cxn>
              </a:cxnLst>
              <a:rect l="0" t="0" r="r" b="b"/>
              <a:pathLst>
                <a:path w="3168" h="193">
                  <a:moveTo>
                    <a:pt x="0" y="192"/>
                  </a:moveTo>
                  <a:lnTo>
                    <a:pt x="954" y="168"/>
                  </a:lnTo>
                  <a:lnTo>
                    <a:pt x="1074" y="162"/>
                  </a:lnTo>
                  <a:lnTo>
                    <a:pt x="1128" y="144"/>
                  </a:lnTo>
                  <a:lnTo>
                    <a:pt x="1248" y="84"/>
                  </a:lnTo>
                  <a:lnTo>
                    <a:pt x="1374" y="24"/>
                  </a:lnTo>
                  <a:lnTo>
                    <a:pt x="1494" y="0"/>
                  </a:lnTo>
                  <a:lnTo>
                    <a:pt x="1608" y="12"/>
                  </a:lnTo>
                  <a:lnTo>
                    <a:pt x="1746" y="78"/>
                  </a:lnTo>
                  <a:lnTo>
                    <a:pt x="1914" y="150"/>
                  </a:lnTo>
                  <a:lnTo>
                    <a:pt x="2004" y="174"/>
                  </a:lnTo>
                  <a:lnTo>
                    <a:pt x="3168" y="193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70" name="Freeform 30"/>
            <p:cNvSpPr>
              <a:spLocks/>
            </p:cNvSpPr>
            <p:nvPr/>
          </p:nvSpPr>
          <p:spPr bwMode="auto">
            <a:xfrm flipV="1">
              <a:off x="2878" y="1735"/>
              <a:ext cx="2584" cy="201"/>
            </a:xfrm>
            <a:custGeom>
              <a:avLst/>
              <a:gdLst/>
              <a:ahLst/>
              <a:cxnLst>
                <a:cxn ang="0">
                  <a:pos x="0" y="258"/>
                </a:cxn>
                <a:cxn ang="0">
                  <a:pos x="948" y="228"/>
                </a:cxn>
                <a:cxn ang="0">
                  <a:pos x="1080" y="192"/>
                </a:cxn>
                <a:cxn ang="0">
                  <a:pos x="1218" y="120"/>
                </a:cxn>
                <a:cxn ang="0">
                  <a:pos x="1356" y="36"/>
                </a:cxn>
                <a:cxn ang="0">
                  <a:pos x="1500" y="0"/>
                </a:cxn>
                <a:cxn ang="0">
                  <a:pos x="1626" y="24"/>
                </a:cxn>
                <a:cxn ang="0">
                  <a:pos x="1734" y="78"/>
                </a:cxn>
                <a:cxn ang="0">
                  <a:pos x="1998" y="216"/>
                </a:cxn>
                <a:cxn ang="0">
                  <a:pos x="3168" y="259"/>
                </a:cxn>
              </a:cxnLst>
              <a:rect l="0" t="0" r="r" b="b"/>
              <a:pathLst>
                <a:path w="3168" h="259">
                  <a:moveTo>
                    <a:pt x="0" y="258"/>
                  </a:moveTo>
                  <a:lnTo>
                    <a:pt x="948" y="228"/>
                  </a:lnTo>
                  <a:lnTo>
                    <a:pt x="1080" y="192"/>
                  </a:lnTo>
                  <a:lnTo>
                    <a:pt x="1218" y="120"/>
                  </a:lnTo>
                  <a:lnTo>
                    <a:pt x="1356" y="36"/>
                  </a:lnTo>
                  <a:lnTo>
                    <a:pt x="1500" y="0"/>
                  </a:lnTo>
                  <a:lnTo>
                    <a:pt x="1626" y="24"/>
                  </a:lnTo>
                  <a:lnTo>
                    <a:pt x="1734" y="78"/>
                  </a:lnTo>
                  <a:lnTo>
                    <a:pt x="1998" y="216"/>
                  </a:lnTo>
                  <a:lnTo>
                    <a:pt x="3168" y="259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71" name="Freeform 31"/>
            <p:cNvSpPr>
              <a:spLocks/>
            </p:cNvSpPr>
            <p:nvPr/>
          </p:nvSpPr>
          <p:spPr bwMode="auto">
            <a:xfrm>
              <a:off x="2878" y="1639"/>
              <a:ext cx="2584" cy="270"/>
            </a:xfrm>
            <a:custGeom>
              <a:avLst/>
              <a:gdLst/>
              <a:ahLst/>
              <a:cxnLst>
                <a:cxn ang="0">
                  <a:pos x="0" y="31"/>
                </a:cxn>
                <a:cxn ang="0">
                  <a:pos x="966" y="0"/>
                </a:cxn>
                <a:cxn ang="0">
                  <a:pos x="1020" y="18"/>
                </a:cxn>
                <a:cxn ang="0">
                  <a:pos x="1068" y="60"/>
                </a:cxn>
                <a:cxn ang="0">
                  <a:pos x="1164" y="169"/>
                </a:cxn>
                <a:cxn ang="0">
                  <a:pos x="1218" y="217"/>
                </a:cxn>
                <a:cxn ang="0">
                  <a:pos x="1302" y="277"/>
                </a:cxn>
                <a:cxn ang="0">
                  <a:pos x="1422" y="337"/>
                </a:cxn>
                <a:cxn ang="0">
                  <a:pos x="1504" y="351"/>
                </a:cxn>
                <a:cxn ang="0">
                  <a:pos x="1584" y="343"/>
                </a:cxn>
                <a:cxn ang="0">
                  <a:pos x="1644" y="319"/>
                </a:cxn>
                <a:cxn ang="0">
                  <a:pos x="1728" y="271"/>
                </a:cxn>
                <a:cxn ang="0">
                  <a:pos x="1764" y="247"/>
                </a:cxn>
                <a:cxn ang="0">
                  <a:pos x="1914" y="96"/>
                </a:cxn>
                <a:cxn ang="0">
                  <a:pos x="1968" y="48"/>
                </a:cxn>
                <a:cxn ang="0">
                  <a:pos x="2058" y="18"/>
                </a:cxn>
                <a:cxn ang="0">
                  <a:pos x="2070" y="12"/>
                </a:cxn>
                <a:cxn ang="0">
                  <a:pos x="3168" y="30"/>
                </a:cxn>
              </a:cxnLst>
              <a:rect l="0" t="0" r="r" b="b"/>
              <a:pathLst>
                <a:path w="3168" h="351">
                  <a:moveTo>
                    <a:pt x="0" y="31"/>
                  </a:moveTo>
                  <a:lnTo>
                    <a:pt x="966" y="0"/>
                  </a:lnTo>
                  <a:lnTo>
                    <a:pt x="1020" y="18"/>
                  </a:lnTo>
                  <a:lnTo>
                    <a:pt x="1068" y="60"/>
                  </a:lnTo>
                  <a:lnTo>
                    <a:pt x="1164" y="169"/>
                  </a:lnTo>
                  <a:lnTo>
                    <a:pt x="1218" y="217"/>
                  </a:lnTo>
                  <a:lnTo>
                    <a:pt x="1302" y="277"/>
                  </a:lnTo>
                  <a:lnTo>
                    <a:pt x="1422" y="337"/>
                  </a:lnTo>
                  <a:lnTo>
                    <a:pt x="1504" y="351"/>
                  </a:lnTo>
                  <a:lnTo>
                    <a:pt x="1584" y="343"/>
                  </a:lnTo>
                  <a:lnTo>
                    <a:pt x="1644" y="319"/>
                  </a:lnTo>
                  <a:lnTo>
                    <a:pt x="1728" y="271"/>
                  </a:lnTo>
                  <a:lnTo>
                    <a:pt x="1764" y="247"/>
                  </a:lnTo>
                  <a:lnTo>
                    <a:pt x="1914" y="96"/>
                  </a:lnTo>
                  <a:lnTo>
                    <a:pt x="1968" y="48"/>
                  </a:lnTo>
                  <a:lnTo>
                    <a:pt x="2058" y="18"/>
                  </a:lnTo>
                  <a:lnTo>
                    <a:pt x="2070" y="12"/>
                  </a:lnTo>
                  <a:lnTo>
                    <a:pt x="3168" y="30"/>
                  </a:ln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miter lim="800000"/>
              <a:headEnd type="none" w="med" len="med"/>
              <a:tailEnd type="triangle" w="sm" len="lg"/>
            </a:ln>
            <a:effectLst/>
          </p:spPr>
          <p:txBody>
            <a:bodyPr wrap="none"/>
            <a:lstStyle/>
            <a:p>
              <a:endParaRPr lang="zh-CN" altLang="en-US" sz="2100">
                <a:solidFill>
                  <a:srgbClr val="000000"/>
                </a:solidFill>
                <a:ea typeface="宋体" charset="-122"/>
              </a:endParaRPr>
            </a:p>
          </p:txBody>
        </p:sp>
        <p:sp>
          <p:nvSpPr>
            <p:cNvPr id="112672" name="Text Box 32"/>
            <p:cNvSpPr txBox="1">
              <a:spLocks noChangeArrowheads="1"/>
            </p:cNvSpPr>
            <p:nvPr/>
          </p:nvSpPr>
          <p:spPr bwMode="auto">
            <a:xfrm>
              <a:off x="2923" y="2441"/>
              <a:ext cx="2413" cy="33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1" hangingPunct="1">
                <a:lnSpc>
                  <a:spcPct val="120000"/>
                </a:lnSpc>
              </a:pPr>
              <a:r>
                <a:rPr lang="zh-CN" altLang="en-US" sz="2100">
                  <a:solidFill>
                    <a:srgbClr val="1C1C1C"/>
                  </a:solidFill>
                  <a:ea typeface="宋体" charset="-122"/>
                </a:rPr>
                <a:t>磁屏蔽示意图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场景型模板">
  <a:themeElements>
    <a:clrScheme name="场景型模板 5">
      <a:dk1>
        <a:srgbClr val="000000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000000"/>
      </a:accent4>
      <a:accent5>
        <a:srgbClr val="EED8D8"/>
      </a:accent5>
      <a:accent6>
        <a:srgbClr val="A2CCA2"/>
      </a:accent6>
      <a:hlink>
        <a:srgbClr val="0000FF"/>
      </a:hlink>
      <a:folHlink>
        <a:srgbClr val="FF0000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5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场景型模板">
  <a:themeElements>
    <a:clrScheme name="场景型模板 5">
      <a:dk1>
        <a:srgbClr val="000000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000000"/>
      </a:accent4>
      <a:accent5>
        <a:srgbClr val="EED8D8"/>
      </a:accent5>
      <a:accent6>
        <a:srgbClr val="A2CCA2"/>
      </a:accent6>
      <a:hlink>
        <a:srgbClr val="0000FF"/>
      </a:hlink>
      <a:folHlink>
        <a:srgbClr val="FF0000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4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5">
        <a:dk1>
          <a:srgbClr val="000000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000000"/>
        </a:accent4>
        <a:accent5>
          <a:srgbClr val="EED8D8"/>
        </a:accent5>
        <a:accent6>
          <a:srgbClr val="A2CCA2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4201</TotalTime>
  <Words>992</Words>
  <Application>Microsoft Office PowerPoint</Application>
  <PresentationFormat>全屏显示(16:9)</PresentationFormat>
  <Paragraphs>187</Paragraphs>
  <Slides>31</Slides>
  <Notes>0</Notes>
  <HiddenSlides>0</HiddenSlides>
  <MMClips>1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Monotype Sorts</vt:lpstr>
      <vt:lpstr>宋体</vt:lpstr>
      <vt:lpstr>Arial</vt:lpstr>
      <vt:lpstr>Symbol</vt:lpstr>
      <vt:lpstr>Times New Roman</vt:lpstr>
      <vt:lpstr>Wingdings</vt:lpstr>
      <vt:lpstr>场景型模板</vt:lpstr>
      <vt:lpstr>1_场景型模板</vt:lpstr>
      <vt:lpstr>公式</vt:lpstr>
      <vt:lpstr>Equation</vt:lpstr>
      <vt:lpstr>MathType 6.7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山东轻工业学院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稳恒磁场11-3</dc:title>
  <dc:subject>物理教学</dc:subject>
  <dc:creator>gxg</dc:creator>
  <cp:lastModifiedBy>Administrator</cp:lastModifiedBy>
  <cp:revision>459</cp:revision>
  <dcterms:created xsi:type="dcterms:W3CDTF">1998-06-13T09:20:49Z</dcterms:created>
  <dcterms:modified xsi:type="dcterms:W3CDTF">2024-05-14T01:13:17Z</dcterms:modified>
</cp:coreProperties>
</file>