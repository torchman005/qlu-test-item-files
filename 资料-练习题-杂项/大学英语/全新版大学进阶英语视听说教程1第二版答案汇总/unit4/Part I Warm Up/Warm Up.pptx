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
  </p:notesMasterIdLst>
  <p:handoutMasterIdLst>
    <p:handoutMasterId r:id="rId7"/>
  </p:handoutMasterIdLst>
  <p:sldIdLst>
    <p:sldId id="256" r:id="rId3"/>
    <p:sldId id="257" r:id="rId4"/>
    <p:sldId id="258" r:id="rId5"/>
  </p:sldIdLst>
  <p:sldSz cx="9144000" cy="6858000" type="screen4x3"/>
  <p:notesSz cx="6858000" cy="9144000"/>
  <p:embeddedFontLst>
    <p:embeddedFont>
      <p:font typeface="Neuton" panose="00000500000000000000" charset="0"/>
      <p:regular r:id="rId11"/>
      <p:bold r:id="rId12"/>
      <p:italic r:id="rId13"/>
    </p:embeddedFont>
    <p:embeddedFont>
      <p:font typeface="Roboto Condensed" panose="02000000000000000000" charset="0"/>
      <p:regular r:id="rId14"/>
      <p:bold r:id="rId15"/>
      <p:italic r:id="rId16"/>
    </p:embeddedFont>
    <p:embeddedFont>
      <p:font typeface="微软雅黑" panose="020B0503020204020204" charset="-122"/>
      <p:regular r:id="rId17"/>
    </p:embeddedFont>
    <p:embeddedFont>
      <p:font typeface="Calibri" panose="020F0502020204030204" charset="0"/>
      <p:regular r:id="rId18"/>
      <p:bold r:id="rId19"/>
      <p:italic r:id="rId20"/>
      <p:boldItalic r:id="rId21"/>
    </p:embeddedFont>
  </p:embeddedFontLst>
  <p:custDataLst>
    <p:tags r:id="rId2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DD33"/>
    <a:srgbClr val="F3B700"/>
    <a:srgbClr val="515672"/>
    <a:srgbClr val="3C153B"/>
    <a:srgbClr val="FFFFFF"/>
    <a:srgbClr val="CB8B02"/>
    <a:srgbClr val="F3FC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356" autoAdjust="0"/>
    <p:restoredTop sz="94273" autoAdjust="0"/>
  </p:normalViewPr>
  <p:slideViewPr>
    <p:cSldViewPr showGuides="1">
      <p:cViewPr varScale="1">
        <p:scale>
          <a:sx n="100" d="100"/>
          <a:sy n="100" d="100"/>
        </p:scale>
        <p:origin x="2250" y="72"/>
      </p:cViewPr>
      <p:guideLst>
        <p:guide orient="horz" pos="2160"/>
        <p:guide pos="2864"/>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65" d="100"/>
          <a:sy n="65" d="100"/>
        </p:scale>
        <p:origin x="-2844" y="-120"/>
      </p:cViewPr>
      <p:guideLst>
        <p:guide orient="horz" pos="2880"/>
        <p:guide pos="2148"/>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handoutMaster" Target="handoutMasters/handoutMaster1.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gs" Target="tags/tag1.xml"/><Relationship Id="rId21" Type="http://schemas.openxmlformats.org/officeDocument/2006/relationships/font" Target="fonts/font11.fntdata"/><Relationship Id="rId20" Type="http://schemas.openxmlformats.org/officeDocument/2006/relationships/font" Target="fonts/font10.fntdata"/><Relationship Id="rId2" Type="http://schemas.openxmlformats.org/officeDocument/2006/relationships/theme" Target="theme/theme1.xml"/><Relationship Id="rId19" Type="http://schemas.openxmlformats.org/officeDocument/2006/relationships/font" Target="fonts/font9.fntdata"/><Relationship Id="rId18" Type="http://schemas.openxmlformats.org/officeDocument/2006/relationships/font" Target="fonts/font8.fntdata"/><Relationship Id="rId17" Type="http://schemas.openxmlformats.org/officeDocument/2006/relationships/font" Target="fonts/font7.fntdata"/><Relationship Id="rId16" Type="http://schemas.openxmlformats.org/officeDocument/2006/relationships/font" Target="fonts/font6.fntdata"/><Relationship Id="rId15" Type="http://schemas.openxmlformats.org/officeDocument/2006/relationships/font" Target="fonts/font5.fntdata"/><Relationship Id="rId14" Type="http://schemas.openxmlformats.org/officeDocument/2006/relationships/font" Target="fonts/font4.fntdata"/><Relationship Id="rId13" Type="http://schemas.openxmlformats.org/officeDocument/2006/relationships/font" Target="fonts/font3.fntdata"/><Relationship Id="rId12" Type="http://schemas.openxmlformats.org/officeDocument/2006/relationships/font" Target="fonts/font2.fntdata"/><Relationship Id="rId11" Type="http://schemas.openxmlformats.org/officeDocument/2006/relationships/font" Target="fonts/font1.fntdata"/><Relationship Id="rId10" Type="http://schemas.openxmlformats.org/officeDocument/2006/relationships/tableStyles" Target="tableStyle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E1A6FA5-9299-4CE1-A327-CB3C60321AD6}"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DB14E66-D570-4D12-8DDD-93D4BD4AE2FC}"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831D2C-B22C-4903-8B3C-903F91599D3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1063C93-9101-4F51-B1E6-A3BBF9E38CC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带翻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79512" y="0"/>
            <a:ext cx="1872208" cy="476672"/>
          </a:xfrm>
          <a:solidFill>
            <a:srgbClr val="FFDD33"/>
          </a:solidFill>
        </p:spPr>
        <p:txBody>
          <a:bodyPr lIns="144000">
            <a:noAutofit/>
          </a:bodyPr>
          <a:lstStyle>
            <a:lvl1pPr algn="l">
              <a:defRPr sz="2000" b="1">
                <a:solidFill>
                  <a:srgbClr val="515672"/>
                </a:solidFill>
                <a:latin typeface="+mj-lt"/>
              </a:defRPr>
            </a:lvl1pPr>
          </a:lstStyle>
          <a:p>
            <a:r>
              <a:rPr lang="en-US" altLang="zh-CN" smtClean="0"/>
              <a:t>Part I Warm Up</a:t>
            </a:r>
            <a:endParaRPr lang="zh-CN" altLang="en-US"/>
          </a:p>
        </p:txBody>
      </p:sp>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Directions"/>
          <p:cNvSpPr>
            <a:spLocks noGrp="1"/>
          </p:cNvSpPr>
          <p:nvPr>
            <p:ph type="body" sz="quarter" idx="13" hasCustomPrompt="1"/>
          </p:nvPr>
        </p:nvSpPr>
        <p:spPr>
          <a:xfrm>
            <a:off x="323850" y="836613"/>
            <a:ext cx="8569325" cy="576262"/>
          </a:xfrm>
        </p:spPr>
        <p:txBody>
          <a:bodyPr>
            <a:normAutofit/>
          </a:bodyPr>
          <a:lstStyle>
            <a:lvl1pPr>
              <a:buNone/>
              <a:defRPr sz="2000" baseline="0">
                <a:latin typeface="+mj-lt"/>
              </a:defRPr>
            </a:lvl1pPr>
          </a:lstStyle>
          <a:p>
            <a:pPr lvl="0"/>
            <a:r>
              <a:rPr lang="en-US" altLang="zh-CN" smtClean="0"/>
              <a:t>Directions here</a:t>
            </a:r>
            <a:endParaRPr lang="zh-CN" altLang="en-US"/>
          </a:p>
        </p:txBody>
      </p:sp>
      <p:sp>
        <p:nvSpPr>
          <p:cNvPr id="14" name="主体内容"/>
          <p:cNvSpPr>
            <a:spLocks noGrp="1"/>
          </p:cNvSpPr>
          <p:nvPr>
            <p:ph type="body" sz="quarter" idx="14"/>
          </p:nvPr>
        </p:nvSpPr>
        <p:spPr>
          <a:xfrm>
            <a:off x="323850" y="1628775"/>
            <a:ext cx="8569325" cy="45370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普通">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79512" y="0"/>
            <a:ext cx="1872208" cy="476672"/>
          </a:xfrm>
          <a:solidFill>
            <a:srgbClr val="FFDD33"/>
          </a:solidFill>
        </p:spPr>
        <p:txBody>
          <a:bodyPr lIns="144000">
            <a:noAutofit/>
          </a:bodyPr>
          <a:lstStyle>
            <a:lvl1pPr algn="l">
              <a:defRPr sz="2000" b="1">
                <a:solidFill>
                  <a:srgbClr val="515672"/>
                </a:solidFill>
                <a:latin typeface="+mj-lt"/>
              </a:defRPr>
            </a:lvl1pPr>
          </a:lstStyle>
          <a:p>
            <a:r>
              <a:rPr lang="en-US" altLang="zh-CN" smtClean="0"/>
              <a:t>Part I Warm Up</a:t>
            </a:r>
            <a:endParaRPr lang="zh-CN" altLang="en-US"/>
          </a:p>
        </p:txBody>
      </p:sp>
      <p:sp>
        <p:nvSpPr>
          <p:cNvPr id="6" name="矩形 5"/>
          <p:cNvSpPr/>
          <p:nvPr userDrawn="1"/>
        </p:nvSpPr>
        <p:spPr>
          <a:xfrm>
            <a:off x="0" y="0"/>
            <a:ext cx="179512" cy="47667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Directions"/>
          <p:cNvSpPr>
            <a:spLocks noGrp="1"/>
          </p:cNvSpPr>
          <p:nvPr>
            <p:ph type="body" sz="quarter" idx="13" hasCustomPrompt="1"/>
          </p:nvPr>
        </p:nvSpPr>
        <p:spPr>
          <a:xfrm>
            <a:off x="323850" y="836613"/>
            <a:ext cx="8569325" cy="576262"/>
          </a:xfrm>
        </p:spPr>
        <p:txBody>
          <a:bodyPr>
            <a:normAutofit/>
          </a:bodyPr>
          <a:lstStyle>
            <a:lvl1pPr>
              <a:buNone/>
              <a:defRPr sz="2000" baseline="0">
                <a:latin typeface="+mj-lt"/>
              </a:defRPr>
            </a:lvl1pPr>
          </a:lstStyle>
          <a:p>
            <a:pPr lvl="0"/>
            <a:r>
              <a:rPr lang="en-US" altLang="zh-CN" smtClean="0"/>
              <a:t>Directions here</a:t>
            </a:r>
            <a:endParaRPr lang="zh-CN" altLang="en-US"/>
          </a:p>
        </p:txBody>
      </p:sp>
      <p:sp>
        <p:nvSpPr>
          <p:cNvPr id="14" name="主体内容"/>
          <p:cNvSpPr>
            <a:spLocks noGrp="1"/>
          </p:cNvSpPr>
          <p:nvPr>
            <p:ph type="body" sz="quarter" idx="14"/>
          </p:nvPr>
        </p:nvSpPr>
        <p:spPr>
          <a:xfrm>
            <a:off x="323850" y="1628775"/>
            <a:ext cx="8569325" cy="45370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FC3FACB-9944-46C7-BB15-79BEA3D61AE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093EA13-C732-4F17-8516-92EE82C34A8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C3FACB-9944-46C7-BB15-79BEA3D61AE3}"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93EA13-C732-4F17-8516-92EE82C34A8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noFill/>
          <a:extLst>
            <a:ext uri="{909E8E84-426E-40DD-AFC4-6F175D3DCCD1}">
              <a14:hiddenFill xmlns:a14="http://schemas.microsoft.com/office/drawing/2010/main">
                <a:solidFill>
                  <a:srgbClr val="FFDD33"/>
                </a:solidFill>
              </a14:hiddenFill>
            </a:ext>
          </a:extLst>
        </p:spPr>
        <p:txBody>
          <a:bodyPr/>
          <a:lstStyle/>
          <a:p>
            <a:r>
              <a:rPr lang="en-US" altLang="zh-CN" dirty="0" smtClean="0"/>
              <a:t>Part I Warm Up</a:t>
            </a:r>
            <a:endParaRPr lang="zh-CN" altLang="en-US"/>
          </a:p>
        </p:txBody>
      </p:sp>
      <p:sp>
        <p:nvSpPr>
          <p:cNvPr id="8" name="文本占位符 7"/>
          <p:cNvSpPr>
            <a:spLocks noGrp="1"/>
          </p:cNvSpPr>
          <p:nvPr>
            <p:ph type="body" sz="quarter" idx="13"/>
          </p:nvPr>
        </p:nvSpPr>
        <p:spPr/>
        <p:txBody>
          <a:bodyPr/>
          <a:lstStyle/>
          <a:p>
            <a:r>
              <a:rPr lang="en-US" altLang="zh-CN" dirty="0" smtClean="0"/>
              <a:t>Answer these questions with a partner.</a:t>
            </a:r>
            <a:endParaRPr lang="zh-CN" altLang="en-US" dirty="0"/>
          </a:p>
        </p:txBody>
      </p:sp>
      <p:sp>
        <p:nvSpPr>
          <p:cNvPr id="9" name="文本占位符 8"/>
          <p:cNvSpPr>
            <a:spLocks noGrp="1"/>
          </p:cNvSpPr>
          <p:nvPr>
            <p:ph type="body" sz="quarter" idx="14"/>
          </p:nvPr>
        </p:nvSpPr>
        <p:spPr>
          <a:xfrm>
            <a:off x="323850" y="1320817"/>
            <a:ext cx="4319587" cy="5251455"/>
          </a:xfrm>
        </p:spPr>
        <p:txBody>
          <a:bodyPr>
            <a:noAutofit/>
          </a:bodyPr>
          <a:lstStyle/>
          <a:p>
            <a:pPr marL="357505" indent="-357505">
              <a:spcBef>
                <a:spcPts val="0"/>
              </a:spcBef>
              <a:buFont typeface="+mj-lt"/>
              <a:buAutoNum type="arabicPeriod"/>
            </a:pPr>
            <a:r>
              <a:rPr lang="en-US" altLang="zh-CN" sz="2000" dirty="0" smtClean="0"/>
              <a:t>Look at the photo. Do you like this style?</a:t>
            </a:r>
            <a:endParaRPr lang="en-US" altLang="zh-CN" sz="2000" dirty="0" smtClean="0"/>
          </a:p>
          <a:p>
            <a:pPr marL="357505" indent="0">
              <a:spcBef>
                <a:spcPts val="0"/>
              </a:spcBef>
              <a:spcAft>
                <a:spcPts val="600"/>
              </a:spcAft>
              <a:buNone/>
            </a:pPr>
            <a:r>
              <a:rPr lang="en-US" altLang="zh-CN" sz="2000" u="sng" dirty="0" smtClean="0">
                <a:solidFill>
                  <a:schemeClr val="accent1"/>
                </a:solidFill>
              </a:rPr>
              <a:t>Answers will vary.</a:t>
            </a:r>
            <a:endParaRPr lang="en-US" altLang="zh-CN" sz="2000" u="sng" dirty="0" smtClean="0">
              <a:solidFill>
                <a:schemeClr val="accent1"/>
              </a:solidFill>
            </a:endParaRPr>
          </a:p>
          <a:p>
            <a:pPr marL="357505" indent="-357505">
              <a:spcBef>
                <a:spcPts val="0"/>
              </a:spcBef>
              <a:buFont typeface="+mj-lt"/>
              <a:buAutoNum type="arabicPeriod" startAt="2"/>
            </a:pPr>
            <a:r>
              <a:rPr lang="en-US" altLang="zh-CN" sz="2000" dirty="0" smtClean="0"/>
              <a:t>What are three fashionable cities around the world?</a:t>
            </a:r>
            <a:endParaRPr lang="en-US" altLang="zh-CN" sz="2000" dirty="0" smtClean="0"/>
          </a:p>
          <a:p>
            <a:pPr marL="357505" indent="0">
              <a:spcBef>
                <a:spcPts val="0"/>
              </a:spcBef>
              <a:spcAft>
                <a:spcPts val="600"/>
              </a:spcAft>
              <a:buNone/>
            </a:pPr>
            <a:r>
              <a:rPr lang="en-US" altLang="zh-CN" sz="2000" u="sng" dirty="0" smtClean="0">
                <a:solidFill>
                  <a:schemeClr val="accent1"/>
                </a:solidFill>
              </a:rPr>
              <a:t>Possible answer: London, New York, Tokyo.</a:t>
            </a:r>
            <a:endParaRPr lang="en-US" altLang="zh-CN" sz="2000" u="sng" dirty="0" smtClean="0">
              <a:solidFill>
                <a:schemeClr val="accent1"/>
              </a:solidFill>
            </a:endParaRPr>
          </a:p>
          <a:p>
            <a:pPr marL="357505" indent="-357505">
              <a:spcBef>
                <a:spcPts val="0"/>
              </a:spcBef>
              <a:buFont typeface="+mj-lt"/>
              <a:buAutoNum type="arabicPeriod" startAt="3"/>
            </a:pPr>
            <a:r>
              <a:rPr lang="en-US" altLang="zh-CN" sz="2000" dirty="0" smtClean="0"/>
              <a:t>How many colors and items of clothing can you name? Make two lists.</a:t>
            </a:r>
            <a:endParaRPr lang="en-US" altLang="zh-CN" sz="2000" dirty="0" smtClean="0"/>
          </a:p>
          <a:p>
            <a:pPr indent="14605">
              <a:spcBef>
                <a:spcPts val="0"/>
              </a:spcBef>
              <a:buNone/>
            </a:pPr>
            <a:r>
              <a:rPr lang="en-US" altLang="zh-CN" sz="2000" u="sng" dirty="0" smtClean="0">
                <a:solidFill>
                  <a:schemeClr val="accent1"/>
                </a:solidFill>
              </a:rPr>
              <a:t>Colors: red, orange, yellow, green, blue, purple, black, white, brown, gray, pink, turquoise, tan, etc.</a:t>
            </a:r>
            <a:endParaRPr lang="en-US" altLang="zh-CN" sz="2000" u="sng" dirty="0" smtClean="0">
              <a:solidFill>
                <a:schemeClr val="accent1"/>
              </a:solidFill>
            </a:endParaRPr>
          </a:p>
          <a:p>
            <a:pPr indent="14605">
              <a:spcBef>
                <a:spcPts val="0"/>
              </a:spcBef>
              <a:buNone/>
            </a:pPr>
            <a:r>
              <a:rPr lang="en-US" altLang="zh-CN" sz="2000" u="sng" dirty="0" smtClean="0">
                <a:solidFill>
                  <a:schemeClr val="accent1"/>
                </a:solidFill>
              </a:rPr>
              <a:t>Items of clothing: hat, scarf, shirt, blouse, T-shirt, sweatshirt, sweater, coat, jacket, pants (trousers), shorts, skirt, dress, shoes, boots, etc.</a:t>
            </a:r>
            <a:endParaRPr lang="en-US" altLang="zh-CN" sz="2000" u="sng" dirty="0" smtClean="0">
              <a:solidFill>
                <a:schemeClr val="accent1"/>
              </a:solidFill>
            </a:endParaRPr>
          </a:p>
        </p:txBody>
      </p:sp>
      <p:pic>
        <p:nvPicPr>
          <p:cNvPr id="11" name="图片 10" descr="b1u1.jpg"/>
          <p:cNvPicPr>
            <a:picLocks noChangeAspect="1"/>
          </p:cNvPicPr>
          <p:nvPr/>
        </p:nvPicPr>
        <p:blipFill>
          <a:blip r:embed="rId1" cstate="print"/>
          <a:stretch>
            <a:fillRect/>
          </a:stretch>
        </p:blipFill>
        <p:spPr>
          <a:xfrm>
            <a:off x="4896328" y="1000108"/>
            <a:ext cx="4104828" cy="4466052"/>
          </a:xfrm>
          <a:prstGeom prst="rect">
            <a:avLst/>
          </a:prstGeom>
        </p:spPr>
      </p:pic>
      <p:sp>
        <p:nvSpPr>
          <p:cNvPr id="29" name="图片标题"/>
          <p:cNvSpPr txBox="1"/>
          <p:nvPr/>
        </p:nvSpPr>
        <p:spPr>
          <a:xfrm>
            <a:off x="4897238" y="487277"/>
            <a:ext cx="2460844" cy="1370087"/>
          </a:xfrm>
          <a:prstGeom prst="rect">
            <a:avLst/>
          </a:prstGeom>
          <a:noFill/>
        </p:spPr>
        <p:txBody>
          <a:bodyPr wrap="square" rtlCol="0" anchor="b">
            <a:noAutofit/>
          </a:bodyPr>
          <a:lstStyle/>
          <a:p>
            <a:r>
              <a:rPr lang="en-US" altLang="zh-CN" sz="4800" b="1" dirty="0" smtClean="0">
                <a:solidFill>
                  <a:schemeClr val="bg1"/>
                </a:solidFill>
                <a:latin typeface="+mj-lt"/>
              </a:rPr>
              <a:t>Fashion</a:t>
            </a:r>
            <a:endParaRPr lang="en-US" altLang="zh-CN" sz="4800" b="1" dirty="0" smtClean="0">
              <a:solidFill>
                <a:schemeClr val="bg1"/>
              </a:solidFill>
              <a:latin typeface="+mj-lt"/>
            </a:endParaRPr>
          </a:p>
        </p:txBody>
      </p:sp>
      <p:sp>
        <p:nvSpPr>
          <p:cNvPr id="32" name="图片说明"/>
          <p:cNvSpPr txBox="1"/>
          <p:nvPr/>
        </p:nvSpPr>
        <p:spPr>
          <a:xfrm>
            <a:off x="4831628" y="5589241"/>
            <a:ext cx="3070694" cy="411527"/>
          </a:xfrm>
          <a:prstGeom prst="rect">
            <a:avLst/>
          </a:prstGeom>
          <a:noFill/>
        </p:spPr>
        <p:txBody>
          <a:bodyPr wrap="square" rtlCol="0" anchor="t">
            <a:noAutofit/>
          </a:bodyPr>
          <a:lstStyle/>
          <a:p>
            <a:r>
              <a:rPr lang="en-US" altLang="zh-CN" sz="1600" dirty="0" smtClean="0">
                <a:latin typeface="+mj-lt"/>
              </a:rPr>
              <a:t>A model at a British fashion show</a:t>
            </a:r>
            <a:endParaRPr lang="zh-CN" altLang="en-US" sz="1600" dirty="0">
              <a:latin typeface="+mj-lt"/>
            </a:endParaRPr>
          </a:p>
        </p:txBody>
      </p:sp>
      <p:pic>
        <p:nvPicPr>
          <p:cNvPr id="30" name="按钮-Content Note"/>
          <p:cNvPicPr>
            <a:picLocks noChangeAspect="1" noChangeArrowheads="1"/>
          </p:cNvPicPr>
          <p:nvPr/>
        </p:nvPicPr>
        <p:blipFill>
          <a:blip r:embed="rId2" cstate="print"/>
          <a:stretch>
            <a:fillRect/>
          </a:stretch>
        </p:blipFill>
        <p:spPr bwMode="auto">
          <a:xfrm>
            <a:off x="7671130" y="5600386"/>
            <a:ext cx="1350862" cy="288000"/>
          </a:xfrm>
          <a:prstGeom prst="rect">
            <a:avLst/>
          </a:prstGeom>
          <a:noFill/>
          <a:ln w="9525">
            <a:noFill/>
            <a:miter lim="800000"/>
            <a:headEnd/>
            <a:tailEnd/>
          </a:ln>
          <a:effectLst/>
        </p:spPr>
      </p:pic>
      <p:pic>
        <p:nvPicPr>
          <p:cNvPr id="31" name="按钮-Language Note"/>
          <p:cNvPicPr>
            <a:picLocks noChangeAspect="1" noChangeArrowheads="1"/>
          </p:cNvPicPr>
          <p:nvPr/>
        </p:nvPicPr>
        <p:blipFill>
          <a:blip r:embed="rId3" cstate="print"/>
          <a:stretch>
            <a:fillRect/>
          </a:stretch>
        </p:blipFill>
        <p:spPr bwMode="auto">
          <a:xfrm>
            <a:off x="7000892" y="1357298"/>
            <a:ext cx="1446697" cy="288000"/>
          </a:xfrm>
          <a:prstGeom prst="rect">
            <a:avLst/>
          </a:prstGeom>
          <a:noFill/>
          <a:ln w="9525">
            <a:noFill/>
            <a:miter lim="800000"/>
            <a:headEnd/>
            <a:tailEnd/>
          </a:ln>
          <a:effectLst/>
        </p:spPr>
      </p:pic>
      <p:grpSp>
        <p:nvGrpSpPr>
          <p:cNvPr id="47" name="返回按钮"/>
          <p:cNvGrpSpPr/>
          <p:nvPr/>
        </p:nvGrpSpPr>
        <p:grpSpPr>
          <a:xfrm>
            <a:off x="7875422" y="6585447"/>
            <a:ext cx="264567" cy="210642"/>
            <a:chOff x="7875422" y="6585447"/>
            <a:chExt cx="264567" cy="210642"/>
          </a:xfrm>
        </p:grpSpPr>
        <p:sp>
          <p:nvSpPr>
            <p:cNvPr id="48" name="返回箭头">
              <a:hlinkClick r:id="" action="ppaction://hlinkshowjump?jump=endshow"/>
            </p:cNvPr>
            <p:cNvSpPr/>
            <p:nvPr/>
          </p:nvSpPr>
          <p:spPr bwMode="auto">
            <a:xfrm>
              <a:off x="7919210" y="6598497"/>
              <a:ext cx="182307" cy="180975"/>
            </a:xfrm>
            <a:custGeom>
              <a:avLst/>
              <a:gdLst/>
              <a:ahLst/>
              <a:cxnLst>
                <a:cxn ang="0">
                  <a:pos x="1780" y="1910"/>
                </a:cxn>
                <a:cxn ang="0">
                  <a:pos x="856" y="1910"/>
                </a:cxn>
                <a:cxn ang="0">
                  <a:pos x="850" y="1911"/>
                </a:cxn>
                <a:cxn ang="0">
                  <a:pos x="710" y="1776"/>
                </a:cxn>
                <a:cxn ang="0">
                  <a:pos x="710" y="476"/>
                </a:cxn>
                <a:cxn ang="0">
                  <a:pos x="251" y="922"/>
                </a:cxn>
                <a:cxn ang="0">
                  <a:pos x="54" y="922"/>
                </a:cxn>
                <a:cxn ang="0">
                  <a:pos x="54" y="731"/>
                </a:cxn>
                <a:cxn ang="0">
                  <a:pos x="751" y="53"/>
                </a:cxn>
                <a:cxn ang="0">
                  <a:pos x="948" y="53"/>
                </a:cxn>
                <a:cxn ang="0">
                  <a:pos x="1645" y="731"/>
                </a:cxn>
                <a:cxn ang="0">
                  <a:pos x="1645" y="922"/>
                </a:cxn>
                <a:cxn ang="0">
                  <a:pos x="1546" y="962"/>
                </a:cxn>
                <a:cxn ang="0">
                  <a:pos x="1448" y="922"/>
                </a:cxn>
                <a:cxn ang="0">
                  <a:pos x="989" y="476"/>
                </a:cxn>
                <a:cxn ang="0">
                  <a:pos x="989" y="1608"/>
                </a:cxn>
                <a:cxn ang="0">
                  <a:pos x="1780" y="1608"/>
                </a:cxn>
                <a:cxn ang="0">
                  <a:pos x="1916" y="1759"/>
                </a:cxn>
                <a:cxn ang="0">
                  <a:pos x="1780" y="1910"/>
                </a:cxn>
              </a:cxnLst>
              <a:rect l="0" t="0" r="r" b="b"/>
              <a:pathLst>
                <a:path w="1916" h="1911">
                  <a:moveTo>
                    <a:pt x="1780" y="1910"/>
                  </a:moveTo>
                  <a:cubicBezTo>
                    <a:pt x="856" y="1910"/>
                    <a:pt x="856" y="1910"/>
                    <a:pt x="856" y="1910"/>
                  </a:cubicBezTo>
                  <a:cubicBezTo>
                    <a:pt x="854" y="1910"/>
                    <a:pt x="852" y="1911"/>
                    <a:pt x="850" y="1911"/>
                  </a:cubicBezTo>
                  <a:cubicBezTo>
                    <a:pt x="773" y="1911"/>
                    <a:pt x="710" y="1851"/>
                    <a:pt x="710" y="1776"/>
                  </a:cubicBezTo>
                  <a:cubicBezTo>
                    <a:pt x="710" y="476"/>
                    <a:pt x="710" y="476"/>
                    <a:pt x="710" y="476"/>
                  </a:cubicBezTo>
                  <a:cubicBezTo>
                    <a:pt x="251" y="922"/>
                    <a:pt x="251" y="922"/>
                    <a:pt x="251" y="922"/>
                  </a:cubicBezTo>
                  <a:cubicBezTo>
                    <a:pt x="197" y="975"/>
                    <a:pt x="109" y="975"/>
                    <a:pt x="54" y="922"/>
                  </a:cubicBezTo>
                  <a:cubicBezTo>
                    <a:pt x="0" y="869"/>
                    <a:pt x="0" y="784"/>
                    <a:pt x="54" y="731"/>
                  </a:cubicBezTo>
                  <a:cubicBezTo>
                    <a:pt x="751" y="53"/>
                    <a:pt x="751" y="53"/>
                    <a:pt x="751" y="53"/>
                  </a:cubicBezTo>
                  <a:cubicBezTo>
                    <a:pt x="806" y="0"/>
                    <a:pt x="894" y="0"/>
                    <a:pt x="948" y="53"/>
                  </a:cubicBezTo>
                  <a:cubicBezTo>
                    <a:pt x="1645" y="731"/>
                    <a:pt x="1645" y="731"/>
                    <a:pt x="1645" y="731"/>
                  </a:cubicBezTo>
                  <a:cubicBezTo>
                    <a:pt x="1699" y="784"/>
                    <a:pt x="1699" y="869"/>
                    <a:pt x="1645" y="922"/>
                  </a:cubicBezTo>
                  <a:cubicBezTo>
                    <a:pt x="1618" y="949"/>
                    <a:pt x="1582" y="962"/>
                    <a:pt x="1546" y="962"/>
                  </a:cubicBezTo>
                  <a:cubicBezTo>
                    <a:pt x="1511" y="962"/>
                    <a:pt x="1475" y="949"/>
                    <a:pt x="1448" y="922"/>
                  </a:cubicBezTo>
                  <a:cubicBezTo>
                    <a:pt x="989" y="476"/>
                    <a:pt x="989" y="476"/>
                    <a:pt x="989" y="476"/>
                  </a:cubicBezTo>
                  <a:cubicBezTo>
                    <a:pt x="989" y="1608"/>
                    <a:pt x="989" y="1608"/>
                    <a:pt x="989" y="1608"/>
                  </a:cubicBezTo>
                  <a:cubicBezTo>
                    <a:pt x="1780" y="1608"/>
                    <a:pt x="1780" y="1608"/>
                    <a:pt x="1780" y="1608"/>
                  </a:cubicBezTo>
                  <a:cubicBezTo>
                    <a:pt x="1855" y="1608"/>
                    <a:pt x="1916" y="1675"/>
                    <a:pt x="1916" y="1759"/>
                  </a:cubicBezTo>
                  <a:cubicBezTo>
                    <a:pt x="1916" y="1842"/>
                    <a:pt x="1855" y="1910"/>
                    <a:pt x="1780" y="1910"/>
                  </a:cubicBezTo>
                  <a:close/>
                </a:path>
              </a:pathLst>
            </a:custGeom>
            <a:solidFill>
              <a:srgbClr val="FFFFFF"/>
            </a:solidFill>
            <a:ln w="9525">
              <a:noFill/>
              <a:round/>
            </a:ln>
          </p:spPr>
          <p:txBody>
            <a:bodyPr vert="horz" wrap="square" lIns="91440" tIns="45720" rIns="91440" bIns="45720" numCol="1" anchor="t" anchorCtr="0" compatLnSpc="1"/>
            <a:lstStyle/>
            <a:p>
              <a:endParaRPr lang="zh-CN" altLang="en-US"/>
            </a:p>
          </p:txBody>
        </p:sp>
        <p:sp>
          <p:nvSpPr>
            <p:cNvPr id="49" name="热区">
              <a:hlinkClick r:id="" action="ppaction://hlinkshowjump?jump=endshow"/>
            </p:cNvPr>
            <p:cNvSpPr/>
            <p:nvPr/>
          </p:nvSpPr>
          <p:spPr>
            <a:xfrm>
              <a:off x="7875422" y="6585447"/>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下一页"/>
          <p:cNvGrpSpPr/>
          <p:nvPr/>
        </p:nvGrpSpPr>
        <p:grpSpPr>
          <a:xfrm>
            <a:off x="8750845" y="6578304"/>
            <a:ext cx="264567" cy="210642"/>
            <a:chOff x="8750845" y="6578304"/>
            <a:chExt cx="264567" cy="210642"/>
          </a:xfrm>
        </p:grpSpPr>
        <p:sp>
          <p:nvSpPr>
            <p:cNvPr id="28" name="右箭头">
              <a:hlinkClick r:id="" action="ppaction://hlinkshowjump?jump=nextslide"/>
            </p:cNvPr>
            <p:cNvSpPr/>
            <p:nvPr/>
          </p:nvSpPr>
          <p:spPr bwMode="auto">
            <a:xfrm>
              <a:off x="8786568" y="6604402"/>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33" name="热区"/>
            <p:cNvSpPr/>
            <p:nvPr/>
          </p:nvSpPr>
          <p:spPr>
            <a:xfrm>
              <a:off x="8750845" y="6578304"/>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上一页"/>
          <p:cNvGrpSpPr/>
          <p:nvPr/>
        </p:nvGrpSpPr>
        <p:grpSpPr>
          <a:xfrm>
            <a:off x="8335464" y="6580685"/>
            <a:ext cx="264567" cy="210642"/>
            <a:chOff x="8335464" y="6580685"/>
            <a:chExt cx="264567" cy="210642"/>
          </a:xfrm>
        </p:grpSpPr>
        <p:sp>
          <p:nvSpPr>
            <p:cNvPr id="35" name="左箭头"/>
            <p:cNvSpPr/>
            <p:nvPr/>
          </p:nvSpPr>
          <p:spPr bwMode="auto">
            <a:xfrm rot="10800000">
              <a:off x="8380612" y="6604401"/>
              <a:ext cx="191620" cy="166338"/>
            </a:xfrm>
            <a:custGeom>
              <a:avLst/>
              <a:gdLst/>
              <a:ahLst/>
              <a:cxnLst>
                <a:cxn ang="0">
                  <a:pos x="1115" y="1511"/>
                </a:cxn>
                <a:cxn ang="0">
                  <a:pos x="1755" y="871"/>
                </a:cxn>
                <a:cxn ang="0">
                  <a:pos x="1755" y="689"/>
                </a:cxn>
                <a:cxn ang="0">
                  <a:pos x="1115" y="49"/>
                </a:cxn>
                <a:cxn ang="0">
                  <a:pos x="933" y="49"/>
                </a:cxn>
                <a:cxn ang="0">
                  <a:pos x="933" y="231"/>
                </a:cxn>
                <a:cxn ang="0">
                  <a:pos x="1355" y="652"/>
                </a:cxn>
                <a:cxn ang="0">
                  <a:pos x="128" y="652"/>
                </a:cxn>
                <a:cxn ang="0">
                  <a:pos x="0" y="780"/>
                </a:cxn>
                <a:cxn ang="0">
                  <a:pos x="128" y="908"/>
                </a:cxn>
                <a:cxn ang="0">
                  <a:pos x="1355" y="908"/>
                </a:cxn>
                <a:cxn ang="0">
                  <a:pos x="933" y="1329"/>
                </a:cxn>
                <a:cxn ang="0">
                  <a:pos x="896" y="1420"/>
                </a:cxn>
                <a:cxn ang="0">
                  <a:pos x="933" y="1511"/>
                </a:cxn>
                <a:cxn ang="0">
                  <a:pos x="1115" y="1511"/>
                </a:cxn>
              </a:cxnLst>
              <a:rect l="0" t="0" r="r" b="b"/>
              <a:pathLst>
                <a:path w="1804" h="1560">
                  <a:moveTo>
                    <a:pt x="1115" y="1511"/>
                  </a:moveTo>
                  <a:cubicBezTo>
                    <a:pt x="1755" y="871"/>
                    <a:pt x="1755" y="871"/>
                    <a:pt x="1755" y="871"/>
                  </a:cubicBezTo>
                  <a:cubicBezTo>
                    <a:pt x="1804" y="821"/>
                    <a:pt x="1804" y="739"/>
                    <a:pt x="1755" y="689"/>
                  </a:cubicBezTo>
                  <a:cubicBezTo>
                    <a:pt x="1115" y="49"/>
                    <a:pt x="1115" y="49"/>
                    <a:pt x="1115" y="49"/>
                  </a:cubicBezTo>
                  <a:cubicBezTo>
                    <a:pt x="1065" y="0"/>
                    <a:pt x="983" y="0"/>
                    <a:pt x="933" y="49"/>
                  </a:cubicBezTo>
                  <a:cubicBezTo>
                    <a:pt x="884" y="99"/>
                    <a:pt x="884" y="181"/>
                    <a:pt x="933" y="231"/>
                  </a:cubicBezTo>
                  <a:cubicBezTo>
                    <a:pt x="1355" y="652"/>
                    <a:pt x="1355" y="652"/>
                    <a:pt x="1355" y="652"/>
                  </a:cubicBezTo>
                  <a:cubicBezTo>
                    <a:pt x="128" y="652"/>
                    <a:pt x="128" y="652"/>
                    <a:pt x="128" y="652"/>
                  </a:cubicBezTo>
                  <a:cubicBezTo>
                    <a:pt x="57" y="652"/>
                    <a:pt x="0" y="709"/>
                    <a:pt x="0" y="780"/>
                  </a:cubicBezTo>
                  <a:cubicBezTo>
                    <a:pt x="0" y="851"/>
                    <a:pt x="57" y="908"/>
                    <a:pt x="128" y="908"/>
                  </a:cubicBezTo>
                  <a:cubicBezTo>
                    <a:pt x="1355" y="908"/>
                    <a:pt x="1355" y="908"/>
                    <a:pt x="1355" y="908"/>
                  </a:cubicBezTo>
                  <a:cubicBezTo>
                    <a:pt x="933" y="1329"/>
                    <a:pt x="933" y="1329"/>
                    <a:pt x="933" y="1329"/>
                  </a:cubicBezTo>
                  <a:cubicBezTo>
                    <a:pt x="908" y="1354"/>
                    <a:pt x="896" y="1387"/>
                    <a:pt x="896" y="1420"/>
                  </a:cubicBezTo>
                  <a:cubicBezTo>
                    <a:pt x="896" y="1453"/>
                    <a:pt x="908" y="1486"/>
                    <a:pt x="933" y="1511"/>
                  </a:cubicBezTo>
                  <a:cubicBezTo>
                    <a:pt x="983" y="1560"/>
                    <a:pt x="1065" y="1560"/>
                    <a:pt x="1115" y="1511"/>
                  </a:cubicBezTo>
                  <a:close/>
                </a:path>
              </a:pathLst>
            </a:custGeom>
            <a:solidFill>
              <a:srgbClr val="FFFFFF">
                <a:alpha val="30196"/>
              </a:srgbClr>
            </a:solidFill>
            <a:ln w="9525">
              <a:noFill/>
              <a:round/>
            </a:ln>
          </p:spPr>
          <p:txBody>
            <a:bodyPr vert="horz" wrap="square" lIns="91440" tIns="45720" rIns="91440" bIns="45720" numCol="1" anchor="t" anchorCtr="0" compatLnSpc="1"/>
            <a:lstStyle/>
            <a:p>
              <a:endParaRPr lang="zh-CN" altLang="en-US"/>
            </a:p>
          </p:txBody>
        </p:sp>
        <p:sp>
          <p:nvSpPr>
            <p:cNvPr id="36" name="热区"/>
            <p:cNvSpPr/>
            <p:nvPr/>
          </p:nvSpPr>
          <p:spPr>
            <a:xfrm>
              <a:off x="8335464" y="6580685"/>
              <a:ext cx="264567" cy="210642"/>
            </a:xfrm>
            <a:prstGeom prst="rect">
              <a:avLst/>
            </a:prstGeom>
            <a:solidFill>
              <a:srgbClr val="FFFFFF">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7" name="填空热区-点击消失"/>
          <p:cNvSpPr>
            <a:spLocks noChangeArrowheads="1"/>
          </p:cNvSpPr>
          <p:nvPr/>
        </p:nvSpPr>
        <p:spPr bwMode="auto">
          <a:xfrm>
            <a:off x="762861" y="4014152"/>
            <a:ext cx="3786214" cy="2085959"/>
          </a:xfrm>
          <a:prstGeom prst="rect">
            <a:avLst/>
          </a:prstGeom>
          <a:extLst>
            <a:ext uri="{909E8E84-426E-40DD-AFC4-6F175D3DCCD1}">
              <a14:hiddenFill xmlns:a14="http://schemas.microsoft.com/office/drawing/2010/main">
                <a:solidFill>
                  <a:schemeClr val="bg1"/>
                </a:solidFill>
              </a14:hiddenFill>
            </a:ext>
          </a:extLst>
        </p:spPr>
        <p:style>
          <a:lnRef idx="0">
            <a:srgbClr val="FFFFFF"/>
          </a:lnRef>
          <a:fillRef idx="1">
            <a:schemeClr val="accent1"/>
          </a:fillRef>
          <a:effectRef idx="0">
            <a:srgbClr val="FFFFFF"/>
          </a:effectRef>
          <a:fontRef idx="minor">
            <a:schemeClr val="lt1"/>
          </a:fontRef>
        </p:style>
        <p:txBody>
          <a:bodyPr wrap="square" lIns="0" tIns="0" rIns="0" bIns="0" anchor="b"/>
          <a:lstStyle/>
          <a:p>
            <a:pPr algn="just">
              <a:lnSpc>
                <a:spcPct val="100000"/>
              </a:lnSpc>
              <a:defRPr/>
            </a:pPr>
            <a:r>
              <a:rPr lang="en-US" altLang="zh-CN" sz="2000" u="sng" dirty="0" smtClean="0">
                <a:solidFill>
                  <a:schemeClr val="bg1"/>
                </a:solidFill>
                <a:uFill>
                  <a:solidFill>
                    <a:schemeClr val="tx1"/>
                  </a:solidFill>
                </a:uFill>
              </a:rPr>
              <a:t>Items of clothing: hat, scarf, shirt                , blouse, T-shirt, sweatshirt, sweater, coat, jacket, pants (trousers), shorts, skirt          , dress, shoes, boots, etc                                           .</a:t>
            </a:r>
            <a:endParaRPr lang="en-US" altLang="zh-CN" sz="2000" u="sng" dirty="0" smtClean="0">
              <a:solidFill>
                <a:schemeClr val="bg1"/>
              </a:solidFill>
              <a:uFill>
                <a:solidFill>
                  <a:schemeClr val="tx1"/>
                </a:solidFill>
              </a:uFill>
            </a:endParaRPr>
          </a:p>
          <a:p>
            <a:pPr algn="just">
              <a:lnSpc>
                <a:spcPct val="100000"/>
              </a:lnSpc>
              <a:defRPr/>
            </a:pPr>
            <a:r>
              <a:rPr lang="en-US" altLang="zh-CN" sz="2000" u="sng" dirty="0" smtClean="0">
                <a:solidFill>
                  <a:schemeClr val="bg1"/>
                </a:solidFill>
                <a:uFill>
                  <a:solidFill>
                    <a:schemeClr val="tx1"/>
                  </a:solidFill>
                </a:uFill>
              </a:rPr>
              <a:t>Colors: red, orange, yellow, green, blue, purple, black, white, brown, gray, pink, turquoise, tan, etc                                                      .</a:t>
            </a:r>
            <a:endParaRPr lang="en-US" altLang="zh-CN" sz="2000" u="sng" dirty="0">
              <a:solidFill>
                <a:schemeClr val="bg1"/>
              </a:solidFill>
              <a:uFill>
                <a:solidFill>
                  <a:schemeClr val="tx1"/>
                </a:solidFill>
              </a:uFill>
            </a:endParaRPr>
          </a:p>
        </p:txBody>
      </p:sp>
      <p:sp>
        <p:nvSpPr>
          <p:cNvPr id="38" name="填空热区-点击消失"/>
          <p:cNvSpPr>
            <a:spLocks noChangeArrowheads="1"/>
          </p:cNvSpPr>
          <p:nvPr/>
        </p:nvSpPr>
        <p:spPr bwMode="auto">
          <a:xfrm>
            <a:off x="763200" y="2643182"/>
            <a:ext cx="3786214" cy="631067"/>
          </a:xfrm>
          <a:prstGeom prst="rect">
            <a:avLst/>
          </a:prstGeom>
          <a:extLst>
            <a:ext uri="{909E8E84-426E-40DD-AFC4-6F175D3DCCD1}">
              <a14:hiddenFill xmlns:a14="http://schemas.microsoft.com/office/drawing/2010/main">
                <a:solidFill>
                  <a:schemeClr val="bg1"/>
                </a:solidFill>
              </a14:hiddenFill>
            </a:ext>
          </a:extLst>
        </p:spPr>
        <p:style>
          <a:lnRef idx="0">
            <a:srgbClr val="FFFFFF"/>
          </a:lnRef>
          <a:fillRef idx="1">
            <a:schemeClr val="accent1"/>
          </a:fillRef>
          <a:effectRef idx="0">
            <a:srgbClr val="FFFFFF"/>
          </a:effectRef>
          <a:fontRef idx="minor">
            <a:schemeClr val="lt1"/>
          </a:fontRef>
        </p:style>
        <p:txBody>
          <a:bodyPr wrap="square" lIns="0" tIns="0" rIns="0" bIns="0" anchor="b"/>
          <a:lstStyle/>
          <a:p>
            <a:pPr algn="just">
              <a:lnSpc>
                <a:spcPct val="100000"/>
              </a:lnSpc>
              <a:defRPr/>
            </a:pPr>
            <a:r>
              <a:rPr lang="en-US" altLang="zh-CN" sz="2000" u="sng" dirty="0" smtClean="0">
                <a:solidFill>
                  <a:schemeClr val="bg1"/>
                </a:solidFill>
                <a:uFill>
                  <a:solidFill>
                    <a:schemeClr val="tx1"/>
                  </a:solidFill>
                </a:uFill>
              </a:rPr>
              <a:t>Items of clothing: hat, scarf, shirt                , blouse, T-shirt, sweatshirt, sweater, coat, </a:t>
            </a:r>
            <a:endParaRPr lang="en-US" altLang="zh-CN" sz="2000" u="sng" dirty="0">
              <a:solidFill>
                <a:schemeClr val="bg1"/>
              </a:solidFill>
              <a:uFill>
                <a:solidFill>
                  <a:schemeClr val="tx1"/>
                </a:solidFill>
              </a:uFill>
            </a:endParaRPr>
          </a:p>
        </p:txBody>
      </p:sp>
      <p:sp>
        <p:nvSpPr>
          <p:cNvPr id="39" name="填空热区-点击消失"/>
          <p:cNvSpPr>
            <a:spLocks noChangeArrowheads="1"/>
          </p:cNvSpPr>
          <p:nvPr/>
        </p:nvSpPr>
        <p:spPr bwMode="auto">
          <a:xfrm>
            <a:off x="760386" y="1691439"/>
            <a:ext cx="3786214" cy="283401"/>
          </a:xfrm>
          <a:prstGeom prst="rect">
            <a:avLst/>
          </a:prstGeom>
          <a:extLst>
            <a:ext uri="{909E8E84-426E-40DD-AFC4-6F175D3DCCD1}">
              <a14:hiddenFill xmlns:a14="http://schemas.microsoft.com/office/drawing/2010/main">
                <a:solidFill>
                  <a:schemeClr val="bg1"/>
                </a:solidFill>
              </a14:hiddenFill>
            </a:ext>
          </a:extLst>
        </p:spPr>
        <p:style>
          <a:lnRef idx="0">
            <a:srgbClr val="FFFFFF"/>
          </a:lnRef>
          <a:fillRef idx="1">
            <a:schemeClr val="accent1"/>
          </a:fillRef>
          <a:effectRef idx="0">
            <a:srgbClr val="FFFFFF"/>
          </a:effectRef>
          <a:fontRef idx="minor">
            <a:schemeClr val="lt1"/>
          </a:fontRef>
        </p:style>
        <p:txBody>
          <a:bodyPr wrap="square" lIns="0" tIns="0" rIns="0" bIns="0" anchor="b"/>
          <a:lstStyle/>
          <a:p>
            <a:pPr algn="just">
              <a:lnSpc>
                <a:spcPct val="100000"/>
              </a:lnSpc>
              <a:defRPr/>
            </a:pPr>
            <a:r>
              <a:rPr lang="en-US" altLang="zh-CN" sz="2000" u="sng" dirty="0" smtClean="0">
                <a:solidFill>
                  <a:schemeClr val="bg1"/>
                </a:solidFill>
                <a:uFill>
                  <a:solidFill>
                    <a:schemeClr val="tx1"/>
                  </a:solidFill>
                </a:uFill>
              </a:rPr>
              <a:t>Items of clothing: hat, scarf, shirt                , </a:t>
            </a:r>
            <a:endParaRPr lang="en-US" altLang="zh-CN" sz="2000" u="sng" dirty="0">
              <a:solidFill>
                <a:schemeClr val="bg1"/>
              </a:solidFill>
              <a:uFill>
                <a:solidFill>
                  <a:schemeClr val="tx1"/>
                </a:solidFill>
              </a:uFill>
            </a:endParaRPr>
          </a:p>
        </p:txBody>
      </p:sp>
    </p:spTree>
  </p:cSld>
  <p:clrMapOvr>
    <a:masterClrMapping/>
  </p:clrMapOvr>
  <p:transition advClick="0"/>
  <p:timing>
    <p:tnLst>
      <p:par>
        <p:cTn id="1" dur="indefinite" restart="never" nodeType="tmRoot">
          <p:childTnLst>
            <p:seq concurrent="1" nextAc="seek">
              <p:cTn id="2" restart="whenNotActive" fill="hold" evtFilter="cancelBubble" nodeType="interactiveSeq">
                <p:stCondLst>
                  <p:cond evt="onClick" delay="0">
                    <p:tgtEl>
                      <p:spTgt spid="3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7"/>
                                        </p:tgtEl>
                                      </p:cBhvr>
                                    </p:animEffect>
                                    <p:set>
                                      <p:cBhvr>
                                        <p:cTn id="7" dur="1" fill="hold">
                                          <p:stCondLst>
                                            <p:cond delay="499"/>
                                          </p:stCondLst>
                                        </p:cTn>
                                        <p:tgtEl>
                                          <p:spTgt spid="37"/>
                                        </p:tgtEl>
                                        <p:attrNameLst>
                                          <p:attrName>style.visibility</p:attrName>
                                        </p:attrNameLst>
                                      </p:cBhvr>
                                      <p:to>
                                        <p:strVal val="hidden"/>
                                      </p:to>
                                    </p:set>
                                  </p:childTnLst>
                                </p:cTn>
                              </p:par>
                            </p:childTnLst>
                          </p:cTn>
                        </p:par>
                      </p:childTnLst>
                    </p:cTn>
                  </p:par>
                </p:childTnLst>
              </p:cTn>
              <p:nextCondLst>
                <p:cond evt="onClick" delay="0">
                  <p:tgtEl>
                    <p:spTgt spid="37"/>
                  </p:tgtEl>
                </p:cond>
              </p:nextCondLst>
            </p:seq>
            <p:seq concurrent="1" nextAc="seek">
              <p:cTn id="8" restart="whenNotActive" fill="hold" evtFilter="cancelBubble" nodeType="interactiveSeq">
                <p:stCondLst>
                  <p:cond evt="onClick" delay="0">
                    <p:tgtEl>
                      <p:spTgt spid="3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38"/>
                                        </p:tgtEl>
                                      </p:cBhvr>
                                    </p:animEffect>
                                    <p:set>
                                      <p:cBhvr>
                                        <p:cTn id="13" dur="1" fill="hold">
                                          <p:stCondLst>
                                            <p:cond delay="499"/>
                                          </p:stCondLst>
                                        </p:cTn>
                                        <p:tgtEl>
                                          <p:spTgt spid="38"/>
                                        </p:tgtEl>
                                        <p:attrNameLst>
                                          <p:attrName>style.visibility</p:attrName>
                                        </p:attrNameLst>
                                      </p:cBhvr>
                                      <p:to>
                                        <p:strVal val="hidden"/>
                                      </p:to>
                                    </p:set>
                                  </p:childTnLst>
                                </p:cTn>
                              </p:par>
                            </p:childTnLst>
                          </p:cTn>
                        </p:par>
                      </p:childTnLst>
                    </p:cTn>
                  </p:par>
                </p:childTnLst>
              </p:cTn>
              <p:nextCondLst>
                <p:cond evt="onClick" delay="0">
                  <p:tgtEl>
                    <p:spTgt spid="38"/>
                  </p:tgtEl>
                </p:cond>
              </p:nextCondLst>
            </p:seq>
            <p:seq concurrent="1" nextAc="seek">
              <p:cTn id="14" restart="whenNotActive" fill="hold" evtFilter="cancelBubble" nodeType="interactiveSeq">
                <p:stCondLst>
                  <p:cond evt="onClick" delay="0">
                    <p:tgtEl>
                      <p:spTgt spid="39"/>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39"/>
                                        </p:tgtEl>
                                      </p:cBhvr>
                                    </p:animEffect>
                                    <p:set>
                                      <p:cBhvr>
                                        <p:cTn id="19" dur="1" fill="hold">
                                          <p:stCondLst>
                                            <p:cond delay="499"/>
                                          </p:stCondLst>
                                        </p:cTn>
                                        <p:tgtEl>
                                          <p:spTgt spid="39"/>
                                        </p:tgtEl>
                                        <p:attrNameLst>
                                          <p:attrName>style.visibility</p:attrName>
                                        </p:attrNameLst>
                                      </p:cBhvr>
                                      <p:to>
                                        <p:strVal val="hidden"/>
                                      </p:to>
                                    </p:set>
                                  </p:childTnLst>
                                </p:cTn>
                              </p:par>
                            </p:childTnLst>
                          </p:cTn>
                        </p:par>
                      </p:childTnLst>
                    </p:cTn>
                  </p:par>
                </p:childTnLst>
              </p:cTn>
              <p:nextCondLst>
                <p:cond evt="onClick" delay="0">
                  <p:tgtEl>
                    <p:spTgt spid="39"/>
                  </p:tgtEl>
                </p:cond>
              </p:nextCondLst>
            </p:seq>
          </p:childTnLst>
        </p:cTn>
      </p:par>
    </p:tnLst>
    <p:bldLst>
      <p:bldP spid="37" grpId="0" bldLvl="0" animBg="1"/>
      <p:bldP spid="38" grpId="0" bldLvl="0" animBg="1"/>
      <p:bldP spid="39"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文本占位符 2"/>
          <p:cNvSpPr>
            <a:spLocks noGrp="1"/>
          </p:cNvSpPr>
          <p:nvPr>
            <p:ph type="body" sz="quarter" idx="13"/>
          </p:nvPr>
        </p:nvSpPr>
        <p:spPr/>
        <p:txBody>
          <a:bodyPr/>
          <a:p>
            <a:endParaRPr lang="zh-CN" altLang="en-US"/>
          </a:p>
        </p:txBody>
      </p:sp>
      <p:sp>
        <p:nvSpPr>
          <p:cNvPr id="4" name="文本占位符 3"/>
          <p:cNvSpPr>
            <a:spLocks noGrp="1"/>
          </p:cNvSpPr>
          <p:nvPr>
            <p:ph type="body" sz="quarter" idx="14"/>
          </p:nvPr>
        </p:nvSpPr>
        <p:spPr/>
        <p:txBody>
          <a:bodyPr/>
          <a:p>
            <a:endParaRPr lang="zh-CN" altLang="en-US"/>
          </a:p>
        </p:txBody>
      </p:sp>
      <p:grpSp>
        <p:nvGrpSpPr>
          <p:cNvPr id="54" name="Content Note"/>
          <p:cNvGrpSpPr/>
          <p:nvPr/>
        </p:nvGrpSpPr>
        <p:grpSpPr>
          <a:xfrm>
            <a:off x="571472" y="494674"/>
            <a:ext cx="8215370" cy="6077847"/>
            <a:chOff x="1475656" y="1268760"/>
            <a:chExt cx="7632848" cy="5670630"/>
          </a:xfrm>
        </p:grpSpPr>
        <p:sp>
          <p:nvSpPr>
            <p:cNvPr id="55" name="矩形 54"/>
            <p:cNvSpPr/>
            <p:nvPr/>
          </p:nvSpPr>
          <p:spPr>
            <a:xfrm>
              <a:off x="1475656" y="1268760"/>
              <a:ext cx="7632848" cy="5670630"/>
            </a:xfrm>
            <a:prstGeom prst="rect">
              <a:avLst/>
            </a:prstGeom>
            <a:solidFill>
              <a:schemeClr val="accent6">
                <a:lumMod val="20000"/>
                <a:lumOff val="80000"/>
              </a:schemeClr>
            </a:solidFill>
            <a:ln>
              <a:solidFill>
                <a:srgbClr val="CB8B02"/>
              </a:solidFill>
            </a:ln>
            <a:effectLst>
              <a:outerShdw blurRad="279400" dist="63500" dir="7800000" sx="101000" sy="101000" algn="t" rotWithShape="0">
                <a:prstClr val="black">
                  <a:alpha val="6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TextBox 55"/>
            <p:cNvSpPr txBox="1"/>
            <p:nvPr/>
          </p:nvSpPr>
          <p:spPr>
            <a:xfrm>
              <a:off x="1475656" y="1268760"/>
              <a:ext cx="7632848" cy="369332"/>
            </a:xfrm>
            <a:prstGeom prst="rect">
              <a:avLst/>
            </a:prstGeom>
            <a:solidFill>
              <a:srgbClr val="CB8B02"/>
            </a:solidFill>
          </p:spPr>
          <p:txBody>
            <a:bodyPr wrap="square" rtlCol="0">
              <a:noAutofit/>
            </a:bodyPr>
            <a:lstStyle/>
            <a:p>
              <a:r>
                <a:rPr lang="en-US" altLang="zh-CN" b="1" dirty="0" smtClean="0">
                  <a:solidFill>
                    <a:schemeClr val="bg1"/>
                  </a:solidFill>
                  <a:latin typeface="+mj-lt"/>
                </a:rPr>
                <a:t>Content Note</a:t>
              </a:r>
              <a:endParaRPr lang="zh-CN" altLang="en-US" b="1">
                <a:solidFill>
                  <a:schemeClr val="bg1"/>
                </a:solidFill>
                <a:latin typeface="+mj-lt"/>
              </a:endParaRPr>
            </a:p>
          </p:txBody>
        </p:sp>
        <p:sp>
          <p:nvSpPr>
            <p:cNvPr id="57" name="TextBox 56"/>
            <p:cNvSpPr txBox="1"/>
            <p:nvPr/>
          </p:nvSpPr>
          <p:spPr>
            <a:xfrm>
              <a:off x="1547664" y="1788874"/>
              <a:ext cx="7416824" cy="5053937"/>
            </a:xfrm>
            <a:prstGeom prst="rect">
              <a:avLst/>
            </a:prstGeom>
            <a:noFill/>
          </p:spPr>
          <p:txBody>
            <a:bodyPr wrap="square" rtlCol="0">
              <a:spAutoFit/>
            </a:bodyPr>
            <a:lstStyle/>
            <a:p>
              <a:pPr indent="355600">
                <a:spcAft>
                  <a:spcPts val="1200"/>
                </a:spcAft>
                <a:buClr>
                  <a:schemeClr val="accent3"/>
                </a:buClr>
                <a:buSzPct val="50000"/>
              </a:pPr>
              <a:r>
                <a:rPr lang="en-US" altLang="zh-CN" sz="2400" dirty="0" smtClean="0"/>
                <a:t>In a fashion show designers give an artistic presentation of their high-end lines of clothing. Fashion shows are meant to be entertaining and are expected to be a type of art exhibition. The designer’s style and sense of fashion is being presented as much as the clothes, which is why the models’ hair design and makeup are also often extreme and eye-catching.</a:t>
              </a:r>
              <a:endParaRPr lang="en-US" altLang="zh-CN" sz="2400" dirty="0" smtClean="0"/>
            </a:p>
            <a:p>
              <a:pPr indent="355600">
                <a:spcAft>
                  <a:spcPts val="1200"/>
                </a:spcAft>
                <a:buClr>
                  <a:schemeClr val="accent3"/>
                </a:buClr>
                <a:buSzPct val="50000"/>
              </a:pPr>
              <a:r>
                <a:rPr lang="en-US" altLang="zh-CN" sz="2400" dirty="0" smtClean="0"/>
                <a:t>Note that the more extreme clothes showcased in a fashion show are usually not found in regular stores,but instead are considered to be </a:t>
              </a:r>
              <a:r>
                <a:rPr lang="en-US" altLang="zh-CN" sz="2400" b="1" i="1" dirty="0" smtClean="0"/>
                <a:t>couture</a:t>
              </a:r>
              <a:r>
                <a:rPr lang="en-US" altLang="zh-CN" sz="2400" dirty="0" smtClean="0"/>
                <a:t>, representing the most expensive and highest end versions of that designer’s current line of clothing. For example, there might be only one version of a very high-end dress available for that season. A designer’s ready-to-wear line includes the clothes that are mass-produced for the general public. These clothes can be bought in stores.</a:t>
              </a:r>
              <a:endParaRPr lang="en-US" altLang="zh-CN" sz="2400" dirty="0" smtClean="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anim calcmode="lin" valueType="num">
                                      <p:cBhvr>
                                        <p:cTn id="8" dur="500" fill="hold"/>
                                        <p:tgtEl>
                                          <p:spTgt spid="54"/>
                                        </p:tgtEl>
                                        <p:attrNameLst>
                                          <p:attrName>ppt_x</p:attrName>
                                        </p:attrNameLst>
                                      </p:cBhvr>
                                      <p:tavLst>
                                        <p:tav tm="0">
                                          <p:val>
                                            <p:strVal val="#ppt_x"/>
                                          </p:val>
                                        </p:tav>
                                        <p:tav tm="100000">
                                          <p:val>
                                            <p:strVal val="#ppt_x"/>
                                          </p:val>
                                        </p:tav>
                                      </p:tavLst>
                                    </p:anim>
                                    <p:anim calcmode="lin" valueType="num">
                                      <p:cBhvr>
                                        <p:cTn id="9" dur="500" fill="hold"/>
                                        <p:tgtEl>
                                          <p:spTgt spid="5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10" restart="whenNotActive" fill="hold" evtFilter="cancelBubble" nodeType="interactiveSeq">
                <p:stCondLst>
                  <p:cond evt="onClick" delay="0">
                    <p:tgtEl>
                      <p:spTgt spid="54"/>
                    </p:tgtEl>
                  </p:cond>
                </p:stCondLst>
                <p:endSync evt="end" delay="0">
                  <p:rtn val="all"/>
                </p:endSync>
                <p:childTnLst>
                  <p:par>
                    <p:cTn id="11" fill="hold">
                      <p:stCondLst>
                        <p:cond delay="0"/>
                      </p:stCondLst>
                      <p:childTnLst>
                        <p:par>
                          <p:cTn id="12" fill="hold">
                            <p:stCondLst>
                              <p:cond delay="0"/>
                            </p:stCondLst>
                            <p:childTnLst>
                              <p:par>
                                <p:cTn id="13" presetID="47" presetClass="exit" presetSubtype="0" fill="hold" nodeType="clickEffect">
                                  <p:stCondLst>
                                    <p:cond delay="0"/>
                                  </p:stCondLst>
                                  <p:childTnLst>
                                    <p:animEffect transition="out" filter="fade">
                                      <p:cBhvr>
                                        <p:cTn id="14" dur="500"/>
                                        <p:tgtEl>
                                          <p:spTgt spid="54"/>
                                        </p:tgtEl>
                                      </p:cBhvr>
                                    </p:animEffect>
                                    <p:anim calcmode="lin" valueType="num">
                                      <p:cBhvr>
                                        <p:cTn id="15" dur="500"/>
                                        <p:tgtEl>
                                          <p:spTgt spid="54"/>
                                        </p:tgtEl>
                                        <p:attrNameLst>
                                          <p:attrName>ppt_x</p:attrName>
                                        </p:attrNameLst>
                                      </p:cBhvr>
                                      <p:tavLst>
                                        <p:tav tm="0">
                                          <p:val>
                                            <p:strVal val="ppt_x"/>
                                          </p:val>
                                        </p:tav>
                                        <p:tav tm="100000">
                                          <p:val>
                                            <p:strVal val="ppt_x"/>
                                          </p:val>
                                        </p:tav>
                                      </p:tavLst>
                                    </p:anim>
                                    <p:anim calcmode="lin" valueType="num">
                                      <p:cBhvr>
                                        <p:cTn id="16" dur="500"/>
                                        <p:tgtEl>
                                          <p:spTgt spid="54"/>
                                        </p:tgtEl>
                                        <p:attrNameLst>
                                          <p:attrName>ppt_y</p:attrName>
                                        </p:attrNameLst>
                                      </p:cBhvr>
                                      <p:tavLst>
                                        <p:tav tm="0">
                                          <p:val>
                                            <p:strVal val="ppt_y"/>
                                          </p:val>
                                        </p:tav>
                                        <p:tav tm="100000">
                                          <p:val>
                                            <p:strVal val="ppt_y-.1"/>
                                          </p:val>
                                        </p:tav>
                                      </p:tavLst>
                                    </p:anim>
                                    <p:set>
                                      <p:cBhvr>
                                        <p:cTn id="17" dur="1" fill="hold">
                                          <p:stCondLst>
                                            <p:cond delay="499"/>
                                          </p:stCondLst>
                                        </p:cTn>
                                        <p:tgtEl>
                                          <p:spTgt spid="54"/>
                                        </p:tgtEl>
                                        <p:attrNameLst>
                                          <p:attrName>style.visibility</p:attrName>
                                        </p:attrNameLst>
                                      </p:cBhvr>
                                      <p:to>
                                        <p:strVal val="hidden"/>
                                      </p:to>
                                    </p:set>
                                  </p:childTnLst>
                                </p:cTn>
                              </p:par>
                            </p:childTnLst>
                          </p:cTn>
                        </p:par>
                      </p:childTnLst>
                    </p:cTn>
                  </p:par>
                </p:childTnLst>
              </p:cTn>
              <p:nextCondLst>
                <p:cond evt="onClick" delay="0">
                  <p:tgtEl>
                    <p:spTgt spid="54"/>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文本占位符 2"/>
          <p:cNvSpPr>
            <a:spLocks noGrp="1"/>
          </p:cNvSpPr>
          <p:nvPr>
            <p:ph type="body" sz="quarter" idx="13"/>
          </p:nvPr>
        </p:nvSpPr>
        <p:spPr/>
        <p:txBody>
          <a:bodyPr/>
          <a:p>
            <a:endParaRPr lang="zh-CN" altLang="en-US"/>
          </a:p>
        </p:txBody>
      </p:sp>
      <p:sp>
        <p:nvSpPr>
          <p:cNvPr id="4" name="文本占位符 3"/>
          <p:cNvSpPr>
            <a:spLocks noGrp="1"/>
          </p:cNvSpPr>
          <p:nvPr>
            <p:ph type="body" sz="quarter" idx="14"/>
          </p:nvPr>
        </p:nvSpPr>
        <p:spPr/>
        <p:txBody>
          <a:bodyPr/>
          <a:p>
            <a:endParaRPr lang="zh-CN" altLang="en-US"/>
          </a:p>
        </p:txBody>
      </p:sp>
      <p:grpSp>
        <p:nvGrpSpPr>
          <p:cNvPr id="50" name="Language Note"/>
          <p:cNvGrpSpPr/>
          <p:nvPr/>
        </p:nvGrpSpPr>
        <p:grpSpPr>
          <a:xfrm>
            <a:off x="1285852" y="1357298"/>
            <a:ext cx="6429420" cy="4429156"/>
            <a:chOff x="2699792" y="1268760"/>
            <a:chExt cx="5184576" cy="6000792"/>
          </a:xfrm>
        </p:grpSpPr>
        <p:sp>
          <p:nvSpPr>
            <p:cNvPr id="51" name="矩形 50"/>
            <p:cNvSpPr/>
            <p:nvPr/>
          </p:nvSpPr>
          <p:spPr>
            <a:xfrm>
              <a:off x="2699792" y="1268760"/>
              <a:ext cx="5184576" cy="6000792"/>
            </a:xfrm>
            <a:prstGeom prst="rect">
              <a:avLst/>
            </a:prstGeom>
            <a:solidFill>
              <a:schemeClr val="accent3">
                <a:lumMod val="20000"/>
                <a:lumOff val="80000"/>
              </a:schemeClr>
            </a:solidFill>
            <a:ln>
              <a:solidFill>
                <a:schemeClr val="accent3"/>
              </a:solidFill>
            </a:ln>
            <a:effectLst>
              <a:outerShdw blurRad="279400" dist="63500" dir="7800000" sx="101000" sy="101000" algn="t" rotWithShape="0">
                <a:prstClr val="black">
                  <a:alpha val="6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TextBox 51"/>
            <p:cNvSpPr txBox="1"/>
            <p:nvPr/>
          </p:nvSpPr>
          <p:spPr>
            <a:xfrm>
              <a:off x="2699792" y="1268760"/>
              <a:ext cx="5184576" cy="483935"/>
            </a:xfrm>
            <a:prstGeom prst="rect">
              <a:avLst/>
            </a:prstGeom>
            <a:solidFill>
              <a:schemeClr val="accent3"/>
            </a:solidFill>
          </p:spPr>
          <p:txBody>
            <a:bodyPr wrap="square" rtlCol="0">
              <a:noAutofit/>
            </a:bodyPr>
            <a:lstStyle/>
            <a:p>
              <a:r>
                <a:rPr lang="en-US" altLang="zh-CN" b="1" dirty="0" smtClean="0">
                  <a:solidFill>
                    <a:schemeClr val="bg1"/>
                  </a:solidFill>
                  <a:latin typeface="+mj-lt"/>
                </a:rPr>
                <a:t>Language Note</a:t>
              </a:r>
              <a:endParaRPr lang="zh-CN" altLang="en-US" b="1">
                <a:solidFill>
                  <a:schemeClr val="bg1"/>
                </a:solidFill>
                <a:latin typeface="+mj-lt"/>
              </a:endParaRPr>
            </a:p>
          </p:txBody>
        </p:sp>
        <p:sp>
          <p:nvSpPr>
            <p:cNvPr id="53" name="TextBox 52"/>
            <p:cNvSpPr txBox="1"/>
            <p:nvPr/>
          </p:nvSpPr>
          <p:spPr>
            <a:xfrm>
              <a:off x="2796700" y="1783076"/>
              <a:ext cx="4968552" cy="4628563"/>
            </a:xfrm>
            <a:prstGeom prst="rect">
              <a:avLst/>
            </a:prstGeom>
            <a:noFill/>
          </p:spPr>
          <p:txBody>
            <a:bodyPr wrap="square" rtlCol="0">
              <a:spAutoFit/>
            </a:bodyPr>
            <a:lstStyle/>
            <a:p>
              <a:pPr marL="265430" indent="-265430">
                <a:spcAft>
                  <a:spcPts val="1200"/>
                </a:spcAft>
                <a:buClr>
                  <a:schemeClr val="accent3"/>
                </a:buClr>
                <a:buSzPct val="50000"/>
                <a:buFont typeface="Wingdings" panose="05000000000000000000" pitchFamily="2" charset="2"/>
                <a:buChar char="l"/>
              </a:pPr>
              <a:r>
                <a:rPr lang="en-US" altLang="zh-CN" sz="2400" dirty="0" smtClean="0"/>
                <a:t>The term </a:t>
              </a:r>
              <a:r>
                <a:rPr lang="en-US" altLang="zh-CN" sz="2400" b="1" dirty="0" smtClean="0"/>
                <a:t>fashion</a:t>
              </a:r>
              <a:r>
                <a:rPr lang="en-US" altLang="zh-CN" sz="2400" dirty="0" smtClean="0"/>
                <a:t> usually refers to what is popular at that moment in clothing styles. Fashion designers make designs and clothes. Fashion magazines share the latest fashion trends with readers. Most people have a certain fashion sense, which means they like to wear one type of style and buy clothes in that style. Some examples of styles include: </a:t>
              </a:r>
              <a:r>
                <a:rPr lang="en-US" altLang="zh-CN" sz="2400" b="1" i="1" dirty="0" smtClean="0"/>
                <a:t>preppy, sporty, edgy, hip hop, punk, boho, casual, formal, professional.</a:t>
              </a:r>
              <a:endParaRPr lang="en-US" altLang="zh-CN" sz="2400" b="1" i="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anim calcmode="lin" valueType="num">
                                      <p:cBhvr>
                                        <p:cTn id="8" dur="500" fill="hold"/>
                                        <p:tgtEl>
                                          <p:spTgt spid="50"/>
                                        </p:tgtEl>
                                        <p:attrNameLst>
                                          <p:attrName>ppt_x</p:attrName>
                                        </p:attrNameLst>
                                      </p:cBhvr>
                                      <p:tavLst>
                                        <p:tav tm="0">
                                          <p:val>
                                            <p:strVal val="#ppt_x"/>
                                          </p:val>
                                        </p:tav>
                                        <p:tav tm="100000">
                                          <p:val>
                                            <p:strVal val="#ppt_x"/>
                                          </p:val>
                                        </p:tav>
                                      </p:tavLst>
                                    </p:anim>
                                    <p:anim calcmode="lin" valueType="num">
                                      <p:cBhvr>
                                        <p:cTn id="9" dur="500" fill="hold"/>
                                        <p:tgtEl>
                                          <p:spTgt spid="5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seq concurrent="1" nextAc="seek">
              <p:cTn id="10" restart="whenNotActive" fill="hold" evtFilter="cancelBubble" nodeType="interactiveSeq">
                <p:stCondLst>
                  <p:cond evt="onClick" delay="0">
                    <p:tgtEl>
                      <p:spTgt spid="50"/>
                    </p:tgtEl>
                  </p:cond>
                </p:stCondLst>
                <p:endSync evt="end" delay="0">
                  <p:rtn val="all"/>
                </p:endSync>
                <p:childTnLst>
                  <p:par>
                    <p:cTn id="11" fill="hold">
                      <p:stCondLst>
                        <p:cond delay="0"/>
                      </p:stCondLst>
                      <p:childTnLst>
                        <p:par>
                          <p:cTn id="12" fill="hold">
                            <p:stCondLst>
                              <p:cond delay="0"/>
                            </p:stCondLst>
                            <p:childTnLst>
                              <p:par>
                                <p:cTn id="13" presetID="47" presetClass="exit" presetSubtype="0" fill="hold" nodeType="clickEffect">
                                  <p:stCondLst>
                                    <p:cond delay="0"/>
                                  </p:stCondLst>
                                  <p:childTnLst>
                                    <p:animEffect transition="out" filter="fade">
                                      <p:cBhvr>
                                        <p:cTn id="14" dur="500"/>
                                        <p:tgtEl>
                                          <p:spTgt spid="50"/>
                                        </p:tgtEl>
                                      </p:cBhvr>
                                    </p:animEffect>
                                    <p:anim calcmode="lin" valueType="num">
                                      <p:cBhvr>
                                        <p:cTn id="15" dur="500"/>
                                        <p:tgtEl>
                                          <p:spTgt spid="50"/>
                                        </p:tgtEl>
                                        <p:attrNameLst>
                                          <p:attrName>ppt_x</p:attrName>
                                        </p:attrNameLst>
                                      </p:cBhvr>
                                      <p:tavLst>
                                        <p:tav tm="0">
                                          <p:val>
                                            <p:strVal val="ppt_x"/>
                                          </p:val>
                                        </p:tav>
                                        <p:tav tm="100000">
                                          <p:val>
                                            <p:strVal val="ppt_x"/>
                                          </p:val>
                                        </p:tav>
                                      </p:tavLst>
                                    </p:anim>
                                    <p:anim calcmode="lin" valueType="num">
                                      <p:cBhvr>
                                        <p:cTn id="16" dur="500"/>
                                        <p:tgtEl>
                                          <p:spTgt spid="50"/>
                                        </p:tgtEl>
                                        <p:attrNameLst>
                                          <p:attrName>ppt_y</p:attrName>
                                        </p:attrNameLst>
                                      </p:cBhvr>
                                      <p:tavLst>
                                        <p:tav tm="0">
                                          <p:val>
                                            <p:strVal val="ppt_y"/>
                                          </p:val>
                                        </p:tav>
                                        <p:tav tm="100000">
                                          <p:val>
                                            <p:strVal val="ppt_y-.1"/>
                                          </p:val>
                                        </p:tav>
                                      </p:tavLst>
                                    </p:anim>
                                    <p:set>
                                      <p:cBhvr>
                                        <p:cTn id="17" dur="1" fill="hold">
                                          <p:stCondLst>
                                            <p:cond delay="499"/>
                                          </p:stCondLst>
                                        </p:cTn>
                                        <p:tgtEl>
                                          <p:spTgt spid="50"/>
                                        </p:tgtEl>
                                        <p:attrNameLst>
                                          <p:attrName>style.visibility</p:attrName>
                                        </p:attrNameLst>
                                      </p:cBhvr>
                                      <p:to>
                                        <p:strVal val="hidden"/>
                                      </p:to>
                                    </p:set>
                                  </p:childTnLst>
                                </p:cTn>
                              </p:par>
                            </p:childTnLst>
                          </p:cTn>
                        </p:par>
                      </p:childTnLst>
                    </p:cTn>
                  </p:par>
                </p:childTnLst>
              </p:cTn>
              <p:nextCondLst>
                <p:cond evt="onClick" delay="0">
                  <p:tgtEl>
                    <p:spTgt spid="50"/>
                  </p:tgtEl>
                </p:cond>
              </p:nextCondLst>
            </p:seq>
          </p:childTnLst>
        </p:cTn>
      </p:par>
    </p:tnLst>
  </p:timing>
</p:sld>
</file>

<file path=ppt/tags/tag1.xml><?xml version="1.0" encoding="utf-8"?>
<p:tagLst xmlns:p="http://schemas.openxmlformats.org/presentationml/2006/main">
  <p:tag name="commondata" val="eyJoZGlkIjoiZWNhNzhjZGJkMzMzZjhhNWJmN2E2YWM2ZDMyYWYwN2YifQ=="/>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582957"/>
      </a:dk2>
      <a:lt2>
        <a:srgbClr val="EEECE1"/>
      </a:lt2>
      <a:accent1>
        <a:srgbClr val="4F81BD"/>
      </a:accent1>
      <a:accent2>
        <a:srgbClr val="C0504D"/>
      </a:accent2>
      <a:accent3>
        <a:srgbClr val="88BB16"/>
      </a:accent3>
      <a:accent4>
        <a:srgbClr val="D496D3"/>
      </a:accent4>
      <a:accent5>
        <a:srgbClr val="4BACC6"/>
      </a:accent5>
      <a:accent6>
        <a:srgbClr val="FEE200"/>
      </a:accent6>
      <a:hlink>
        <a:srgbClr val="0000FF"/>
      </a:hlink>
      <a:folHlink>
        <a:srgbClr val="800080"/>
      </a:folHlink>
    </a:clrScheme>
    <a:fontScheme name="进阶试听说">
      <a:majorFont>
        <a:latin typeface="Roboto Condensed"/>
        <a:ea typeface="微软雅黑"/>
        <a:cs typeface=""/>
      </a:majorFont>
      <a:minorFont>
        <a:latin typeface="Neuton"/>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2375</Words>
  <Application>WPS 演示</Application>
  <PresentationFormat>全屏显示(4:3)</PresentationFormat>
  <Paragraphs>32</Paragraphs>
  <Slides>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vt:i4>
      </vt:variant>
    </vt:vector>
  </HeadingPairs>
  <TitlesOfParts>
    <vt:vector size="12" baseType="lpstr">
      <vt:lpstr>Arial</vt:lpstr>
      <vt:lpstr>宋体</vt:lpstr>
      <vt:lpstr>Wingdings</vt:lpstr>
      <vt:lpstr>Neuton</vt:lpstr>
      <vt:lpstr>Roboto Condensed</vt:lpstr>
      <vt:lpstr>微软雅黑</vt:lpstr>
      <vt:lpstr>Arial Unicode MS</vt:lpstr>
      <vt:lpstr>Calibri</vt:lpstr>
      <vt:lpstr>Office 主题</vt:lpstr>
      <vt:lpstr>Part I Warm Up</vt:lpstr>
      <vt:lpstr>PowerPoint 演示文稿</vt:lpstr>
      <vt:lpstr>PowerPoint 演示文稿</vt:lpstr>
    </vt:vector>
  </TitlesOfParts>
  <Company>cmet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old9</dc:creator>
  <cp:lastModifiedBy>别急躁</cp:lastModifiedBy>
  <cp:revision>122</cp:revision>
  <dcterms:created xsi:type="dcterms:W3CDTF">2017-12-23T09:29:00Z</dcterms:created>
  <dcterms:modified xsi:type="dcterms:W3CDTF">2024-08-27T05:21:43Z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8BA2E21E450447E28AB4CEA141D4B632_13</vt:lpwstr>
  </property>
  <property fmtid="{D5CDD505-2E9C-101B-9397-08002B2CF9AE}" pid="3" name="KSOProductBuildVer">
    <vt:lpwstr>2052-12.1.0.17857</vt:lpwstr>
  </property>
</Properties>
</file>