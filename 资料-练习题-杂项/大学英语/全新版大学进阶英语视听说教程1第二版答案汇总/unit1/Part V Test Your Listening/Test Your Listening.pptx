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62" r:id="rId4"/>
  </p:sldIdLst>
  <p:sldSz cx="9144000" cy="6858000" type="screen4x3"/>
  <p:notesSz cx="6858000" cy="9144000"/>
  <p:embeddedFontLst>
    <p:embeddedFont>
      <p:font typeface="等线" panose="02010600030101010101" pitchFamily="2" charset="-122"/>
      <p:regular r:id="rId10"/>
    </p:embeddedFon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672"/>
    <a:srgbClr val="AF88B6"/>
    <a:srgbClr val="FFDD33"/>
    <a:srgbClr val="FFFFFF"/>
    <a:srgbClr val="3C153B"/>
    <a:srgbClr val="9D6BA5"/>
    <a:srgbClr val="B35DB1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 autoAdjust="0"/>
    <p:restoredTop sz="93686" autoAdjust="0"/>
  </p:normalViewPr>
  <p:slideViewPr>
    <p:cSldViewPr showGuides="1">
      <p:cViewPr varScale="1">
        <p:scale>
          <a:sx n="97" d="100"/>
          <a:sy n="97" d="100"/>
        </p:scale>
        <p:origin x="94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20" Type="http://schemas.openxmlformats.org/officeDocument/2006/relationships/font" Target="fonts/font11.fntdata"/><Relationship Id="rId2" Type="http://schemas.openxmlformats.org/officeDocument/2006/relationships/theme" Target="theme/theme1.xml"/><Relationship Id="rId19" Type="http://schemas.openxmlformats.org/officeDocument/2006/relationships/font" Target="fonts/font10.fntdata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328086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 </a:t>
            </a:r>
            <a:r>
              <a:rPr lang="en-US" altLang="zh-CN" sz="2000" b="1" i="0" u="none" strike="noStrike" kern="1200" baseline="0" dirty="0" smtClean="0">
                <a:solidFill>
                  <a:srgbClr val="515672"/>
                </a:solidFill>
                <a:latin typeface="+mj-lt"/>
                <a:ea typeface="+mn-ea"/>
                <a:cs typeface="+mn-cs"/>
              </a:rPr>
              <a:t>Test Your Listening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1_Script1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1.pptx" TargetMode="External"/><Relationship Id="rId2" Type="http://schemas.openxmlformats.org/officeDocument/2006/relationships/slide" Target="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1.mp3"/><Relationship Id="rId10" Type="http://schemas.openxmlformats.org/officeDocument/2006/relationships/audio" Target="../media/media1.mp3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2.xml"/><Relationship Id="rId8" Type="http://schemas.openxmlformats.org/officeDocument/2006/relationships/slide" Target="slide1.xml"/><Relationship Id="rId7" Type="http://schemas.openxmlformats.org/officeDocument/2006/relationships/image" Target="../media/image6.emf"/><Relationship Id="rId6" Type="http://schemas.openxmlformats.org/officeDocument/2006/relationships/hyperlink" Target="U1_Script2.mp3" TargetMode="External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2.mp3"/><Relationship Id="rId10" Type="http://schemas.openxmlformats.org/officeDocument/2006/relationships/audio" Target="../media/media2.mp3"/><Relationship Id="rId1" Type="http://schemas.openxmlformats.org/officeDocument/2006/relationships/hyperlink" Target="Script2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9325" cy="742156"/>
          </a:xfrm>
        </p:spPr>
        <p:txBody>
          <a:bodyPr>
            <a:noAutofit/>
          </a:bodyPr>
          <a:lstStyle/>
          <a:p>
            <a:pPr algn="just"/>
            <a:r>
              <a:rPr lang="en-US" altLang="zh-CN" b="1" spc="-50" dirty="0"/>
              <a:t>Directions: </a:t>
            </a:r>
            <a:r>
              <a:rPr lang="en-US" altLang="zh-CN" i="1" spc="-50" dirty="0"/>
              <a:t>In this section, you will hear a long conversation. At the end of the conversation,</a:t>
            </a:r>
            <a:r>
              <a:rPr lang="en-US" altLang="zh-CN" i="1" dirty="0"/>
              <a:t> </a:t>
            </a:r>
            <a:r>
              <a:rPr lang="en-US" altLang="zh-CN" i="1" spc="10" dirty="0"/>
              <a:t>you will hear four questions. Both the conversation and the questions will be spoken</a:t>
            </a:r>
            <a:r>
              <a:rPr lang="en-US" altLang="zh-CN" i="1" dirty="0"/>
              <a:t> only once. After you hear a question, choose the best answer.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A Long Conversation   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Section B Passage</a:t>
            </a:r>
            <a:endParaRPr lang="en-US" altLang="zh-CN" sz="1600" b="0" i="0" u="none" strike="noStrike" baseline="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4" name="btn-Part 1">
            <a:hlinkClick r:id="rId1" action="ppaction://hlinksldjump"/>
          </p:cNvPr>
          <p:cNvSpPr/>
          <p:nvPr/>
        </p:nvSpPr>
        <p:spPr>
          <a:xfrm>
            <a:off x="2843808" y="536656"/>
            <a:ext cx="1584176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btn-Part 1">
            <a:hlinkClick r:id="rId2" action="ppaction://hlinksldjump"/>
          </p:cNvPr>
          <p:cNvSpPr/>
          <p:nvPr/>
        </p:nvSpPr>
        <p:spPr>
          <a:xfrm>
            <a:off x="117028" y="528464"/>
            <a:ext cx="2366739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2398812"/>
            <a:ext cx="8569325" cy="742156"/>
          </a:xfrm>
        </p:spPr>
        <p:txBody>
          <a:bodyPr>
            <a:noAutofit/>
          </a:bodyPr>
          <a:lstStyle/>
          <a:p>
            <a:pPr algn="just"/>
            <a:r>
              <a:rPr lang="en-US" altLang="zh-CN" b="1" dirty="0"/>
              <a:t>Questions 1 to 4 are based on the conversation you have just heard.</a:t>
            </a:r>
            <a:endParaRPr lang="en-US" altLang="zh-CN" b="1" dirty="0"/>
          </a:p>
          <a:p>
            <a:r>
              <a:rPr lang="en-US" altLang="zh-CN" b="1" dirty="0">
                <a:latin typeface="+mn-lt"/>
              </a:rPr>
              <a:t>1. </a:t>
            </a:r>
            <a:endParaRPr lang="en-US" altLang="zh-CN" b="1" dirty="0">
              <a:latin typeface="+mn-lt"/>
            </a:endParaRPr>
          </a:p>
          <a:p>
            <a:endParaRPr lang="en-US" altLang="zh-CN" b="1" dirty="0">
              <a:latin typeface="+mn-lt"/>
            </a:endParaRPr>
          </a:p>
          <a:p>
            <a:endParaRPr lang="en-US" altLang="zh-CN" b="1" dirty="0">
              <a:latin typeface="+mn-lt"/>
            </a:endParaRPr>
          </a:p>
          <a:p>
            <a:endParaRPr lang="en-US" altLang="zh-CN" b="1" dirty="0">
              <a:latin typeface="+mn-lt"/>
            </a:endParaRPr>
          </a:p>
          <a:p>
            <a:r>
              <a:rPr lang="en-US" altLang="zh-CN" b="1" dirty="0">
                <a:latin typeface="+mn-lt"/>
              </a:rPr>
              <a:t>2. </a:t>
            </a:r>
            <a:endParaRPr lang="en-US" altLang="zh-CN" dirty="0">
              <a:latin typeface="+mn-lt"/>
            </a:endParaRPr>
          </a:p>
          <a:p>
            <a:endParaRPr lang="en-US" altLang="zh-CN" dirty="0">
              <a:latin typeface="+mn-lt"/>
            </a:endParaRPr>
          </a:p>
          <a:p>
            <a:r>
              <a:rPr lang="en-US" altLang="zh-CN" b="1" dirty="0">
                <a:latin typeface="+mn-lt"/>
              </a:rPr>
              <a:t>3. </a:t>
            </a:r>
            <a:endParaRPr lang="en-US" altLang="zh-CN" dirty="0">
              <a:latin typeface="+mn-lt"/>
            </a:endParaRPr>
          </a:p>
          <a:p>
            <a:r>
              <a:rPr lang="en-US" altLang="zh-CN" b="1" dirty="0">
                <a:latin typeface="+mn-lt"/>
              </a:rPr>
              <a:t>4. </a:t>
            </a:r>
            <a:endParaRPr lang="en-US" altLang="zh-CN" dirty="0">
              <a:latin typeface="+mn-lt"/>
            </a:endParaRPr>
          </a:p>
        </p:txBody>
      </p:sp>
      <p:sp>
        <p:nvSpPr>
          <p:cNvPr id="3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590550" y="2398812"/>
            <a:ext cx="8302625" cy="742156"/>
          </a:xfrm>
        </p:spPr>
        <p:txBody>
          <a:bodyPr>
            <a:noAutofit/>
          </a:bodyPr>
          <a:lstStyle/>
          <a:p>
            <a:pPr algn="just"/>
            <a:endParaRPr lang="en-US" altLang="zh-CN" dirty="0"/>
          </a:p>
          <a:p>
            <a:pPr algn="just"/>
            <a:r>
              <a:rPr lang="en-US" altLang="zh-CN" dirty="0">
                <a:latin typeface="+mn-lt"/>
              </a:rPr>
              <a:t>A. The differences between human bodies.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B. The evolution of human faces.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C. The variation of human features.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D. The traits of human beings.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A. By their height.                                   </a:t>
            </a:r>
            <a:r>
              <a:rPr lang="en-US" altLang="zh-CN" dirty="0" smtClean="0">
                <a:latin typeface="+mn-lt"/>
              </a:rPr>
              <a:t>                      </a:t>
            </a:r>
            <a:r>
              <a:rPr lang="en-US" altLang="zh-CN" dirty="0">
                <a:latin typeface="+mn-lt"/>
              </a:rPr>
              <a:t>B. By their gait.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C. By their facial features.                    </a:t>
            </a:r>
            <a:r>
              <a:rPr lang="en-US" altLang="zh-CN" dirty="0" smtClean="0">
                <a:latin typeface="+mn-lt"/>
              </a:rPr>
              <a:t>                   </a:t>
            </a:r>
            <a:r>
              <a:rPr lang="en-US" altLang="zh-CN" dirty="0">
                <a:latin typeface="+mn-lt"/>
              </a:rPr>
              <a:t>D. By their expressions.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A. Smell.            </a:t>
            </a:r>
            <a:r>
              <a:rPr lang="en-US" altLang="zh-CN" dirty="0" smtClean="0">
                <a:latin typeface="+mn-lt"/>
              </a:rPr>
              <a:t>                    </a:t>
            </a:r>
            <a:r>
              <a:rPr lang="en-US" altLang="zh-CN" dirty="0">
                <a:latin typeface="+mn-lt"/>
              </a:rPr>
              <a:t>B. Face.    </a:t>
            </a:r>
            <a:r>
              <a:rPr lang="en-US" altLang="zh-CN" dirty="0" smtClean="0">
                <a:latin typeface="+mn-lt"/>
              </a:rPr>
              <a:t>                           </a:t>
            </a:r>
            <a:r>
              <a:rPr lang="en-US" altLang="zh-CN" dirty="0">
                <a:latin typeface="+mn-lt"/>
              </a:rPr>
              <a:t>C. Height.       </a:t>
            </a:r>
            <a:r>
              <a:rPr lang="en-US" altLang="zh-CN" dirty="0" smtClean="0">
                <a:latin typeface="+mn-lt"/>
              </a:rPr>
              <a:t>                         </a:t>
            </a:r>
            <a:r>
              <a:rPr lang="en-US" altLang="zh-CN" dirty="0">
                <a:latin typeface="+mn-lt"/>
              </a:rPr>
              <a:t>D. Gait.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A. Facial traits are independent of other facial traits, unlike most bodily traits.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B. Facial traits are more unique than other bodily traits.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C. People with widely spaced eyes have longer noses.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D. People with longer arms don’t have longer legs.</a:t>
            </a:r>
            <a:endParaRPr lang="zh-CN" altLang="en-US" dirty="0">
              <a:latin typeface="+mn-lt"/>
            </a:endParaRPr>
          </a:p>
        </p:txBody>
      </p:sp>
      <p:sp>
        <p:nvSpPr>
          <p:cNvPr id="18" name="同心圆 17"/>
          <p:cNvSpPr/>
          <p:nvPr/>
        </p:nvSpPr>
        <p:spPr>
          <a:xfrm>
            <a:off x="499493" y="3054822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热区"/>
          <p:cNvSpPr/>
          <p:nvPr/>
        </p:nvSpPr>
        <p:spPr>
          <a:xfrm>
            <a:off x="371474" y="2820366"/>
            <a:ext cx="4632573" cy="14007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同心圆 19"/>
          <p:cNvSpPr/>
          <p:nvPr/>
        </p:nvSpPr>
        <p:spPr>
          <a:xfrm>
            <a:off x="499493" y="4512693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热区"/>
          <p:cNvSpPr/>
          <p:nvPr/>
        </p:nvSpPr>
        <p:spPr>
          <a:xfrm>
            <a:off x="324644" y="4325862"/>
            <a:ext cx="6551612" cy="604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同心圆 21"/>
          <p:cNvSpPr/>
          <p:nvPr/>
        </p:nvSpPr>
        <p:spPr>
          <a:xfrm>
            <a:off x="499493" y="4882968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热区"/>
          <p:cNvSpPr/>
          <p:nvPr/>
        </p:nvSpPr>
        <p:spPr>
          <a:xfrm>
            <a:off x="371474" y="5024876"/>
            <a:ext cx="7224862" cy="2664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同心圆 27"/>
          <p:cNvSpPr/>
          <p:nvPr/>
        </p:nvSpPr>
        <p:spPr>
          <a:xfrm>
            <a:off x="499493" y="5272214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热区"/>
          <p:cNvSpPr/>
          <p:nvPr/>
        </p:nvSpPr>
        <p:spPr>
          <a:xfrm>
            <a:off x="405060" y="5408033"/>
            <a:ext cx="7975551" cy="13809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7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8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U1_Script1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853838" y="1844493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3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2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AF88B6"/>
                </a:solidFill>
                <a:latin typeface="+mj-lt"/>
              </a:rPr>
              <a:t>Section A Long Conversation    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B Passage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grpSp>
        <p:nvGrpSpPr>
          <p:cNvPr id="3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9325" cy="4536504"/>
          </a:xfrm>
        </p:spPr>
        <p:txBody>
          <a:bodyPr>
            <a:normAutofit/>
          </a:bodyPr>
          <a:lstStyle/>
          <a:p>
            <a:pPr algn="just"/>
            <a:r>
              <a:rPr lang="en-US" altLang="zh-CN" b="1" spc="30" dirty="0"/>
              <a:t>Directions: </a:t>
            </a:r>
            <a:r>
              <a:rPr lang="en-US" altLang="zh-CN" i="1" spc="30" dirty="0"/>
              <a:t>In this section, you will hear a passage. At the end of the passage, you</a:t>
            </a:r>
            <a:r>
              <a:rPr lang="en-US" altLang="zh-CN" i="1" dirty="0"/>
              <a:t> </a:t>
            </a:r>
            <a:r>
              <a:rPr lang="en-US" altLang="zh-CN" i="1" spc="10" dirty="0"/>
              <a:t>will hear three or four questions. Both the passage and the questions will be spoken</a:t>
            </a:r>
            <a:r>
              <a:rPr lang="en-US" altLang="zh-CN" i="1" dirty="0"/>
              <a:t> only once. After you hear a question, choose the best answer.</a:t>
            </a:r>
            <a:endParaRPr lang="en-US" altLang="zh-CN" i="1" dirty="0"/>
          </a:p>
          <a:p>
            <a:pPr algn="just"/>
            <a:endParaRPr lang="en-US" altLang="zh-CN" i="1" dirty="0"/>
          </a:p>
          <a:p>
            <a:r>
              <a:rPr lang="en-US" altLang="zh-CN" b="1" dirty="0"/>
              <a:t>Questions 5 to 7 are based on the passage you have just heard.</a:t>
            </a:r>
            <a:endParaRPr lang="en-US" altLang="zh-CN" b="1" dirty="0"/>
          </a:p>
          <a:p>
            <a:r>
              <a:rPr lang="en-US" altLang="zh-CN" b="1" dirty="0">
                <a:latin typeface="+mn-lt"/>
              </a:rPr>
              <a:t>5. </a:t>
            </a:r>
            <a:endParaRPr lang="en-US" altLang="zh-CN" dirty="0">
              <a:latin typeface="+mn-lt"/>
            </a:endParaRPr>
          </a:p>
          <a:p>
            <a:endParaRPr lang="en-US" altLang="zh-CN" b="1" dirty="0">
              <a:latin typeface="+mn-lt"/>
            </a:endParaRPr>
          </a:p>
          <a:p>
            <a:r>
              <a:rPr lang="en-US" altLang="zh-CN" b="1" dirty="0">
                <a:latin typeface="+mn-lt"/>
              </a:rPr>
              <a:t>6. </a:t>
            </a:r>
            <a:endParaRPr lang="en-US" altLang="zh-CN" dirty="0">
              <a:latin typeface="+mn-lt"/>
            </a:endParaRPr>
          </a:p>
          <a:p>
            <a:endParaRPr lang="en-US" altLang="zh-CN" b="1" dirty="0">
              <a:latin typeface="+mn-lt"/>
            </a:endParaRPr>
          </a:p>
          <a:p>
            <a:r>
              <a:rPr lang="en-US" altLang="zh-CN" b="1" dirty="0">
                <a:latin typeface="+mn-lt"/>
              </a:rPr>
              <a:t>7.</a:t>
            </a:r>
            <a:r>
              <a:rPr lang="en-US" altLang="zh-CN" b="1" dirty="0"/>
              <a:t> </a:t>
            </a:r>
            <a:endParaRPr lang="en-US" altLang="zh-CN" dirty="0"/>
          </a:p>
        </p:txBody>
      </p:sp>
      <p:sp>
        <p:nvSpPr>
          <p:cNvPr id="19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590550" y="1010224"/>
            <a:ext cx="8302625" cy="4536504"/>
          </a:xfrm>
        </p:spPr>
        <p:txBody>
          <a:bodyPr>
            <a:normAutofit/>
          </a:bodyPr>
          <a:lstStyle/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dirty="0"/>
          </a:p>
          <a:p>
            <a:r>
              <a:rPr lang="en-US" altLang="zh-CN" dirty="0">
                <a:latin typeface="+mn-lt"/>
              </a:rPr>
              <a:t>A. Faces and culture.                      </a:t>
            </a:r>
            <a:r>
              <a:rPr lang="en-US" altLang="zh-CN" dirty="0" smtClean="0">
                <a:latin typeface="+mn-lt"/>
              </a:rPr>
              <a:t>                             </a:t>
            </a:r>
            <a:r>
              <a:rPr lang="en-US" altLang="zh-CN" dirty="0">
                <a:latin typeface="+mn-lt"/>
              </a:rPr>
              <a:t>B. Distinct facial features.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C. Unique facial expressions.</a:t>
            </a:r>
            <a:r>
              <a:rPr lang="en-US" altLang="zh-CN" spc="10" dirty="0">
                <a:latin typeface="+mn-lt"/>
              </a:rPr>
              <a:t>          </a:t>
            </a:r>
            <a:r>
              <a:rPr lang="en-US" altLang="zh-CN" spc="10" dirty="0" smtClean="0">
                <a:latin typeface="+mn-lt"/>
              </a:rPr>
              <a:t>                    </a:t>
            </a:r>
            <a:r>
              <a:rPr lang="en-US" altLang="zh-CN" dirty="0">
                <a:latin typeface="+mn-lt"/>
              </a:rPr>
              <a:t>D. Diversity of faces.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A. Ethnicity.                              </a:t>
            </a:r>
            <a:r>
              <a:rPr lang="en-US" altLang="zh-CN" spc="-10" dirty="0">
                <a:latin typeface="+mn-lt"/>
              </a:rPr>
              <a:t>          </a:t>
            </a:r>
            <a:r>
              <a:rPr lang="en-US" altLang="zh-CN" spc="-10" dirty="0" smtClean="0">
                <a:latin typeface="+mn-lt"/>
              </a:rPr>
              <a:t>                               </a:t>
            </a:r>
            <a:r>
              <a:rPr lang="en-US" altLang="zh-CN" dirty="0" smtClean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B. Nationality.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C. Identity.                                   </a:t>
            </a:r>
            <a:r>
              <a:rPr lang="en-US" altLang="zh-CN" spc="-10" dirty="0">
                <a:latin typeface="+mn-lt"/>
              </a:rPr>
              <a:t>            </a:t>
            </a:r>
            <a:r>
              <a:rPr lang="en-US" altLang="zh-CN" spc="-10" dirty="0" smtClean="0">
                <a:latin typeface="+mn-lt"/>
              </a:rPr>
              <a:t>                             </a:t>
            </a:r>
            <a:r>
              <a:rPr lang="en-US" altLang="zh-CN" dirty="0">
                <a:latin typeface="+mn-lt"/>
              </a:rPr>
              <a:t>D. Community.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A. Sense and respect.                         </a:t>
            </a:r>
            <a:r>
              <a:rPr lang="en-US" altLang="zh-CN" dirty="0" smtClean="0">
                <a:latin typeface="+mn-lt"/>
              </a:rPr>
              <a:t>                          </a:t>
            </a:r>
            <a:r>
              <a:rPr lang="en-US" altLang="zh-CN" dirty="0">
                <a:latin typeface="+mn-lt"/>
              </a:rPr>
              <a:t>B. Sensitivity and respect.</a:t>
            </a:r>
            <a:endParaRPr lang="en-US" altLang="zh-CN" dirty="0">
              <a:latin typeface="+mn-lt"/>
            </a:endParaRPr>
          </a:p>
          <a:p>
            <a:r>
              <a:rPr lang="en-US" altLang="zh-CN" dirty="0">
                <a:latin typeface="+mn-lt"/>
              </a:rPr>
              <a:t>C. Sensitive respect.                         </a:t>
            </a:r>
            <a:r>
              <a:rPr lang="en-US" altLang="zh-CN" dirty="0" smtClean="0">
                <a:latin typeface="+mn-lt"/>
              </a:rPr>
              <a:t>                            </a:t>
            </a:r>
            <a:r>
              <a:rPr lang="en-US" altLang="zh-CN" dirty="0">
                <a:latin typeface="+mn-lt"/>
              </a:rPr>
              <a:t>D. Sensitively respect.</a:t>
            </a:r>
            <a:endParaRPr lang="en-US" altLang="zh-CN" dirty="0">
              <a:latin typeface="+mn-lt"/>
            </a:endParaRPr>
          </a:p>
        </p:txBody>
      </p:sp>
      <p:pic>
        <p:nvPicPr>
          <p:cNvPr id="17" name="按钮-Script">
            <a:hlinkClick r:id="rId1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sp>
        <p:nvSpPr>
          <p:cNvPr id="20" name="同心圆 19"/>
          <p:cNvSpPr/>
          <p:nvPr/>
        </p:nvSpPr>
        <p:spPr>
          <a:xfrm>
            <a:off x="4403129" y="3130463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热区"/>
          <p:cNvSpPr/>
          <p:nvPr/>
        </p:nvSpPr>
        <p:spPr>
          <a:xfrm>
            <a:off x="395536" y="2894061"/>
            <a:ext cx="6840760" cy="658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同心圆 21"/>
          <p:cNvSpPr/>
          <p:nvPr/>
        </p:nvSpPr>
        <p:spPr>
          <a:xfrm>
            <a:off x="518543" y="3862376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热区"/>
          <p:cNvSpPr/>
          <p:nvPr/>
        </p:nvSpPr>
        <p:spPr>
          <a:xfrm>
            <a:off x="395536" y="3625974"/>
            <a:ext cx="5616624" cy="658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同心圆 23"/>
          <p:cNvSpPr/>
          <p:nvPr/>
        </p:nvSpPr>
        <p:spPr>
          <a:xfrm>
            <a:off x="4403129" y="4241466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热区"/>
          <p:cNvSpPr/>
          <p:nvPr/>
        </p:nvSpPr>
        <p:spPr>
          <a:xfrm>
            <a:off x="395536" y="4382988"/>
            <a:ext cx="6840760" cy="658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播放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27" name="暂停按钮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28" name="停止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29" name="按钮-External Player">
            <a:hlinkClick r:id="rId6" action="ppaction://hlinkfile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39" name="btn-Part 1">
            <a:hlinkClick r:id="rId8" action="ppaction://hlinksldjump"/>
          </p:cNvPr>
          <p:cNvSpPr/>
          <p:nvPr/>
        </p:nvSpPr>
        <p:spPr>
          <a:xfrm>
            <a:off x="121636" y="499889"/>
            <a:ext cx="2290123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btn-Part 1">
            <a:hlinkClick r:id="rId9" action="ppaction://hlinksldjump"/>
          </p:cNvPr>
          <p:cNvSpPr/>
          <p:nvPr/>
        </p:nvSpPr>
        <p:spPr>
          <a:xfrm>
            <a:off x="2767608" y="518939"/>
            <a:ext cx="151636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U1_Script2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1124473" y="1955476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25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35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4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2001</Words>
  <Application>WPS 演示</Application>
  <PresentationFormat>全屏显示(4:3)</PresentationFormat>
  <Paragraphs>48</Paragraphs>
  <Slides>2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等线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217</cp:revision>
  <dcterms:created xsi:type="dcterms:W3CDTF">2017-12-23T09:29:00Z</dcterms:created>
  <dcterms:modified xsi:type="dcterms:W3CDTF">2024-08-27T04:27:34Z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8F448E9506424768BAB98AF22F1C8539_13</vt:lpwstr>
  </property>
  <property fmtid="{D5CDD505-2E9C-101B-9397-08002B2CF9AE}" pid="3" name="KSOProductBuildVer">
    <vt:lpwstr>2052-12.1.0.17857</vt:lpwstr>
  </property>
</Properties>
</file>