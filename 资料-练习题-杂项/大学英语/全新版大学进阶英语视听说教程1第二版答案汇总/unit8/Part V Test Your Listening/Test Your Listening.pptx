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62" r:id="rId5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10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8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8_Script2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3850" y="2398812"/>
            <a:ext cx="7154523" cy="37087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Bef>
                <a:spcPts val="480"/>
              </a:spcBef>
            </a:pPr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</a:t>
            </a:r>
            <a:endParaRPr lang="en-US" altLang="zh-CN" sz="2000" b="1" dirty="0"/>
          </a:p>
          <a:p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3456395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B. Scotland.</a:t>
            </a:r>
            <a:endParaRPr lang="en-US" altLang="zh-CN" sz="2000" dirty="0"/>
          </a:p>
          <a:p>
            <a:r>
              <a:rPr lang="en-US" altLang="zh-CN" sz="2000" dirty="0"/>
              <a:t>D. Wales.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She has no idea if it exists or not.</a:t>
            </a:r>
            <a:endParaRPr lang="en-US" altLang="zh-CN" sz="2000" dirty="0"/>
          </a:p>
          <a:p>
            <a:r>
              <a:rPr lang="en-US" altLang="zh-CN" sz="2000" dirty="0"/>
              <a:t>D. She has seen it herself.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92510" y="2398812"/>
            <a:ext cx="6731330" cy="432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A. England.</a:t>
            </a:r>
            <a:endParaRPr lang="en-US" altLang="zh-CN" sz="2000" dirty="0"/>
          </a:p>
          <a:p>
            <a:r>
              <a:rPr lang="en-US" altLang="zh-CN" sz="2000" dirty="0"/>
              <a:t>C. Ireland.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She believes it exists.</a:t>
            </a:r>
            <a:endParaRPr lang="en-US" altLang="zh-CN" sz="2000" dirty="0"/>
          </a:p>
          <a:p>
            <a:r>
              <a:rPr lang="en-US" altLang="zh-CN" sz="2000" dirty="0"/>
              <a:t>C. She thinks it’s just a myth.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A unicorn-like creature with fins and a long tail.</a:t>
            </a:r>
            <a:endParaRPr lang="en-US" altLang="zh-CN" sz="2000" dirty="0"/>
          </a:p>
          <a:p>
            <a:r>
              <a:rPr lang="en-US" altLang="zh-CN" sz="2000" dirty="0"/>
              <a:t>B. A prehistoric dinosaur-like creature with scales and sharp teeth.</a:t>
            </a:r>
            <a:endParaRPr lang="en-US" altLang="zh-CN" sz="2000" dirty="0"/>
          </a:p>
          <a:p>
            <a:r>
              <a:rPr lang="en-US" altLang="zh-CN" sz="2000" dirty="0"/>
              <a:t>C. A large, serpent-like creature with a long neck.</a:t>
            </a:r>
            <a:endParaRPr lang="en-US" altLang="zh-CN" sz="2000" dirty="0"/>
          </a:p>
          <a:p>
            <a:r>
              <a:rPr lang="en-US" altLang="zh-CN" sz="2000" dirty="0"/>
              <a:t>D. A fish-like monster with a large mouth full of sharp teeth.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Bones of a large creature.</a:t>
            </a:r>
            <a:endParaRPr lang="en-US" altLang="zh-CN" sz="2000" dirty="0"/>
          </a:p>
          <a:p>
            <a:r>
              <a:rPr lang="en-US" altLang="zh-CN" sz="2000" dirty="0"/>
              <a:t>B. Fossilized remains of a prehistoric creature.</a:t>
            </a:r>
            <a:endParaRPr lang="en-US" altLang="zh-CN" sz="2000" dirty="0"/>
          </a:p>
          <a:p>
            <a:r>
              <a:rPr lang="en-US" altLang="zh-CN" sz="2000" dirty="0"/>
              <a:t>C. Underwater movements consistent with a large unknown creature.</a:t>
            </a:r>
            <a:endParaRPr lang="en-US" altLang="zh-CN" sz="2000" dirty="0"/>
          </a:p>
          <a:p>
            <a:r>
              <a:rPr lang="en-US" altLang="zh-CN" sz="2000" dirty="0"/>
              <a:t>D. Photographic evidence showing the monster’s profile in the water.</a:t>
            </a:r>
            <a:endParaRPr lang="zh-CN" altLang="en-US" sz="2000" dirty="0"/>
          </a:p>
        </p:txBody>
      </p:sp>
      <p:sp>
        <p:nvSpPr>
          <p:cNvPr id="18" name="同心圆 17"/>
          <p:cNvSpPr/>
          <p:nvPr/>
        </p:nvSpPr>
        <p:spPr>
          <a:xfrm>
            <a:off x="4405124" y="266121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419166" y="2782423"/>
            <a:ext cx="5232954" cy="58940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同心圆 30"/>
          <p:cNvSpPr/>
          <p:nvPr/>
        </p:nvSpPr>
        <p:spPr>
          <a:xfrm>
            <a:off x="4405124" y="333413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热区"/>
          <p:cNvSpPr/>
          <p:nvPr/>
        </p:nvSpPr>
        <p:spPr>
          <a:xfrm>
            <a:off x="419166" y="3453355"/>
            <a:ext cx="7456256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同心圆 58"/>
          <p:cNvSpPr/>
          <p:nvPr/>
        </p:nvSpPr>
        <p:spPr>
          <a:xfrm>
            <a:off x="508315" y="463027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0" name="热区"/>
          <p:cNvSpPr/>
          <p:nvPr/>
        </p:nvSpPr>
        <p:spPr>
          <a:xfrm>
            <a:off x="380296" y="4135517"/>
            <a:ext cx="6567968" cy="11772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同心圆 60"/>
          <p:cNvSpPr/>
          <p:nvPr/>
        </p:nvSpPr>
        <p:spPr>
          <a:xfrm>
            <a:off x="508315" y="5928271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热区"/>
          <p:cNvSpPr/>
          <p:nvPr/>
        </p:nvSpPr>
        <p:spPr>
          <a:xfrm>
            <a:off x="380296" y="5495867"/>
            <a:ext cx="6783992" cy="11772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U8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146175" y="2101850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8" grpId="0" animBg="1"/>
      <p:bldP spid="31" grpId="0" animBg="1"/>
      <p:bldP spid="59" grpId="0" animBg="1"/>
      <p:bldP spid="6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675225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+mj-lt"/>
              </a:rPr>
              <a:t>Questions 5 to 7 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7. </a:t>
            </a:r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2398812"/>
            <a:ext cx="5213287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Emperor Yao.</a:t>
            </a:r>
            <a:endParaRPr lang="en-US" altLang="zh-CN" sz="2000" dirty="0"/>
          </a:p>
          <a:p>
            <a:r>
              <a:rPr lang="en-US" altLang="zh-CN" sz="2000" dirty="0"/>
              <a:t>C. The ruler of the Eastern Sea.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It got the name from its father.</a:t>
            </a:r>
            <a:endParaRPr lang="en-US" altLang="zh-CN" sz="2000" dirty="0"/>
          </a:p>
          <a:p>
            <a:r>
              <a:rPr lang="en-US" altLang="zh-CN" sz="2000" dirty="0"/>
              <a:t>B. It got the name from the sea where it died.</a:t>
            </a:r>
            <a:endParaRPr lang="en-US" altLang="zh-CN" sz="2000" dirty="0"/>
          </a:p>
          <a:p>
            <a:r>
              <a:rPr lang="en-US" altLang="zh-CN" sz="2000" dirty="0"/>
              <a:t>C. It got the name from the sound it made.</a:t>
            </a:r>
            <a:endParaRPr lang="en-US" altLang="zh-CN" sz="2000" dirty="0"/>
          </a:p>
          <a:p>
            <a:r>
              <a:rPr lang="en-US" altLang="zh-CN" sz="2000" dirty="0"/>
              <a:t>D. It got the name from the mountain where it lived.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The story of a little bird looking for its mother.</a:t>
            </a:r>
            <a:endParaRPr lang="en-US" altLang="zh-CN" sz="2000" dirty="0"/>
          </a:p>
          <a:p>
            <a:r>
              <a:rPr lang="en-US" altLang="zh-CN" sz="2000" dirty="0"/>
              <a:t>B. The story of a little bird trying to become a fairy.</a:t>
            </a:r>
            <a:endParaRPr lang="en-US" altLang="zh-CN" sz="2000" dirty="0"/>
          </a:p>
          <a:p>
            <a:r>
              <a:rPr lang="en-US" altLang="zh-CN" sz="2000" dirty="0"/>
              <a:t>C. The story of a little bird learning to fly over the sea.</a:t>
            </a:r>
            <a:endParaRPr lang="en-US" altLang="zh-CN" sz="2000" dirty="0"/>
          </a:p>
          <a:p>
            <a:r>
              <a:rPr lang="en-US" altLang="zh-CN" sz="2000" dirty="0"/>
              <a:t>D. The story of a little bird trying to fill up the sea.</a:t>
            </a:r>
            <a:endParaRPr lang="zh-CN" altLang="en-US" sz="2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471417" y="2398812"/>
            <a:ext cx="2836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B. Emperor Yan.</a:t>
            </a:r>
            <a:endParaRPr lang="en-US" altLang="zh-CN" sz="2000" dirty="0"/>
          </a:p>
          <a:p>
            <a:r>
              <a:rPr lang="en-US" altLang="zh-CN" sz="2000" dirty="0"/>
              <a:t>D. The god of the mountain.</a:t>
            </a:r>
            <a:endParaRPr lang="zh-CN" altLang="en-US" sz="2000" dirty="0"/>
          </a:p>
        </p:txBody>
      </p:sp>
      <p:sp>
        <p:nvSpPr>
          <p:cNvPr id="22" name="同心圆 21"/>
          <p:cNvSpPr/>
          <p:nvPr/>
        </p:nvSpPr>
        <p:spPr>
          <a:xfrm>
            <a:off x="4397450" y="265596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热区"/>
          <p:cNvSpPr/>
          <p:nvPr/>
        </p:nvSpPr>
        <p:spPr>
          <a:xfrm>
            <a:off x="382934" y="2787505"/>
            <a:ext cx="6781354" cy="5396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同心圆 51"/>
          <p:cNvSpPr/>
          <p:nvPr/>
        </p:nvSpPr>
        <p:spPr>
          <a:xfrm>
            <a:off x="524356" y="394595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热区"/>
          <p:cNvSpPr/>
          <p:nvPr/>
        </p:nvSpPr>
        <p:spPr>
          <a:xfrm>
            <a:off x="382934" y="3527280"/>
            <a:ext cx="5197178" cy="11438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同心圆 53"/>
          <p:cNvSpPr/>
          <p:nvPr/>
        </p:nvSpPr>
        <p:spPr>
          <a:xfrm>
            <a:off x="524356" y="553965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热区"/>
          <p:cNvSpPr/>
          <p:nvPr/>
        </p:nvSpPr>
        <p:spPr>
          <a:xfrm>
            <a:off x="361296" y="4783924"/>
            <a:ext cx="5341194" cy="12221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U8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980407" y="1862905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0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5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2" grpId="0" animBg="1"/>
      <p:bldP spid="52" grpId="0" animBg="1"/>
      <p:bldP spid="5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WPS 演示</Application>
  <PresentationFormat>全屏显示(4:3)</PresentationFormat>
  <Paragraphs>62</Paragraphs>
  <Slides>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220</cp:revision>
  <dcterms:created xsi:type="dcterms:W3CDTF">2017-12-23T09:29:00Z</dcterms:created>
  <dcterms:modified xsi:type="dcterms:W3CDTF">2024-08-27T07:07:30Z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DC753DDB0DB642069062D6ED59059A7D_13</vt:lpwstr>
  </property>
  <property fmtid="{D5CDD505-2E9C-101B-9397-08002B2CF9AE}" pid="3" name="KSOProductBuildVer">
    <vt:lpwstr>2052-12.1.0.17857</vt:lpwstr>
  </property>
</Properties>
</file>