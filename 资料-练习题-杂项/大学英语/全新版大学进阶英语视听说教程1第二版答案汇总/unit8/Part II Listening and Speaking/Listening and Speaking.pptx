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handoutMasterIdLst>
    <p:handoutMasterId r:id="rId27"/>
  </p:handoutMasterIdLst>
  <p:sldIdLst>
    <p:sldId id="256" r:id="rId3"/>
    <p:sldId id="257" r:id="rId4"/>
    <p:sldId id="258" r:id="rId5"/>
    <p:sldId id="259" r:id="rId6"/>
    <p:sldId id="260" r:id="rId8"/>
    <p:sldId id="302" r:id="rId9"/>
    <p:sldId id="285" r:id="rId10"/>
    <p:sldId id="279" r:id="rId11"/>
    <p:sldId id="262" r:id="rId12"/>
    <p:sldId id="264" r:id="rId13"/>
    <p:sldId id="265" r:id="rId14"/>
    <p:sldId id="266" r:id="rId15"/>
    <p:sldId id="267" r:id="rId16"/>
    <p:sldId id="286" r:id="rId17"/>
    <p:sldId id="269" r:id="rId18"/>
    <p:sldId id="270" r:id="rId19"/>
    <p:sldId id="271" r:id="rId20"/>
    <p:sldId id="281" r:id="rId21"/>
    <p:sldId id="273" r:id="rId22"/>
    <p:sldId id="282" r:id="rId23"/>
    <p:sldId id="276" r:id="rId24"/>
    <p:sldId id="277" r:id="rId25"/>
    <p:sldId id="280" r:id="rId26"/>
  </p:sldIdLst>
  <p:sldSz cx="9144000" cy="6858000" type="screen4x3"/>
  <p:notesSz cx="6858000" cy="9144000"/>
  <p:embeddedFontLst>
    <p:embeddedFont>
      <p:font typeface="Neuton" panose="00000500000000000000" charset="0"/>
      <p:regular r:id="rId31"/>
      <p:bold r:id="rId32"/>
      <p:italic r:id="rId33"/>
    </p:embeddedFont>
    <p:embeddedFont>
      <p:font typeface="Roboto Condensed" panose="02000000000000000000" charset="0"/>
      <p:regular r:id="rId34"/>
      <p:bold r:id="rId35"/>
      <p:italic r:id="rId36"/>
    </p:embeddedFont>
    <p:embeddedFont>
      <p:font typeface="微软雅黑" panose="020B0503020204020204" charset="-122"/>
      <p:regular r:id="rId37"/>
    </p:embeddedFont>
    <p:embeddedFont>
      <p:font typeface="Calibri" panose="020F0502020204030204" charset="0"/>
      <p:regular r:id="rId38"/>
      <p:bold r:id="rId39"/>
      <p:italic r:id="rId40"/>
      <p:boldItalic r:id="rId41"/>
    </p:embeddedFont>
  </p:embeddedFontLst>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2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DD33"/>
    <a:srgbClr val="515672"/>
    <a:srgbClr val="3C153B"/>
    <a:srgbClr val="CB8B02"/>
    <a:srgbClr val="F2F2F2"/>
    <a:srgbClr val="FFFFFF"/>
    <a:srgbClr val="F8F8F8"/>
    <a:srgbClr val="F3B700"/>
    <a:srgbClr val="F3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14" autoAdjust="0"/>
    <p:restoredTop sz="94555" autoAdjust="0"/>
  </p:normalViewPr>
  <p:slideViewPr>
    <p:cSldViewPr showGuides="1">
      <p:cViewPr varScale="1">
        <p:scale>
          <a:sx n="100" d="100"/>
          <a:sy n="100" d="100"/>
        </p:scale>
        <p:origin x="1698" y="96"/>
      </p:cViewPr>
      <p:guideLst>
        <p:guide orient="horz" pos="2160"/>
        <p:guide pos="2925"/>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5" d="100"/>
          <a:sy n="65" d="100"/>
        </p:scale>
        <p:origin x="-2844" y="-120"/>
      </p:cViewPr>
      <p:guideLst>
        <p:guide orient="horz" pos="2880"/>
        <p:guide pos="219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gs" Target="tags/tag1.xml"/><Relationship Id="rId41" Type="http://schemas.openxmlformats.org/officeDocument/2006/relationships/font" Target="fonts/font11.fntdata"/><Relationship Id="rId40" Type="http://schemas.openxmlformats.org/officeDocument/2006/relationships/font" Target="fonts/font10.fntdata"/><Relationship Id="rId4" Type="http://schemas.openxmlformats.org/officeDocument/2006/relationships/slide" Target="slides/slide2.xml"/><Relationship Id="rId39" Type="http://schemas.openxmlformats.org/officeDocument/2006/relationships/font" Target="fonts/font9.fntdata"/><Relationship Id="rId38" Type="http://schemas.openxmlformats.org/officeDocument/2006/relationships/font" Target="fonts/font8.fntdata"/><Relationship Id="rId37" Type="http://schemas.openxmlformats.org/officeDocument/2006/relationships/font" Target="fonts/font7.fntdata"/><Relationship Id="rId36" Type="http://schemas.openxmlformats.org/officeDocument/2006/relationships/font" Target="fonts/font6.fntdata"/><Relationship Id="rId35" Type="http://schemas.openxmlformats.org/officeDocument/2006/relationships/font" Target="fonts/font5.fntdata"/><Relationship Id="rId34" Type="http://schemas.openxmlformats.org/officeDocument/2006/relationships/font" Target="fonts/font4.fntdata"/><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1A6FA5-9299-4CE1-A327-CB3C60321AD6}"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B14E66-D570-4D12-8DDD-93D4BD4AE2F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31D2C-B22C-4903-8B3C-903F91599D3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063C93-9101-4F51-B1E6-A3BBF9E38CC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1063C93-9101-4F51-B1E6-A3BBF9E38CC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art I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836613"/>
            <a:ext cx="8569325" cy="576262"/>
          </a:xfrm>
        </p:spPr>
        <p:txBody>
          <a:bodyPr>
            <a:normAutofit/>
          </a:bodyPr>
          <a:lstStyle>
            <a:lvl1pPr>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1628775"/>
            <a:ext cx="8569325" cy="45370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9" name="标题 1"/>
          <p:cNvSpPr txBox="1"/>
          <p:nvPr userDrawn="1"/>
        </p:nvSpPr>
        <p:spPr>
          <a:xfrm>
            <a:off x="179512" y="0"/>
            <a:ext cx="3384376" cy="476672"/>
          </a:xfrm>
          <a:prstGeom prst="rect">
            <a:avLst/>
          </a:prstGeom>
          <a:solidFill>
            <a:srgbClr val="FFDD33"/>
          </a:solidFill>
        </p:spPr>
        <p:txBody>
          <a:bodyPr vert="horz" lIns="144000" tIns="45720" rIns="91440" bIns="45720" rtlCol="0" anchor="ctr">
            <a:noAutofit/>
          </a:bodyPr>
          <a:lstStyle>
            <a:lvl1pPr marL="0" marR="0" indent="0" algn="l" defTabSz="914400" rtl="0" eaLnBrk="1" fontAlgn="auto" latinLnBrk="0" hangingPunct="1">
              <a:lnSpc>
                <a:spcPct val="100000"/>
              </a:lnSpc>
              <a:spcBef>
                <a:spcPct val="0"/>
              </a:spcBef>
              <a:spcAft>
                <a:spcPts val="0"/>
              </a:spcAft>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3C153B"/>
                </a:solidFill>
                <a:effectLst/>
                <a:uLnTx/>
                <a:uFillTx/>
                <a:latin typeface="+mj-lt"/>
                <a:ea typeface="+mj-ea"/>
                <a:cs typeface="+mj-cs"/>
              </a:rPr>
              <a:t>Part II Listening  and Speaking</a:t>
            </a:r>
            <a:endParaRPr kumimoji="0" lang="zh-CN" altLang="en-US" sz="2000" b="1" i="0" u="none" strike="noStrike" kern="1200" cap="none" spc="0" normalizeH="0" baseline="0" noProof="0">
              <a:ln>
                <a:noFill/>
              </a:ln>
              <a:solidFill>
                <a:srgbClr val="3C153B"/>
              </a:solidFill>
              <a:effectLst/>
              <a:uLnTx/>
              <a:uFillTx/>
              <a:latin typeface="+mj-lt"/>
              <a:ea typeface="+mj-ea"/>
              <a:cs typeface="+mj-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art II 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836613"/>
            <a:ext cx="8569325" cy="576262"/>
          </a:xfrm>
        </p:spPr>
        <p:txBody>
          <a:bodyPr>
            <a:normAutofit/>
          </a:bodyPr>
          <a:lstStyle>
            <a:lvl1pPr>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1628775"/>
            <a:ext cx="8569325" cy="45370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标题 1"/>
          <p:cNvSpPr txBox="1"/>
          <p:nvPr userDrawn="1"/>
        </p:nvSpPr>
        <p:spPr>
          <a:xfrm>
            <a:off x="179512" y="0"/>
            <a:ext cx="3384376" cy="476672"/>
          </a:xfrm>
          <a:prstGeom prst="rect">
            <a:avLst/>
          </a:prstGeom>
          <a:solidFill>
            <a:srgbClr val="FFDD33"/>
          </a:solidFill>
        </p:spPr>
        <p:txBody>
          <a:bodyPr vert="horz" lIns="144000" tIns="45720" rIns="91440" bIns="45720" rtlCol="0" anchor="ctr">
            <a:noAutofit/>
          </a:bodyPr>
          <a:lstStyle>
            <a:lvl1pPr marL="0" marR="0" indent="0" algn="l" defTabSz="914400" rtl="0" eaLnBrk="1" fontAlgn="auto" latinLnBrk="0" hangingPunct="1">
              <a:lnSpc>
                <a:spcPct val="100000"/>
              </a:lnSpc>
              <a:spcBef>
                <a:spcPct val="0"/>
              </a:spcBef>
              <a:spcAft>
                <a:spcPts val="0"/>
              </a:spcAft>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3C153B"/>
                </a:solidFill>
                <a:effectLst/>
                <a:uLnTx/>
                <a:uFillTx/>
                <a:latin typeface="+mj-lt"/>
                <a:ea typeface="+mj-ea"/>
                <a:cs typeface="+mj-cs"/>
              </a:rPr>
              <a:t>Part II Listening  and Speaking</a:t>
            </a:r>
            <a:endParaRPr kumimoji="0" lang="zh-CN" altLang="en-US" sz="2000" b="1" i="0" u="none" strike="noStrike" kern="1200" cap="none" spc="0" normalizeH="0" baseline="0" noProof="0">
              <a:ln>
                <a:noFill/>
              </a:ln>
              <a:solidFill>
                <a:srgbClr val="3C153B"/>
              </a:solidFill>
              <a:effectLst/>
              <a:uLnTx/>
              <a:uFillTx/>
              <a:latin typeface="+mj-lt"/>
              <a:ea typeface="+mj-ea"/>
              <a:cs typeface="+mj-cs"/>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esson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主体内容"/>
          <p:cNvSpPr>
            <a:spLocks noGrp="1"/>
          </p:cNvSpPr>
          <p:nvPr>
            <p:ph type="body" sz="quarter" idx="14"/>
          </p:nvPr>
        </p:nvSpPr>
        <p:spPr>
          <a:xfrm>
            <a:off x="323850" y="1340768"/>
            <a:ext cx="8569325" cy="482508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1" name="标题 1"/>
          <p:cNvSpPr txBox="1"/>
          <p:nvPr userDrawn="1"/>
        </p:nvSpPr>
        <p:spPr>
          <a:xfrm>
            <a:off x="179512" y="0"/>
            <a:ext cx="4680520" cy="476672"/>
          </a:xfrm>
          <a:prstGeom prst="rect">
            <a:avLst/>
          </a:prstGeom>
          <a:solidFill>
            <a:schemeClr val="tx2">
              <a:lumMod val="50000"/>
            </a:schemeClr>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chemeClr val="bg1"/>
                </a:solidFill>
                <a:effectLst/>
                <a:uLnTx/>
                <a:uFillTx/>
                <a:latin typeface="+mj-lt"/>
                <a:ea typeface="+mn-ea"/>
                <a:cs typeface="+mn-cs"/>
              </a:rPr>
              <a:t>Part II Listening  and Speaking / Lesson A</a:t>
            </a:r>
            <a:endParaRPr kumimoji="0" lang="zh-CN" altLang="en-US" sz="2000" b="1" i="0" u="none" strike="noStrike" kern="1200" cap="none" spc="0" normalizeH="0" baseline="0" noProof="0">
              <a:ln>
                <a:noFill/>
              </a:ln>
              <a:solidFill>
                <a:schemeClr val="bg1"/>
              </a:solidFill>
              <a:effectLst/>
              <a:uLnTx/>
              <a:uFillTx/>
              <a:latin typeface="+mj-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Lesson A dir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1124744"/>
            <a:ext cx="8569325" cy="576262"/>
          </a:xfrm>
        </p:spPr>
        <p:txBody>
          <a:bodyPr>
            <a:normAutofit/>
          </a:bodyPr>
          <a:lstStyle>
            <a:lvl1pPr marL="0" indent="0">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2204864"/>
            <a:ext cx="8569325" cy="3960986"/>
          </a:xfrm>
        </p:spPr>
        <p:txBody>
          <a:bodyPr/>
          <a:lstStyle>
            <a:lvl1pPr marL="217805" indent="-217805">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标题 1"/>
          <p:cNvSpPr txBox="1"/>
          <p:nvPr userDrawn="1"/>
        </p:nvSpPr>
        <p:spPr>
          <a:xfrm>
            <a:off x="179512" y="0"/>
            <a:ext cx="4680520" cy="476672"/>
          </a:xfrm>
          <a:prstGeom prst="rect">
            <a:avLst/>
          </a:prstGeom>
          <a:solidFill>
            <a:schemeClr val="tx2">
              <a:lumMod val="50000"/>
            </a:schemeClr>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chemeClr val="bg1"/>
                </a:solidFill>
                <a:effectLst/>
                <a:uLnTx/>
                <a:uFillTx/>
                <a:latin typeface="+mj-lt"/>
                <a:ea typeface="+mn-ea"/>
                <a:cs typeface="+mn-cs"/>
              </a:rPr>
              <a:t>Part II Listening  and Speaking / Lesson A</a:t>
            </a:r>
            <a:endParaRPr kumimoji="0" lang="zh-CN" altLang="en-US" sz="2000" b="1" i="0" u="none" strike="noStrike" kern="1200" cap="none" spc="0" normalizeH="0" baseline="0" noProof="0">
              <a:ln>
                <a:noFill/>
              </a:ln>
              <a:solidFill>
                <a:schemeClr val="bg1"/>
              </a:solidFill>
              <a:effectLst/>
              <a:uLnTx/>
              <a:uFillTx/>
              <a:latin typeface="+mj-lt"/>
              <a:ea typeface="+mn-ea"/>
              <a:cs typeface="+mn-cs"/>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Lesson B dir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1124744"/>
            <a:ext cx="8569325" cy="576262"/>
          </a:xfrm>
        </p:spPr>
        <p:txBody>
          <a:bodyPr>
            <a:normAutofit/>
          </a:bodyPr>
          <a:lstStyle>
            <a:lvl1pPr marL="0" indent="0">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2204864"/>
            <a:ext cx="8569325" cy="3960986"/>
          </a:xfrm>
        </p:spPr>
        <p:txBody>
          <a:bodyPr/>
          <a:lstStyle>
            <a:lvl1pPr marL="217805" indent="-217805">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标题 1"/>
          <p:cNvSpPr txBox="1"/>
          <p:nvPr userDrawn="1"/>
        </p:nvSpPr>
        <p:spPr>
          <a:xfrm>
            <a:off x="179512" y="0"/>
            <a:ext cx="4680520" cy="476672"/>
          </a:xfrm>
          <a:prstGeom prst="rect">
            <a:avLst/>
          </a:prstGeom>
          <a:solidFill>
            <a:schemeClr val="tx2">
              <a:lumMod val="50000"/>
            </a:schemeClr>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chemeClr val="bg1"/>
                </a:solidFill>
                <a:effectLst/>
                <a:uLnTx/>
                <a:uFillTx/>
                <a:latin typeface="+mj-lt"/>
                <a:ea typeface="+mn-ea"/>
                <a:cs typeface="+mn-cs"/>
              </a:rPr>
              <a:t>Part II Listening  and Speaking / Lesson B</a:t>
            </a:r>
            <a:endParaRPr kumimoji="0" lang="zh-CN" altLang="en-US" sz="2000" b="1" i="0" u="none" strike="noStrike" kern="1200" cap="none" spc="0" normalizeH="0" baseline="0" noProof="0">
              <a:ln>
                <a:noFill/>
              </a:ln>
              <a:solidFill>
                <a:schemeClr val="bg1"/>
              </a:solidFill>
              <a:effectLst/>
              <a:uLnTx/>
              <a:uFillTx/>
              <a:latin typeface="+mj-lt"/>
              <a:ea typeface="+mn-ea"/>
              <a:cs typeface="+mn-cs"/>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Listening Skill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主体内容"/>
          <p:cNvSpPr>
            <a:spLocks noGrp="1"/>
          </p:cNvSpPr>
          <p:nvPr>
            <p:ph type="body" sz="quarter" idx="14"/>
          </p:nvPr>
        </p:nvSpPr>
        <p:spPr>
          <a:xfrm>
            <a:off x="323850" y="1340768"/>
            <a:ext cx="8569325" cy="482508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标题 1"/>
          <p:cNvSpPr txBox="1"/>
          <p:nvPr userDrawn="1"/>
        </p:nvSpPr>
        <p:spPr>
          <a:xfrm>
            <a:off x="179512" y="0"/>
            <a:ext cx="5179888" cy="476672"/>
          </a:xfrm>
          <a:prstGeom prst="rect">
            <a:avLst/>
          </a:prstGeom>
          <a:solidFill>
            <a:schemeClr val="tx2">
              <a:lumMod val="50000"/>
            </a:schemeClr>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dirty="0" smtClean="0">
                <a:ln>
                  <a:noFill/>
                </a:ln>
                <a:solidFill>
                  <a:schemeClr val="bg1"/>
                </a:solidFill>
                <a:effectLst/>
                <a:uLnTx/>
                <a:uFillTx/>
                <a:latin typeface="+mj-lt"/>
                <a:ea typeface="+mn-ea"/>
                <a:cs typeface="+mn-cs"/>
              </a:rPr>
              <a:t>Part II Listening  and Speaking</a:t>
            </a:r>
            <a:endParaRPr kumimoji="0" lang="zh-CN" altLang="en-US" sz="2000" b="1" i="0" u="none" strike="noStrike" kern="1200" cap="none" spc="0" normalizeH="0" baseline="0" noProof="0" dirty="0">
              <a:ln>
                <a:noFill/>
              </a:ln>
              <a:solidFill>
                <a:schemeClr val="bg1"/>
              </a:solidFill>
              <a:effectLst/>
              <a:uLnTx/>
              <a:uFillTx/>
              <a:latin typeface="+mj-lt"/>
              <a:ea typeface="+mn-ea"/>
              <a:cs typeface="+mn-cs"/>
            </a:endParaRPr>
          </a:p>
        </p:txBody>
      </p:sp>
      <p:sp>
        <p:nvSpPr>
          <p:cNvPr id="5" name="标题 1"/>
          <p:cNvSpPr txBox="1"/>
          <p:nvPr userDrawn="1"/>
        </p:nvSpPr>
        <p:spPr>
          <a:xfrm>
            <a:off x="3539238" y="0"/>
            <a:ext cx="1820162" cy="476672"/>
          </a:xfrm>
          <a:prstGeom prst="rect">
            <a:avLst/>
          </a:prstGeom>
          <a:solidFill>
            <a:srgbClr val="FFDD33"/>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dirty="0" smtClean="0">
                <a:ln>
                  <a:noFill/>
                </a:ln>
                <a:solidFill>
                  <a:srgbClr val="515672"/>
                </a:solidFill>
                <a:effectLst/>
                <a:uLnTx/>
                <a:uFillTx/>
                <a:latin typeface="+mj-lt"/>
                <a:ea typeface="+mn-ea"/>
                <a:cs typeface="+mn-cs"/>
              </a:rPr>
              <a:t>Listening </a:t>
            </a:r>
            <a:r>
              <a:rPr kumimoji="0" lang="en-US" altLang="zh-CN" sz="2000" b="1" i="0" u="none" strike="noStrike" kern="1200" cap="none" spc="0" normalizeH="0" baseline="0" noProof="0" dirty="0">
                <a:ln>
                  <a:noFill/>
                </a:ln>
                <a:solidFill>
                  <a:srgbClr val="515672"/>
                </a:solidFill>
                <a:effectLst/>
                <a:uLnTx/>
                <a:uFillTx/>
                <a:latin typeface="+mj-lt"/>
                <a:ea typeface="+mn-ea"/>
                <a:cs typeface="+mn-cs"/>
              </a:rPr>
              <a:t>Skills</a:t>
            </a:r>
            <a:endParaRPr kumimoji="0" lang="zh-CN" altLang="en-US" sz="2000" b="1" i="0" u="none" strike="noStrike" kern="1200" cap="none" spc="0" normalizeH="0" baseline="0" noProof="0" dirty="0">
              <a:ln>
                <a:noFill/>
              </a:ln>
              <a:solidFill>
                <a:srgbClr val="515672"/>
              </a:solidFill>
              <a:effectLst/>
              <a:uLnTx/>
              <a:uFillTx/>
              <a:latin typeface="+mj-lt"/>
              <a:ea typeface="+mn-ea"/>
              <a:cs typeface="+mn-cs"/>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Listening Skills dir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1124744"/>
            <a:ext cx="8569325" cy="576262"/>
          </a:xfrm>
        </p:spPr>
        <p:txBody>
          <a:bodyPr>
            <a:normAutofit/>
          </a:bodyPr>
          <a:lstStyle>
            <a:lvl1pPr marL="0" indent="0">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2204864"/>
            <a:ext cx="8569325" cy="3960986"/>
          </a:xfrm>
        </p:spPr>
        <p:txBody>
          <a:bodyPr/>
          <a:lstStyle>
            <a:lvl1pPr marL="217805" indent="-217805">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标题 1"/>
          <p:cNvSpPr txBox="1"/>
          <p:nvPr userDrawn="1"/>
        </p:nvSpPr>
        <p:spPr>
          <a:xfrm>
            <a:off x="179512" y="0"/>
            <a:ext cx="5179888" cy="476672"/>
          </a:xfrm>
          <a:prstGeom prst="rect">
            <a:avLst/>
          </a:prstGeom>
          <a:solidFill>
            <a:schemeClr val="tx2">
              <a:lumMod val="50000"/>
            </a:schemeClr>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dirty="0" smtClean="0">
                <a:ln>
                  <a:noFill/>
                </a:ln>
                <a:solidFill>
                  <a:schemeClr val="bg1"/>
                </a:solidFill>
                <a:effectLst/>
                <a:uLnTx/>
                <a:uFillTx/>
                <a:latin typeface="+mj-lt"/>
                <a:ea typeface="+mn-ea"/>
                <a:cs typeface="+mn-cs"/>
              </a:rPr>
              <a:t>Part II Listening  and Speaking </a:t>
            </a:r>
            <a:endParaRPr kumimoji="0" lang="zh-CN" altLang="en-US" sz="2000" b="1" i="0" u="none" strike="noStrike" kern="1200" cap="none" spc="0" normalizeH="0" baseline="0" noProof="0" dirty="0">
              <a:ln>
                <a:noFill/>
              </a:ln>
              <a:solidFill>
                <a:schemeClr val="bg1"/>
              </a:solidFill>
              <a:effectLst/>
              <a:uLnTx/>
              <a:uFillTx/>
              <a:latin typeface="+mj-lt"/>
              <a:ea typeface="+mn-ea"/>
              <a:cs typeface="+mn-cs"/>
            </a:endParaRPr>
          </a:p>
        </p:txBody>
      </p:sp>
      <p:sp>
        <p:nvSpPr>
          <p:cNvPr id="8" name="标题 1"/>
          <p:cNvSpPr txBox="1"/>
          <p:nvPr userDrawn="1"/>
        </p:nvSpPr>
        <p:spPr>
          <a:xfrm>
            <a:off x="3539238" y="0"/>
            <a:ext cx="1820162" cy="476672"/>
          </a:xfrm>
          <a:prstGeom prst="rect">
            <a:avLst/>
          </a:prstGeom>
          <a:solidFill>
            <a:srgbClr val="FFDD33"/>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dirty="0" smtClean="0">
                <a:ln>
                  <a:noFill/>
                </a:ln>
                <a:solidFill>
                  <a:srgbClr val="515672"/>
                </a:solidFill>
                <a:effectLst/>
                <a:uLnTx/>
                <a:uFillTx/>
                <a:latin typeface="+mj-lt"/>
                <a:ea typeface="+mn-ea"/>
                <a:cs typeface="+mn-cs"/>
              </a:rPr>
              <a:t>Listening </a:t>
            </a:r>
            <a:r>
              <a:rPr kumimoji="0" lang="en-US" altLang="zh-CN" sz="2000" b="1" i="0" u="none" strike="noStrike" kern="1200" cap="none" spc="0" normalizeH="0" baseline="0" noProof="0" dirty="0">
                <a:ln>
                  <a:noFill/>
                </a:ln>
                <a:solidFill>
                  <a:srgbClr val="515672"/>
                </a:solidFill>
                <a:effectLst/>
                <a:uLnTx/>
                <a:uFillTx/>
                <a:latin typeface="+mj-lt"/>
                <a:ea typeface="+mn-ea"/>
                <a:cs typeface="+mn-cs"/>
              </a:rPr>
              <a:t>Skills</a:t>
            </a:r>
            <a:endParaRPr kumimoji="0" lang="zh-CN" altLang="en-US" sz="2000" b="1" i="0" u="none" strike="noStrike" kern="1200" cap="none" spc="0" normalizeH="0" baseline="0" noProof="0" dirty="0">
              <a:ln>
                <a:noFill/>
              </a:ln>
              <a:solidFill>
                <a:srgbClr val="515672"/>
              </a:solidFill>
              <a:effectLst/>
              <a:uLnTx/>
              <a:uFillTx/>
              <a:latin typeface="+mj-lt"/>
              <a:ea typeface="+mn-ea"/>
              <a:cs typeface="+mn-cs"/>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FC3FACB-9944-46C7-BB15-79BEA3D61AE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093EA13-C732-4F17-8516-92EE82C34A8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C3FACB-9944-46C7-BB15-79BEA3D61AE3}"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3EA13-C732-4F17-8516-92EE82C34A8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slide" Target="slide22.xml"/><Relationship Id="rId5" Type="http://schemas.openxmlformats.org/officeDocument/2006/relationships/slide" Target="slide19.xml"/><Relationship Id="rId4" Type="http://schemas.openxmlformats.org/officeDocument/2006/relationships/slide" Target="slide15.xml"/><Relationship Id="rId3" Type="http://schemas.openxmlformats.org/officeDocument/2006/relationships/slide" Target="slide9.xml"/><Relationship Id="rId2" Type="http://schemas.openxmlformats.org/officeDocument/2006/relationships/slide" Target="slide8.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9" Type="http://schemas.openxmlformats.org/officeDocument/2006/relationships/slide" Target="slide4.xml"/><Relationship Id="rId8" Type="http://schemas.openxmlformats.org/officeDocument/2006/relationships/slide" Target="slide3.xml"/><Relationship Id="rId7" Type="http://schemas.microsoft.com/office/2007/relationships/media" Target="ppt/slides/Austria.mp3" TargetMode="External"/><Relationship Id="rId6" Type="http://schemas.openxmlformats.org/officeDocument/2006/relationships/audio" Target="ppt/slides/Austria.mp3" TargetMode="External"/><Relationship Id="rId5" Type="http://schemas.microsoft.com/office/2007/relationships/media" Target="ppt/slides/ape.mp3" TargetMode="External"/><Relationship Id="rId4" Type="http://schemas.openxmlformats.org/officeDocument/2006/relationships/audio" Target="ppt/slides/ape.mp3" TargetMode="External"/><Relationship Id="rId3" Type="http://schemas.openxmlformats.org/officeDocument/2006/relationships/image" Target="../media/image2.emf"/><Relationship Id="rId27" Type="http://schemas.openxmlformats.org/officeDocument/2006/relationships/slideLayout" Target="../slideLayouts/slideLayout3.xml"/><Relationship Id="rId26" Type="http://schemas.openxmlformats.org/officeDocument/2006/relationships/slide" Target="slide2.xml"/><Relationship Id="rId25" Type="http://schemas.microsoft.com/office/2007/relationships/media" Target="ppt/slides/Yeti.mp3" TargetMode="External"/><Relationship Id="rId24" Type="http://schemas.openxmlformats.org/officeDocument/2006/relationships/audio" Target="ppt/slides/Yeti.mp3" TargetMode="External"/><Relationship Id="rId23" Type="http://schemas.microsoft.com/office/2007/relationships/media" Target="ppt/slides/weigh.mp3" TargetMode="External"/><Relationship Id="rId22" Type="http://schemas.openxmlformats.org/officeDocument/2006/relationships/audio" Target="ppt/slides/weigh.mp3" TargetMode="External"/><Relationship Id="rId21" Type="http://schemas.microsoft.com/office/2007/relationships/media" Target="ppt/slides/Himalayas.mp3" TargetMode="External"/><Relationship Id="rId20" Type="http://schemas.openxmlformats.org/officeDocument/2006/relationships/audio" Target="ppt/slides/Himalayas.mp3" TargetMode="External"/><Relationship Id="rId2" Type="http://schemas.microsoft.com/office/2007/relationships/media" Target="ppt/slides/ancient.mp3" TargetMode="External"/><Relationship Id="rId19" Type="http://schemas.microsoft.com/office/2007/relationships/media" Target="ppt/slides/hike.mp3" TargetMode="External"/><Relationship Id="rId18" Type="http://schemas.openxmlformats.org/officeDocument/2006/relationships/audio" Target="ppt/slides/hike.mp3" TargetMode="External"/><Relationship Id="rId17" Type="http://schemas.microsoft.com/office/2007/relationships/media" Target="ppt/slides/scary.mp3" TargetMode="External"/><Relationship Id="rId16" Type="http://schemas.openxmlformats.org/officeDocument/2006/relationships/audio" Target="ppt/slides/scary.mp3" TargetMode="External"/><Relationship Id="rId15" Type="http://schemas.openxmlformats.org/officeDocument/2006/relationships/image" Target="../media/image6.png"/><Relationship Id="rId14" Type="http://schemas.microsoft.com/office/2007/relationships/media" Target="ppt/slides/words-1.mp3" TargetMode="External"/><Relationship Id="rId13" Type="http://schemas.openxmlformats.org/officeDocument/2006/relationships/audio" Target="ppt/slides/words-1.mp3" TargetMode="External"/><Relationship Id="rId12" Type="http://schemas.openxmlformats.org/officeDocument/2006/relationships/image" Target="../media/image5.emf"/><Relationship Id="rId11" Type="http://schemas.openxmlformats.org/officeDocument/2006/relationships/image" Target="../media/image4.emf"/><Relationship Id="rId10" Type="http://schemas.openxmlformats.org/officeDocument/2006/relationships/image" Target="../media/image3.emf"/><Relationship Id="rId1" Type="http://schemas.openxmlformats.org/officeDocument/2006/relationships/audio" Target="ppt/slides/ancient.mp3" TargetMode="External"/></Relationships>
</file>

<file path=ppt/slides/_rels/slide3.xml.rels><?xml version="1.0" encoding="UTF-8" standalone="yes"?>
<Relationships xmlns="http://schemas.openxmlformats.org/package/2006/relationships"><Relationship Id="rId9" Type="http://schemas.openxmlformats.org/officeDocument/2006/relationships/image" Target="../media/image8.emf"/><Relationship Id="rId8" Type="http://schemas.openxmlformats.org/officeDocument/2006/relationships/hyperlink" Target="Script1.pptx" TargetMode="External"/><Relationship Id="rId7" Type="http://schemas.openxmlformats.org/officeDocument/2006/relationships/image" Target="../media/image7.emf"/><Relationship Id="rId6" Type="http://schemas.openxmlformats.org/officeDocument/2006/relationships/hyperlink" Target="Track%208-1.mp3" TargetMode="External"/><Relationship Id="rId5" Type="http://schemas.openxmlformats.org/officeDocument/2006/relationships/image" Target="../media/image5.emf"/><Relationship Id="rId4" Type="http://schemas.openxmlformats.org/officeDocument/2006/relationships/image" Target="../media/image4.emf"/><Relationship Id="rId3" Type="http://schemas.openxmlformats.org/officeDocument/2006/relationships/image" Target="../media/image3.emf"/><Relationship Id="rId2" Type="http://schemas.openxmlformats.org/officeDocument/2006/relationships/slide" Target="slide2.xml"/><Relationship Id="rId14" Type="http://schemas.openxmlformats.org/officeDocument/2006/relationships/slideLayout" Target="../slideLayouts/slideLayout4.xml"/><Relationship Id="rId13" Type="http://schemas.openxmlformats.org/officeDocument/2006/relationships/slide" Target="slide3.xml"/><Relationship Id="rId12" Type="http://schemas.openxmlformats.org/officeDocument/2006/relationships/image" Target="../media/image6.png"/><Relationship Id="rId11" Type="http://schemas.microsoft.com/office/2007/relationships/media" Target="ppt/slides/Track%208-1.mp3" TargetMode="External"/><Relationship Id="rId10" Type="http://schemas.openxmlformats.org/officeDocument/2006/relationships/audio" Target="ppt/slides/Track%208-1.mp3" TargetMode="External"/><Relationship Id="rId1" Type="http://schemas.openxmlformats.org/officeDocument/2006/relationships/slide" Target="slide4.xml"/></Relationships>
</file>

<file path=ppt/slides/_rels/slide4.xml.rels><?xml version="1.0" encoding="UTF-8" standalone="yes"?>
<Relationships xmlns="http://schemas.openxmlformats.org/package/2006/relationships"><Relationship Id="rId9" Type="http://schemas.openxmlformats.org/officeDocument/2006/relationships/image" Target="../media/image7.emf"/><Relationship Id="rId8" Type="http://schemas.openxmlformats.org/officeDocument/2006/relationships/hyperlink" Target="Track%208-1.mp3" TargetMode="External"/><Relationship Id="rId7" Type="http://schemas.openxmlformats.org/officeDocument/2006/relationships/image" Target="../media/image5.emf"/><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slide" Target="slide2.xml"/><Relationship Id="rId17" Type="http://schemas.openxmlformats.org/officeDocument/2006/relationships/notesSlide" Target="../notesSlides/notesSlide1.xml"/><Relationship Id="rId16" Type="http://schemas.openxmlformats.org/officeDocument/2006/relationships/slideLayout" Target="../slideLayouts/slideLayout4.xml"/><Relationship Id="rId15" Type="http://schemas.openxmlformats.org/officeDocument/2006/relationships/slide" Target="slide4.xml"/><Relationship Id="rId14" Type="http://schemas.openxmlformats.org/officeDocument/2006/relationships/image" Target="../media/image6.png"/><Relationship Id="rId13" Type="http://schemas.microsoft.com/office/2007/relationships/media" Target="ppt/slides/Track%208-1.mp3" TargetMode="External"/><Relationship Id="rId12" Type="http://schemas.openxmlformats.org/officeDocument/2006/relationships/audio" Target="ppt/slides/Track%208-1.mp3" TargetMode="External"/><Relationship Id="rId11" Type="http://schemas.openxmlformats.org/officeDocument/2006/relationships/image" Target="../media/image8.emf"/><Relationship Id="rId10" Type="http://schemas.openxmlformats.org/officeDocument/2006/relationships/hyperlink" Target="Script1.pptx" TargetMode="External"/><Relationship Id="rId1" Type="http://schemas.openxmlformats.org/officeDocument/2006/relationships/slide" Target="slide3.xml"/></Relationships>
</file>

<file path=ppt/slides/_rels/slide5.xml.rels><?xml version="1.0" encoding="UTF-8" standalone="yes"?>
<Relationships xmlns="http://schemas.openxmlformats.org/package/2006/relationships"><Relationship Id="rId9" Type="http://schemas.openxmlformats.org/officeDocument/2006/relationships/hyperlink" Target="Track%208-1.mp3" TargetMode="External"/><Relationship Id="rId8" Type="http://schemas.openxmlformats.org/officeDocument/2006/relationships/image" Target="../media/image5.emf"/><Relationship Id="rId7" Type="http://schemas.openxmlformats.org/officeDocument/2006/relationships/image" Target="../media/image4.emf"/><Relationship Id="rId6" Type="http://schemas.openxmlformats.org/officeDocument/2006/relationships/image" Target="../media/image3.emf"/><Relationship Id="rId5" Type="http://schemas.openxmlformats.org/officeDocument/2006/relationships/image" Target="../media/image13.png"/><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slide" Target="slide2.xml"/><Relationship Id="rId18" Type="http://schemas.openxmlformats.org/officeDocument/2006/relationships/notesSlide" Target="../notesSlides/notesSlide2.xml"/><Relationship Id="rId17" Type="http://schemas.openxmlformats.org/officeDocument/2006/relationships/slideLayout" Target="../slideLayouts/slideLayout4.xml"/><Relationship Id="rId16" Type="http://schemas.openxmlformats.org/officeDocument/2006/relationships/slide" Target="slide4.xml"/><Relationship Id="rId15" Type="http://schemas.openxmlformats.org/officeDocument/2006/relationships/image" Target="../media/image6.png"/><Relationship Id="rId14" Type="http://schemas.microsoft.com/office/2007/relationships/media" Target="ppt/slides/Track%208-1.mp3" TargetMode="External"/><Relationship Id="rId13" Type="http://schemas.openxmlformats.org/officeDocument/2006/relationships/audio" Target="ppt/slides/Track%208-1.mp3" TargetMode="External"/><Relationship Id="rId12" Type="http://schemas.openxmlformats.org/officeDocument/2006/relationships/image" Target="../media/image8.emf"/><Relationship Id="rId11" Type="http://schemas.openxmlformats.org/officeDocument/2006/relationships/hyperlink" Target="Script1.pptx" TargetMode="External"/><Relationship Id="rId10" Type="http://schemas.openxmlformats.org/officeDocument/2006/relationships/image" Target="../media/image7.emf"/><Relationship Id="rId1" Type="http://schemas.openxmlformats.org/officeDocument/2006/relationships/slide" Target="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9" Type="http://schemas.openxmlformats.org/officeDocument/2006/relationships/image" Target="../media/image8.emf"/><Relationship Id="rId8" Type="http://schemas.openxmlformats.org/officeDocument/2006/relationships/hyperlink" Target="Script1.pptx" TargetMode="External"/><Relationship Id="rId7" Type="http://schemas.openxmlformats.org/officeDocument/2006/relationships/image" Target="../media/image7.emf"/><Relationship Id="rId6" Type="http://schemas.openxmlformats.org/officeDocument/2006/relationships/hyperlink" Target="Track%208-1.mp3" TargetMode="External"/><Relationship Id="rId5" Type="http://schemas.openxmlformats.org/officeDocument/2006/relationships/image" Target="../media/image5.emf"/><Relationship Id="rId4" Type="http://schemas.openxmlformats.org/officeDocument/2006/relationships/image" Target="../media/image4.emf"/><Relationship Id="rId3" Type="http://schemas.openxmlformats.org/officeDocument/2006/relationships/image" Target="../media/image3.emf"/><Relationship Id="rId2" Type="http://schemas.openxmlformats.org/officeDocument/2006/relationships/slide" Target="slide2.xml"/><Relationship Id="rId15" Type="http://schemas.openxmlformats.org/officeDocument/2006/relationships/notesSlide" Target="../notesSlides/notesSlide3.xml"/><Relationship Id="rId14" Type="http://schemas.openxmlformats.org/officeDocument/2006/relationships/slideLayout" Target="../slideLayouts/slideLayout4.xml"/><Relationship Id="rId13" Type="http://schemas.openxmlformats.org/officeDocument/2006/relationships/slide" Target="slide4.xml"/><Relationship Id="rId12" Type="http://schemas.openxmlformats.org/officeDocument/2006/relationships/image" Target="../media/image6.png"/><Relationship Id="rId11" Type="http://schemas.microsoft.com/office/2007/relationships/media" Target="ppt/slides/Track%208-1.mp3" TargetMode="External"/><Relationship Id="rId10" Type="http://schemas.openxmlformats.org/officeDocument/2006/relationships/audio" Target="ppt/slides/Track%208-1.mp3" TargetMode="External"/><Relationship Id="rId1" Type="http://schemas.openxmlformats.org/officeDocument/2006/relationships/slide" Target="slide3.xml"/></Relationships>
</file>

<file path=ppt/slides/_rels/slide8.xml.rels><?xml version="1.0" encoding="UTF-8" standalone="yes"?>
<Relationships xmlns="http://schemas.openxmlformats.org/package/2006/relationships"><Relationship Id="rId9" Type="http://schemas.openxmlformats.org/officeDocument/2006/relationships/image" Target="../media/image14.emf"/><Relationship Id="rId8" Type="http://schemas.openxmlformats.org/officeDocument/2006/relationships/image" Target="../media/image6.png"/><Relationship Id="rId7" Type="http://schemas.microsoft.com/office/2007/relationships/media" Target="ppt/slides/Track%208-2.mp3" TargetMode="External"/><Relationship Id="rId6" Type="http://schemas.openxmlformats.org/officeDocument/2006/relationships/audio" Target="ppt/slides/Track%208-2.mp3" TargetMode="External"/><Relationship Id="rId5" Type="http://schemas.openxmlformats.org/officeDocument/2006/relationships/image" Target="../media/image7.emf"/><Relationship Id="rId4" Type="http://schemas.openxmlformats.org/officeDocument/2006/relationships/hyperlink" Target="Track%208-2.mp3" TargetMode="External"/><Relationship Id="rId3" Type="http://schemas.openxmlformats.org/officeDocument/2006/relationships/image" Target="../media/image5.emf"/><Relationship Id="rId2" Type="http://schemas.openxmlformats.org/officeDocument/2006/relationships/image" Target="../media/image4.emf"/><Relationship Id="rId14" Type="http://schemas.openxmlformats.org/officeDocument/2006/relationships/notesSlide" Target="../notesSlides/notesSlide4.xml"/><Relationship Id="rId13" Type="http://schemas.openxmlformats.org/officeDocument/2006/relationships/slideLayout" Target="../slideLayouts/slideLayout4.xml"/><Relationship Id="rId12" Type="http://schemas.openxmlformats.org/officeDocument/2006/relationships/image" Target="../media/image8.emf"/><Relationship Id="rId11" Type="http://schemas.openxmlformats.org/officeDocument/2006/relationships/hyperlink" Target="Script2.pptx" TargetMode="External"/><Relationship Id="rId10" Type="http://schemas.openxmlformats.org/officeDocument/2006/relationships/image" Target="../media/image15.emf"/><Relationship Id="rId1" Type="http://schemas.openxmlformats.org/officeDocument/2006/relationships/image" Target="../media/image3.emf"/></Relationships>
</file>

<file path=ppt/slides/_rels/slide9.xml.rels><?xml version="1.0" encoding="UTF-8" standalone="yes"?>
<Relationships xmlns="http://schemas.openxmlformats.org/package/2006/relationships"><Relationship Id="rId9" Type="http://schemas.openxmlformats.org/officeDocument/2006/relationships/audio" Target="ppt/slides/alien.mp3" TargetMode="External"/><Relationship Id="rId8" Type="http://schemas.openxmlformats.org/officeDocument/2006/relationships/image" Target="../media/image6.png"/><Relationship Id="rId7" Type="http://schemas.microsoft.com/office/2007/relationships/media" Target="ppt/slides/words-2.mp3" TargetMode="External"/><Relationship Id="rId6" Type="http://schemas.openxmlformats.org/officeDocument/2006/relationships/audio" Target="ppt/slides/words-2.mp3" TargetMode="External"/><Relationship Id="rId5" Type="http://schemas.openxmlformats.org/officeDocument/2006/relationships/image" Target="../media/image5.emf"/><Relationship Id="rId4" Type="http://schemas.openxmlformats.org/officeDocument/2006/relationships/image" Target="../media/image4.emf"/><Relationship Id="rId3" Type="http://schemas.openxmlformats.org/officeDocument/2006/relationships/image" Target="../media/image3.emf"/><Relationship Id="rId23" Type="http://schemas.openxmlformats.org/officeDocument/2006/relationships/notesSlide" Target="../notesSlides/notesSlide5.xml"/><Relationship Id="rId22" Type="http://schemas.openxmlformats.org/officeDocument/2006/relationships/slideLayout" Target="../slideLayouts/slideLayout5.xml"/><Relationship Id="rId21" Type="http://schemas.openxmlformats.org/officeDocument/2006/relationships/slide" Target="slide9.xml"/><Relationship Id="rId20" Type="http://schemas.openxmlformats.org/officeDocument/2006/relationships/slide" Target="slide14.xml"/><Relationship Id="rId2" Type="http://schemas.openxmlformats.org/officeDocument/2006/relationships/slide" Target="slide11.xml"/><Relationship Id="rId19" Type="http://schemas.microsoft.com/office/2007/relationships/media" Target="ppt/slides/signal.mp3" TargetMode="External"/><Relationship Id="rId18" Type="http://schemas.openxmlformats.org/officeDocument/2006/relationships/audio" Target="ppt/slides/signal.mp3" TargetMode="External"/><Relationship Id="rId17" Type="http://schemas.microsoft.com/office/2007/relationships/media" Target="ppt/slides/happen.mp3" TargetMode="External"/><Relationship Id="rId16" Type="http://schemas.openxmlformats.org/officeDocument/2006/relationships/audio" Target="ppt/slides/happen.mp3" TargetMode="External"/><Relationship Id="rId15" Type="http://schemas.microsoft.com/office/2007/relationships/media" Target="ppt/slides/telescope.mp3" TargetMode="External"/><Relationship Id="rId14" Type="http://schemas.openxmlformats.org/officeDocument/2006/relationships/audio" Target="ppt/slides/telescope.mp3" TargetMode="External"/><Relationship Id="rId13" Type="http://schemas.microsoft.com/office/2007/relationships/media" Target="ppt/slides/scientist.mp3" TargetMode="External"/><Relationship Id="rId12" Type="http://schemas.openxmlformats.org/officeDocument/2006/relationships/audio" Target="ppt/slides/scientist.mp3" TargetMode="External"/><Relationship Id="rId11" Type="http://schemas.openxmlformats.org/officeDocument/2006/relationships/image" Target="../media/image2.emf"/><Relationship Id="rId10" Type="http://schemas.microsoft.com/office/2007/relationships/media" Target="ppt/slides/alien.mp3" TargetMode="External"/><Relationship Id="rId1" Type="http://schemas.openxmlformats.org/officeDocument/2006/relationships/slide" Target="slide10.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slide" Target="slide10.xml"/><Relationship Id="rId4" Type="http://schemas.openxmlformats.org/officeDocument/2006/relationships/image" Target="../media/image16.jpeg"/><Relationship Id="rId3" Type="http://schemas.openxmlformats.org/officeDocument/2006/relationships/slide" Target="slide14.xml"/><Relationship Id="rId2" Type="http://schemas.openxmlformats.org/officeDocument/2006/relationships/slide" Target="slide9.xml"/><Relationship Id="rId1" Type="http://schemas.openxmlformats.org/officeDocument/2006/relationships/slide" Target="slide11.xml"/></Relationships>
</file>

<file path=ppt/slides/_rels/slide11.xml.rels><?xml version="1.0" encoding="UTF-8" standalone="yes"?>
<Relationships xmlns="http://schemas.openxmlformats.org/package/2006/relationships"><Relationship Id="rId9" Type="http://schemas.openxmlformats.org/officeDocument/2006/relationships/hyperlink" Target="Script3.pptx" TargetMode="External"/><Relationship Id="rId8" Type="http://schemas.openxmlformats.org/officeDocument/2006/relationships/image" Target="../media/image6.png"/><Relationship Id="rId7" Type="http://schemas.microsoft.com/office/2007/relationships/media" Target="ppt/slides/Track%208-3.mp3" TargetMode="External"/><Relationship Id="rId6" Type="http://schemas.openxmlformats.org/officeDocument/2006/relationships/audio" Target="ppt/slides/Track%208-3.mp3" TargetMode="External"/><Relationship Id="rId5" Type="http://schemas.openxmlformats.org/officeDocument/2006/relationships/image" Target="../media/image7.emf"/><Relationship Id="rId4" Type="http://schemas.openxmlformats.org/officeDocument/2006/relationships/hyperlink" Target="Track%208-3.mp3" TargetMode="External"/><Relationship Id="rId3" Type="http://schemas.openxmlformats.org/officeDocument/2006/relationships/image" Target="../media/image5.emf"/><Relationship Id="rId2" Type="http://schemas.openxmlformats.org/officeDocument/2006/relationships/image" Target="../media/image4.emf"/><Relationship Id="rId16" Type="http://schemas.openxmlformats.org/officeDocument/2006/relationships/slideLayout" Target="../slideLayouts/slideLayout5.xml"/><Relationship Id="rId15" Type="http://schemas.openxmlformats.org/officeDocument/2006/relationships/slide" Target="slide11.xml"/><Relationship Id="rId14" Type="http://schemas.openxmlformats.org/officeDocument/2006/relationships/slide" Target="slide14.xml"/><Relationship Id="rId13" Type="http://schemas.openxmlformats.org/officeDocument/2006/relationships/slide" Target="slide9.xml"/><Relationship Id="rId12" Type="http://schemas.openxmlformats.org/officeDocument/2006/relationships/slide" Target="slide10.xml"/><Relationship Id="rId11" Type="http://schemas.openxmlformats.org/officeDocument/2006/relationships/image" Target="../media/image17.jpeg"/><Relationship Id="rId10" Type="http://schemas.openxmlformats.org/officeDocument/2006/relationships/image" Target="../media/image8.emf"/><Relationship Id="rId1" Type="http://schemas.openxmlformats.org/officeDocument/2006/relationships/image" Target="../media/image3.emf"/></Relationships>
</file>

<file path=ppt/slides/_rels/slide12.xml.rels><?xml version="1.0" encoding="UTF-8" standalone="yes"?>
<Relationships xmlns="http://schemas.openxmlformats.org/package/2006/relationships"><Relationship Id="rId9" Type="http://schemas.openxmlformats.org/officeDocument/2006/relationships/audio" Target="ppt/slides/Track%208-3.mp3" TargetMode="External"/><Relationship Id="rId8" Type="http://schemas.openxmlformats.org/officeDocument/2006/relationships/image" Target="../media/image7.emf"/><Relationship Id="rId7" Type="http://schemas.openxmlformats.org/officeDocument/2006/relationships/hyperlink" Target="Track%208-3.mp3" TargetMode="Externa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 Id="rId3" Type="http://schemas.openxmlformats.org/officeDocument/2006/relationships/slide" Target="slide14.xml"/><Relationship Id="rId2" Type="http://schemas.openxmlformats.org/officeDocument/2006/relationships/slide" Target="slide9.xml"/><Relationship Id="rId15" Type="http://schemas.openxmlformats.org/officeDocument/2006/relationships/slideLayout" Target="../slideLayouts/slideLayout5.xml"/><Relationship Id="rId14" Type="http://schemas.openxmlformats.org/officeDocument/2006/relationships/slide" Target="slide11.xml"/><Relationship Id="rId13" Type="http://schemas.openxmlformats.org/officeDocument/2006/relationships/image" Target="../media/image8.emf"/><Relationship Id="rId12" Type="http://schemas.openxmlformats.org/officeDocument/2006/relationships/hyperlink" Target="Script3.pptx" TargetMode="External"/><Relationship Id="rId11" Type="http://schemas.openxmlformats.org/officeDocument/2006/relationships/image" Target="../media/image6.png"/><Relationship Id="rId10" Type="http://schemas.microsoft.com/office/2007/relationships/media" Target="ppt/slides/Track%208-3.mp3" TargetMode="External"/><Relationship Id="rId1" Type="http://schemas.openxmlformats.org/officeDocument/2006/relationships/slide" Target="slide10.xml"/></Relationships>
</file>

<file path=ppt/slides/_rels/slide13.xml.rels><?xml version="1.0" encoding="UTF-8" standalone="yes"?>
<Relationships xmlns="http://schemas.openxmlformats.org/package/2006/relationships"><Relationship Id="rId9" Type="http://schemas.openxmlformats.org/officeDocument/2006/relationships/slide" Target="slide11.xml"/><Relationship Id="rId8" Type="http://schemas.openxmlformats.org/officeDocument/2006/relationships/slide" Target="slide14.xml"/><Relationship Id="rId7" Type="http://schemas.openxmlformats.org/officeDocument/2006/relationships/slide" Target="slide9.xml"/><Relationship Id="rId6" Type="http://schemas.openxmlformats.org/officeDocument/2006/relationships/slide" Target="slide10.xml"/><Relationship Id="rId5" Type="http://schemas.openxmlformats.org/officeDocument/2006/relationships/image" Target="../media/image7.emf"/><Relationship Id="rId4" Type="http://schemas.openxmlformats.org/officeDocument/2006/relationships/hyperlink" Target="Book%201%20Unit%208-Replying%20to%20the%20Wow%20Signal%20National%20Geographic.wmv" TargetMode="External"/><Relationship Id="rId3" Type="http://schemas.openxmlformats.org/officeDocument/2006/relationships/image" Target="../media/image18.png"/><Relationship Id="rId2" Type="http://schemas.microsoft.com/office/2007/relationships/media" Target="ppt/slides/Book%201%20Unit%208-Replying%20to%20the%20Wow%20Signal%20National%20Geographic.wmv" TargetMode="External"/><Relationship Id="rId10" Type="http://schemas.openxmlformats.org/officeDocument/2006/relationships/slideLayout" Target="../slideLayouts/slideLayout5.xml"/><Relationship Id="rId1" Type="http://schemas.openxmlformats.org/officeDocument/2006/relationships/video" Target="ppt/slides/Book%201%20Unit%208-Replying%20to%20the%20Wow%20Signal%20National%20Geographic.wmv" TargetMode="Externa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slide" Target="slide14.xml"/><Relationship Id="rId4" Type="http://schemas.openxmlformats.org/officeDocument/2006/relationships/image" Target="../media/image19.jpeg"/><Relationship Id="rId3" Type="http://schemas.openxmlformats.org/officeDocument/2006/relationships/slide" Target="slide10.xml"/><Relationship Id="rId2" Type="http://schemas.openxmlformats.org/officeDocument/2006/relationships/slide" Target="slide9.xml"/><Relationship Id="rId1" Type="http://schemas.openxmlformats.org/officeDocument/2006/relationships/slide" Target="slide11.xml"/></Relationships>
</file>

<file path=ppt/slides/_rels/slide15.xml.rels><?xml version="1.0" encoding="UTF-8" standalone="yes"?>
<Relationships xmlns="http://schemas.openxmlformats.org/package/2006/relationships"><Relationship Id="rId9" Type="http://schemas.openxmlformats.org/officeDocument/2006/relationships/image" Target="../media/image4.emf"/><Relationship Id="rId8" Type="http://schemas.openxmlformats.org/officeDocument/2006/relationships/image" Target="../media/image3.emf"/><Relationship Id="rId7" Type="http://schemas.openxmlformats.org/officeDocument/2006/relationships/slide" Target="slide17.xml"/><Relationship Id="rId6" Type="http://schemas.openxmlformats.org/officeDocument/2006/relationships/slide" Target="slide16.xml"/><Relationship Id="rId5" Type="http://schemas.microsoft.com/office/2007/relationships/media" Target="ppt/slides/New%20Mexico.mp3" TargetMode="External"/><Relationship Id="rId4" Type="http://schemas.openxmlformats.org/officeDocument/2006/relationships/audio" Target="ppt/slides/New%20Mexico.mp3" TargetMode="External"/><Relationship Id="rId3" Type="http://schemas.openxmlformats.org/officeDocument/2006/relationships/image" Target="../media/image2.emf"/><Relationship Id="rId24" Type="http://schemas.openxmlformats.org/officeDocument/2006/relationships/notesSlide" Target="../notesSlides/notesSlide6.xml"/><Relationship Id="rId23" Type="http://schemas.openxmlformats.org/officeDocument/2006/relationships/slideLayout" Target="../slideLayouts/slideLayout5.xml"/><Relationship Id="rId22" Type="http://schemas.openxmlformats.org/officeDocument/2006/relationships/slide" Target="slide15.xml"/><Relationship Id="rId21" Type="http://schemas.microsoft.com/office/2007/relationships/media" Target="ppt/slides/space.mp3" TargetMode="External"/><Relationship Id="rId20" Type="http://schemas.openxmlformats.org/officeDocument/2006/relationships/audio" Target="ppt/slides/space.mp3" TargetMode="External"/><Relationship Id="rId2" Type="http://schemas.microsoft.com/office/2007/relationships/media" Target="ppt/slides/announcement.mp3" TargetMode="External"/><Relationship Id="rId19" Type="http://schemas.microsoft.com/office/2007/relationships/media" Target="ppt/slides/object.mp3" TargetMode="External"/><Relationship Id="rId18" Type="http://schemas.openxmlformats.org/officeDocument/2006/relationships/audio" Target="ppt/slides/object.mp3" TargetMode="External"/><Relationship Id="rId17" Type="http://schemas.microsoft.com/office/2007/relationships/media" Target="ppt/slides/message.mp3" TargetMode="External"/><Relationship Id="rId16" Type="http://schemas.openxmlformats.org/officeDocument/2006/relationships/audio" Target="ppt/slides/message.mp3" TargetMode="External"/><Relationship Id="rId15" Type="http://schemas.microsoft.com/office/2007/relationships/media" Target="ppt/slides/crash.mp3" TargetMode="External"/><Relationship Id="rId14" Type="http://schemas.openxmlformats.org/officeDocument/2006/relationships/audio" Target="ppt/slides/crash.mp3" TargetMode="External"/><Relationship Id="rId13" Type="http://schemas.openxmlformats.org/officeDocument/2006/relationships/image" Target="../media/image6.png"/><Relationship Id="rId12" Type="http://schemas.microsoft.com/office/2007/relationships/media" Target="ppt/slides/words-3.mp3" TargetMode="External"/><Relationship Id="rId11" Type="http://schemas.openxmlformats.org/officeDocument/2006/relationships/audio" Target="ppt/slides/words-3.mp3" TargetMode="External"/><Relationship Id="rId10" Type="http://schemas.openxmlformats.org/officeDocument/2006/relationships/image" Target="../media/image5.emf"/><Relationship Id="rId1" Type="http://schemas.openxmlformats.org/officeDocument/2006/relationships/audio" Target="ppt/slides/announcement.mp3" TargetMode="External"/></Relationships>
</file>

<file path=ppt/slides/_rels/slide16.xml.rels><?xml version="1.0" encoding="UTF-8" standalone="yes"?>
<Relationships xmlns="http://schemas.openxmlformats.org/package/2006/relationships"><Relationship Id="rId9" Type="http://schemas.openxmlformats.org/officeDocument/2006/relationships/hyperlink" Target="Script4.pptx" TargetMode="External"/><Relationship Id="rId8" Type="http://schemas.openxmlformats.org/officeDocument/2006/relationships/image" Target="../media/image6.png"/><Relationship Id="rId7" Type="http://schemas.microsoft.com/office/2007/relationships/media" Target="ppt/slides/Track%208-4.mp3" TargetMode="External"/><Relationship Id="rId6" Type="http://schemas.openxmlformats.org/officeDocument/2006/relationships/audio" Target="ppt/slides/Track%208-4.mp3" TargetMode="External"/><Relationship Id="rId5" Type="http://schemas.openxmlformats.org/officeDocument/2006/relationships/image" Target="../media/image7.emf"/><Relationship Id="rId4" Type="http://schemas.openxmlformats.org/officeDocument/2006/relationships/hyperlink" Target="Track%208-4.mp3" TargetMode="External"/><Relationship Id="rId3" Type="http://schemas.openxmlformats.org/officeDocument/2006/relationships/image" Target="../media/image5.emf"/><Relationship Id="rId2" Type="http://schemas.openxmlformats.org/officeDocument/2006/relationships/image" Target="../media/image4.emf"/><Relationship Id="rId15" Type="http://schemas.openxmlformats.org/officeDocument/2006/relationships/notesSlide" Target="../notesSlides/notesSlide7.xml"/><Relationship Id="rId14" Type="http://schemas.openxmlformats.org/officeDocument/2006/relationships/slideLayout" Target="../slideLayouts/slideLayout5.xml"/><Relationship Id="rId13" Type="http://schemas.openxmlformats.org/officeDocument/2006/relationships/slide" Target="slide16.xml"/><Relationship Id="rId12" Type="http://schemas.openxmlformats.org/officeDocument/2006/relationships/slide" Target="slide15.xml"/><Relationship Id="rId11" Type="http://schemas.openxmlformats.org/officeDocument/2006/relationships/slide" Target="slide17.xml"/><Relationship Id="rId10" Type="http://schemas.openxmlformats.org/officeDocument/2006/relationships/image" Target="../media/image8.emf"/><Relationship Id="rId1" Type="http://schemas.openxmlformats.org/officeDocument/2006/relationships/image" Target="../media/image3.emf"/></Relationships>
</file>

<file path=ppt/slides/_rels/slide17.xml.rels><?xml version="1.0" encoding="UTF-8" standalone="yes"?>
<Relationships xmlns="http://schemas.openxmlformats.org/package/2006/relationships"><Relationship Id="rId9" Type="http://schemas.microsoft.com/office/2007/relationships/media" Target="ppt/slides/Track%208-4.mp3" TargetMode="External"/><Relationship Id="rId8" Type="http://schemas.openxmlformats.org/officeDocument/2006/relationships/audio" Target="ppt/slides/Track%208-4.mp3" TargetMode="External"/><Relationship Id="rId7" Type="http://schemas.openxmlformats.org/officeDocument/2006/relationships/image" Target="../media/image7.emf"/><Relationship Id="rId6" Type="http://schemas.openxmlformats.org/officeDocument/2006/relationships/hyperlink" Target="Track%208-4.mp3" TargetMode="External"/><Relationship Id="rId5" Type="http://schemas.openxmlformats.org/officeDocument/2006/relationships/image" Target="../media/image5.emf"/><Relationship Id="rId4" Type="http://schemas.openxmlformats.org/officeDocument/2006/relationships/image" Target="../media/image4.emf"/><Relationship Id="rId3" Type="http://schemas.openxmlformats.org/officeDocument/2006/relationships/image" Target="../media/image3.emf"/><Relationship Id="rId2" Type="http://schemas.openxmlformats.org/officeDocument/2006/relationships/slide" Target="slide15.xml"/><Relationship Id="rId15" Type="http://schemas.openxmlformats.org/officeDocument/2006/relationships/notesSlide" Target="../notesSlides/notesSlide8.xml"/><Relationship Id="rId14" Type="http://schemas.openxmlformats.org/officeDocument/2006/relationships/slideLayout" Target="../slideLayouts/slideLayout5.xml"/><Relationship Id="rId13" Type="http://schemas.openxmlformats.org/officeDocument/2006/relationships/slide" Target="slide17.xml"/><Relationship Id="rId12" Type="http://schemas.openxmlformats.org/officeDocument/2006/relationships/image" Target="../media/image8.emf"/><Relationship Id="rId11" Type="http://schemas.openxmlformats.org/officeDocument/2006/relationships/hyperlink" Target="Script4.pptx" TargetMode="External"/><Relationship Id="rId10" Type="http://schemas.openxmlformats.org/officeDocument/2006/relationships/image" Target="../media/image6.png"/><Relationship Id="rId1" Type="http://schemas.openxmlformats.org/officeDocument/2006/relationships/slide" Target="slide16.xml"/></Relationships>
</file>

<file path=ppt/slides/_rels/slide18.xml.rels><?xml version="1.0" encoding="UTF-8" standalone="yes"?>
<Relationships xmlns="http://schemas.openxmlformats.org/package/2006/relationships"><Relationship Id="rId9" Type="http://schemas.microsoft.com/office/2007/relationships/media" Target="ppt/slides/Track%208-4.mp3" TargetMode="External"/><Relationship Id="rId8" Type="http://schemas.openxmlformats.org/officeDocument/2006/relationships/audio" Target="ppt/slides/Track%208-4.mp3" TargetMode="External"/><Relationship Id="rId7" Type="http://schemas.openxmlformats.org/officeDocument/2006/relationships/image" Target="../media/image7.emf"/><Relationship Id="rId6" Type="http://schemas.openxmlformats.org/officeDocument/2006/relationships/hyperlink" Target="Track%208-4.mp3" TargetMode="External"/><Relationship Id="rId5" Type="http://schemas.openxmlformats.org/officeDocument/2006/relationships/image" Target="../media/image5.emf"/><Relationship Id="rId4" Type="http://schemas.openxmlformats.org/officeDocument/2006/relationships/image" Target="../media/image4.emf"/><Relationship Id="rId3" Type="http://schemas.openxmlformats.org/officeDocument/2006/relationships/image" Target="../media/image3.emf"/><Relationship Id="rId2" Type="http://schemas.openxmlformats.org/officeDocument/2006/relationships/slide" Target="slide15.xml"/><Relationship Id="rId15" Type="http://schemas.openxmlformats.org/officeDocument/2006/relationships/notesSlide" Target="../notesSlides/notesSlide9.xml"/><Relationship Id="rId14" Type="http://schemas.openxmlformats.org/officeDocument/2006/relationships/slideLayout" Target="../slideLayouts/slideLayout5.xml"/><Relationship Id="rId13" Type="http://schemas.openxmlformats.org/officeDocument/2006/relationships/slide" Target="slide17.xml"/><Relationship Id="rId12" Type="http://schemas.openxmlformats.org/officeDocument/2006/relationships/image" Target="../media/image8.emf"/><Relationship Id="rId11" Type="http://schemas.openxmlformats.org/officeDocument/2006/relationships/hyperlink" Target="Script4.pptx" TargetMode="External"/><Relationship Id="rId10" Type="http://schemas.openxmlformats.org/officeDocument/2006/relationships/image" Target="../media/image6.png"/><Relationship Id="rId1" Type="http://schemas.openxmlformats.org/officeDocument/2006/relationships/slide" Target="slide16.xml"/></Relationships>
</file>

<file path=ppt/slides/_rels/slide19.xml.rels><?xml version="1.0" encoding="UTF-8" standalone="yes"?>
<Relationships xmlns="http://schemas.openxmlformats.org/package/2006/relationships"><Relationship Id="rId9" Type="http://schemas.openxmlformats.org/officeDocument/2006/relationships/slide" Target="slide21.xml"/><Relationship Id="rId8" Type="http://schemas.openxmlformats.org/officeDocument/2006/relationships/image" Target="../media/image6.png"/><Relationship Id="rId7" Type="http://schemas.microsoft.com/office/2007/relationships/media" Target="ppt/slides/LB_OP_1.mp3" TargetMode="External"/><Relationship Id="rId6" Type="http://schemas.openxmlformats.org/officeDocument/2006/relationships/audio" Target="ppt/slides/LB_OP_1.mp3" TargetMode="External"/><Relationship Id="rId5" Type="http://schemas.openxmlformats.org/officeDocument/2006/relationships/image" Target="../media/image7.emf"/><Relationship Id="rId4" Type="http://schemas.openxmlformats.org/officeDocument/2006/relationships/hyperlink" Target="LB_OP_1.mp3" TargetMode="External"/><Relationship Id="rId3" Type="http://schemas.openxmlformats.org/officeDocument/2006/relationships/image" Target="../media/image5.emf"/><Relationship Id="rId2" Type="http://schemas.openxmlformats.org/officeDocument/2006/relationships/image" Target="../media/image4.emf"/><Relationship Id="rId12" Type="http://schemas.openxmlformats.org/officeDocument/2006/relationships/notesSlide" Target="../notesSlides/notesSlide10.xml"/><Relationship Id="rId11" Type="http://schemas.openxmlformats.org/officeDocument/2006/relationships/slideLayout" Target="../slideLayouts/slideLayout5.xml"/><Relationship Id="rId10" Type="http://schemas.openxmlformats.org/officeDocument/2006/relationships/slide" Target="slide19.xml"/><Relationship Id="rId1" Type="http://schemas.openxmlformats.org/officeDocument/2006/relationships/image" Target="../media/image3.emf"/></Relationships>
</file>

<file path=ppt/slides/_rels/slide20.xml.rels><?xml version="1.0" encoding="UTF-8" standalone="yes"?>
<Relationships xmlns="http://schemas.openxmlformats.org/package/2006/relationships"><Relationship Id="rId9" Type="http://schemas.openxmlformats.org/officeDocument/2006/relationships/slide" Target="slide21.xml"/><Relationship Id="rId8" Type="http://schemas.openxmlformats.org/officeDocument/2006/relationships/image" Target="../media/image6.png"/><Relationship Id="rId7" Type="http://schemas.microsoft.com/office/2007/relationships/media" Target="ppt/slides/LB_OP_2.mp3" TargetMode="External"/><Relationship Id="rId6" Type="http://schemas.openxmlformats.org/officeDocument/2006/relationships/audio" Target="ppt/slides/LB_OP_2.mp3" TargetMode="External"/><Relationship Id="rId5" Type="http://schemas.openxmlformats.org/officeDocument/2006/relationships/image" Target="../media/image7.emf"/><Relationship Id="rId4" Type="http://schemas.openxmlformats.org/officeDocument/2006/relationships/hyperlink" Target="LB_OP_2.mp3" TargetMode="External"/><Relationship Id="rId3" Type="http://schemas.openxmlformats.org/officeDocument/2006/relationships/image" Target="../media/image5.emf"/><Relationship Id="rId2" Type="http://schemas.openxmlformats.org/officeDocument/2006/relationships/image" Target="../media/image4.emf"/><Relationship Id="rId12" Type="http://schemas.openxmlformats.org/officeDocument/2006/relationships/notesSlide" Target="../notesSlides/notesSlide11.xml"/><Relationship Id="rId11" Type="http://schemas.openxmlformats.org/officeDocument/2006/relationships/slideLayout" Target="../slideLayouts/slideLayout5.xml"/><Relationship Id="rId10" Type="http://schemas.openxmlformats.org/officeDocument/2006/relationships/slide" Target="slide19.xml"/><Relationship Id="rId1" Type="http://schemas.openxmlformats.org/officeDocument/2006/relationships/image" Target="../media/image3.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slide" Target="slide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9" Type="http://schemas.openxmlformats.org/officeDocument/2006/relationships/hyperlink" Target="Script5.pptx" TargetMode="External"/><Relationship Id="rId8" Type="http://schemas.openxmlformats.org/officeDocument/2006/relationships/image" Target="../media/image6.png"/><Relationship Id="rId7" Type="http://schemas.microsoft.com/office/2007/relationships/media" Target="ppt/slides/Track%208-5.mp3" TargetMode="External"/><Relationship Id="rId6" Type="http://schemas.openxmlformats.org/officeDocument/2006/relationships/audio" Target="ppt/slides/Track%208-5.mp3" TargetMode="External"/><Relationship Id="rId5" Type="http://schemas.openxmlformats.org/officeDocument/2006/relationships/image" Target="../media/image7.emf"/><Relationship Id="rId4" Type="http://schemas.openxmlformats.org/officeDocument/2006/relationships/hyperlink" Target="Track%208-5.mp3" TargetMode="External"/><Relationship Id="rId3" Type="http://schemas.openxmlformats.org/officeDocument/2006/relationships/image" Target="../media/image5.emf"/><Relationship Id="rId2" Type="http://schemas.openxmlformats.org/officeDocument/2006/relationships/image" Target="../media/image4.emf"/><Relationship Id="rId12" Type="http://schemas.openxmlformats.org/officeDocument/2006/relationships/notesSlide" Target="../notesSlides/notesSlide14.xml"/><Relationship Id="rId11" Type="http://schemas.openxmlformats.org/officeDocument/2006/relationships/slideLayout" Target="../slideLayouts/slideLayout7.xml"/><Relationship Id="rId10" Type="http://schemas.openxmlformats.org/officeDocument/2006/relationships/image" Target="../media/image8.emf"/><Relationship Id="rId1"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3"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返回按钮"/>
          <p:cNvGrpSpPr/>
          <p:nvPr/>
        </p:nvGrpSpPr>
        <p:grpSpPr>
          <a:xfrm>
            <a:off x="7875422" y="6585447"/>
            <a:ext cx="264567" cy="210642"/>
            <a:chOff x="7875422" y="6585447"/>
            <a:chExt cx="264567" cy="210642"/>
          </a:xfrm>
        </p:grpSpPr>
        <p:sp>
          <p:nvSpPr>
            <p:cNvPr id="48"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9"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文本占位符 25"/>
          <p:cNvSpPr>
            <a:spLocks noGrp="1"/>
          </p:cNvSpPr>
          <p:nvPr>
            <p:ph type="body" sz="quarter" idx="14"/>
          </p:nvPr>
        </p:nvSpPr>
        <p:spPr>
          <a:xfrm>
            <a:off x="323528" y="1124744"/>
            <a:ext cx="8569325" cy="4537075"/>
          </a:xfrm>
        </p:spPr>
        <p:txBody>
          <a:bodyPr>
            <a:normAutofit/>
          </a:bodyPr>
          <a:lstStyle/>
          <a:p>
            <a:pPr>
              <a:buClr>
                <a:schemeClr val="accent3"/>
              </a:buClr>
            </a:pPr>
            <a:r>
              <a:rPr lang="en-US" altLang="zh-CN" b="1" dirty="0" smtClean="0">
                <a:solidFill>
                  <a:schemeClr val="tx2"/>
                </a:solidFill>
                <a:latin typeface="+mj-lt"/>
              </a:rPr>
              <a:t>Lesson A Scary Monsters</a:t>
            </a:r>
            <a:endParaRPr lang="en-US" altLang="zh-CN" b="1" dirty="0" smtClean="0">
              <a:solidFill>
                <a:schemeClr val="tx2"/>
              </a:solidFill>
              <a:latin typeface="+mj-lt"/>
            </a:endParaRPr>
          </a:p>
          <a:p>
            <a:pPr lvl="1">
              <a:buClr>
                <a:schemeClr val="accent3"/>
              </a:buClr>
            </a:pPr>
            <a:r>
              <a:rPr lang="en-US" altLang="zh-CN" dirty="0" smtClean="0">
                <a:latin typeface="+mj-lt"/>
              </a:rPr>
              <a:t>Listening </a:t>
            </a:r>
            <a:endParaRPr lang="en-US" altLang="zh-CN" dirty="0" smtClean="0">
              <a:latin typeface="+mj-lt"/>
            </a:endParaRPr>
          </a:p>
          <a:p>
            <a:pPr lvl="1">
              <a:buClr>
                <a:schemeClr val="accent3"/>
              </a:buClr>
            </a:pPr>
            <a:r>
              <a:rPr lang="en-US" altLang="zh-CN" dirty="0" smtClean="0">
                <a:latin typeface="+mj-lt"/>
              </a:rPr>
              <a:t>Conversation</a:t>
            </a:r>
            <a:endParaRPr lang="en-US" altLang="zh-CN" dirty="0" smtClean="0">
              <a:latin typeface="+mj-lt"/>
            </a:endParaRPr>
          </a:p>
          <a:p>
            <a:pPr>
              <a:buClr>
                <a:schemeClr val="accent3"/>
              </a:buClr>
            </a:pPr>
            <a:r>
              <a:rPr lang="en-US" altLang="zh-CN" b="1" dirty="0" smtClean="0">
                <a:solidFill>
                  <a:schemeClr val="tx2"/>
                </a:solidFill>
                <a:latin typeface="+mj-lt"/>
              </a:rPr>
              <a:t>Lesson B The Wow! Signal</a:t>
            </a:r>
            <a:endParaRPr lang="en-US" altLang="zh-CN" b="1" dirty="0" smtClean="0">
              <a:solidFill>
                <a:schemeClr val="tx2"/>
              </a:solidFill>
              <a:latin typeface="+mj-lt"/>
            </a:endParaRPr>
          </a:p>
          <a:p>
            <a:pPr lvl="1">
              <a:buClr>
                <a:schemeClr val="accent3"/>
              </a:buClr>
            </a:pPr>
            <a:r>
              <a:rPr lang="en-US" altLang="zh-CN" dirty="0" smtClean="0">
                <a:latin typeface="+mj-lt"/>
              </a:rPr>
              <a:t>Listening 1</a:t>
            </a:r>
            <a:endParaRPr lang="en-US" altLang="zh-CN" dirty="0" smtClean="0">
              <a:latin typeface="+mj-lt"/>
            </a:endParaRPr>
          </a:p>
          <a:p>
            <a:pPr lvl="1">
              <a:buClr>
                <a:schemeClr val="accent3"/>
              </a:buClr>
            </a:pPr>
            <a:r>
              <a:rPr lang="en-US" altLang="zh-CN" dirty="0" smtClean="0">
                <a:latin typeface="+mj-lt"/>
              </a:rPr>
              <a:t>Listening 2</a:t>
            </a:r>
            <a:endParaRPr lang="en-US" altLang="zh-CN" dirty="0" smtClean="0">
              <a:latin typeface="+mj-lt"/>
            </a:endParaRPr>
          </a:p>
          <a:p>
            <a:pPr lvl="1">
              <a:buClr>
                <a:schemeClr val="accent3"/>
              </a:buClr>
            </a:pPr>
            <a:r>
              <a:rPr lang="en-US" altLang="zh-CN" dirty="0" smtClean="0">
                <a:latin typeface="+mj-lt"/>
              </a:rPr>
              <a:t>Oral Practice</a:t>
            </a:r>
            <a:endParaRPr lang="en-US" altLang="zh-CN" dirty="0" smtClean="0">
              <a:latin typeface="+mj-lt"/>
            </a:endParaRPr>
          </a:p>
          <a:p>
            <a:pPr>
              <a:buClr>
                <a:schemeClr val="accent3"/>
              </a:buClr>
            </a:pPr>
            <a:r>
              <a:rPr lang="en-US" altLang="zh-CN" b="1" dirty="0" smtClean="0">
                <a:solidFill>
                  <a:schemeClr val="tx2"/>
                </a:solidFill>
                <a:latin typeface="+mj-lt"/>
              </a:rPr>
              <a:t>Listening Skills</a:t>
            </a:r>
            <a:endParaRPr lang="en-US" altLang="zh-CN" b="1" dirty="0" smtClean="0">
              <a:solidFill>
                <a:schemeClr val="tx2"/>
              </a:solidFill>
              <a:latin typeface="+mj-lt"/>
            </a:endParaRPr>
          </a:p>
        </p:txBody>
      </p:sp>
      <p:sp>
        <p:nvSpPr>
          <p:cNvPr id="51" name="btn-Part 1">
            <a:hlinkClick r:id="rId1" action="ppaction://hlinksldjump"/>
          </p:cNvPr>
          <p:cNvSpPr/>
          <p:nvPr/>
        </p:nvSpPr>
        <p:spPr>
          <a:xfrm>
            <a:off x="702156" y="1215740"/>
            <a:ext cx="422703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btn-Part 1">
            <a:hlinkClick r:id="rId1" action="ppaction://hlinksldjump"/>
          </p:cNvPr>
          <p:cNvSpPr/>
          <p:nvPr/>
        </p:nvSpPr>
        <p:spPr>
          <a:xfrm>
            <a:off x="1129060" y="1785516"/>
            <a:ext cx="149872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btn-Part 1">
            <a:hlinkClick r:id="rId2" action="ppaction://hlinksldjump"/>
          </p:cNvPr>
          <p:cNvSpPr/>
          <p:nvPr/>
        </p:nvSpPr>
        <p:spPr>
          <a:xfrm>
            <a:off x="1115616" y="2276872"/>
            <a:ext cx="19450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btn-Part 1">
            <a:hlinkClick r:id="rId3" action="ppaction://hlinksldjump"/>
          </p:cNvPr>
          <p:cNvSpPr/>
          <p:nvPr/>
        </p:nvSpPr>
        <p:spPr>
          <a:xfrm>
            <a:off x="642910" y="2833112"/>
            <a:ext cx="464347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btn-Part 1">
            <a:hlinkClick r:id="rId4" action="ppaction://hlinksldjump"/>
          </p:cNvPr>
          <p:cNvSpPr/>
          <p:nvPr/>
        </p:nvSpPr>
        <p:spPr>
          <a:xfrm>
            <a:off x="1115616" y="3890392"/>
            <a:ext cx="1728192"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btn-Part 1">
            <a:hlinkClick r:id="rId5" action="ppaction://hlinksldjump"/>
          </p:cNvPr>
          <p:cNvSpPr/>
          <p:nvPr/>
        </p:nvSpPr>
        <p:spPr>
          <a:xfrm>
            <a:off x="1115616" y="4377804"/>
            <a:ext cx="20085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btn-Part 1">
            <a:hlinkClick r:id="rId6" action="ppaction://hlinksldjump"/>
          </p:cNvPr>
          <p:cNvSpPr/>
          <p:nvPr/>
        </p:nvSpPr>
        <p:spPr>
          <a:xfrm>
            <a:off x="717600" y="4941168"/>
            <a:ext cx="268600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btn-Part 1">
            <a:hlinkClick r:id="rId3" action="ppaction://hlinksldjump"/>
          </p:cNvPr>
          <p:cNvSpPr/>
          <p:nvPr/>
        </p:nvSpPr>
        <p:spPr>
          <a:xfrm>
            <a:off x="1155700" y="3373884"/>
            <a:ext cx="160020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sz="quarter" idx="14"/>
          </p:nvPr>
        </p:nvSpPr>
        <p:spPr>
          <a:xfrm>
            <a:off x="755576" y="1627090"/>
            <a:ext cx="8137599" cy="3659298"/>
          </a:xfrm>
        </p:spPr>
        <p:txBody>
          <a:bodyPr numCol="2" spcCol="900000">
            <a:noAutofit/>
          </a:bodyPr>
          <a:lstStyle/>
          <a:p>
            <a:pPr marL="0" indent="0">
              <a:buNone/>
            </a:pPr>
            <a:r>
              <a:rPr lang="en-US" sz="2400" b="1" dirty="0" smtClean="0"/>
              <a:t>ancient  </a:t>
            </a:r>
            <a:r>
              <a:rPr lang="en-US" sz="2400" i="1" dirty="0" smtClean="0"/>
              <a:t>adj. </a:t>
            </a:r>
            <a:r>
              <a:rPr lang="en-US" sz="2400" dirty="0" smtClean="0"/>
              <a:t>Ancient means very old or having existed for a long time. </a:t>
            </a:r>
            <a:r>
              <a:rPr lang="zh-CN" altLang="en-US" sz="2400" dirty="0" smtClean="0"/>
              <a:t>古老的</a:t>
            </a:r>
            <a:endParaRPr lang="zh-CN" altLang="en-US" sz="2400" dirty="0" smtClean="0"/>
          </a:p>
          <a:p>
            <a:pPr marL="0" indent="0">
              <a:buNone/>
            </a:pPr>
            <a:r>
              <a:rPr lang="en-US" sz="2400" b="1" dirty="0" smtClean="0"/>
              <a:t>ape  </a:t>
            </a:r>
            <a:r>
              <a:rPr lang="en-US" sz="2400" i="1" dirty="0" smtClean="0"/>
              <a:t>n. </a:t>
            </a:r>
            <a:r>
              <a:rPr lang="zh-CN" altLang="en-US" sz="2400" dirty="0" smtClean="0"/>
              <a:t>类人猿</a:t>
            </a:r>
            <a:endParaRPr lang="zh-CN" altLang="en-US" sz="2400" dirty="0" smtClean="0"/>
          </a:p>
          <a:p>
            <a:pPr marL="0" indent="0">
              <a:buNone/>
            </a:pPr>
            <a:r>
              <a:rPr lang="en-US" sz="2400" b="1" dirty="0" smtClean="0"/>
              <a:t>Austria  </a:t>
            </a:r>
            <a:r>
              <a:rPr lang="zh-CN" altLang="en-US" sz="2400" dirty="0" smtClean="0"/>
              <a:t>奥地利</a:t>
            </a:r>
            <a:endParaRPr lang="zh-CN" altLang="en-US" sz="2400" dirty="0" smtClean="0"/>
          </a:p>
          <a:p>
            <a:pPr marL="0" indent="0">
              <a:buNone/>
            </a:pPr>
            <a:r>
              <a:rPr lang="en-US" sz="2400" b="1" dirty="0" smtClean="0"/>
              <a:t>hike  </a:t>
            </a:r>
            <a:r>
              <a:rPr lang="en-US" sz="2400" i="1" dirty="0" smtClean="0"/>
              <a:t>v. </a:t>
            </a:r>
            <a:r>
              <a:rPr lang="en-US" sz="2400" dirty="0" smtClean="0"/>
              <a:t>If you hike, you walk for a long distance outdoors, especially in the countryside. </a:t>
            </a:r>
            <a:r>
              <a:rPr lang="zh-CN" altLang="en-US" sz="2400" dirty="0" smtClean="0"/>
              <a:t>远足</a:t>
            </a:r>
            <a:endParaRPr lang="zh-CN" altLang="en-US" sz="2400" dirty="0" smtClean="0"/>
          </a:p>
          <a:p>
            <a:pPr marL="0" indent="0">
              <a:buNone/>
            </a:pPr>
            <a:r>
              <a:rPr lang="en-US" sz="2400" b="1" dirty="0" smtClean="0"/>
              <a:t>Himalayas  </a:t>
            </a:r>
            <a:r>
              <a:rPr lang="zh-CN" altLang="en-US" sz="2400" dirty="0" smtClean="0"/>
              <a:t>喜马拉雅山脉</a:t>
            </a:r>
            <a:endParaRPr lang="zh-CN" altLang="en-US" sz="2400" dirty="0" smtClean="0"/>
          </a:p>
          <a:p>
            <a:pPr marL="0" indent="0">
              <a:buNone/>
            </a:pPr>
            <a:r>
              <a:rPr lang="en-US" sz="2400" b="1" dirty="0" smtClean="0"/>
              <a:t>scary  </a:t>
            </a:r>
            <a:r>
              <a:rPr lang="en-US" sz="2400" i="1" dirty="0" smtClean="0"/>
              <a:t>adj. </a:t>
            </a:r>
            <a:r>
              <a:rPr lang="en-US" sz="2400" dirty="0" smtClean="0"/>
              <a:t>Something that is scary is frightening. </a:t>
            </a:r>
            <a:r>
              <a:rPr lang="zh-CN" altLang="en-US" sz="2400" dirty="0" smtClean="0"/>
              <a:t>可怕的，吓人的</a:t>
            </a:r>
            <a:endParaRPr lang="zh-CN" altLang="en-US" sz="2400" dirty="0" smtClean="0"/>
          </a:p>
          <a:p>
            <a:pPr marL="0" indent="0">
              <a:buNone/>
            </a:pPr>
            <a:r>
              <a:rPr lang="en-US" sz="2400" b="1" dirty="0" smtClean="0"/>
              <a:t>weigh  </a:t>
            </a:r>
            <a:r>
              <a:rPr lang="en-US" sz="2400" i="1" dirty="0" smtClean="0"/>
              <a:t>v. </a:t>
            </a:r>
            <a:r>
              <a:rPr lang="zh-CN" altLang="en-US" sz="2400" dirty="0" smtClean="0"/>
              <a:t>重量为</a:t>
            </a:r>
            <a:endParaRPr lang="zh-CN" altLang="en-US" sz="2400" dirty="0" smtClean="0"/>
          </a:p>
          <a:p>
            <a:pPr marL="0" indent="0">
              <a:buNone/>
            </a:pPr>
            <a:r>
              <a:rPr lang="en-US" sz="2400" b="1" dirty="0" smtClean="0"/>
              <a:t>Yeti  </a:t>
            </a:r>
            <a:r>
              <a:rPr lang="en-US" sz="2400" i="1" dirty="0" smtClean="0"/>
              <a:t>n.</a:t>
            </a:r>
            <a:r>
              <a:rPr lang="en-US" sz="2400" dirty="0" smtClean="0"/>
              <a:t>（</a:t>
            </a:r>
            <a:r>
              <a:rPr lang="zh-CN" altLang="en-US" sz="2400" dirty="0" smtClean="0"/>
              <a:t>喜马拉雅）雪人</a:t>
            </a:r>
            <a:endParaRPr lang="zh-CN" altLang="en-US" sz="2400" dirty="0"/>
          </a:p>
        </p:txBody>
      </p:sp>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标题 1"/>
          <p:cNvSpPr txBox="1"/>
          <p:nvPr/>
        </p:nvSpPr>
        <p:spPr>
          <a:xfrm>
            <a:off x="4716016" y="0"/>
            <a:ext cx="136815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rgbClr val="515672"/>
                </a:solidFill>
                <a:latin typeface="+mj-lt"/>
              </a:rPr>
              <a:t>New words and expressions     </a:t>
            </a:r>
            <a:r>
              <a:rPr lang="en-US" altLang="zh-CN" sz="1600" b="1" dirty="0" smtClean="0">
                <a:solidFill>
                  <a:schemeClr val="accent4"/>
                </a:solidFill>
                <a:latin typeface="+mj-lt"/>
              </a:rPr>
              <a:t>A. Listening for gist     B. Listening for details</a:t>
            </a:r>
            <a:endParaRPr lang="zh-CN" altLang="en-US" sz="1600" b="1" dirty="0">
              <a:solidFill>
                <a:schemeClr val="accent4"/>
              </a:solidFill>
              <a:latin typeface="+mj-lt"/>
            </a:endParaRPr>
          </a:p>
        </p:txBody>
      </p:sp>
      <p:pic>
        <p:nvPicPr>
          <p:cNvPr id="39" name="ancient.mp3">
            <a:hlinkClick r:id="" action="ppaction://media"/>
          </p:cNvPr>
          <p:cNvPicPr>
            <a:picLocks noRot="1" noChangeAspect="1"/>
          </p:cNvPicPr>
          <p:nvPr>
            <a:audioFile r:link="rId1"/>
            <p:extLst>
              <p:ext uri="{DAA4B4D4-6D71-4841-9C94-3DE7FCFB9230}">
                <p14:media xmlns:p14="http://schemas.microsoft.com/office/powerpoint/2010/main" r:link="rId2"/>
              </p:ext>
            </p:extLst>
          </p:nvPr>
        </p:nvPicPr>
        <p:blipFill>
          <a:blip r:embed="rId3" cstate="print">
            <a:duotone>
              <a:schemeClr val="accent3">
                <a:shade val="45000"/>
                <a:satMod val="135000"/>
              </a:schemeClr>
              <a:prstClr val="white"/>
            </a:duotone>
          </a:blip>
          <a:stretch>
            <a:fillRect/>
          </a:stretch>
        </p:blipFill>
        <p:spPr>
          <a:xfrm>
            <a:off x="500034" y="1714488"/>
            <a:ext cx="312701" cy="309438"/>
          </a:xfrm>
          <a:prstGeom prst="rect">
            <a:avLst/>
          </a:prstGeom>
        </p:spPr>
      </p:pic>
      <p:pic>
        <p:nvPicPr>
          <p:cNvPr id="58" name="ape.mp3">
            <a:hlinkClick r:id="" action="ppaction://media"/>
          </p:cNvPr>
          <p:cNvPicPr>
            <a:picLocks noRot="1" noChangeAspect="1"/>
          </p:cNvPicPr>
          <p:nvPr>
            <a:audioFile r:link="rId4"/>
            <p:extLst>
              <p:ext uri="{DAA4B4D4-6D71-4841-9C94-3DE7FCFB9230}">
                <p14:media xmlns:p14="http://schemas.microsoft.com/office/powerpoint/2010/main" r:link="rId5"/>
              </p:ext>
            </p:extLst>
          </p:nvPr>
        </p:nvPicPr>
        <p:blipFill>
          <a:blip r:embed="rId3" cstate="print">
            <a:duotone>
              <a:schemeClr val="accent3">
                <a:shade val="45000"/>
                <a:satMod val="135000"/>
              </a:schemeClr>
              <a:prstClr val="white"/>
            </a:duotone>
          </a:blip>
          <a:stretch>
            <a:fillRect/>
          </a:stretch>
        </p:blipFill>
        <p:spPr>
          <a:xfrm>
            <a:off x="500034" y="2928934"/>
            <a:ext cx="312701" cy="309438"/>
          </a:xfrm>
          <a:prstGeom prst="rect">
            <a:avLst/>
          </a:prstGeom>
        </p:spPr>
      </p:pic>
      <p:pic>
        <p:nvPicPr>
          <p:cNvPr id="73" name="Austria.mp3">
            <a:hlinkClick r:id="" action="ppaction://media"/>
          </p:cNvPr>
          <p:cNvPicPr>
            <a:picLocks noRot="1" noChangeAspect="1"/>
          </p:cNvPicPr>
          <p:nvPr>
            <a:audioFile r:link="rId6"/>
            <p:extLst>
              <p:ext uri="{DAA4B4D4-6D71-4841-9C94-3DE7FCFB9230}">
                <p14:media xmlns:p14="http://schemas.microsoft.com/office/powerpoint/2010/main" r:link="rId7"/>
              </p:ext>
            </p:extLst>
          </p:nvPr>
        </p:nvPicPr>
        <p:blipFill>
          <a:blip r:embed="rId3" cstate="print">
            <a:duotone>
              <a:schemeClr val="accent3">
                <a:shade val="45000"/>
                <a:satMod val="135000"/>
              </a:schemeClr>
              <a:prstClr val="white"/>
            </a:duotone>
          </a:blip>
          <a:stretch>
            <a:fillRect/>
          </a:stretch>
        </p:blipFill>
        <p:spPr>
          <a:xfrm>
            <a:off x="500034" y="3333876"/>
            <a:ext cx="312701" cy="309438"/>
          </a:xfrm>
          <a:prstGeom prst="rect">
            <a:avLst/>
          </a:prstGeom>
        </p:spPr>
      </p:pic>
      <p:sp>
        <p:nvSpPr>
          <p:cNvPr id="31" name="btn-Part 1">
            <a:hlinkClick r:id="rId8" action="ppaction://hlinksldjump"/>
          </p:cNvPr>
          <p:cNvSpPr/>
          <p:nvPr/>
        </p:nvSpPr>
        <p:spPr>
          <a:xfrm>
            <a:off x="2569220" y="483518"/>
            <a:ext cx="174878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btn-Part 1">
            <a:hlinkClick r:id="rId9" action="ppaction://hlinksldjump"/>
          </p:cNvPr>
          <p:cNvSpPr/>
          <p:nvPr/>
        </p:nvSpPr>
        <p:spPr>
          <a:xfrm>
            <a:off x="4445000" y="483518"/>
            <a:ext cx="196850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播放按钮"/>
          <p:cNvPicPr>
            <a:picLocks noChangeAspect="1" noChangeArrowheads="1"/>
          </p:cNvPicPr>
          <p:nvPr/>
        </p:nvPicPr>
        <p:blipFill>
          <a:blip r:embed="rId10" cstate="print">
            <a:duotone>
              <a:schemeClr val="accent3">
                <a:shade val="45000"/>
                <a:satMod val="135000"/>
              </a:schemeClr>
              <a:prstClr val="white"/>
            </a:duotone>
          </a:blip>
          <a:srcRect/>
          <a:stretch>
            <a:fillRect/>
          </a:stretch>
        </p:blipFill>
        <p:spPr bwMode="auto">
          <a:xfrm>
            <a:off x="8011616" y="1052736"/>
            <a:ext cx="295275" cy="304800"/>
          </a:xfrm>
          <a:prstGeom prst="rect">
            <a:avLst/>
          </a:prstGeom>
          <a:noFill/>
          <a:ln w="9525">
            <a:noFill/>
            <a:miter lim="800000"/>
            <a:headEnd/>
            <a:tailEnd/>
          </a:ln>
          <a:effectLst/>
        </p:spPr>
      </p:pic>
      <p:pic>
        <p:nvPicPr>
          <p:cNvPr id="37" name="暂停按钮"/>
          <p:cNvPicPr>
            <a:picLocks noChangeAspect="1" noChangeArrowheads="1"/>
          </p:cNvPicPr>
          <p:nvPr/>
        </p:nvPicPr>
        <p:blipFill>
          <a:blip r:embed="rId11" cstate="print">
            <a:duotone>
              <a:schemeClr val="accent3">
                <a:shade val="45000"/>
                <a:satMod val="135000"/>
              </a:schemeClr>
              <a:prstClr val="white"/>
            </a:duotone>
          </a:blip>
          <a:srcRect/>
          <a:stretch>
            <a:fillRect/>
          </a:stretch>
        </p:blipFill>
        <p:spPr bwMode="auto">
          <a:xfrm>
            <a:off x="8371656" y="1052736"/>
            <a:ext cx="295275" cy="304800"/>
          </a:xfrm>
          <a:prstGeom prst="rect">
            <a:avLst/>
          </a:prstGeom>
          <a:noFill/>
          <a:ln w="9525">
            <a:noFill/>
            <a:miter lim="800000"/>
            <a:headEnd/>
            <a:tailEnd/>
          </a:ln>
          <a:effectLst/>
        </p:spPr>
      </p:pic>
      <p:pic>
        <p:nvPicPr>
          <p:cNvPr id="38" name="停止按钮"/>
          <p:cNvPicPr>
            <a:picLocks noChangeAspect="1" noChangeArrowheads="1"/>
          </p:cNvPicPr>
          <p:nvPr/>
        </p:nvPicPr>
        <p:blipFill>
          <a:blip r:embed="rId12" cstate="print">
            <a:duotone>
              <a:schemeClr val="accent3">
                <a:shade val="45000"/>
                <a:satMod val="135000"/>
              </a:schemeClr>
              <a:prstClr val="white"/>
            </a:duotone>
          </a:blip>
          <a:srcRect/>
          <a:stretch>
            <a:fillRect/>
          </a:stretch>
        </p:blipFill>
        <p:spPr bwMode="auto">
          <a:xfrm>
            <a:off x="8731696" y="1052736"/>
            <a:ext cx="295275" cy="304800"/>
          </a:xfrm>
          <a:prstGeom prst="rect">
            <a:avLst/>
          </a:prstGeom>
          <a:noFill/>
          <a:ln w="9525">
            <a:noFill/>
            <a:miter lim="800000"/>
            <a:headEnd/>
            <a:tailEnd/>
          </a:ln>
          <a:effectLst/>
        </p:spPr>
      </p:pic>
      <p:pic>
        <p:nvPicPr>
          <p:cNvPr id="50" name="words-1.mp3">
            <a:hlinkClick r:id="" action="ppaction://media"/>
          </p:cNvPr>
          <p:cNvPicPr>
            <a:picLocks noRot="1" noChangeAspect="1"/>
          </p:cNvPicPr>
          <p:nvPr>
            <a:audioFile r:link="rId13"/>
            <p:extLst>
              <p:ext uri="{DAA4B4D4-6D71-4841-9C94-3DE7FCFB9230}">
                <p14:media xmlns:p14="http://schemas.microsoft.com/office/powerpoint/2010/main" r:link="rId14"/>
              </p:ext>
            </p:extLst>
          </p:nvPr>
        </p:nvPicPr>
        <p:blipFill>
          <a:blip r:embed="rId15" cstate="print"/>
          <a:stretch>
            <a:fillRect/>
          </a:stretch>
        </p:blipFill>
        <p:spPr>
          <a:xfrm>
            <a:off x="9235752" y="1052736"/>
            <a:ext cx="304800" cy="304800"/>
          </a:xfrm>
          <a:prstGeom prst="rect">
            <a:avLst/>
          </a:prstGeom>
        </p:spPr>
      </p:pic>
      <p:grpSp>
        <p:nvGrpSpPr>
          <p:cNvPr id="41" name="返回按钮"/>
          <p:cNvGrpSpPr/>
          <p:nvPr/>
        </p:nvGrpSpPr>
        <p:grpSpPr>
          <a:xfrm>
            <a:off x="7875422" y="6585447"/>
            <a:ext cx="264567" cy="210642"/>
            <a:chOff x="7875422" y="6585447"/>
            <a:chExt cx="264567" cy="210642"/>
          </a:xfrm>
        </p:grpSpPr>
        <p:sp>
          <p:nvSpPr>
            <p:cNvPr id="44"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7"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9" name="scary.mp3">
            <a:hlinkClick r:id="" action="ppaction://media"/>
          </p:cNvPr>
          <p:cNvPicPr>
            <a:picLocks noRot="1" noChangeAspect="1"/>
          </p:cNvPicPr>
          <p:nvPr>
            <a:audioFile r:link="rId16"/>
            <p:extLst>
              <p:ext uri="{DAA4B4D4-6D71-4841-9C94-3DE7FCFB9230}">
                <p14:media xmlns:p14="http://schemas.microsoft.com/office/powerpoint/2010/main" r:link="rId17"/>
              </p:ext>
            </p:extLst>
          </p:nvPr>
        </p:nvPicPr>
        <p:blipFill>
          <a:blip r:embed="rId3" cstate="print">
            <a:duotone>
              <a:schemeClr val="accent3">
                <a:shade val="45000"/>
                <a:satMod val="135000"/>
              </a:schemeClr>
              <a:prstClr val="white"/>
            </a:duotone>
          </a:blip>
          <a:stretch>
            <a:fillRect/>
          </a:stretch>
        </p:blipFill>
        <p:spPr>
          <a:xfrm>
            <a:off x="4917600" y="2190170"/>
            <a:ext cx="312701" cy="309438"/>
          </a:xfrm>
          <a:prstGeom prst="rect">
            <a:avLst/>
          </a:prstGeom>
        </p:spPr>
      </p:pic>
      <p:pic>
        <p:nvPicPr>
          <p:cNvPr id="26" name="hike.mp3">
            <a:hlinkClick r:id="" action="ppaction://media"/>
          </p:cNvPr>
          <p:cNvPicPr>
            <a:picLocks noRot="1" noChangeAspect="1"/>
          </p:cNvPicPr>
          <p:nvPr>
            <a:audioFile r:link="rId18"/>
            <p:extLst>
              <p:ext uri="{DAA4B4D4-6D71-4841-9C94-3DE7FCFB9230}">
                <p14:media xmlns:p14="http://schemas.microsoft.com/office/powerpoint/2010/main" r:link="rId19"/>
              </p:ext>
            </p:extLst>
          </p:nvPr>
        </p:nvPicPr>
        <p:blipFill>
          <a:blip r:embed="rId3" cstate="print">
            <a:duotone>
              <a:schemeClr val="accent3">
                <a:shade val="45000"/>
                <a:satMod val="135000"/>
              </a:schemeClr>
              <a:prstClr val="white"/>
            </a:duotone>
          </a:blip>
          <a:stretch>
            <a:fillRect/>
          </a:stretch>
        </p:blipFill>
        <p:spPr>
          <a:xfrm>
            <a:off x="500034" y="3762504"/>
            <a:ext cx="312701" cy="309438"/>
          </a:xfrm>
          <a:prstGeom prst="rect">
            <a:avLst/>
          </a:prstGeom>
        </p:spPr>
      </p:pic>
      <p:pic>
        <p:nvPicPr>
          <p:cNvPr id="27" name="Himalayas.mp3">
            <a:hlinkClick r:id="" action="ppaction://media"/>
          </p:cNvPr>
          <p:cNvPicPr>
            <a:picLocks noRot="1" noChangeAspect="1"/>
          </p:cNvPicPr>
          <p:nvPr>
            <a:audioFile r:link="rId20"/>
            <p:extLst>
              <p:ext uri="{DAA4B4D4-6D71-4841-9C94-3DE7FCFB9230}">
                <p14:media xmlns:p14="http://schemas.microsoft.com/office/powerpoint/2010/main" r:link="rId21"/>
              </p:ext>
            </p:extLst>
          </p:nvPr>
        </p:nvPicPr>
        <p:blipFill>
          <a:blip r:embed="rId3" cstate="print">
            <a:duotone>
              <a:schemeClr val="accent3">
                <a:shade val="45000"/>
                <a:satMod val="135000"/>
              </a:schemeClr>
              <a:prstClr val="white"/>
            </a:duotone>
          </a:blip>
          <a:stretch>
            <a:fillRect/>
          </a:stretch>
        </p:blipFill>
        <p:spPr>
          <a:xfrm>
            <a:off x="4917600" y="1714488"/>
            <a:ext cx="312701" cy="309438"/>
          </a:xfrm>
          <a:prstGeom prst="rect">
            <a:avLst/>
          </a:prstGeom>
        </p:spPr>
      </p:pic>
      <p:pic>
        <p:nvPicPr>
          <p:cNvPr id="28" name="weigh.mp3">
            <a:hlinkClick r:id="" action="ppaction://media"/>
          </p:cNvPr>
          <p:cNvPicPr>
            <a:picLocks noRot="1" noChangeAspect="1"/>
          </p:cNvPicPr>
          <p:nvPr>
            <a:audioFile r:link="rId22"/>
            <p:extLst>
              <p:ext uri="{DAA4B4D4-6D71-4841-9C94-3DE7FCFB9230}">
                <p14:media xmlns:p14="http://schemas.microsoft.com/office/powerpoint/2010/main" r:link="rId23"/>
              </p:ext>
            </p:extLst>
          </p:nvPr>
        </p:nvPicPr>
        <p:blipFill>
          <a:blip r:embed="rId3" cstate="print">
            <a:duotone>
              <a:schemeClr val="accent3">
                <a:shade val="45000"/>
                <a:satMod val="135000"/>
              </a:schemeClr>
              <a:prstClr val="white"/>
            </a:duotone>
          </a:blip>
          <a:stretch>
            <a:fillRect/>
          </a:stretch>
        </p:blipFill>
        <p:spPr>
          <a:xfrm>
            <a:off x="4917600" y="3333876"/>
            <a:ext cx="312701" cy="309438"/>
          </a:xfrm>
          <a:prstGeom prst="rect">
            <a:avLst/>
          </a:prstGeom>
        </p:spPr>
      </p:pic>
      <p:pic>
        <p:nvPicPr>
          <p:cNvPr id="30" name="Yeti.mp3">
            <a:hlinkClick r:id="" action="ppaction://media"/>
          </p:cNvPr>
          <p:cNvPicPr>
            <a:picLocks noRot="1" noChangeAspect="1"/>
          </p:cNvPicPr>
          <p:nvPr>
            <a:audioFile r:link="rId24"/>
            <p:extLst>
              <p:ext uri="{DAA4B4D4-6D71-4841-9C94-3DE7FCFB9230}">
                <p14:media xmlns:p14="http://schemas.microsoft.com/office/powerpoint/2010/main" r:link="rId25"/>
              </p:ext>
            </p:extLst>
          </p:nvPr>
        </p:nvPicPr>
        <p:blipFill>
          <a:blip r:embed="rId3" cstate="print">
            <a:duotone>
              <a:schemeClr val="accent3">
                <a:shade val="45000"/>
                <a:satMod val="135000"/>
              </a:schemeClr>
              <a:prstClr val="white"/>
            </a:duotone>
          </a:blip>
          <a:stretch>
            <a:fillRect/>
          </a:stretch>
        </p:blipFill>
        <p:spPr>
          <a:xfrm>
            <a:off x="4917600" y="3738120"/>
            <a:ext cx="312701" cy="309438"/>
          </a:xfrm>
          <a:prstGeom prst="rect">
            <a:avLst/>
          </a:prstGeom>
        </p:spPr>
      </p:pic>
      <p:sp>
        <p:nvSpPr>
          <p:cNvPr id="49" name="btn-Part 1">
            <a:hlinkClick r:id="rId26" action="ppaction://hlinksldjump"/>
          </p:cNvPr>
          <p:cNvSpPr/>
          <p:nvPr/>
        </p:nvSpPr>
        <p:spPr>
          <a:xfrm>
            <a:off x="63500" y="483518"/>
            <a:ext cx="237490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p:cTn id="2" fill="hold" display="0">
                  <p:stCondLst>
                    <p:cond delay="indefinite"/>
                  </p:stCondLst>
                  <p:endCondLst>
                    <p:cond evt="onNext" delay="0">
                      <p:tgtEl>
                        <p:sldTgt/>
                      </p:tgtEl>
                    </p:cond>
                    <p:cond evt="onPrev" delay="0">
                      <p:tgtEl>
                        <p:sldTgt/>
                      </p:tgtEl>
                    </p:cond>
                    <p:cond evt="onStopAudio" delay="0">
                      <p:tgtEl>
                        <p:sldTgt/>
                      </p:tgtEl>
                    </p:cond>
                  </p:endCondLst>
                </p:cTn>
                <p:tgtEl>
                  <p:spTgt spid="39"/>
                </p:tgtEl>
              </p:cMediaNode>
            </p:audio>
            <p:audio>
              <p:cMediaNode>
                <p:cTn id="3" fill="hold" display="0">
                  <p:stCondLst>
                    <p:cond delay="indefinite"/>
                  </p:stCondLst>
                  <p:endCondLst>
                    <p:cond evt="onNext" delay="0">
                      <p:tgtEl>
                        <p:sldTgt/>
                      </p:tgtEl>
                    </p:cond>
                    <p:cond evt="onPrev" delay="0">
                      <p:tgtEl>
                        <p:sldTgt/>
                      </p:tgtEl>
                    </p:cond>
                    <p:cond evt="onStopAudio" delay="0">
                      <p:tgtEl>
                        <p:sldTgt/>
                      </p:tgtEl>
                    </p:cond>
                  </p:endCondLst>
                </p:cTn>
                <p:tgtEl>
                  <p:spTgt spid="58"/>
                </p:tgtEl>
              </p:cMediaNode>
            </p:audio>
            <p:audio>
              <p:cMediaNode>
                <p:cTn id="4" fill="hold" display="0">
                  <p:stCondLst>
                    <p:cond delay="indefinite"/>
                  </p:stCondLst>
                  <p:endCondLst>
                    <p:cond evt="onNext" delay="0">
                      <p:tgtEl>
                        <p:sldTgt/>
                      </p:tgtEl>
                    </p:cond>
                    <p:cond evt="onPrev" delay="0">
                      <p:tgtEl>
                        <p:sldTgt/>
                      </p:tgtEl>
                    </p:cond>
                    <p:cond evt="onStopAudio" delay="0">
                      <p:tgtEl>
                        <p:sldTgt/>
                      </p:tgtEl>
                    </p:cond>
                  </p:endCondLst>
                </p:cTn>
                <p:tgtEl>
                  <p:spTgt spid="73"/>
                </p:tgtEl>
              </p:cMediaNode>
            </p:audio>
            <p:audio>
              <p:cMediaNode showWhenStopped="0">
                <p:cTn id="5" fill="hold" display="0">
                  <p:stCondLst>
                    <p:cond delay="indefinite"/>
                  </p:stCondLst>
                  <p:endCondLst>
                    <p:cond evt="onNext" delay="0">
                      <p:tgtEl>
                        <p:sldTgt/>
                      </p:tgtEl>
                    </p:cond>
                    <p:cond evt="onPrev" delay="0">
                      <p:tgtEl>
                        <p:sldTgt/>
                      </p:tgtEl>
                    </p:cond>
                    <p:cond evt="onStopAudio" delay="0">
                      <p:tgtEl>
                        <p:sldTgt/>
                      </p:tgtEl>
                    </p:cond>
                  </p:endCondLst>
                </p:cTn>
                <p:tgtEl>
                  <p:spTgt spid="50"/>
                </p:tgtEl>
              </p:cMediaNode>
            </p:audio>
            <p:audio>
              <p:cMediaNode>
                <p:cTn id="6" fill="hold" display="0">
                  <p:stCondLst>
                    <p:cond delay="indefinite"/>
                  </p:stCondLst>
                  <p:endCondLst>
                    <p:cond evt="onNext" delay="0">
                      <p:tgtEl>
                        <p:sldTgt/>
                      </p:tgtEl>
                    </p:cond>
                    <p:cond evt="onPrev" delay="0">
                      <p:tgtEl>
                        <p:sldTgt/>
                      </p:tgtEl>
                    </p:cond>
                    <p:cond evt="onStopAudio" delay="0">
                      <p:tgtEl>
                        <p:sldTgt/>
                      </p:tgtEl>
                    </p:cond>
                  </p:endCondLst>
                </p:cTn>
                <p:tgtEl>
                  <p:spTgt spid="29"/>
                </p:tgtEl>
              </p:cMediaNode>
            </p:audio>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26"/>
                </p:tgtEl>
              </p:cMediaNode>
            </p:audio>
            <p:audio>
              <p:cMediaNode>
                <p:cTn id="8" fill="hold" display="0">
                  <p:stCondLst>
                    <p:cond delay="indefinite"/>
                  </p:stCondLst>
                  <p:endCondLst>
                    <p:cond evt="onNext" delay="0">
                      <p:tgtEl>
                        <p:sldTgt/>
                      </p:tgtEl>
                    </p:cond>
                    <p:cond evt="onPrev" delay="0">
                      <p:tgtEl>
                        <p:sldTgt/>
                      </p:tgtEl>
                    </p:cond>
                    <p:cond evt="onStopAudio" delay="0">
                      <p:tgtEl>
                        <p:sldTgt/>
                      </p:tgtEl>
                    </p:cond>
                  </p:endCondLst>
                </p:cTn>
                <p:tgtEl>
                  <p:spTgt spid="27"/>
                </p:tgtEl>
              </p:cMediaNode>
            </p:audio>
            <p:audio>
              <p:cMediaNode>
                <p:cTn id="9" fill="hold" display="0">
                  <p:stCondLst>
                    <p:cond delay="indefinite"/>
                  </p:stCondLst>
                  <p:endCondLst>
                    <p:cond evt="onNext" delay="0">
                      <p:tgtEl>
                        <p:sldTgt/>
                      </p:tgtEl>
                    </p:cond>
                    <p:cond evt="onPrev" delay="0">
                      <p:tgtEl>
                        <p:sldTgt/>
                      </p:tgtEl>
                    </p:cond>
                    <p:cond evt="onStopAudio" delay="0">
                      <p:tgtEl>
                        <p:sldTgt/>
                      </p:tgtEl>
                    </p:cond>
                  </p:endCondLst>
                </p:cTn>
                <p:tgtEl>
                  <p:spTgt spid="28"/>
                </p:tgtEl>
              </p:cMediaNode>
            </p:audio>
            <p:audio>
              <p:cMediaNode>
                <p:cTn id="10" fill="hold" display="0">
                  <p:stCondLst>
                    <p:cond delay="indefinite"/>
                  </p:stCondLst>
                  <p:endCondLst>
                    <p:cond evt="onNext" delay="0">
                      <p:tgtEl>
                        <p:sldTgt/>
                      </p:tgtEl>
                    </p:cond>
                    <p:cond evt="onPrev" delay="0">
                      <p:tgtEl>
                        <p:sldTgt/>
                      </p:tgtEl>
                    </p:cond>
                    <p:cond evt="onStopAudio" delay="0">
                      <p:tgtEl>
                        <p:sldTgt/>
                      </p:tgtEl>
                    </p:cond>
                  </p:endCondLst>
                </p:cTn>
                <p:tgtEl>
                  <p:spTgt spid="30"/>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6"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子菜单背景"/>
          <p:cNvSpPr/>
          <p:nvPr/>
        </p:nvSpPr>
        <p:spPr>
          <a:xfrm>
            <a:off x="0" y="476672"/>
            <a:ext cx="9144000" cy="432048"/>
          </a:xfrm>
          <a:prstGeom prst="rect">
            <a:avLst/>
          </a:prstGeom>
          <a:noFill/>
          <a:ln>
            <a:noFill/>
          </a:ln>
          <a:extLst>
            <a:ext uri="{909E8E84-426E-40DD-AFC4-6F175D3DCCD1}">
              <a14:hiddenFill xmlns:a14="http://schemas.microsoft.com/office/drawing/2010/main">
                <a:solidFill>
                  <a:srgbClr val="FFDD3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New words and expressions     </a:t>
            </a:r>
            <a:r>
              <a:rPr lang="en-US" altLang="zh-CN" sz="1600" b="1" dirty="0" smtClean="0">
                <a:solidFill>
                  <a:srgbClr val="515672"/>
                </a:solidFill>
                <a:latin typeface="+mj-lt"/>
              </a:rPr>
              <a:t>A. Listening for gist     </a:t>
            </a:r>
            <a:r>
              <a:rPr lang="en-US" altLang="zh-CN" sz="1600" b="1" dirty="0" smtClean="0">
                <a:solidFill>
                  <a:schemeClr val="accent4"/>
                </a:solidFill>
                <a:latin typeface="+mj-lt"/>
              </a:rPr>
              <a:t>B. Listening for details</a:t>
            </a:r>
            <a:endParaRPr lang="zh-CN" altLang="en-US" sz="1600" b="1" dirty="0">
              <a:solidFill>
                <a:schemeClr val="accent4"/>
              </a:solidFill>
              <a:latin typeface="+mj-lt"/>
            </a:endParaRPr>
          </a:p>
        </p:txBody>
      </p:sp>
      <p:sp>
        <p:nvSpPr>
          <p:cNvPr id="27" name="标题 1"/>
          <p:cNvSpPr txBox="1"/>
          <p:nvPr/>
        </p:nvSpPr>
        <p:spPr>
          <a:xfrm>
            <a:off x="4716016" y="0"/>
            <a:ext cx="1368152" cy="476672"/>
          </a:xfrm>
          <a:prstGeom prst="rect">
            <a:avLst/>
          </a:prstGeom>
          <a:noFill/>
          <a:extLst>
            <a:ext uri="{909E8E84-426E-40DD-AFC4-6F175D3DCCD1}">
              <a14:hiddenFill xmlns:a14="http://schemas.microsoft.com/office/drawing/2010/main">
                <a:solidFill>
                  <a:srgbClr val="FFDD33"/>
                </a:solidFill>
              </a14:hiddenFill>
            </a:ext>
          </a:extLst>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28" name="返回按钮"/>
          <p:cNvGrpSpPr/>
          <p:nvPr/>
        </p:nvGrpSpPr>
        <p:grpSpPr>
          <a:xfrm>
            <a:off x="7875422" y="6585447"/>
            <a:ext cx="264567" cy="210642"/>
            <a:chOff x="7875422" y="6585447"/>
            <a:chExt cx="264567" cy="210642"/>
          </a:xfrm>
        </p:grpSpPr>
        <p:sp>
          <p:nvSpPr>
            <p:cNvPr id="29"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30"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btn-Part 1">
            <a:hlinkClick r:id="rId1" action="ppaction://hlinksldjump"/>
          </p:cNvPr>
          <p:cNvSpPr/>
          <p:nvPr/>
        </p:nvSpPr>
        <p:spPr>
          <a:xfrm>
            <a:off x="4445000" y="483518"/>
            <a:ext cx="196850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btn-Part 1">
            <a:hlinkClick r:id="rId2" action="ppaction://hlinksldjump"/>
          </p:cNvPr>
          <p:cNvSpPr/>
          <p:nvPr/>
        </p:nvSpPr>
        <p:spPr>
          <a:xfrm>
            <a:off x="63500" y="483518"/>
            <a:ext cx="237490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占位符 58"/>
          <p:cNvSpPr>
            <a:spLocks noGrp="1"/>
          </p:cNvSpPr>
          <p:nvPr>
            <p:ph type="body" sz="quarter" idx="13"/>
          </p:nvPr>
        </p:nvSpPr>
        <p:spPr>
          <a:xfrm>
            <a:off x="356400" y="1000108"/>
            <a:ext cx="8001814" cy="500066"/>
          </a:xfrm>
        </p:spPr>
        <p:txBody>
          <a:bodyPr>
            <a:normAutofit/>
          </a:bodyPr>
          <a:lstStyle/>
          <a:p>
            <a:r>
              <a:rPr lang="en-US" altLang="zh-CN" dirty="0" smtClean="0"/>
              <a:t>Listen to the recording once and answer the following questions.</a:t>
            </a:r>
            <a:endParaRPr lang="zh-CN" altLang="zh-CN" dirty="0" smtClean="0"/>
          </a:p>
        </p:txBody>
      </p:sp>
      <p:pic>
        <p:nvPicPr>
          <p:cNvPr id="61" name="播放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500034" y="1523989"/>
            <a:ext cx="295275" cy="304800"/>
          </a:xfrm>
          <a:prstGeom prst="rect">
            <a:avLst/>
          </a:prstGeom>
          <a:noFill/>
          <a:ln w="9525">
            <a:noFill/>
            <a:miter lim="800000"/>
            <a:headEnd/>
            <a:tailEnd/>
          </a:ln>
          <a:effectLst/>
        </p:spPr>
      </p:pic>
      <p:pic>
        <p:nvPicPr>
          <p:cNvPr id="62" name="暂停按钮"/>
          <p:cNvPicPr>
            <a:picLocks noChangeAspect="1" noChangeArrowheads="1"/>
          </p:cNvPicPr>
          <p:nvPr/>
        </p:nvPicPr>
        <p:blipFill>
          <a:blip r:embed="rId4" cstate="print">
            <a:duotone>
              <a:schemeClr val="accent3">
                <a:shade val="45000"/>
                <a:satMod val="135000"/>
              </a:schemeClr>
              <a:prstClr val="white"/>
            </a:duotone>
          </a:blip>
          <a:srcRect/>
          <a:stretch>
            <a:fillRect/>
          </a:stretch>
        </p:blipFill>
        <p:spPr bwMode="auto">
          <a:xfrm>
            <a:off x="860074" y="1523989"/>
            <a:ext cx="295275" cy="304800"/>
          </a:xfrm>
          <a:prstGeom prst="rect">
            <a:avLst/>
          </a:prstGeom>
          <a:noFill/>
          <a:ln w="9525">
            <a:noFill/>
            <a:miter lim="800000"/>
            <a:headEnd/>
            <a:tailEnd/>
          </a:ln>
          <a:effectLst/>
        </p:spPr>
      </p:pic>
      <p:pic>
        <p:nvPicPr>
          <p:cNvPr id="63" name="停止按钮"/>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1220114" y="1523989"/>
            <a:ext cx="295275" cy="304800"/>
          </a:xfrm>
          <a:prstGeom prst="rect">
            <a:avLst/>
          </a:prstGeom>
          <a:noFill/>
          <a:ln w="9525">
            <a:noFill/>
            <a:miter lim="800000"/>
            <a:headEnd/>
            <a:tailEnd/>
          </a:ln>
          <a:effectLst/>
        </p:spPr>
      </p:pic>
      <p:pic>
        <p:nvPicPr>
          <p:cNvPr id="65" name="按钮-External Player">
            <a:hlinkClick r:id="rId6" action="ppaction://hlinkfile"/>
          </p:cNvPr>
          <p:cNvPicPr>
            <a:picLocks noChangeAspect="1" noChangeArrowheads="1"/>
          </p:cNvPicPr>
          <p:nvPr/>
        </p:nvPicPr>
        <p:blipFill>
          <a:blip r:embed="rId7" cstate="print">
            <a:duotone>
              <a:schemeClr val="accent3">
                <a:shade val="45000"/>
                <a:satMod val="135000"/>
              </a:schemeClr>
              <a:prstClr val="white"/>
            </a:duotone>
          </a:blip>
          <a:srcRect/>
          <a:stretch>
            <a:fillRect/>
          </a:stretch>
        </p:blipFill>
        <p:spPr bwMode="auto">
          <a:xfrm>
            <a:off x="1586504" y="1523989"/>
            <a:ext cx="1521337" cy="308000"/>
          </a:xfrm>
          <a:prstGeom prst="rect">
            <a:avLst/>
          </a:prstGeom>
          <a:noFill/>
          <a:ln w="9525">
            <a:noFill/>
            <a:miter lim="800000"/>
            <a:headEnd/>
            <a:tailEnd/>
          </a:ln>
          <a:effectLst/>
        </p:spPr>
      </p:pic>
      <p:pic>
        <p:nvPicPr>
          <p:cNvPr id="66" name="按钮-Script">
            <a:hlinkClick r:id="rId8" action="ppaction://hlinkpres?slideindex=1&amp;slidetitle="/>
          </p:cNvPr>
          <p:cNvPicPr>
            <a:picLocks noChangeAspect="1" noChangeArrowheads="1"/>
          </p:cNvPicPr>
          <p:nvPr/>
        </p:nvPicPr>
        <p:blipFill>
          <a:blip r:embed="rId9" cstate="print">
            <a:duotone>
              <a:schemeClr val="accent3">
                <a:shade val="45000"/>
                <a:satMod val="135000"/>
              </a:schemeClr>
              <a:prstClr val="white"/>
            </a:duotone>
          </a:blip>
          <a:srcRect/>
          <a:stretch>
            <a:fillRect/>
          </a:stretch>
        </p:blipFill>
        <p:spPr bwMode="auto">
          <a:xfrm>
            <a:off x="3151630" y="1523989"/>
            <a:ext cx="904875" cy="333375"/>
          </a:xfrm>
          <a:prstGeom prst="rect">
            <a:avLst/>
          </a:prstGeom>
          <a:noFill/>
          <a:ln w="9525">
            <a:noFill/>
            <a:miter lim="800000"/>
            <a:headEnd/>
            <a:tailEnd/>
          </a:ln>
          <a:effectLst/>
        </p:spPr>
      </p:pic>
      <p:pic>
        <p:nvPicPr>
          <p:cNvPr id="67" name="Track 8-1.mp3">
            <a:hlinkClick r:id="" action="ppaction://media"/>
          </p:cNvPr>
          <p:cNvPicPr>
            <a:picLocks noRot="1" noChangeAspect="1"/>
          </p:cNvPicPr>
          <p:nvPr>
            <a:audioFile r:link="rId10"/>
            <p:extLst>
              <p:ext uri="{DAA4B4D4-6D71-4841-9C94-3DE7FCFB9230}">
                <p14:media xmlns:p14="http://schemas.microsoft.com/office/powerpoint/2010/main" r:link="rId11"/>
              </p:ext>
            </p:extLst>
          </p:nvPr>
        </p:nvPicPr>
        <p:blipFill>
          <a:blip r:embed="rId12" cstate="print"/>
          <a:stretch>
            <a:fillRect/>
          </a:stretch>
        </p:blipFill>
        <p:spPr>
          <a:xfrm>
            <a:off x="4172442" y="1523989"/>
            <a:ext cx="304800" cy="304800"/>
          </a:xfrm>
          <a:prstGeom prst="rect">
            <a:avLst/>
          </a:prstGeom>
        </p:spPr>
      </p:pic>
      <p:sp>
        <p:nvSpPr>
          <p:cNvPr id="47" name="文本占位符 23"/>
          <p:cNvSpPr>
            <a:spLocks noGrp="1"/>
          </p:cNvSpPr>
          <p:nvPr>
            <p:ph type="body" sz="quarter" idx="14"/>
          </p:nvPr>
        </p:nvSpPr>
        <p:spPr>
          <a:xfrm>
            <a:off x="357158" y="2214554"/>
            <a:ext cx="8143932" cy="2643206"/>
          </a:xfrm>
        </p:spPr>
        <p:txBody>
          <a:bodyPr>
            <a:noAutofit/>
          </a:bodyPr>
          <a:lstStyle/>
          <a:p>
            <a:pPr>
              <a:buNone/>
            </a:pPr>
            <a:r>
              <a:rPr lang="en-US" altLang="zh-CN" dirty="0" smtClean="0"/>
              <a:t>1.   What experience did </a:t>
            </a:r>
            <a:r>
              <a:rPr lang="en-US" altLang="zh-CN" dirty="0" err="1" smtClean="0"/>
              <a:t>Messner</a:t>
            </a:r>
            <a:r>
              <a:rPr lang="en-US" altLang="zh-CN" dirty="0" smtClean="0"/>
              <a:t> have?</a:t>
            </a:r>
            <a:endParaRPr lang="en-US" altLang="zh-CN" dirty="0" smtClean="0"/>
          </a:p>
          <a:p>
            <a:pPr indent="233680">
              <a:spcAft>
                <a:spcPts val="1200"/>
              </a:spcAft>
              <a:buNone/>
            </a:pPr>
            <a:r>
              <a:rPr lang="en-US" altLang="zh-CN" u="sng" dirty="0" smtClean="0">
                <a:solidFill>
                  <a:schemeClr val="accent1"/>
                </a:solidFill>
              </a:rPr>
              <a:t>He saw a half person, half animal.</a:t>
            </a:r>
            <a:endParaRPr lang="en-US" altLang="zh-CN" u="sng" dirty="0" smtClean="0">
              <a:solidFill>
                <a:schemeClr val="accent1"/>
              </a:solidFill>
            </a:endParaRPr>
          </a:p>
          <a:p>
            <a:pPr>
              <a:buNone/>
            </a:pPr>
            <a:r>
              <a:rPr lang="en-US" altLang="zh-CN" dirty="0" smtClean="0"/>
              <a:t>2.   Where did it happen?</a:t>
            </a:r>
            <a:endParaRPr lang="en-US" altLang="zh-CN" dirty="0" smtClean="0"/>
          </a:p>
          <a:p>
            <a:pPr indent="233680">
              <a:buNone/>
            </a:pPr>
            <a:r>
              <a:rPr lang="en-US" altLang="zh-CN" u="sng" dirty="0" smtClean="0">
                <a:solidFill>
                  <a:schemeClr val="accent1"/>
                </a:solidFill>
              </a:rPr>
              <a:t>In the Himalayas.</a:t>
            </a:r>
            <a:endParaRPr lang="zh-CN" altLang="zh-CN" b="1" u="sng" dirty="0">
              <a:solidFill>
                <a:schemeClr val="accent1"/>
              </a:solidFill>
            </a:endParaRPr>
          </a:p>
        </p:txBody>
      </p:sp>
      <p:sp>
        <p:nvSpPr>
          <p:cNvPr id="36" name="填空热区-点击消失"/>
          <p:cNvSpPr>
            <a:spLocks noChangeArrowheads="1"/>
          </p:cNvSpPr>
          <p:nvPr/>
        </p:nvSpPr>
        <p:spPr bwMode="auto">
          <a:xfrm>
            <a:off x="892802" y="2819371"/>
            <a:ext cx="5000660" cy="520261"/>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3200" u="sng" dirty="0">
              <a:solidFill>
                <a:schemeClr val="bg1"/>
              </a:solidFill>
              <a:uFill>
                <a:solidFill>
                  <a:schemeClr val="tx1"/>
                </a:solidFill>
              </a:uFill>
            </a:endParaRPr>
          </a:p>
        </p:txBody>
      </p:sp>
      <p:sp>
        <p:nvSpPr>
          <p:cNvPr id="37" name="填空热区-点击消失"/>
          <p:cNvSpPr>
            <a:spLocks noChangeArrowheads="1"/>
          </p:cNvSpPr>
          <p:nvPr/>
        </p:nvSpPr>
        <p:spPr bwMode="auto">
          <a:xfrm>
            <a:off x="866189" y="4152345"/>
            <a:ext cx="5000660" cy="520261"/>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3200" u="sng" dirty="0">
              <a:solidFill>
                <a:schemeClr val="bg1"/>
              </a:solidFill>
              <a:uFill>
                <a:solidFill>
                  <a:schemeClr val="tx1"/>
                </a:solidFill>
              </a:uFill>
            </a:endParaRPr>
          </a:p>
        </p:txBody>
      </p:sp>
      <p:sp>
        <p:nvSpPr>
          <p:cNvPr id="35" name="btn-Part 1">
            <a:hlinkClick r:id="rId13" action="ppaction://hlinksldjump"/>
          </p:cNvPr>
          <p:cNvSpPr/>
          <p:nvPr/>
        </p:nvSpPr>
        <p:spPr>
          <a:xfrm>
            <a:off x="2569220" y="483518"/>
            <a:ext cx="174878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67"/>
                </p:tgtEl>
              </p:cMediaNode>
            </p:audio>
          </p:childTnLst>
        </p:cTn>
      </p:par>
    </p:tnLst>
    <p:bldLst>
      <p:bldP spid="36" grpId="0" animBg="1"/>
      <p:bldP spid="3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文本占位符 31"/>
          <p:cNvSpPr>
            <a:spLocks noGrp="1"/>
          </p:cNvSpPr>
          <p:nvPr>
            <p:ph type="body" sz="quarter" idx="13"/>
          </p:nvPr>
        </p:nvSpPr>
        <p:spPr>
          <a:xfrm>
            <a:off x="285720" y="928670"/>
            <a:ext cx="4357718" cy="1214446"/>
          </a:xfrm>
        </p:spPr>
        <p:txBody>
          <a:bodyPr>
            <a:noAutofit/>
          </a:bodyPr>
          <a:lstStyle/>
          <a:p>
            <a:r>
              <a:rPr lang="en-US" altLang="zh-CN" dirty="0" smtClean="0"/>
              <a:t>1. Look at the photos and complete the information below by using the past form of the words in the box. Then listen and check your answers.</a:t>
            </a:r>
            <a:endParaRPr lang="zh-CN" altLang="en-US" dirty="0"/>
          </a:p>
        </p:txBody>
      </p:sp>
      <p:grpSp>
        <p:nvGrpSpPr>
          <p:cNvPr id="3"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6"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子菜单背景"/>
          <p:cNvSpPr/>
          <p:nvPr/>
        </p:nvSpPr>
        <p:spPr>
          <a:xfrm>
            <a:off x="0" y="476672"/>
            <a:ext cx="9144000" cy="432048"/>
          </a:xfrm>
          <a:prstGeom prst="rect">
            <a:avLst/>
          </a:prstGeom>
          <a:noFill/>
          <a:ln>
            <a:noFill/>
          </a:ln>
          <a:extLst>
            <a:ext uri="{909E8E84-426E-40DD-AFC4-6F175D3DCCD1}">
              <a14:hiddenFill xmlns:a14="http://schemas.microsoft.com/office/drawing/2010/main">
                <a:solidFill>
                  <a:srgbClr val="FFDD3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New words and expressions     A. Listening for gist     </a:t>
            </a:r>
            <a:r>
              <a:rPr lang="en-US" altLang="zh-CN" sz="1600" b="1" dirty="0" smtClean="0">
                <a:solidFill>
                  <a:srgbClr val="515672"/>
                </a:solidFill>
                <a:latin typeface="+mj-lt"/>
              </a:rPr>
              <a:t>B. Listening for details</a:t>
            </a:r>
            <a:endParaRPr lang="zh-CN" altLang="en-US" sz="1600" b="1" dirty="0">
              <a:solidFill>
                <a:srgbClr val="515672"/>
              </a:solidFill>
              <a:latin typeface="+mj-lt"/>
            </a:endParaRPr>
          </a:p>
        </p:txBody>
      </p:sp>
      <p:sp>
        <p:nvSpPr>
          <p:cNvPr id="47" name="标题 1"/>
          <p:cNvSpPr txBox="1"/>
          <p:nvPr/>
        </p:nvSpPr>
        <p:spPr>
          <a:xfrm>
            <a:off x="4716016" y="0"/>
            <a:ext cx="1368152" cy="476672"/>
          </a:xfrm>
          <a:prstGeom prst="rect">
            <a:avLst/>
          </a:prstGeom>
          <a:noFill/>
          <a:extLst>
            <a:ext uri="{909E8E84-426E-40DD-AFC4-6F175D3DCCD1}">
              <a14:hiddenFill xmlns:a14="http://schemas.microsoft.com/office/drawing/2010/main">
                <a:solidFill>
                  <a:srgbClr val="FFDD33"/>
                </a:solidFill>
              </a14:hiddenFill>
            </a:ext>
          </a:extLst>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50" name="返回按钮"/>
          <p:cNvGrpSpPr/>
          <p:nvPr/>
        </p:nvGrpSpPr>
        <p:grpSpPr>
          <a:xfrm>
            <a:off x="7875422" y="6585447"/>
            <a:ext cx="264567" cy="210642"/>
            <a:chOff x="7875422" y="6585447"/>
            <a:chExt cx="264567" cy="210642"/>
          </a:xfrm>
        </p:grpSpPr>
        <p:sp>
          <p:nvSpPr>
            <p:cNvPr id="51"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52"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btn-Part 1">
            <a:hlinkClick r:id="rId1" action="ppaction://hlinksldjump"/>
          </p:cNvPr>
          <p:cNvSpPr/>
          <p:nvPr/>
        </p:nvSpPr>
        <p:spPr>
          <a:xfrm>
            <a:off x="2569220" y="483518"/>
            <a:ext cx="174878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btn-Part 1">
            <a:hlinkClick r:id="rId2" action="ppaction://hlinksldjump"/>
          </p:cNvPr>
          <p:cNvSpPr/>
          <p:nvPr/>
        </p:nvSpPr>
        <p:spPr>
          <a:xfrm>
            <a:off x="63500" y="483518"/>
            <a:ext cx="237490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圆角矩形 57"/>
          <p:cNvSpPr/>
          <p:nvPr/>
        </p:nvSpPr>
        <p:spPr>
          <a:xfrm>
            <a:off x="357158" y="2797347"/>
            <a:ext cx="4071966" cy="809958"/>
          </a:xfrm>
          <a:prstGeom prst="roundRect">
            <a:avLst>
              <a:gd name="adj" fmla="val 9581"/>
            </a:avLst>
          </a:prstGeom>
          <a:noFill/>
          <a:ln>
            <a:noFill/>
          </a:ln>
          <a:extLst>
            <a:ext uri="{909E8E84-426E-40DD-AFC4-6F175D3DCCD1}">
              <a14:hiddenFill xmlns:a14="http://schemas.microsoft.com/office/drawing/2010/main">
                <a:solidFill>
                  <a:schemeClr val="accent6">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nSpc>
                <a:spcPct val="110000"/>
              </a:lnSpc>
            </a:pPr>
            <a:r>
              <a:rPr lang="en-US" altLang="zh-CN" sz="2400" dirty="0" smtClean="0">
                <a:solidFill>
                  <a:schemeClr val="tx1"/>
                </a:solidFill>
              </a:rPr>
              <a:t>be                           move      have        hear          </a:t>
            </a:r>
            <a:endParaRPr lang="en-US" altLang="zh-CN" sz="2400" dirty="0" smtClean="0">
              <a:solidFill>
                <a:schemeClr val="tx1"/>
              </a:solidFill>
            </a:endParaRPr>
          </a:p>
          <a:p>
            <a:pPr>
              <a:lnSpc>
                <a:spcPct val="110000"/>
              </a:lnSpc>
            </a:pPr>
            <a:r>
              <a:rPr lang="en-US" altLang="zh-CN" sz="2400" dirty="0" smtClean="0">
                <a:solidFill>
                  <a:schemeClr val="tx1"/>
                </a:solidFill>
              </a:rPr>
              <a:t>not believe      see            hear         be</a:t>
            </a:r>
            <a:endParaRPr lang="zh-CN" altLang="en-US" sz="2400" dirty="0">
              <a:solidFill>
                <a:schemeClr val="tx1"/>
              </a:solidFill>
            </a:endParaRPr>
          </a:p>
        </p:txBody>
      </p:sp>
      <p:sp>
        <p:nvSpPr>
          <p:cNvPr id="36" name="矩形 35"/>
          <p:cNvSpPr/>
          <p:nvPr/>
        </p:nvSpPr>
        <p:spPr>
          <a:xfrm>
            <a:off x="357158" y="4000504"/>
            <a:ext cx="8429684" cy="2308324"/>
          </a:xfrm>
          <a:prstGeom prst="rect">
            <a:avLst/>
          </a:prstGeom>
        </p:spPr>
        <p:txBody>
          <a:bodyPr wrap="square">
            <a:spAutoFit/>
          </a:bodyPr>
          <a:lstStyle/>
          <a:p>
            <a:pPr indent="450850"/>
            <a:r>
              <a:rPr lang="en-US" altLang="zh-CN" sz="2400" dirty="0" smtClean="0"/>
              <a:t>Reinhold </a:t>
            </a:r>
            <a:r>
              <a:rPr lang="en-US" altLang="zh-CN" sz="2400" dirty="0" err="1" smtClean="0"/>
              <a:t>Messner</a:t>
            </a:r>
            <a:r>
              <a:rPr lang="en-US" altLang="zh-CN" sz="2400" dirty="0" smtClean="0"/>
              <a:t> is a famous mountain climber from Austria. He </a:t>
            </a:r>
            <a:r>
              <a:rPr lang="en-US" altLang="zh-CN" sz="2400" u="sng" dirty="0" smtClean="0">
                <a:solidFill>
                  <a:schemeClr val="accent1"/>
                </a:solidFill>
              </a:rPr>
              <a:t>was</a:t>
            </a:r>
            <a:r>
              <a:rPr lang="en-US" altLang="zh-CN" sz="2400" dirty="0" smtClean="0">
                <a:solidFill>
                  <a:schemeClr val="accent1"/>
                </a:solidFill>
              </a:rPr>
              <a:t> </a:t>
            </a:r>
            <a:r>
              <a:rPr lang="en-US" altLang="zh-CN" sz="2400" dirty="0" smtClean="0"/>
              <a:t>the first person to climb the highest 14 mountains on Earth. For years, </a:t>
            </a:r>
            <a:r>
              <a:rPr lang="en-US" altLang="zh-CN" sz="2400" dirty="0" err="1" smtClean="0"/>
              <a:t>Messner</a:t>
            </a:r>
            <a:r>
              <a:rPr lang="en-US" altLang="zh-CN" sz="2400" dirty="0" smtClean="0"/>
              <a:t> </a:t>
            </a:r>
            <a:r>
              <a:rPr lang="en-US" altLang="zh-CN" sz="2400" u="sng" dirty="0" smtClean="0">
                <a:solidFill>
                  <a:schemeClr val="accent1"/>
                </a:solidFill>
              </a:rPr>
              <a:t>heard</a:t>
            </a:r>
            <a:r>
              <a:rPr lang="en-US" altLang="zh-CN" sz="2400" dirty="0" smtClean="0"/>
              <a:t> stories about the Yeti, but he </a:t>
            </a:r>
            <a:r>
              <a:rPr lang="en-US" altLang="zh-CN" sz="2400" u="sng" dirty="0" smtClean="0">
                <a:solidFill>
                  <a:schemeClr val="accent1"/>
                </a:solidFill>
              </a:rPr>
              <a:t>did not/didn’t believe</a:t>
            </a:r>
            <a:r>
              <a:rPr lang="en-US" altLang="zh-CN" sz="2400" dirty="0" smtClean="0"/>
              <a:t> them. Then he </a:t>
            </a:r>
            <a:r>
              <a:rPr lang="en-US" altLang="zh-CN" sz="2400" u="sng" dirty="0" smtClean="0">
                <a:solidFill>
                  <a:schemeClr val="accent1"/>
                </a:solidFill>
              </a:rPr>
              <a:t>had</a:t>
            </a:r>
            <a:r>
              <a:rPr lang="en-US" altLang="zh-CN" sz="2400" dirty="0" smtClean="0"/>
              <a:t> a scary experience. He </a:t>
            </a:r>
            <a:r>
              <a:rPr lang="en-US" altLang="zh-CN" sz="2400" u="sng" dirty="0" smtClean="0">
                <a:solidFill>
                  <a:schemeClr val="accent1"/>
                </a:solidFill>
              </a:rPr>
              <a:t>was</a:t>
            </a:r>
            <a:r>
              <a:rPr lang="en-US" altLang="zh-CN" sz="2400" dirty="0" smtClean="0"/>
              <a:t> alone on a hike in the Himalayas. . . . Suddenly, he </a:t>
            </a:r>
            <a:r>
              <a:rPr lang="en-US" altLang="zh-CN" sz="2400" u="sng" dirty="0" smtClean="0">
                <a:solidFill>
                  <a:schemeClr val="accent1"/>
                </a:solidFill>
              </a:rPr>
              <a:t>heard</a:t>
            </a:r>
            <a:r>
              <a:rPr lang="en-US" altLang="zh-CN" sz="2400" dirty="0" smtClean="0"/>
              <a:t> a strange sound, and he </a:t>
            </a:r>
            <a:r>
              <a:rPr lang="en-US" altLang="zh-CN" sz="2400" u="sng" dirty="0" smtClean="0">
                <a:solidFill>
                  <a:schemeClr val="accent1"/>
                </a:solidFill>
              </a:rPr>
              <a:t>saw</a:t>
            </a:r>
            <a:r>
              <a:rPr lang="en-US" altLang="zh-CN" sz="2400" dirty="0" smtClean="0"/>
              <a:t> something—maybe an animal. It </a:t>
            </a:r>
            <a:r>
              <a:rPr lang="en-US" altLang="zh-CN" sz="2400" u="sng" dirty="0" smtClean="0">
                <a:solidFill>
                  <a:schemeClr val="accent1"/>
                </a:solidFill>
              </a:rPr>
              <a:t>moved</a:t>
            </a:r>
            <a:r>
              <a:rPr lang="en-US" altLang="zh-CN" sz="2400" dirty="0" smtClean="0"/>
              <a:t> very fast . . .</a:t>
            </a:r>
            <a:endParaRPr lang="zh-CN" altLang="en-US" sz="2400" dirty="0"/>
          </a:p>
        </p:txBody>
      </p:sp>
      <p:grpSp>
        <p:nvGrpSpPr>
          <p:cNvPr id="41" name="组合 40"/>
          <p:cNvGrpSpPr>
            <a:grpSpLocks noChangeAspect="1"/>
          </p:cNvGrpSpPr>
          <p:nvPr/>
        </p:nvGrpSpPr>
        <p:grpSpPr>
          <a:xfrm>
            <a:off x="4572000" y="1040016"/>
            <a:ext cx="4389117" cy="2426823"/>
            <a:chOff x="150000" y="1051059"/>
            <a:chExt cx="9144000" cy="5055881"/>
          </a:xfrm>
        </p:grpSpPr>
        <p:pic>
          <p:nvPicPr>
            <p:cNvPr id="40" name="图片 39" descr="U8-P2-LA-1.jpg"/>
            <p:cNvPicPr>
              <a:picLocks noChangeAspect="1"/>
            </p:cNvPicPr>
            <p:nvPr/>
          </p:nvPicPr>
          <p:blipFill>
            <a:blip r:embed="rId3"/>
            <a:stretch>
              <a:fillRect/>
            </a:stretch>
          </p:blipFill>
          <p:spPr>
            <a:xfrm>
              <a:off x="150000" y="1051059"/>
              <a:ext cx="9144000" cy="5055881"/>
            </a:xfrm>
            <a:prstGeom prst="rect">
              <a:avLst/>
            </a:prstGeom>
          </p:spPr>
        </p:pic>
        <p:pic>
          <p:nvPicPr>
            <p:cNvPr id="39" name="图片 38" descr="U8-P2-LA-2.jpg"/>
            <p:cNvPicPr>
              <a:picLocks noChangeAspect="1"/>
            </p:cNvPicPr>
            <p:nvPr/>
          </p:nvPicPr>
          <p:blipFill>
            <a:blip r:embed="rId4"/>
            <a:stretch>
              <a:fillRect/>
            </a:stretch>
          </p:blipFill>
          <p:spPr>
            <a:xfrm>
              <a:off x="5929323" y="1116088"/>
              <a:ext cx="2788306" cy="3357585"/>
            </a:xfrm>
            <a:prstGeom prst="rect">
              <a:avLst/>
            </a:prstGeom>
          </p:spPr>
        </p:pic>
      </p:grpSp>
      <p:sp>
        <p:nvSpPr>
          <p:cNvPr id="44" name="填空热区-点击消失"/>
          <p:cNvSpPr>
            <a:spLocks noChangeArrowheads="1"/>
          </p:cNvSpPr>
          <p:nvPr/>
        </p:nvSpPr>
        <p:spPr bwMode="auto">
          <a:xfrm>
            <a:off x="6096051" y="4766127"/>
            <a:ext cx="2466924"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sp>
        <p:nvSpPr>
          <p:cNvPr id="57" name="填空热区-点击消失"/>
          <p:cNvSpPr>
            <a:spLocks noChangeArrowheads="1"/>
          </p:cNvSpPr>
          <p:nvPr/>
        </p:nvSpPr>
        <p:spPr bwMode="auto">
          <a:xfrm>
            <a:off x="444498" y="4400986"/>
            <a:ext cx="432000"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sp>
        <p:nvSpPr>
          <p:cNvPr id="70" name="填空热区-点击消失"/>
          <p:cNvSpPr>
            <a:spLocks noChangeArrowheads="1"/>
          </p:cNvSpPr>
          <p:nvPr/>
        </p:nvSpPr>
        <p:spPr bwMode="auto">
          <a:xfrm>
            <a:off x="2143108" y="4770420"/>
            <a:ext cx="671530"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sp>
        <p:nvSpPr>
          <p:cNvPr id="71" name="填空热区-点击消失"/>
          <p:cNvSpPr>
            <a:spLocks noChangeArrowheads="1"/>
          </p:cNvSpPr>
          <p:nvPr/>
        </p:nvSpPr>
        <p:spPr bwMode="auto">
          <a:xfrm>
            <a:off x="2103352" y="5131268"/>
            <a:ext cx="449347"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sp>
        <p:nvSpPr>
          <p:cNvPr id="72" name="填空热区-点击消失"/>
          <p:cNvSpPr>
            <a:spLocks noChangeArrowheads="1"/>
          </p:cNvSpPr>
          <p:nvPr/>
        </p:nvSpPr>
        <p:spPr bwMode="auto">
          <a:xfrm>
            <a:off x="5081469" y="5135561"/>
            <a:ext cx="445412"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sp>
        <p:nvSpPr>
          <p:cNvPr id="73" name="填空热区-点击消失"/>
          <p:cNvSpPr>
            <a:spLocks noChangeArrowheads="1"/>
          </p:cNvSpPr>
          <p:nvPr/>
        </p:nvSpPr>
        <p:spPr bwMode="auto">
          <a:xfrm>
            <a:off x="6921503" y="5500702"/>
            <a:ext cx="448466"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sp>
        <p:nvSpPr>
          <p:cNvPr id="74" name="填空热区-点击消失"/>
          <p:cNvSpPr>
            <a:spLocks noChangeArrowheads="1"/>
          </p:cNvSpPr>
          <p:nvPr/>
        </p:nvSpPr>
        <p:spPr bwMode="auto">
          <a:xfrm>
            <a:off x="3563916" y="5500702"/>
            <a:ext cx="665183"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sp>
        <p:nvSpPr>
          <p:cNvPr id="75" name="填空热区-点击消失"/>
          <p:cNvSpPr>
            <a:spLocks noChangeArrowheads="1"/>
          </p:cNvSpPr>
          <p:nvPr/>
        </p:nvSpPr>
        <p:spPr bwMode="auto">
          <a:xfrm>
            <a:off x="4113262" y="5869380"/>
            <a:ext cx="823068"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sp>
        <p:nvSpPr>
          <p:cNvPr id="76" name="矩形 75"/>
          <p:cNvSpPr/>
          <p:nvPr/>
        </p:nvSpPr>
        <p:spPr>
          <a:xfrm>
            <a:off x="4582510" y="3437378"/>
            <a:ext cx="4381200" cy="307777"/>
          </a:xfrm>
          <a:prstGeom prst="rect">
            <a:avLst/>
          </a:prstGeom>
          <a:noFill/>
          <a:extLst>
            <a:ext uri="{909E8E84-426E-40DD-AFC4-6F175D3DCCD1}">
              <a14:hiddenFill xmlns:a14="http://schemas.microsoft.com/office/drawing/2010/main">
                <a:solidFill>
                  <a:schemeClr val="tx1"/>
                </a:solidFill>
              </a14:hiddenFill>
            </a:ext>
          </a:extLst>
        </p:spPr>
        <p:txBody>
          <a:bodyPr wrap="square">
            <a:spAutoFit/>
          </a:bodyPr>
          <a:lstStyle/>
          <a:p>
            <a:r>
              <a:rPr lang="en-US" altLang="zh-CN" sz="1400" dirty="0" smtClean="0">
                <a:solidFill>
                  <a:schemeClr val="bg1"/>
                </a:solidFill>
              </a:rPr>
              <a:t>The Himalaya mountains, Nepal. Does the Yeti live here?</a:t>
            </a:r>
            <a:endParaRPr lang="zh-CN" altLang="en-US" sz="1400" dirty="0">
              <a:solidFill>
                <a:schemeClr val="bg1"/>
              </a:solidFill>
            </a:endParaRPr>
          </a:p>
        </p:txBody>
      </p:sp>
      <p:pic>
        <p:nvPicPr>
          <p:cNvPr id="59" name="播放按钮"/>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415533" y="2279869"/>
            <a:ext cx="295275" cy="304800"/>
          </a:xfrm>
          <a:prstGeom prst="rect">
            <a:avLst/>
          </a:prstGeom>
          <a:noFill/>
          <a:ln w="9525">
            <a:noFill/>
            <a:miter lim="800000"/>
            <a:headEnd/>
            <a:tailEnd/>
          </a:ln>
          <a:effectLst/>
        </p:spPr>
      </p:pic>
      <p:pic>
        <p:nvPicPr>
          <p:cNvPr id="60" name="暂停按钮"/>
          <p:cNvPicPr>
            <a:picLocks noChangeAspect="1" noChangeArrowheads="1"/>
          </p:cNvPicPr>
          <p:nvPr/>
        </p:nvPicPr>
        <p:blipFill>
          <a:blip r:embed="rId6" cstate="print">
            <a:duotone>
              <a:schemeClr val="accent3">
                <a:shade val="45000"/>
                <a:satMod val="135000"/>
              </a:schemeClr>
              <a:prstClr val="white"/>
            </a:duotone>
          </a:blip>
          <a:srcRect/>
          <a:stretch>
            <a:fillRect/>
          </a:stretch>
        </p:blipFill>
        <p:spPr bwMode="auto">
          <a:xfrm>
            <a:off x="775573" y="2279869"/>
            <a:ext cx="295275" cy="304800"/>
          </a:xfrm>
          <a:prstGeom prst="rect">
            <a:avLst/>
          </a:prstGeom>
          <a:noFill/>
          <a:ln w="9525">
            <a:noFill/>
            <a:miter lim="800000"/>
            <a:headEnd/>
            <a:tailEnd/>
          </a:ln>
          <a:effectLst/>
        </p:spPr>
      </p:pic>
      <p:pic>
        <p:nvPicPr>
          <p:cNvPr id="61" name="停止按钮"/>
          <p:cNvPicPr>
            <a:picLocks noChangeAspect="1" noChangeArrowheads="1"/>
          </p:cNvPicPr>
          <p:nvPr/>
        </p:nvPicPr>
        <p:blipFill>
          <a:blip r:embed="rId7" cstate="print">
            <a:duotone>
              <a:schemeClr val="accent3">
                <a:shade val="45000"/>
                <a:satMod val="135000"/>
              </a:schemeClr>
              <a:prstClr val="white"/>
            </a:duotone>
          </a:blip>
          <a:srcRect/>
          <a:stretch>
            <a:fillRect/>
          </a:stretch>
        </p:blipFill>
        <p:spPr bwMode="auto">
          <a:xfrm>
            <a:off x="1135613" y="2279869"/>
            <a:ext cx="295275" cy="304800"/>
          </a:xfrm>
          <a:prstGeom prst="rect">
            <a:avLst/>
          </a:prstGeom>
          <a:noFill/>
          <a:ln w="9525">
            <a:noFill/>
            <a:miter lim="800000"/>
            <a:headEnd/>
            <a:tailEnd/>
          </a:ln>
          <a:effectLst/>
        </p:spPr>
      </p:pic>
      <p:pic>
        <p:nvPicPr>
          <p:cNvPr id="62" name="按钮-External Player">
            <a:hlinkClick r:id="rId8" action="ppaction://hlinkfile"/>
          </p:cNvPr>
          <p:cNvPicPr>
            <a:picLocks noChangeAspect="1" noChangeArrowheads="1"/>
          </p:cNvPicPr>
          <p:nvPr/>
        </p:nvPicPr>
        <p:blipFill>
          <a:blip r:embed="rId9" cstate="print">
            <a:duotone>
              <a:schemeClr val="accent3">
                <a:shade val="45000"/>
                <a:satMod val="135000"/>
              </a:schemeClr>
              <a:prstClr val="white"/>
            </a:duotone>
          </a:blip>
          <a:srcRect/>
          <a:stretch>
            <a:fillRect/>
          </a:stretch>
        </p:blipFill>
        <p:spPr bwMode="auto">
          <a:xfrm>
            <a:off x="1502003" y="2279869"/>
            <a:ext cx="1521337" cy="308000"/>
          </a:xfrm>
          <a:prstGeom prst="rect">
            <a:avLst/>
          </a:prstGeom>
          <a:noFill/>
          <a:ln w="9525">
            <a:noFill/>
            <a:miter lim="800000"/>
            <a:headEnd/>
            <a:tailEnd/>
          </a:ln>
          <a:effectLst/>
        </p:spPr>
      </p:pic>
      <p:pic>
        <p:nvPicPr>
          <p:cNvPr id="63" name="按钮-Script">
            <a:hlinkClick r:id="rId10" action="ppaction://hlinkpres?slideindex=1&amp;slidetitle="/>
          </p:cNvPr>
          <p:cNvPicPr>
            <a:picLocks noChangeAspect="1" noChangeArrowheads="1"/>
          </p:cNvPicPr>
          <p:nvPr/>
        </p:nvPicPr>
        <p:blipFill>
          <a:blip r:embed="rId11" cstate="print">
            <a:duotone>
              <a:schemeClr val="accent3">
                <a:shade val="45000"/>
                <a:satMod val="135000"/>
              </a:schemeClr>
              <a:prstClr val="white"/>
            </a:duotone>
          </a:blip>
          <a:srcRect/>
          <a:stretch>
            <a:fillRect/>
          </a:stretch>
        </p:blipFill>
        <p:spPr bwMode="auto">
          <a:xfrm>
            <a:off x="3067129" y="2279869"/>
            <a:ext cx="904875" cy="333375"/>
          </a:xfrm>
          <a:prstGeom prst="rect">
            <a:avLst/>
          </a:prstGeom>
          <a:noFill/>
          <a:ln w="9525">
            <a:noFill/>
            <a:miter lim="800000"/>
            <a:headEnd/>
            <a:tailEnd/>
          </a:ln>
          <a:effectLst/>
        </p:spPr>
      </p:pic>
      <p:pic>
        <p:nvPicPr>
          <p:cNvPr id="64" name="Track 8-1.mp3">
            <a:hlinkClick r:id="" action="ppaction://media"/>
          </p:cNvPr>
          <p:cNvPicPr>
            <a:picLocks noRot="1" noChangeAspect="1"/>
          </p:cNvPicPr>
          <p:nvPr>
            <a:audioFile r:link="rId12"/>
            <p:extLst>
              <p:ext uri="{DAA4B4D4-6D71-4841-9C94-3DE7FCFB9230}">
                <p14:media xmlns:p14="http://schemas.microsoft.com/office/powerpoint/2010/main" r:link="rId13"/>
              </p:ext>
            </p:extLst>
          </p:nvPr>
        </p:nvPicPr>
        <p:blipFill>
          <a:blip r:embed="rId14" cstate="print"/>
          <a:stretch>
            <a:fillRect/>
          </a:stretch>
        </p:blipFill>
        <p:spPr>
          <a:xfrm>
            <a:off x="4087941" y="2279869"/>
            <a:ext cx="304800" cy="304800"/>
          </a:xfrm>
          <a:prstGeom prst="rect">
            <a:avLst/>
          </a:prstGeom>
        </p:spPr>
      </p:pic>
      <p:sp>
        <p:nvSpPr>
          <p:cNvPr id="37" name="btn-Part 1">
            <a:hlinkClick r:id="rId15" action="ppaction://hlinksldjump"/>
          </p:cNvPr>
          <p:cNvSpPr/>
          <p:nvPr/>
        </p:nvSpPr>
        <p:spPr>
          <a:xfrm>
            <a:off x="4445000" y="483518"/>
            <a:ext cx="196850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64"/>
                </p:tgtEl>
              </p:cMediaNode>
            </p:audio>
          </p:childTnLst>
        </p:cTn>
      </p:par>
    </p:tnLst>
    <p:bldLst>
      <p:bldP spid="44" grpId="0" animBg="1"/>
      <p:bldP spid="57" grpId="0" animBg="1"/>
      <p:bldP spid="70" grpId="0" animBg="1"/>
      <p:bldP spid="71" grpId="0" animBg="1"/>
      <p:bldP spid="72" grpId="0" animBg="1"/>
      <p:bldP spid="73" grpId="0" animBg="1"/>
      <p:bldP spid="74" grpId="0" animBg="1"/>
      <p:bldP spid="7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sz="quarter" idx="13"/>
          </p:nvPr>
        </p:nvSpPr>
        <p:spPr>
          <a:xfrm>
            <a:off x="323850" y="1071546"/>
            <a:ext cx="8534430" cy="732620"/>
          </a:xfrm>
        </p:spPr>
        <p:txBody>
          <a:bodyPr>
            <a:noAutofit/>
          </a:bodyPr>
          <a:lstStyle/>
          <a:p>
            <a:r>
              <a:rPr lang="en-US" altLang="zh-CN" dirty="0" smtClean="0"/>
              <a:t>2. Which animal looks most like </a:t>
            </a:r>
            <a:r>
              <a:rPr lang="en-US" altLang="zh-CN" dirty="0" err="1" smtClean="0"/>
              <a:t>Messner’s</a:t>
            </a:r>
            <a:r>
              <a:rPr lang="en-US" altLang="zh-CN" dirty="0" smtClean="0"/>
              <a:t> description? Circle it. Then circle the correct word in statements </a:t>
            </a:r>
            <a:r>
              <a:rPr lang="en-US" altLang="zh-CN" i="1" dirty="0" smtClean="0"/>
              <a:t>a</a:t>
            </a:r>
            <a:r>
              <a:rPr lang="en-US" altLang="zh-CN" dirty="0" smtClean="0"/>
              <a:t> to </a:t>
            </a:r>
            <a:r>
              <a:rPr lang="en-US" altLang="zh-CN" i="1" dirty="0" smtClean="0"/>
              <a:t>f</a:t>
            </a:r>
            <a:r>
              <a:rPr lang="en-US" altLang="zh-CN" dirty="0" smtClean="0"/>
              <a:t>.</a:t>
            </a:r>
            <a:endParaRPr lang="en-US" altLang="zh-CN" dirty="0" smtClean="0"/>
          </a:p>
        </p:txBody>
      </p:sp>
      <p:sp>
        <p:nvSpPr>
          <p:cNvPr id="34" name="子菜单背景"/>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New words and expressions     A. Listening for gist     </a:t>
            </a:r>
            <a:r>
              <a:rPr lang="en-US" altLang="zh-CN" sz="1600" b="1" dirty="0" smtClean="0">
                <a:solidFill>
                  <a:srgbClr val="515672"/>
                </a:solidFill>
                <a:latin typeface="+mj-lt"/>
              </a:rPr>
              <a:t>B. Listening for details</a:t>
            </a:r>
            <a:endParaRPr lang="zh-CN" altLang="en-US" sz="1600" b="1" dirty="0">
              <a:solidFill>
                <a:srgbClr val="515672"/>
              </a:solidFill>
              <a:latin typeface="+mj-lt"/>
            </a:endParaRPr>
          </a:p>
        </p:txBody>
      </p:sp>
      <p:sp>
        <p:nvSpPr>
          <p:cNvPr id="46" name="标题 1"/>
          <p:cNvSpPr txBox="1"/>
          <p:nvPr/>
        </p:nvSpPr>
        <p:spPr>
          <a:xfrm>
            <a:off x="4716016" y="0"/>
            <a:ext cx="136815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51" name="返回按钮"/>
          <p:cNvGrpSpPr/>
          <p:nvPr/>
        </p:nvGrpSpPr>
        <p:grpSpPr>
          <a:xfrm>
            <a:off x="7875422" y="6585447"/>
            <a:ext cx="264567" cy="210642"/>
            <a:chOff x="7875422" y="6585447"/>
            <a:chExt cx="264567" cy="210642"/>
          </a:xfrm>
        </p:grpSpPr>
        <p:sp>
          <p:nvSpPr>
            <p:cNvPr id="57"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70"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btn-Part 1">
            <a:hlinkClick r:id="rId1" action="ppaction://hlinksldjump"/>
          </p:cNvPr>
          <p:cNvSpPr/>
          <p:nvPr/>
        </p:nvSpPr>
        <p:spPr>
          <a:xfrm>
            <a:off x="2569220" y="483518"/>
            <a:ext cx="174878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btn-Part 1">
            <a:hlinkClick r:id="rId2" action="ppaction://hlinksldjump"/>
          </p:cNvPr>
          <p:cNvSpPr/>
          <p:nvPr/>
        </p:nvSpPr>
        <p:spPr>
          <a:xfrm>
            <a:off x="63500" y="483518"/>
            <a:ext cx="237490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占位符 23"/>
          <p:cNvSpPr>
            <a:spLocks noGrp="1"/>
          </p:cNvSpPr>
          <p:nvPr>
            <p:ph type="body" sz="quarter" idx="14"/>
          </p:nvPr>
        </p:nvSpPr>
        <p:spPr>
          <a:xfrm>
            <a:off x="500034" y="4143380"/>
            <a:ext cx="8286808" cy="2286016"/>
          </a:xfrm>
        </p:spPr>
        <p:txBody>
          <a:bodyPr numCol="2">
            <a:noAutofit/>
          </a:bodyPr>
          <a:lstStyle/>
          <a:p>
            <a:pPr marL="0" indent="0">
              <a:buNone/>
            </a:pPr>
            <a:r>
              <a:rPr lang="en-US" sz="2400" b="1" dirty="0" err="1" smtClean="0"/>
              <a:t>Messner</a:t>
            </a:r>
            <a:r>
              <a:rPr lang="en-US" sz="2400" b="1" dirty="0" smtClean="0"/>
              <a:t> said the Yeti . . . </a:t>
            </a:r>
            <a:endParaRPr lang="en-US" sz="2400" b="1" dirty="0" smtClean="0"/>
          </a:p>
          <a:p>
            <a:pPr marL="457200" indent="-457200">
              <a:buNone/>
            </a:pPr>
            <a:r>
              <a:rPr lang="en-US" sz="2400" dirty="0" smtClean="0"/>
              <a:t>a. walked on ( </a:t>
            </a:r>
            <a:r>
              <a:rPr lang="en-US" sz="2400" b="1" dirty="0" smtClean="0"/>
              <a:t>two</a:t>
            </a:r>
            <a:r>
              <a:rPr lang="en-US" sz="2400" dirty="0" smtClean="0"/>
              <a:t>/</a:t>
            </a:r>
            <a:r>
              <a:rPr lang="en-US" sz="2400" b="1" dirty="0" smtClean="0"/>
              <a:t>four</a:t>
            </a:r>
            <a:r>
              <a:rPr lang="en-US" sz="2400" dirty="0" smtClean="0"/>
              <a:t> ) legs.</a:t>
            </a:r>
            <a:endParaRPr lang="en-US" sz="2400" dirty="0" smtClean="0"/>
          </a:p>
          <a:p>
            <a:pPr marL="457200" indent="-457200">
              <a:buNone/>
            </a:pPr>
            <a:r>
              <a:rPr lang="en-US" sz="2400" dirty="0" smtClean="0"/>
              <a:t>b. had ( </a:t>
            </a:r>
            <a:r>
              <a:rPr lang="en-US" sz="2400" b="1" dirty="0" smtClean="0"/>
              <a:t>short</a:t>
            </a:r>
            <a:r>
              <a:rPr lang="en-US" sz="2400" dirty="0" smtClean="0"/>
              <a:t>/</a:t>
            </a:r>
            <a:r>
              <a:rPr lang="en-US" sz="2400" b="1" dirty="0" smtClean="0"/>
              <a:t>long</a:t>
            </a:r>
            <a:r>
              <a:rPr lang="en-US" sz="2400" dirty="0" smtClean="0"/>
              <a:t> ) legs.</a:t>
            </a:r>
            <a:endParaRPr lang="en-US" sz="2400" dirty="0" smtClean="0"/>
          </a:p>
          <a:p>
            <a:pPr>
              <a:buNone/>
            </a:pPr>
            <a:r>
              <a:rPr lang="en-US" sz="2400" dirty="0" smtClean="0"/>
              <a:t>c. was very ( </a:t>
            </a:r>
            <a:r>
              <a:rPr lang="en-US" sz="2400" b="1" dirty="0" smtClean="0"/>
              <a:t>tall</a:t>
            </a:r>
            <a:r>
              <a:rPr lang="en-US" sz="2400" dirty="0" smtClean="0"/>
              <a:t>/</a:t>
            </a:r>
            <a:r>
              <a:rPr lang="en-US" sz="2400" b="1" dirty="0" smtClean="0"/>
              <a:t>short</a:t>
            </a:r>
            <a:r>
              <a:rPr lang="en-US" sz="2400" dirty="0" smtClean="0"/>
              <a:t> ).</a:t>
            </a:r>
            <a:endParaRPr lang="en-US" sz="2400" dirty="0" smtClean="0"/>
          </a:p>
          <a:p>
            <a:pPr marL="0" indent="0">
              <a:buNone/>
            </a:pPr>
            <a:r>
              <a:rPr lang="en-US" sz="2400" dirty="0" smtClean="0"/>
              <a:t>d. had ( </a:t>
            </a:r>
            <a:r>
              <a:rPr lang="en-US" sz="2400" b="1" dirty="0" smtClean="0"/>
              <a:t>long</a:t>
            </a:r>
            <a:r>
              <a:rPr lang="en-US" sz="2400" dirty="0" smtClean="0"/>
              <a:t>/</a:t>
            </a:r>
            <a:r>
              <a:rPr lang="en-US" sz="2400" b="1" dirty="0" smtClean="0"/>
              <a:t>short</a:t>
            </a:r>
            <a:r>
              <a:rPr lang="en-US" sz="2400" dirty="0" smtClean="0"/>
              <a:t> ) arms.</a:t>
            </a:r>
            <a:endParaRPr lang="en-US" sz="2400" dirty="0" smtClean="0"/>
          </a:p>
          <a:p>
            <a:pPr marL="180975" indent="-180975">
              <a:buNone/>
            </a:pPr>
            <a:endParaRPr lang="en-US" sz="2400" dirty="0" smtClean="0"/>
          </a:p>
          <a:p>
            <a:pPr marL="180975" indent="-180975">
              <a:buNone/>
            </a:pPr>
            <a:r>
              <a:rPr lang="en-US" sz="2400" dirty="0" smtClean="0"/>
              <a:t>e. had ( </a:t>
            </a:r>
            <a:r>
              <a:rPr lang="en-US" sz="2400" b="1" dirty="0" smtClean="0"/>
              <a:t>very little</a:t>
            </a:r>
            <a:r>
              <a:rPr lang="en-US" sz="2400" dirty="0" smtClean="0"/>
              <a:t>/</a:t>
            </a:r>
            <a:r>
              <a:rPr lang="en-US" sz="2400" b="1" dirty="0" smtClean="0"/>
              <a:t>a lot of</a:t>
            </a:r>
            <a:r>
              <a:rPr lang="en-US" sz="2400" dirty="0" smtClean="0"/>
              <a:t> ) hair on its body.</a:t>
            </a:r>
            <a:endParaRPr lang="en-US" sz="2400" dirty="0" smtClean="0"/>
          </a:p>
          <a:p>
            <a:pPr marL="0" indent="0">
              <a:buNone/>
            </a:pPr>
            <a:r>
              <a:rPr lang="en-US" sz="2400" dirty="0" smtClean="0"/>
              <a:t>f. walked very ( </a:t>
            </a:r>
            <a:r>
              <a:rPr lang="en-US" sz="2400" b="1" dirty="0" smtClean="0"/>
              <a:t>quickly</a:t>
            </a:r>
            <a:r>
              <a:rPr lang="en-US" sz="2400" dirty="0" smtClean="0"/>
              <a:t>/</a:t>
            </a:r>
            <a:r>
              <a:rPr lang="en-US" sz="2400" b="1" dirty="0" smtClean="0"/>
              <a:t>slowly</a:t>
            </a:r>
            <a:r>
              <a:rPr lang="en-US" sz="2400" dirty="0" smtClean="0"/>
              <a:t> ).</a:t>
            </a:r>
            <a:endParaRPr lang="en-US" sz="2400" dirty="0"/>
          </a:p>
        </p:txBody>
      </p:sp>
      <p:grpSp>
        <p:nvGrpSpPr>
          <p:cNvPr id="55" name="组合 54"/>
          <p:cNvGrpSpPr/>
          <p:nvPr/>
        </p:nvGrpSpPr>
        <p:grpSpPr>
          <a:xfrm>
            <a:off x="928662" y="2543169"/>
            <a:ext cx="3214710" cy="1571636"/>
            <a:chOff x="928662" y="2543169"/>
            <a:chExt cx="3214710" cy="1571636"/>
          </a:xfrm>
        </p:grpSpPr>
        <p:pic>
          <p:nvPicPr>
            <p:cNvPr id="35" name="图片 34" descr="U8-P2-LA-3.jpg"/>
            <p:cNvPicPr>
              <a:picLocks noChangeAspect="1"/>
            </p:cNvPicPr>
            <p:nvPr/>
          </p:nvPicPr>
          <p:blipFill>
            <a:blip r:embed="rId3"/>
            <a:srcRect t="26667"/>
            <a:stretch>
              <a:fillRect/>
            </a:stretch>
          </p:blipFill>
          <p:spPr>
            <a:xfrm>
              <a:off x="928662" y="2543169"/>
              <a:ext cx="3214710" cy="1571636"/>
            </a:xfrm>
            <a:prstGeom prst="rect">
              <a:avLst/>
            </a:prstGeom>
          </p:spPr>
        </p:pic>
        <p:sp>
          <p:nvSpPr>
            <p:cNvPr id="40" name="矩形 39"/>
            <p:cNvSpPr/>
            <p:nvPr/>
          </p:nvSpPr>
          <p:spPr>
            <a:xfrm>
              <a:off x="1000100" y="2571744"/>
              <a:ext cx="270000" cy="307777"/>
            </a:xfrm>
            <a:prstGeom prst="rect">
              <a:avLst/>
            </a:prstGeom>
            <a:solidFill>
              <a:srgbClr val="CB8B02"/>
            </a:solidFill>
          </p:spPr>
          <p:txBody>
            <a:bodyPr wrap="square" lIns="36000" tIns="0" rIns="0" bIns="0">
              <a:spAutoFit/>
            </a:bodyPr>
            <a:lstStyle/>
            <a:p>
              <a:r>
                <a:rPr lang="en-US" altLang="zh-CN" sz="2000" b="1" dirty="0" smtClean="0"/>
                <a:t>A</a:t>
              </a:r>
              <a:endParaRPr lang="zh-CN" altLang="en-US" sz="2000" b="1" dirty="0"/>
            </a:p>
          </p:txBody>
        </p:sp>
      </p:grpSp>
      <p:grpSp>
        <p:nvGrpSpPr>
          <p:cNvPr id="44" name="组合 43"/>
          <p:cNvGrpSpPr/>
          <p:nvPr/>
        </p:nvGrpSpPr>
        <p:grpSpPr>
          <a:xfrm>
            <a:off x="4691082" y="2357430"/>
            <a:ext cx="2667000" cy="1778000"/>
            <a:chOff x="4691082" y="2357430"/>
            <a:chExt cx="2667000" cy="1778000"/>
          </a:xfrm>
        </p:grpSpPr>
        <p:pic>
          <p:nvPicPr>
            <p:cNvPr id="33" name="图片 32" descr="U8-P2-LA-4.jpg"/>
            <p:cNvPicPr>
              <a:picLocks noChangeAspect="1"/>
            </p:cNvPicPr>
            <p:nvPr/>
          </p:nvPicPr>
          <p:blipFill>
            <a:blip r:embed="rId4"/>
            <a:stretch>
              <a:fillRect/>
            </a:stretch>
          </p:blipFill>
          <p:spPr>
            <a:xfrm>
              <a:off x="4691082" y="2357430"/>
              <a:ext cx="2667000" cy="1778000"/>
            </a:xfrm>
            <a:prstGeom prst="rect">
              <a:avLst/>
            </a:prstGeom>
          </p:spPr>
        </p:pic>
        <p:sp>
          <p:nvSpPr>
            <p:cNvPr id="41" name="矩形 40"/>
            <p:cNvSpPr/>
            <p:nvPr/>
          </p:nvSpPr>
          <p:spPr>
            <a:xfrm>
              <a:off x="4786314" y="2500306"/>
              <a:ext cx="270000" cy="307777"/>
            </a:xfrm>
            <a:prstGeom prst="rect">
              <a:avLst/>
            </a:prstGeom>
            <a:solidFill>
              <a:srgbClr val="CB8B02"/>
            </a:solidFill>
          </p:spPr>
          <p:txBody>
            <a:bodyPr wrap="square" lIns="54000" tIns="0" rIns="0" bIns="0">
              <a:spAutoFit/>
            </a:bodyPr>
            <a:lstStyle/>
            <a:p>
              <a:r>
                <a:rPr lang="en-US" altLang="zh-CN" sz="2000" b="1" dirty="0" smtClean="0"/>
                <a:t>B</a:t>
              </a:r>
              <a:endParaRPr lang="zh-CN" altLang="en-US" sz="2000" b="1" dirty="0"/>
            </a:p>
          </p:txBody>
        </p:sp>
      </p:grpSp>
      <p:sp>
        <p:nvSpPr>
          <p:cNvPr id="56" name="同心圆 55"/>
          <p:cNvSpPr/>
          <p:nvPr/>
        </p:nvSpPr>
        <p:spPr>
          <a:xfrm>
            <a:off x="847699" y="2448272"/>
            <a:ext cx="3195660" cy="1657008"/>
          </a:xfrm>
          <a:prstGeom prst="donut">
            <a:avLst>
              <a:gd name="adj" fmla="val 3967"/>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热区"/>
          <p:cNvSpPr/>
          <p:nvPr/>
        </p:nvSpPr>
        <p:spPr>
          <a:xfrm>
            <a:off x="733398" y="2319330"/>
            <a:ext cx="6643734" cy="1785950"/>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同心圆 58"/>
          <p:cNvSpPr/>
          <p:nvPr/>
        </p:nvSpPr>
        <p:spPr>
          <a:xfrm>
            <a:off x="2028807" y="4662496"/>
            <a:ext cx="642942" cy="357190"/>
          </a:xfrm>
          <a:prstGeom prst="donut">
            <a:avLst>
              <a:gd name="adj" fmla="val 14931"/>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热区"/>
          <p:cNvSpPr/>
          <p:nvPr/>
        </p:nvSpPr>
        <p:spPr>
          <a:xfrm>
            <a:off x="2090720" y="4714884"/>
            <a:ext cx="1143008" cy="257093"/>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同心圆 60"/>
          <p:cNvSpPr/>
          <p:nvPr/>
        </p:nvSpPr>
        <p:spPr>
          <a:xfrm>
            <a:off x="6263763" y="5446001"/>
            <a:ext cx="1103844" cy="417870"/>
          </a:xfrm>
          <a:prstGeom prst="donut">
            <a:avLst>
              <a:gd name="adj" fmla="val 14931"/>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2" name="热区"/>
          <p:cNvSpPr/>
          <p:nvPr/>
        </p:nvSpPr>
        <p:spPr>
          <a:xfrm>
            <a:off x="6286512" y="5518672"/>
            <a:ext cx="2000264" cy="257093"/>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同心圆 62"/>
          <p:cNvSpPr/>
          <p:nvPr/>
        </p:nvSpPr>
        <p:spPr>
          <a:xfrm>
            <a:off x="6678400" y="4630383"/>
            <a:ext cx="1143008" cy="417870"/>
          </a:xfrm>
          <a:prstGeom prst="donut">
            <a:avLst>
              <a:gd name="adj" fmla="val 14931"/>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5" name="热区"/>
          <p:cNvSpPr/>
          <p:nvPr/>
        </p:nvSpPr>
        <p:spPr>
          <a:xfrm>
            <a:off x="5390092" y="4699516"/>
            <a:ext cx="2396618" cy="257093"/>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同心圆 65"/>
          <p:cNvSpPr/>
          <p:nvPr/>
        </p:nvSpPr>
        <p:spPr>
          <a:xfrm>
            <a:off x="1347765" y="5081599"/>
            <a:ext cx="828681" cy="366715"/>
          </a:xfrm>
          <a:prstGeom prst="donut">
            <a:avLst>
              <a:gd name="adj" fmla="val 14931"/>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7" name="热区"/>
          <p:cNvSpPr/>
          <p:nvPr/>
        </p:nvSpPr>
        <p:spPr>
          <a:xfrm>
            <a:off x="1346701" y="5144745"/>
            <a:ext cx="1439349" cy="257093"/>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同心圆 67"/>
          <p:cNvSpPr/>
          <p:nvPr/>
        </p:nvSpPr>
        <p:spPr>
          <a:xfrm>
            <a:off x="1825082" y="5518519"/>
            <a:ext cx="675216" cy="367948"/>
          </a:xfrm>
          <a:prstGeom prst="donut">
            <a:avLst>
              <a:gd name="adj" fmla="val 14931"/>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9" name="热区"/>
          <p:cNvSpPr/>
          <p:nvPr/>
        </p:nvSpPr>
        <p:spPr>
          <a:xfrm>
            <a:off x="1885931" y="5581665"/>
            <a:ext cx="1285884" cy="257093"/>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同心圆 71"/>
          <p:cNvSpPr/>
          <p:nvPr/>
        </p:nvSpPr>
        <p:spPr>
          <a:xfrm>
            <a:off x="1348829" y="5948380"/>
            <a:ext cx="675216" cy="409578"/>
          </a:xfrm>
          <a:prstGeom prst="donut">
            <a:avLst>
              <a:gd name="adj" fmla="val 14931"/>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3" name="热区"/>
          <p:cNvSpPr/>
          <p:nvPr/>
        </p:nvSpPr>
        <p:spPr>
          <a:xfrm>
            <a:off x="1357290" y="6030576"/>
            <a:ext cx="1428760" cy="257093"/>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4" name="上一页"/>
          <p:cNvGrpSpPr/>
          <p:nvPr/>
        </p:nvGrpSpPr>
        <p:grpSpPr>
          <a:xfrm>
            <a:off x="8335464" y="6580685"/>
            <a:ext cx="264567" cy="210642"/>
            <a:chOff x="8335464" y="6580685"/>
            <a:chExt cx="264567" cy="210642"/>
          </a:xfrm>
        </p:grpSpPr>
        <p:sp>
          <p:nvSpPr>
            <p:cNvPr id="78"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79"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下一页"/>
          <p:cNvGrpSpPr/>
          <p:nvPr/>
        </p:nvGrpSpPr>
        <p:grpSpPr>
          <a:xfrm>
            <a:off x="8750845" y="6578304"/>
            <a:ext cx="264567" cy="210642"/>
            <a:chOff x="8750845" y="6578304"/>
            <a:chExt cx="264567" cy="210642"/>
          </a:xfrm>
        </p:grpSpPr>
        <p:sp>
          <p:nvSpPr>
            <p:cNvPr id="81"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82"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3" name="按钮-Content Note"/>
          <p:cNvPicPr>
            <a:picLocks noChangeAspect="1" noChangeArrowheads="1"/>
          </p:cNvPicPr>
          <p:nvPr/>
        </p:nvPicPr>
        <p:blipFill>
          <a:blip r:embed="rId5" cstate="print"/>
          <a:stretch>
            <a:fillRect/>
          </a:stretch>
        </p:blipFill>
        <p:spPr bwMode="auto">
          <a:xfrm>
            <a:off x="4643438" y="5953208"/>
            <a:ext cx="1350863" cy="288000"/>
          </a:xfrm>
          <a:prstGeom prst="rect">
            <a:avLst/>
          </a:prstGeom>
          <a:noFill/>
          <a:ln w="9525">
            <a:noFill/>
            <a:miter lim="800000"/>
            <a:headEnd/>
            <a:tailEnd/>
          </a:ln>
          <a:effectLst/>
        </p:spPr>
      </p:pic>
      <p:pic>
        <p:nvPicPr>
          <p:cNvPr id="88" name="播放按钮"/>
          <p:cNvPicPr>
            <a:picLocks noChangeAspect="1" noChangeArrowheads="1"/>
          </p:cNvPicPr>
          <p:nvPr/>
        </p:nvPicPr>
        <p:blipFill>
          <a:blip r:embed="rId6" cstate="print">
            <a:duotone>
              <a:schemeClr val="accent3">
                <a:shade val="45000"/>
                <a:satMod val="135000"/>
              </a:schemeClr>
              <a:prstClr val="white"/>
            </a:duotone>
          </a:blip>
          <a:srcRect/>
          <a:stretch>
            <a:fillRect/>
          </a:stretch>
        </p:blipFill>
        <p:spPr bwMode="auto">
          <a:xfrm>
            <a:off x="500034" y="1809741"/>
            <a:ext cx="295275" cy="304800"/>
          </a:xfrm>
          <a:prstGeom prst="rect">
            <a:avLst/>
          </a:prstGeom>
          <a:noFill/>
          <a:ln w="9525">
            <a:noFill/>
            <a:miter lim="800000"/>
            <a:headEnd/>
            <a:tailEnd/>
          </a:ln>
          <a:effectLst/>
        </p:spPr>
      </p:pic>
      <p:pic>
        <p:nvPicPr>
          <p:cNvPr id="89" name="暂停按钮"/>
          <p:cNvPicPr>
            <a:picLocks noChangeAspect="1" noChangeArrowheads="1"/>
          </p:cNvPicPr>
          <p:nvPr/>
        </p:nvPicPr>
        <p:blipFill>
          <a:blip r:embed="rId7" cstate="print">
            <a:duotone>
              <a:schemeClr val="accent3">
                <a:shade val="45000"/>
                <a:satMod val="135000"/>
              </a:schemeClr>
              <a:prstClr val="white"/>
            </a:duotone>
          </a:blip>
          <a:srcRect/>
          <a:stretch>
            <a:fillRect/>
          </a:stretch>
        </p:blipFill>
        <p:spPr bwMode="auto">
          <a:xfrm>
            <a:off x="860074" y="1809741"/>
            <a:ext cx="295275" cy="304800"/>
          </a:xfrm>
          <a:prstGeom prst="rect">
            <a:avLst/>
          </a:prstGeom>
          <a:noFill/>
          <a:ln w="9525">
            <a:noFill/>
            <a:miter lim="800000"/>
            <a:headEnd/>
            <a:tailEnd/>
          </a:ln>
          <a:effectLst/>
        </p:spPr>
      </p:pic>
      <p:pic>
        <p:nvPicPr>
          <p:cNvPr id="90" name="停止按钮"/>
          <p:cNvPicPr>
            <a:picLocks noChangeAspect="1" noChangeArrowheads="1"/>
          </p:cNvPicPr>
          <p:nvPr/>
        </p:nvPicPr>
        <p:blipFill>
          <a:blip r:embed="rId8" cstate="print">
            <a:duotone>
              <a:schemeClr val="accent3">
                <a:shade val="45000"/>
                <a:satMod val="135000"/>
              </a:schemeClr>
              <a:prstClr val="white"/>
            </a:duotone>
          </a:blip>
          <a:srcRect/>
          <a:stretch>
            <a:fillRect/>
          </a:stretch>
        </p:blipFill>
        <p:spPr bwMode="auto">
          <a:xfrm>
            <a:off x="1220114" y="1809741"/>
            <a:ext cx="295275" cy="304800"/>
          </a:xfrm>
          <a:prstGeom prst="rect">
            <a:avLst/>
          </a:prstGeom>
          <a:noFill/>
          <a:ln w="9525">
            <a:noFill/>
            <a:miter lim="800000"/>
            <a:headEnd/>
            <a:tailEnd/>
          </a:ln>
          <a:effectLst/>
        </p:spPr>
      </p:pic>
      <p:pic>
        <p:nvPicPr>
          <p:cNvPr id="91" name="按钮-External Player">
            <a:hlinkClick r:id="rId9" action="ppaction://hlinkfile"/>
          </p:cNvPr>
          <p:cNvPicPr>
            <a:picLocks noChangeAspect="1" noChangeArrowheads="1"/>
          </p:cNvPicPr>
          <p:nvPr/>
        </p:nvPicPr>
        <p:blipFill>
          <a:blip r:embed="rId10" cstate="print">
            <a:duotone>
              <a:schemeClr val="accent3">
                <a:shade val="45000"/>
                <a:satMod val="135000"/>
              </a:schemeClr>
              <a:prstClr val="white"/>
            </a:duotone>
          </a:blip>
          <a:srcRect/>
          <a:stretch>
            <a:fillRect/>
          </a:stretch>
        </p:blipFill>
        <p:spPr bwMode="auto">
          <a:xfrm>
            <a:off x="1586504" y="1809741"/>
            <a:ext cx="1521337" cy="308000"/>
          </a:xfrm>
          <a:prstGeom prst="rect">
            <a:avLst/>
          </a:prstGeom>
          <a:noFill/>
          <a:ln w="9525">
            <a:noFill/>
            <a:miter lim="800000"/>
            <a:headEnd/>
            <a:tailEnd/>
          </a:ln>
          <a:effectLst/>
        </p:spPr>
      </p:pic>
      <p:pic>
        <p:nvPicPr>
          <p:cNvPr id="92" name="按钮-Script">
            <a:hlinkClick r:id="rId11" action="ppaction://hlinkpres?slideindex=1&amp;slidetitle="/>
          </p:cNvPr>
          <p:cNvPicPr>
            <a:picLocks noChangeAspect="1" noChangeArrowheads="1"/>
          </p:cNvPicPr>
          <p:nvPr/>
        </p:nvPicPr>
        <p:blipFill>
          <a:blip r:embed="rId12" cstate="print">
            <a:duotone>
              <a:schemeClr val="accent3">
                <a:shade val="45000"/>
                <a:satMod val="135000"/>
              </a:schemeClr>
              <a:prstClr val="white"/>
            </a:duotone>
          </a:blip>
          <a:srcRect/>
          <a:stretch>
            <a:fillRect/>
          </a:stretch>
        </p:blipFill>
        <p:spPr bwMode="auto">
          <a:xfrm>
            <a:off x="3151630" y="1809741"/>
            <a:ext cx="904875" cy="333375"/>
          </a:xfrm>
          <a:prstGeom prst="rect">
            <a:avLst/>
          </a:prstGeom>
          <a:noFill/>
          <a:ln w="9525">
            <a:noFill/>
            <a:miter lim="800000"/>
            <a:headEnd/>
            <a:tailEnd/>
          </a:ln>
          <a:effectLst/>
        </p:spPr>
      </p:pic>
      <p:pic>
        <p:nvPicPr>
          <p:cNvPr id="93" name="Track 8-1.mp3">
            <a:hlinkClick r:id="" action="ppaction://media"/>
          </p:cNvPr>
          <p:cNvPicPr>
            <a:picLocks noRot="1" noChangeAspect="1"/>
          </p:cNvPicPr>
          <p:nvPr>
            <a:audioFile r:link="rId13"/>
            <p:extLst>
              <p:ext uri="{DAA4B4D4-6D71-4841-9C94-3DE7FCFB9230}">
                <p14:media xmlns:p14="http://schemas.microsoft.com/office/powerpoint/2010/main" r:link="rId14"/>
              </p:ext>
            </p:extLst>
          </p:nvPr>
        </p:nvPicPr>
        <p:blipFill>
          <a:blip r:embed="rId15" cstate="print"/>
          <a:stretch>
            <a:fillRect/>
          </a:stretch>
        </p:blipFill>
        <p:spPr>
          <a:xfrm>
            <a:off x="4172442" y="1809741"/>
            <a:ext cx="304800" cy="304800"/>
          </a:xfrm>
          <a:prstGeom prst="rect">
            <a:avLst/>
          </a:prstGeom>
        </p:spPr>
      </p:pic>
      <p:sp>
        <p:nvSpPr>
          <p:cNvPr id="50" name="btn-Part 1">
            <a:hlinkClick r:id="rId16" action="ppaction://hlinksldjump"/>
          </p:cNvPr>
          <p:cNvSpPr/>
          <p:nvPr/>
        </p:nvSpPr>
        <p:spPr>
          <a:xfrm>
            <a:off x="4445000" y="483518"/>
            <a:ext cx="196850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93"/>
                </p:tgtEl>
              </p:cMediaNode>
            </p:audio>
          </p:childTnLst>
        </p:cTn>
      </p:par>
    </p:tnLst>
    <p:bldLst>
      <p:bldP spid="56" grpId="0" animBg="1"/>
      <p:bldP spid="59" grpId="0" animBg="1"/>
      <p:bldP spid="61" grpId="0" animBg="1"/>
      <p:bldP spid="63" grpId="0" animBg="1"/>
      <p:bldP spid="66" grpId="0" animBg="1"/>
      <p:bldP spid="68" grpId="0" animBg="1"/>
      <p:bldP spid="7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3"/>
          </p:nvPr>
        </p:nvSpPr>
        <p:spPr/>
        <p:txBody>
          <a:bodyPr/>
          <a:p>
            <a:endParaRPr lang="zh-CN" altLang="en-US"/>
          </a:p>
        </p:txBody>
      </p:sp>
      <p:sp>
        <p:nvSpPr>
          <p:cNvPr id="3" name="文本占位符 2"/>
          <p:cNvSpPr>
            <a:spLocks noGrp="1"/>
          </p:cNvSpPr>
          <p:nvPr>
            <p:ph type="body" sz="quarter" idx="14"/>
          </p:nvPr>
        </p:nvSpPr>
        <p:spPr/>
        <p:txBody>
          <a:bodyPr/>
          <a:p>
            <a:endParaRPr lang="zh-CN" altLang="en-US"/>
          </a:p>
        </p:txBody>
      </p:sp>
      <p:grpSp>
        <p:nvGrpSpPr>
          <p:cNvPr id="84" name="Content Note"/>
          <p:cNvGrpSpPr/>
          <p:nvPr/>
        </p:nvGrpSpPr>
        <p:grpSpPr>
          <a:xfrm>
            <a:off x="1142976" y="1209054"/>
            <a:ext cx="6602506" cy="5006028"/>
            <a:chOff x="1475656" y="1268760"/>
            <a:chExt cx="7632848" cy="5670630"/>
          </a:xfrm>
        </p:grpSpPr>
        <p:sp>
          <p:nvSpPr>
            <p:cNvPr id="85" name="矩形 84"/>
            <p:cNvSpPr/>
            <p:nvPr/>
          </p:nvSpPr>
          <p:spPr>
            <a:xfrm>
              <a:off x="1475656" y="1268760"/>
              <a:ext cx="7632848" cy="5670630"/>
            </a:xfrm>
            <a:prstGeom prst="rect">
              <a:avLst/>
            </a:prstGeom>
            <a:solidFill>
              <a:schemeClr val="accent6">
                <a:lumMod val="20000"/>
                <a:lumOff val="80000"/>
              </a:schemeClr>
            </a:solidFill>
            <a:ln>
              <a:solidFill>
                <a:srgbClr val="CB8B02"/>
              </a:solidFill>
            </a:ln>
            <a:effectLst>
              <a:outerShdw blurRad="279400" dist="63500" dir="7800000" sx="101000" sy="101000" algn="t" rotWithShape="0">
                <a:prstClr val="black">
                  <a:alpha val="6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TextBox 85"/>
            <p:cNvSpPr txBox="1"/>
            <p:nvPr/>
          </p:nvSpPr>
          <p:spPr>
            <a:xfrm>
              <a:off x="1475656" y="1268760"/>
              <a:ext cx="7632848" cy="410691"/>
            </a:xfrm>
            <a:prstGeom prst="rect">
              <a:avLst/>
            </a:prstGeom>
            <a:solidFill>
              <a:srgbClr val="CB8B02"/>
            </a:solidFill>
          </p:spPr>
          <p:txBody>
            <a:bodyPr wrap="square" rtlCol="0">
              <a:noAutofit/>
            </a:bodyPr>
            <a:lstStyle/>
            <a:p>
              <a:r>
                <a:rPr lang="en-US" altLang="zh-CN" b="1" dirty="0" smtClean="0">
                  <a:solidFill>
                    <a:schemeClr val="bg1"/>
                  </a:solidFill>
                  <a:latin typeface="+mj-lt"/>
                </a:rPr>
                <a:t>Content Note</a:t>
              </a:r>
              <a:endParaRPr lang="zh-CN" altLang="en-US" b="1">
                <a:solidFill>
                  <a:schemeClr val="bg1"/>
                </a:solidFill>
                <a:latin typeface="+mj-lt"/>
              </a:endParaRPr>
            </a:p>
          </p:txBody>
        </p:sp>
        <p:sp>
          <p:nvSpPr>
            <p:cNvPr id="87" name="TextBox 86"/>
            <p:cNvSpPr txBox="1"/>
            <p:nvPr/>
          </p:nvSpPr>
          <p:spPr>
            <a:xfrm>
              <a:off x="1669463" y="1911649"/>
              <a:ext cx="7279063" cy="4299442"/>
            </a:xfrm>
            <a:prstGeom prst="rect">
              <a:avLst/>
            </a:prstGeom>
            <a:noFill/>
          </p:spPr>
          <p:txBody>
            <a:bodyPr wrap="square" rtlCol="0">
              <a:spAutoFit/>
            </a:bodyPr>
            <a:lstStyle/>
            <a:p>
              <a:pPr>
                <a:spcAft>
                  <a:spcPts val="1200"/>
                </a:spcAft>
                <a:buClr>
                  <a:schemeClr val="accent3"/>
                </a:buClr>
                <a:buSzPct val="50000"/>
              </a:pPr>
              <a:r>
                <a:rPr lang="en-US" altLang="zh-CN" sz="2400" dirty="0" smtClean="0"/>
                <a:t>Also known as the Abominable Snowman, the Yeti supposedly lives in the Himalayas. Stories about the Yeti go back hundreds of years, but reports of sightings have become more frequent over the last hundred years as humans have started mountain climbing as a sport. Those who believe the Yeti is not real suggest that it is simply a kind of bear. In 2013, some unknown DNA believed to be from the Yeti was matched with an ancient polar bear that could be a relative of a brown bear that lives in the Himalayas.</a:t>
              </a:r>
              <a:endParaRPr lang="en-US" altLang="zh-CN" sz="2400" dirty="0" smtClean="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sz="quarter" idx="13"/>
          </p:nvPr>
        </p:nvSpPr>
        <p:spPr>
          <a:xfrm>
            <a:off x="323850" y="1071546"/>
            <a:ext cx="8534430" cy="428628"/>
          </a:xfrm>
        </p:spPr>
        <p:txBody>
          <a:bodyPr>
            <a:noAutofit/>
          </a:bodyPr>
          <a:lstStyle/>
          <a:p>
            <a:r>
              <a:rPr lang="en-US" altLang="zh-CN" dirty="0" smtClean="0"/>
              <a:t>3. Read the summary. Then listen and write a number.</a:t>
            </a:r>
            <a:endParaRPr lang="en-US" altLang="zh-CN" dirty="0" smtClean="0"/>
          </a:p>
        </p:txBody>
      </p:sp>
      <p:sp>
        <p:nvSpPr>
          <p:cNvPr id="34" name="子菜单背景"/>
          <p:cNvSpPr/>
          <p:nvPr/>
        </p:nvSpPr>
        <p:spPr>
          <a:xfrm>
            <a:off x="0" y="476672"/>
            <a:ext cx="9144000" cy="432048"/>
          </a:xfrm>
          <a:prstGeom prst="rect">
            <a:avLst/>
          </a:prstGeom>
          <a:noFill/>
          <a:ln>
            <a:noFill/>
          </a:ln>
          <a:extLst>
            <a:ext uri="{909E8E84-426E-40DD-AFC4-6F175D3DCCD1}">
              <a14:hiddenFill xmlns:a14="http://schemas.microsoft.com/office/drawing/2010/main">
                <a:solidFill>
                  <a:srgbClr val="FFDD3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New words and expressions     A. Listening for gist     </a:t>
            </a:r>
            <a:r>
              <a:rPr lang="en-US" altLang="zh-CN" sz="1600" b="1" dirty="0" smtClean="0">
                <a:solidFill>
                  <a:srgbClr val="515672"/>
                </a:solidFill>
                <a:latin typeface="+mj-lt"/>
              </a:rPr>
              <a:t>B. Listening for details</a:t>
            </a:r>
            <a:endParaRPr lang="zh-CN" altLang="en-US" sz="1600" b="1" dirty="0">
              <a:solidFill>
                <a:srgbClr val="515672"/>
              </a:solidFill>
              <a:latin typeface="+mj-lt"/>
            </a:endParaRPr>
          </a:p>
        </p:txBody>
      </p:sp>
      <p:grpSp>
        <p:nvGrpSpPr>
          <p:cNvPr id="2" name="下一页"/>
          <p:cNvGrpSpPr/>
          <p:nvPr/>
        </p:nvGrpSpPr>
        <p:grpSpPr>
          <a:xfrm>
            <a:off x="8750845" y="6578304"/>
            <a:ext cx="264567" cy="210642"/>
            <a:chOff x="8750845" y="6578304"/>
            <a:chExt cx="264567" cy="210642"/>
          </a:xfrm>
        </p:grpSpPr>
        <p:sp>
          <p:nvSpPr>
            <p:cNvPr id="43"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5"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47"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8"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标题 1"/>
          <p:cNvSpPr txBox="1"/>
          <p:nvPr/>
        </p:nvSpPr>
        <p:spPr>
          <a:xfrm>
            <a:off x="4716016" y="0"/>
            <a:ext cx="1368152" cy="476672"/>
          </a:xfrm>
          <a:prstGeom prst="rect">
            <a:avLst/>
          </a:prstGeom>
          <a:noFill/>
          <a:extLst>
            <a:ext uri="{909E8E84-426E-40DD-AFC4-6F175D3DCCD1}">
              <a14:hiddenFill xmlns:a14="http://schemas.microsoft.com/office/drawing/2010/main">
                <a:solidFill>
                  <a:srgbClr val="FFDD33"/>
                </a:solidFill>
              </a14:hiddenFill>
            </a:ext>
          </a:extLst>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4" name="返回按钮"/>
          <p:cNvGrpSpPr/>
          <p:nvPr/>
        </p:nvGrpSpPr>
        <p:grpSpPr>
          <a:xfrm>
            <a:off x="7875422" y="6585447"/>
            <a:ext cx="264567" cy="210642"/>
            <a:chOff x="7875422" y="6585447"/>
            <a:chExt cx="264567" cy="210642"/>
          </a:xfrm>
        </p:grpSpPr>
        <p:sp>
          <p:nvSpPr>
            <p:cNvPr id="57"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70"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btn-Part 1">
            <a:hlinkClick r:id="rId1" action="ppaction://hlinksldjump"/>
          </p:cNvPr>
          <p:cNvSpPr/>
          <p:nvPr/>
        </p:nvSpPr>
        <p:spPr>
          <a:xfrm>
            <a:off x="2569220" y="483518"/>
            <a:ext cx="174878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btn-Part 1">
            <a:hlinkClick r:id="rId2" action="ppaction://hlinksldjump"/>
          </p:cNvPr>
          <p:cNvSpPr/>
          <p:nvPr/>
        </p:nvSpPr>
        <p:spPr>
          <a:xfrm>
            <a:off x="63500" y="483518"/>
            <a:ext cx="237490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占位符 23"/>
          <p:cNvSpPr>
            <a:spLocks noGrp="1"/>
          </p:cNvSpPr>
          <p:nvPr>
            <p:ph type="body" sz="quarter" idx="14"/>
          </p:nvPr>
        </p:nvSpPr>
        <p:spPr>
          <a:xfrm>
            <a:off x="500034" y="2357430"/>
            <a:ext cx="8286808" cy="3000396"/>
          </a:xfrm>
        </p:spPr>
        <p:txBody>
          <a:bodyPr numCol="1">
            <a:noAutofit/>
          </a:bodyPr>
          <a:lstStyle/>
          <a:p>
            <a:pPr marL="0" indent="450850">
              <a:buNone/>
            </a:pPr>
            <a:r>
              <a:rPr lang="en-US" sz="2800" dirty="0" smtClean="0"/>
              <a:t>Today, there are no apes in the Himalayas. But in the past, there were. Around </a:t>
            </a:r>
            <a:r>
              <a:rPr lang="en-US" sz="2800" u="sng" dirty="0" smtClean="0">
                <a:solidFill>
                  <a:schemeClr val="accent1"/>
                </a:solidFill>
              </a:rPr>
              <a:t>300,000</a:t>
            </a:r>
            <a:r>
              <a:rPr lang="en-US" sz="2800" dirty="0" smtClean="0"/>
              <a:t> years ago, a type of giant ape lived in the Himalayas. It was </a:t>
            </a:r>
            <a:r>
              <a:rPr lang="en-US" sz="2800" u="sng" dirty="0" smtClean="0">
                <a:solidFill>
                  <a:schemeClr val="accent1"/>
                </a:solidFill>
              </a:rPr>
              <a:t>3</a:t>
            </a:r>
            <a:r>
              <a:rPr lang="en-US" sz="2800" dirty="0" smtClean="0"/>
              <a:t> meters (10 feet) tall and weighed more than </a:t>
            </a:r>
            <a:r>
              <a:rPr lang="en-US" sz="2800" u="sng" dirty="0" smtClean="0">
                <a:solidFill>
                  <a:schemeClr val="accent1"/>
                </a:solidFill>
              </a:rPr>
              <a:t>500</a:t>
            </a:r>
            <a:r>
              <a:rPr lang="en-US" sz="2800" dirty="0" smtClean="0"/>
              <a:t> kilograms (1,000 pounds). Some scientists think it walked on </a:t>
            </a:r>
            <a:r>
              <a:rPr lang="en-US" sz="2800" u="sng" dirty="0" smtClean="0">
                <a:solidFill>
                  <a:schemeClr val="accent1"/>
                </a:solidFill>
              </a:rPr>
              <a:t>two</a:t>
            </a:r>
            <a:r>
              <a:rPr lang="en-US" sz="2800" dirty="0" smtClean="0"/>
              <a:t> legs, like humans. Maybe the Yeti and this ancient animal are similar.</a:t>
            </a:r>
            <a:endParaRPr lang="en-US" sz="2800" dirty="0"/>
          </a:p>
        </p:txBody>
      </p:sp>
      <p:sp>
        <p:nvSpPr>
          <p:cNvPr id="44" name="填空热区-点击消失"/>
          <p:cNvSpPr>
            <a:spLocks noChangeArrowheads="1"/>
          </p:cNvSpPr>
          <p:nvPr/>
        </p:nvSpPr>
        <p:spPr bwMode="auto">
          <a:xfrm>
            <a:off x="3167093" y="2876935"/>
            <a:ext cx="1127106"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800" u="sng" dirty="0">
              <a:solidFill>
                <a:schemeClr val="bg1"/>
              </a:solidFill>
              <a:uFill>
                <a:solidFill>
                  <a:schemeClr val="tx1"/>
                </a:solidFill>
              </a:uFill>
            </a:endParaRPr>
          </a:p>
        </p:txBody>
      </p:sp>
      <p:sp>
        <p:nvSpPr>
          <p:cNvPr id="51" name="填空热区-点击消失"/>
          <p:cNvSpPr>
            <a:spLocks noChangeArrowheads="1"/>
          </p:cNvSpPr>
          <p:nvPr/>
        </p:nvSpPr>
        <p:spPr bwMode="auto">
          <a:xfrm>
            <a:off x="4438648" y="3305563"/>
            <a:ext cx="180937"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800" u="sng" dirty="0">
              <a:solidFill>
                <a:schemeClr val="bg1"/>
              </a:solidFill>
              <a:uFill>
                <a:solidFill>
                  <a:schemeClr val="tx1"/>
                </a:solidFill>
              </a:uFill>
            </a:endParaRPr>
          </a:p>
        </p:txBody>
      </p:sp>
      <p:sp>
        <p:nvSpPr>
          <p:cNvPr id="55" name="填空热区-点击消失"/>
          <p:cNvSpPr>
            <a:spLocks noChangeArrowheads="1"/>
          </p:cNvSpPr>
          <p:nvPr/>
        </p:nvSpPr>
        <p:spPr bwMode="auto">
          <a:xfrm>
            <a:off x="3151191" y="3734191"/>
            <a:ext cx="552456"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800" u="sng" dirty="0">
              <a:solidFill>
                <a:schemeClr val="bg1"/>
              </a:solidFill>
              <a:uFill>
                <a:solidFill>
                  <a:schemeClr val="tx1"/>
                </a:solidFill>
              </a:uFill>
            </a:endParaRPr>
          </a:p>
        </p:txBody>
      </p:sp>
      <p:sp>
        <p:nvSpPr>
          <p:cNvPr id="74" name="填空热区-点击消失"/>
          <p:cNvSpPr>
            <a:spLocks noChangeArrowheads="1"/>
          </p:cNvSpPr>
          <p:nvPr/>
        </p:nvSpPr>
        <p:spPr bwMode="auto">
          <a:xfrm>
            <a:off x="4294199" y="4162819"/>
            <a:ext cx="540000" cy="377385"/>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800" u="sng" dirty="0">
              <a:solidFill>
                <a:schemeClr val="bg1"/>
              </a:solidFill>
              <a:uFill>
                <a:solidFill>
                  <a:schemeClr val="tx1"/>
                </a:solidFill>
              </a:uFill>
            </a:endParaRPr>
          </a:p>
        </p:txBody>
      </p:sp>
      <p:pic>
        <p:nvPicPr>
          <p:cNvPr id="28" name="播放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500034" y="1523989"/>
            <a:ext cx="295275" cy="304800"/>
          </a:xfrm>
          <a:prstGeom prst="rect">
            <a:avLst/>
          </a:prstGeom>
          <a:noFill/>
          <a:ln w="9525">
            <a:noFill/>
            <a:miter lim="800000"/>
            <a:headEnd/>
            <a:tailEnd/>
          </a:ln>
          <a:effectLst/>
        </p:spPr>
      </p:pic>
      <p:pic>
        <p:nvPicPr>
          <p:cNvPr id="29" name="暂停按钮"/>
          <p:cNvPicPr>
            <a:picLocks noChangeAspect="1" noChangeArrowheads="1"/>
          </p:cNvPicPr>
          <p:nvPr/>
        </p:nvPicPr>
        <p:blipFill>
          <a:blip r:embed="rId4" cstate="print">
            <a:duotone>
              <a:schemeClr val="accent3">
                <a:shade val="45000"/>
                <a:satMod val="135000"/>
              </a:schemeClr>
              <a:prstClr val="white"/>
            </a:duotone>
          </a:blip>
          <a:srcRect/>
          <a:stretch>
            <a:fillRect/>
          </a:stretch>
        </p:blipFill>
        <p:spPr bwMode="auto">
          <a:xfrm>
            <a:off x="860074" y="1523989"/>
            <a:ext cx="295275" cy="304800"/>
          </a:xfrm>
          <a:prstGeom prst="rect">
            <a:avLst/>
          </a:prstGeom>
          <a:noFill/>
          <a:ln w="9525">
            <a:noFill/>
            <a:miter lim="800000"/>
            <a:headEnd/>
            <a:tailEnd/>
          </a:ln>
          <a:effectLst/>
        </p:spPr>
      </p:pic>
      <p:pic>
        <p:nvPicPr>
          <p:cNvPr id="30" name="停止按钮"/>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1220114" y="1523989"/>
            <a:ext cx="295275" cy="304800"/>
          </a:xfrm>
          <a:prstGeom prst="rect">
            <a:avLst/>
          </a:prstGeom>
          <a:noFill/>
          <a:ln w="9525">
            <a:noFill/>
            <a:miter lim="800000"/>
            <a:headEnd/>
            <a:tailEnd/>
          </a:ln>
          <a:effectLst/>
        </p:spPr>
      </p:pic>
      <p:pic>
        <p:nvPicPr>
          <p:cNvPr id="31" name="按钮-External Player">
            <a:hlinkClick r:id="rId6" action="ppaction://hlinkfile"/>
          </p:cNvPr>
          <p:cNvPicPr>
            <a:picLocks noChangeAspect="1" noChangeArrowheads="1"/>
          </p:cNvPicPr>
          <p:nvPr/>
        </p:nvPicPr>
        <p:blipFill>
          <a:blip r:embed="rId7" cstate="print">
            <a:duotone>
              <a:schemeClr val="accent3">
                <a:shade val="45000"/>
                <a:satMod val="135000"/>
              </a:schemeClr>
              <a:prstClr val="white"/>
            </a:duotone>
          </a:blip>
          <a:srcRect/>
          <a:stretch>
            <a:fillRect/>
          </a:stretch>
        </p:blipFill>
        <p:spPr bwMode="auto">
          <a:xfrm>
            <a:off x="1586504" y="1523989"/>
            <a:ext cx="1521337" cy="308000"/>
          </a:xfrm>
          <a:prstGeom prst="rect">
            <a:avLst/>
          </a:prstGeom>
          <a:noFill/>
          <a:ln w="9525">
            <a:noFill/>
            <a:miter lim="800000"/>
            <a:headEnd/>
            <a:tailEnd/>
          </a:ln>
          <a:effectLst/>
        </p:spPr>
      </p:pic>
      <p:pic>
        <p:nvPicPr>
          <p:cNvPr id="32" name="按钮-Script">
            <a:hlinkClick r:id="rId8" action="ppaction://hlinkpres?slideindex=1&amp;slidetitle="/>
          </p:cNvPr>
          <p:cNvPicPr>
            <a:picLocks noChangeAspect="1" noChangeArrowheads="1"/>
          </p:cNvPicPr>
          <p:nvPr/>
        </p:nvPicPr>
        <p:blipFill>
          <a:blip r:embed="rId9" cstate="print">
            <a:duotone>
              <a:schemeClr val="accent3">
                <a:shade val="45000"/>
                <a:satMod val="135000"/>
              </a:schemeClr>
              <a:prstClr val="white"/>
            </a:duotone>
          </a:blip>
          <a:srcRect/>
          <a:stretch>
            <a:fillRect/>
          </a:stretch>
        </p:blipFill>
        <p:spPr bwMode="auto">
          <a:xfrm>
            <a:off x="3151630" y="1523989"/>
            <a:ext cx="904875" cy="333375"/>
          </a:xfrm>
          <a:prstGeom prst="rect">
            <a:avLst/>
          </a:prstGeom>
          <a:noFill/>
          <a:ln w="9525">
            <a:noFill/>
            <a:miter lim="800000"/>
            <a:headEnd/>
            <a:tailEnd/>
          </a:ln>
          <a:effectLst/>
        </p:spPr>
      </p:pic>
      <p:pic>
        <p:nvPicPr>
          <p:cNvPr id="33" name="Track 8-1.mp3">
            <a:hlinkClick r:id="" action="ppaction://media"/>
          </p:cNvPr>
          <p:cNvPicPr>
            <a:picLocks noRot="1" noChangeAspect="1"/>
          </p:cNvPicPr>
          <p:nvPr>
            <a:audioFile r:link="rId10"/>
            <p:extLst>
              <p:ext uri="{DAA4B4D4-6D71-4841-9C94-3DE7FCFB9230}">
                <p14:media xmlns:p14="http://schemas.microsoft.com/office/powerpoint/2010/main" r:link="rId11"/>
              </p:ext>
            </p:extLst>
          </p:nvPr>
        </p:nvPicPr>
        <p:blipFill>
          <a:blip r:embed="rId12" cstate="print"/>
          <a:stretch>
            <a:fillRect/>
          </a:stretch>
        </p:blipFill>
        <p:spPr>
          <a:xfrm>
            <a:off x="4172442" y="1523989"/>
            <a:ext cx="304800" cy="304800"/>
          </a:xfrm>
          <a:prstGeom prst="rect">
            <a:avLst/>
          </a:prstGeom>
        </p:spPr>
      </p:pic>
      <p:sp>
        <p:nvSpPr>
          <p:cNvPr id="35" name="btn-Part 1">
            <a:hlinkClick r:id="rId13" action="ppaction://hlinksldjump"/>
          </p:cNvPr>
          <p:cNvSpPr/>
          <p:nvPr/>
        </p:nvSpPr>
        <p:spPr>
          <a:xfrm>
            <a:off x="4445000" y="483518"/>
            <a:ext cx="196850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33"/>
                </p:tgtEl>
              </p:cMediaNode>
            </p:audio>
          </p:childTnLst>
        </p:cTn>
      </p:par>
    </p:tnLst>
    <p:bldLst>
      <p:bldP spid="44" grpId="0" animBg="1"/>
      <p:bldP spid="51" grpId="0" animBg="1"/>
      <p:bldP spid="55" grpId="0" animBg="1"/>
      <p:bldP spid="7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文本-填空"/>
          <p:cNvSpPr txBox="1"/>
          <p:nvPr/>
        </p:nvSpPr>
        <p:spPr>
          <a:xfrm>
            <a:off x="311818" y="1986592"/>
            <a:ext cx="5472000" cy="4140000"/>
          </a:xfrm>
          <a:prstGeom prst="rect">
            <a:avLst/>
          </a:prstGeom>
          <a:solidFill>
            <a:schemeClr val="bg1"/>
          </a:solidFill>
          <a:ln w="19050">
            <a:noFill/>
          </a:ln>
        </p:spPr>
        <p:txBody>
          <a:bodyPr vert="horz" lIns="91440" tIns="45720" rIns="91440" bIns="45720" rtlCol="0">
            <a:noAutofit/>
          </a:bodyPr>
          <a:lstStyle/>
          <a:p>
            <a:pPr marL="363855" indent="-363855">
              <a:lnSpc>
                <a:spcPct val="120000"/>
              </a:lnSpc>
            </a:pPr>
            <a:r>
              <a:rPr lang="en-US" altLang="zh-CN" sz="2800" dirty="0" smtClean="0">
                <a:uFill>
                  <a:solidFill>
                    <a:schemeClr val="tx1"/>
                  </a:solidFill>
                </a:uFill>
              </a:rPr>
              <a:t>A: Do you think </a:t>
            </a:r>
            <a:r>
              <a:rPr lang="en-US" altLang="zh-CN" sz="2800" b="1" u="sng" dirty="0" smtClean="0">
                <a:solidFill>
                  <a:schemeClr val="bg1"/>
                </a:solidFill>
                <a:uFill>
                  <a:solidFill>
                    <a:schemeClr val="tx1"/>
                  </a:solidFill>
                </a:uFill>
              </a:rPr>
              <a:t>Yetis</a:t>
            </a:r>
            <a:r>
              <a:rPr lang="en-US" altLang="zh-CN" sz="2800" dirty="0" smtClean="0">
                <a:uFill>
                  <a:solidFill>
                    <a:schemeClr val="tx1"/>
                  </a:solidFill>
                </a:uFill>
              </a:rPr>
              <a:t> are real?</a:t>
            </a:r>
            <a:endParaRPr lang="en-US" altLang="zh-CN" sz="2800" dirty="0" smtClean="0">
              <a:uFill>
                <a:solidFill>
                  <a:schemeClr val="tx1"/>
                </a:solidFill>
              </a:uFill>
            </a:endParaRPr>
          </a:p>
          <a:p>
            <a:pPr marL="363855" indent="-363855">
              <a:lnSpc>
                <a:spcPct val="120000"/>
              </a:lnSpc>
            </a:pPr>
            <a:r>
              <a:rPr lang="en-US" altLang="zh-CN" sz="2800" dirty="0" smtClean="0">
                <a:uFill>
                  <a:solidFill>
                    <a:schemeClr val="tx1"/>
                  </a:solidFill>
                </a:uFill>
              </a:rPr>
              <a:t>B: </a:t>
            </a:r>
            <a:r>
              <a:rPr lang="en-US" altLang="zh-CN" sz="2800" b="1" u="sng" dirty="0" smtClean="0">
                <a:solidFill>
                  <a:schemeClr val="bg1"/>
                </a:solidFill>
                <a:uFill>
                  <a:solidFill>
                    <a:schemeClr val="tx1"/>
                  </a:solidFill>
                </a:uFill>
              </a:rPr>
              <a:t>Maybe</a:t>
            </a:r>
            <a:r>
              <a:rPr lang="en-US" altLang="zh-CN" sz="2800" dirty="0" smtClean="0">
                <a:uFill>
                  <a:solidFill>
                    <a:schemeClr val="tx1"/>
                  </a:solidFill>
                </a:uFill>
              </a:rPr>
              <a:t>.</a:t>
            </a:r>
            <a:endParaRPr lang="en-US" altLang="zh-CN" sz="2800" dirty="0" smtClean="0">
              <a:uFill>
                <a:solidFill>
                  <a:schemeClr val="tx1"/>
                </a:solidFill>
              </a:uFill>
            </a:endParaRPr>
          </a:p>
          <a:p>
            <a:pPr marL="363855" indent="-363855">
              <a:lnSpc>
                <a:spcPct val="120000"/>
              </a:lnSpc>
            </a:pPr>
            <a:r>
              <a:rPr lang="en-US" altLang="zh-CN" sz="2800" dirty="0" smtClean="0">
                <a:uFill>
                  <a:solidFill>
                    <a:schemeClr val="tx1"/>
                  </a:solidFill>
                </a:uFill>
              </a:rPr>
              <a:t>A: Really?</a:t>
            </a:r>
            <a:endParaRPr lang="en-US" altLang="zh-CN" sz="2800" dirty="0" smtClean="0">
              <a:uFill>
                <a:solidFill>
                  <a:schemeClr val="tx1"/>
                </a:solidFill>
              </a:uFill>
            </a:endParaRPr>
          </a:p>
          <a:p>
            <a:pPr marL="363855" indent="-363855">
              <a:lnSpc>
                <a:spcPct val="120000"/>
              </a:lnSpc>
            </a:pPr>
            <a:r>
              <a:rPr lang="en-US" altLang="zh-CN" sz="2800" dirty="0" smtClean="0">
                <a:uFill>
                  <a:solidFill>
                    <a:schemeClr val="tx1"/>
                  </a:solidFill>
                </a:uFill>
              </a:rPr>
              <a:t>B: Yeah. </a:t>
            </a:r>
            <a:r>
              <a:rPr lang="en-US" altLang="zh-CN" sz="2800" b="1" u="sng" dirty="0" smtClean="0">
                <a:solidFill>
                  <a:schemeClr val="bg1"/>
                </a:solidFill>
                <a:uFill>
                  <a:solidFill>
                    <a:schemeClr val="tx1"/>
                  </a:solidFill>
                </a:uFill>
              </a:rPr>
              <a:t>Maybe they’re a kind of ape</a:t>
            </a:r>
            <a:r>
              <a:rPr lang="en-US" altLang="zh-CN" sz="2800" dirty="0" smtClean="0">
                <a:uFill>
                  <a:solidFill>
                    <a:schemeClr val="tx1"/>
                  </a:solidFill>
                </a:uFill>
              </a:rPr>
              <a:t>. How about you? Do you believe in them?</a:t>
            </a:r>
            <a:endParaRPr lang="en-US" altLang="zh-CN" sz="2800" dirty="0" smtClean="0">
              <a:uFill>
                <a:solidFill>
                  <a:schemeClr val="tx1"/>
                </a:solidFill>
              </a:uFill>
            </a:endParaRPr>
          </a:p>
          <a:p>
            <a:pPr marL="363855" indent="-363855">
              <a:lnSpc>
                <a:spcPct val="120000"/>
              </a:lnSpc>
            </a:pPr>
            <a:r>
              <a:rPr lang="en-US" altLang="zh-CN" sz="2800" dirty="0" smtClean="0">
                <a:uFill>
                  <a:solidFill>
                    <a:schemeClr val="tx1"/>
                  </a:solidFill>
                </a:uFill>
              </a:rPr>
              <a:t>A: No. There’s no proof these things are real.</a:t>
            </a:r>
            <a:endParaRPr lang="en-US" altLang="zh-CN" sz="2800" dirty="0" smtClean="0"/>
          </a:p>
        </p:txBody>
      </p:sp>
      <p:sp>
        <p:nvSpPr>
          <p:cNvPr id="44" name="文本占位符 43"/>
          <p:cNvSpPr>
            <a:spLocks noGrp="1"/>
          </p:cNvSpPr>
          <p:nvPr>
            <p:ph type="body" sz="quarter" idx="13"/>
          </p:nvPr>
        </p:nvSpPr>
        <p:spPr>
          <a:xfrm>
            <a:off x="323850" y="764704"/>
            <a:ext cx="8569325" cy="936302"/>
          </a:xfrm>
        </p:spPr>
        <p:txBody>
          <a:bodyPr>
            <a:normAutofit/>
          </a:bodyPr>
          <a:lstStyle/>
          <a:p>
            <a:r>
              <a:rPr lang="en-US" altLang="zh-CN" dirty="0" smtClean="0"/>
              <a:t>Listen to the conversation and practice with a partner by using the words on the right. Then change partners and practice again.</a:t>
            </a:r>
            <a:endParaRPr lang="zh-CN" altLang="en-US" dirty="0"/>
          </a:p>
        </p:txBody>
      </p:sp>
      <p:pic>
        <p:nvPicPr>
          <p:cNvPr id="50" name="播放按钮"/>
          <p:cNvPicPr>
            <a:picLocks noChangeAspect="1" noChangeArrowheads="1"/>
          </p:cNvPicPr>
          <p:nvPr/>
        </p:nvPicPr>
        <p:blipFill>
          <a:blip r:embed="rId1" cstate="print">
            <a:duotone>
              <a:schemeClr val="accent3">
                <a:shade val="45000"/>
                <a:satMod val="135000"/>
              </a:schemeClr>
              <a:prstClr val="white"/>
            </a:duotone>
          </a:blip>
          <a:srcRect/>
          <a:stretch>
            <a:fillRect/>
          </a:stretch>
        </p:blipFill>
        <p:spPr bwMode="auto">
          <a:xfrm>
            <a:off x="395536" y="1556792"/>
            <a:ext cx="295275" cy="304800"/>
          </a:xfrm>
          <a:prstGeom prst="rect">
            <a:avLst/>
          </a:prstGeom>
          <a:noFill/>
          <a:ln w="9525">
            <a:noFill/>
            <a:miter lim="800000"/>
            <a:headEnd/>
            <a:tailEnd/>
          </a:ln>
          <a:effectLst/>
        </p:spPr>
      </p:pic>
      <p:pic>
        <p:nvPicPr>
          <p:cNvPr id="54" name="暂停按钮"/>
          <p:cNvPicPr>
            <a:picLocks noChangeAspect="1" noChangeArrowheads="1"/>
          </p:cNvPicPr>
          <p:nvPr/>
        </p:nvPicPr>
        <p:blipFill>
          <a:blip r:embed="rId2" cstate="print">
            <a:duotone>
              <a:schemeClr val="accent3">
                <a:shade val="45000"/>
                <a:satMod val="135000"/>
              </a:schemeClr>
              <a:prstClr val="white"/>
            </a:duotone>
          </a:blip>
          <a:srcRect/>
          <a:stretch>
            <a:fillRect/>
          </a:stretch>
        </p:blipFill>
        <p:spPr bwMode="auto">
          <a:xfrm>
            <a:off x="755576" y="1556792"/>
            <a:ext cx="295275" cy="304800"/>
          </a:xfrm>
          <a:prstGeom prst="rect">
            <a:avLst/>
          </a:prstGeom>
          <a:noFill/>
          <a:ln w="9525">
            <a:noFill/>
            <a:miter lim="800000"/>
            <a:headEnd/>
            <a:tailEnd/>
          </a:ln>
          <a:effectLst/>
        </p:spPr>
      </p:pic>
      <p:pic>
        <p:nvPicPr>
          <p:cNvPr id="64" name="停止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1115616" y="1556792"/>
            <a:ext cx="295275" cy="304800"/>
          </a:xfrm>
          <a:prstGeom prst="rect">
            <a:avLst/>
          </a:prstGeom>
          <a:noFill/>
          <a:ln w="9525">
            <a:noFill/>
            <a:miter lim="800000"/>
            <a:headEnd/>
            <a:tailEnd/>
          </a:ln>
          <a:effectLst/>
        </p:spPr>
      </p:pic>
      <p:pic>
        <p:nvPicPr>
          <p:cNvPr id="74" name="按钮-External Player">
            <a:hlinkClick r:id="rId4" action="ppaction://hlinkfile"/>
          </p:cNvPr>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1482006" y="1556792"/>
            <a:ext cx="1521337" cy="308000"/>
          </a:xfrm>
          <a:prstGeom prst="rect">
            <a:avLst/>
          </a:prstGeom>
          <a:noFill/>
          <a:ln w="9525">
            <a:noFill/>
            <a:miter lim="800000"/>
            <a:headEnd/>
            <a:tailEnd/>
          </a:ln>
          <a:effectLst/>
        </p:spPr>
      </p:pic>
      <p:pic>
        <p:nvPicPr>
          <p:cNvPr id="76" name="Track 8-2.mp3">
            <a:hlinkClick r:id="" action="ppaction://media"/>
          </p:cNvPr>
          <p:cNvPicPr>
            <a:picLocks noRot="1" noChangeAspect="1"/>
          </p:cNvPicPr>
          <p:nvPr>
            <a:audioFile r:link="rId6"/>
            <p:extLst>
              <p:ext uri="{DAA4B4D4-6D71-4841-9C94-3DE7FCFB9230}">
                <p14:media xmlns:p14="http://schemas.microsoft.com/office/powerpoint/2010/main" r:link="rId7"/>
              </p:ext>
            </p:extLst>
          </p:nvPr>
        </p:nvPicPr>
        <p:blipFill>
          <a:blip r:embed="rId8" cstate="print"/>
          <a:stretch>
            <a:fillRect/>
          </a:stretch>
        </p:blipFill>
        <p:spPr>
          <a:xfrm>
            <a:off x="4410076" y="1556792"/>
            <a:ext cx="304800" cy="304800"/>
          </a:xfrm>
          <a:prstGeom prst="rect">
            <a:avLst/>
          </a:prstGeom>
        </p:spPr>
      </p:pic>
      <p:pic>
        <p:nvPicPr>
          <p:cNvPr id="78" name="按钮-keywords1"/>
          <p:cNvPicPr>
            <a:picLocks noChangeAspect="1" noChangeArrowheads="1"/>
          </p:cNvPicPr>
          <p:nvPr/>
        </p:nvPicPr>
        <p:blipFill>
          <a:blip r:embed="rId9" cstate="print">
            <a:duotone>
              <a:schemeClr val="accent3">
                <a:shade val="45000"/>
                <a:satMod val="135000"/>
              </a:schemeClr>
              <a:prstClr val="white"/>
            </a:duotone>
          </a:blip>
          <a:srcRect/>
          <a:stretch>
            <a:fillRect/>
          </a:stretch>
        </p:blipFill>
        <p:spPr bwMode="auto">
          <a:xfrm>
            <a:off x="323528" y="6221652"/>
            <a:ext cx="1190625" cy="304800"/>
          </a:xfrm>
          <a:prstGeom prst="rect">
            <a:avLst/>
          </a:prstGeom>
          <a:noFill/>
          <a:ln w="9525">
            <a:noFill/>
            <a:miter lim="800000"/>
            <a:headEnd/>
            <a:tailEnd/>
          </a:ln>
          <a:effectLst/>
        </p:spPr>
      </p:pic>
      <p:grpSp>
        <p:nvGrpSpPr>
          <p:cNvPr id="2" name="下一页"/>
          <p:cNvGrpSpPr/>
          <p:nvPr/>
        </p:nvGrpSpPr>
        <p:grpSpPr>
          <a:xfrm>
            <a:off x="8750845" y="6578304"/>
            <a:ext cx="264567" cy="210642"/>
            <a:chOff x="8750845" y="6578304"/>
            <a:chExt cx="264567" cy="210642"/>
          </a:xfrm>
        </p:grpSpPr>
        <p:sp>
          <p:nvSpPr>
            <p:cNvPr id="2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23"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2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2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标题 1"/>
          <p:cNvSpPr txBox="1"/>
          <p:nvPr/>
        </p:nvSpPr>
        <p:spPr>
          <a:xfrm>
            <a:off x="4716016" y="0"/>
            <a:ext cx="172819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Conversation</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4" name="返回按钮"/>
          <p:cNvGrpSpPr/>
          <p:nvPr/>
        </p:nvGrpSpPr>
        <p:grpSpPr>
          <a:xfrm>
            <a:off x="7875422" y="6585447"/>
            <a:ext cx="264567" cy="210642"/>
            <a:chOff x="7875422" y="6585447"/>
            <a:chExt cx="264567" cy="210642"/>
          </a:xfrm>
        </p:grpSpPr>
        <p:sp>
          <p:nvSpPr>
            <p:cNvPr id="27"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30"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40" name="按钮-practice"/>
          <p:cNvPicPr>
            <a:picLocks noChangeAspect="1" noChangeArrowheads="1"/>
          </p:cNvPicPr>
          <p:nvPr/>
        </p:nvPicPr>
        <p:blipFill>
          <a:blip r:embed="rId10" cstate="print">
            <a:duotone>
              <a:schemeClr val="accent3">
                <a:shade val="45000"/>
                <a:satMod val="135000"/>
              </a:schemeClr>
              <a:prstClr val="white"/>
            </a:duotone>
          </a:blip>
          <a:srcRect/>
          <a:stretch>
            <a:fillRect/>
          </a:stretch>
        </p:blipFill>
        <p:spPr bwMode="auto">
          <a:xfrm>
            <a:off x="1547664" y="6213502"/>
            <a:ext cx="1047750" cy="314325"/>
          </a:xfrm>
          <a:prstGeom prst="rect">
            <a:avLst/>
          </a:prstGeom>
          <a:noFill/>
          <a:ln w="9525">
            <a:noFill/>
            <a:miter lim="800000"/>
            <a:headEnd/>
            <a:tailEnd/>
          </a:ln>
          <a:effectLst/>
        </p:spPr>
      </p:pic>
      <p:sp>
        <p:nvSpPr>
          <p:cNvPr id="51" name="文本-原始"/>
          <p:cNvSpPr txBox="1"/>
          <p:nvPr/>
        </p:nvSpPr>
        <p:spPr>
          <a:xfrm>
            <a:off x="313200" y="1987200"/>
            <a:ext cx="5473246" cy="4140000"/>
          </a:xfrm>
          <a:prstGeom prst="rect">
            <a:avLst/>
          </a:prstGeom>
          <a:solidFill>
            <a:schemeClr val="bg1"/>
          </a:solidFill>
        </p:spPr>
        <p:txBody>
          <a:bodyPr vert="horz" lIns="91440" tIns="45720" rIns="91440" bIns="45720" rtlCol="0">
            <a:noAutofit/>
          </a:bodyPr>
          <a:lstStyle/>
          <a:p>
            <a:pPr marL="363855" indent="-363855">
              <a:lnSpc>
                <a:spcPct val="120000"/>
              </a:lnSpc>
            </a:pPr>
            <a:r>
              <a:rPr lang="en-US" altLang="zh-CN" sz="2800" dirty="0" smtClean="0">
                <a:uFill>
                  <a:solidFill>
                    <a:schemeClr val="tx1"/>
                  </a:solidFill>
                </a:uFill>
              </a:rPr>
              <a:t>A: Do you think </a:t>
            </a:r>
            <a:r>
              <a:rPr lang="en-US" altLang="zh-CN" sz="2800" b="1" dirty="0" smtClean="0">
                <a:solidFill>
                  <a:schemeClr val="accent1"/>
                </a:solidFill>
                <a:uFill>
                  <a:solidFill>
                    <a:schemeClr val="tx1"/>
                  </a:solidFill>
                </a:uFill>
              </a:rPr>
              <a:t>Yetis</a:t>
            </a:r>
            <a:r>
              <a:rPr lang="en-US" altLang="zh-CN" sz="2800" dirty="0" smtClean="0">
                <a:uFill>
                  <a:solidFill>
                    <a:schemeClr val="tx1"/>
                  </a:solidFill>
                </a:uFill>
              </a:rPr>
              <a:t> are real?</a:t>
            </a:r>
            <a:endParaRPr lang="en-US" altLang="zh-CN" sz="2800" dirty="0" smtClean="0">
              <a:uFill>
                <a:solidFill>
                  <a:schemeClr val="tx1"/>
                </a:solidFill>
              </a:uFill>
            </a:endParaRPr>
          </a:p>
          <a:p>
            <a:pPr marL="363855" indent="-363855">
              <a:lnSpc>
                <a:spcPct val="120000"/>
              </a:lnSpc>
            </a:pPr>
            <a:r>
              <a:rPr lang="en-US" altLang="zh-CN" sz="2800" dirty="0" smtClean="0">
                <a:uFill>
                  <a:solidFill>
                    <a:schemeClr val="tx1"/>
                  </a:solidFill>
                </a:uFill>
              </a:rPr>
              <a:t>B: </a:t>
            </a:r>
            <a:r>
              <a:rPr lang="en-US" altLang="zh-CN" sz="2800" b="1" dirty="0" smtClean="0">
                <a:solidFill>
                  <a:schemeClr val="accent1"/>
                </a:solidFill>
                <a:uFill>
                  <a:solidFill>
                    <a:schemeClr val="tx1"/>
                  </a:solidFill>
                </a:uFill>
              </a:rPr>
              <a:t>Maybe</a:t>
            </a:r>
            <a:r>
              <a:rPr lang="en-US" altLang="zh-CN" sz="2800" dirty="0" smtClean="0">
                <a:uFill>
                  <a:solidFill>
                    <a:schemeClr val="tx1"/>
                  </a:solidFill>
                </a:uFill>
              </a:rPr>
              <a:t>.</a:t>
            </a:r>
            <a:endParaRPr lang="en-US" altLang="zh-CN" sz="2800" dirty="0" smtClean="0">
              <a:uFill>
                <a:solidFill>
                  <a:schemeClr val="tx1"/>
                </a:solidFill>
              </a:uFill>
            </a:endParaRPr>
          </a:p>
          <a:p>
            <a:pPr marL="363855" indent="-363855">
              <a:lnSpc>
                <a:spcPct val="120000"/>
              </a:lnSpc>
            </a:pPr>
            <a:r>
              <a:rPr lang="en-US" altLang="zh-CN" sz="2800" dirty="0" smtClean="0">
                <a:uFill>
                  <a:solidFill>
                    <a:schemeClr val="tx1"/>
                  </a:solidFill>
                </a:uFill>
              </a:rPr>
              <a:t>A: Really?</a:t>
            </a:r>
            <a:endParaRPr lang="en-US" altLang="zh-CN" sz="2800" dirty="0" smtClean="0">
              <a:uFill>
                <a:solidFill>
                  <a:schemeClr val="tx1"/>
                </a:solidFill>
              </a:uFill>
            </a:endParaRPr>
          </a:p>
          <a:p>
            <a:pPr marL="363855" indent="-363855">
              <a:lnSpc>
                <a:spcPct val="120000"/>
              </a:lnSpc>
            </a:pPr>
            <a:r>
              <a:rPr lang="en-US" altLang="zh-CN" sz="2800" dirty="0" smtClean="0">
                <a:uFill>
                  <a:solidFill>
                    <a:schemeClr val="tx1"/>
                  </a:solidFill>
                </a:uFill>
              </a:rPr>
              <a:t>B: Yeah. </a:t>
            </a:r>
            <a:r>
              <a:rPr lang="en-US" altLang="zh-CN" sz="2800" b="1" dirty="0" smtClean="0">
                <a:solidFill>
                  <a:schemeClr val="accent1"/>
                </a:solidFill>
                <a:uFill>
                  <a:solidFill>
                    <a:schemeClr val="tx1"/>
                  </a:solidFill>
                </a:uFill>
              </a:rPr>
              <a:t>Maybe they’re a kind of ape</a:t>
            </a:r>
            <a:r>
              <a:rPr lang="en-US" altLang="zh-CN" sz="2800" dirty="0" smtClean="0">
                <a:uFill>
                  <a:solidFill>
                    <a:schemeClr val="tx1"/>
                  </a:solidFill>
                </a:uFill>
              </a:rPr>
              <a:t>. How about you? Do you believe in them?</a:t>
            </a:r>
            <a:endParaRPr lang="en-US" altLang="zh-CN" sz="2800" dirty="0" smtClean="0">
              <a:uFill>
                <a:solidFill>
                  <a:schemeClr val="tx1"/>
                </a:solidFill>
              </a:uFill>
            </a:endParaRPr>
          </a:p>
          <a:p>
            <a:pPr marL="363855" indent="-363855">
              <a:lnSpc>
                <a:spcPct val="120000"/>
              </a:lnSpc>
            </a:pPr>
            <a:r>
              <a:rPr lang="en-US" altLang="zh-CN" sz="2800" dirty="0" smtClean="0">
                <a:uFill>
                  <a:solidFill>
                    <a:schemeClr val="tx1"/>
                  </a:solidFill>
                </a:uFill>
              </a:rPr>
              <a:t>A: No. There’s no proof these things are real.</a:t>
            </a:r>
            <a:endParaRPr lang="en-US" altLang="zh-CN" sz="2800" dirty="0" smtClean="0"/>
          </a:p>
        </p:txBody>
      </p:sp>
      <p:grpSp>
        <p:nvGrpSpPr>
          <p:cNvPr id="116" name="组合 115"/>
          <p:cNvGrpSpPr/>
          <p:nvPr/>
        </p:nvGrpSpPr>
        <p:grpSpPr>
          <a:xfrm>
            <a:off x="706397" y="2088000"/>
            <a:ext cx="8294759" cy="3629401"/>
            <a:chOff x="706397" y="2095781"/>
            <a:chExt cx="8294759" cy="3629401"/>
          </a:xfrm>
        </p:grpSpPr>
        <p:sp>
          <p:nvSpPr>
            <p:cNvPr id="31" name="TextBox 30"/>
            <p:cNvSpPr txBox="1"/>
            <p:nvPr/>
          </p:nvSpPr>
          <p:spPr>
            <a:xfrm>
              <a:off x="5960972" y="3786190"/>
              <a:ext cx="3040184" cy="1938992"/>
            </a:xfrm>
            <a:prstGeom prst="rect">
              <a:avLst/>
            </a:prstGeom>
            <a:noFill/>
          </p:spPr>
          <p:txBody>
            <a:bodyPr wrap="square" rtlCol="0">
              <a:spAutoFit/>
            </a:bodyPr>
            <a:lstStyle/>
            <a:p>
              <a:r>
                <a:rPr lang="en-US" altLang="zh-CN" sz="2000" b="1" dirty="0" smtClean="0">
                  <a:solidFill>
                    <a:schemeClr val="accent1"/>
                  </a:solidFill>
                </a:rPr>
                <a:t>There are billions of planets. I’m sure there’s life on one.</a:t>
              </a:r>
              <a:endParaRPr lang="en-US" altLang="zh-CN" sz="2000" b="1" dirty="0" smtClean="0">
                <a:solidFill>
                  <a:schemeClr val="accent1"/>
                </a:solidFill>
              </a:endParaRPr>
            </a:p>
            <a:p>
              <a:r>
                <a:rPr lang="en-US" altLang="zh-CN" sz="2000" b="1" dirty="0" smtClean="0">
                  <a:solidFill>
                    <a:schemeClr val="accent1"/>
                  </a:solidFill>
                </a:rPr>
                <a:t>My sister saw a ghost once.</a:t>
              </a:r>
              <a:endParaRPr lang="en-US" altLang="zh-CN" sz="2000" b="1" dirty="0" smtClean="0">
                <a:solidFill>
                  <a:schemeClr val="accent1"/>
                </a:solidFill>
              </a:endParaRPr>
            </a:p>
            <a:p>
              <a:r>
                <a:rPr lang="en-US" altLang="zh-CN" sz="2000" b="1" dirty="0" smtClean="0">
                  <a:solidFill>
                    <a:schemeClr val="accent1"/>
                  </a:solidFill>
                </a:rPr>
                <a:t>I saw a video online about them.</a:t>
              </a:r>
              <a:endParaRPr lang="zh-CN" altLang="en-US" sz="2000" b="1" dirty="0">
                <a:solidFill>
                  <a:schemeClr val="accent1"/>
                </a:solidFill>
              </a:endParaRPr>
            </a:p>
          </p:txBody>
        </p:sp>
        <p:sp>
          <p:nvSpPr>
            <p:cNvPr id="29" name="TextBox 28"/>
            <p:cNvSpPr txBox="1"/>
            <p:nvPr/>
          </p:nvSpPr>
          <p:spPr>
            <a:xfrm>
              <a:off x="6143394" y="2635602"/>
              <a:ext cx="1928826" cy="1015663"/>
            </a:xfrm>
            <a:prstGeom prst="rect">
              <a:avLst/>
            </a:prstGeom>
            <a:noFill/>
          </p:spPr>
          <p:txBody>
            <a:bodyPr wrap="square" rtlCol="0">
              <a:spAutoFit/>
            </a:bodyPr>
            <a:lstStyle/>
            <a:p>
              <a:r>
                <a:rPr lang="en-US" altLang="zh-CN" sz="2000" b="1" dirty="0" smtClean="0">
                  <a:solidFill>
                    <a:schemeClr val="accent1"/>
                  </a:solidFill>
                </a:rPr>
                <a:t>Definitely</a:t>
              </a:r>
              <a:endParaRPr lang="en-US" altLang="zh-CN" sz="2000" b="1" dirty="0" smtClean="0">
                <a:solidFill>
                  <a:schemeClr val="accent1"/>
                </a:solidFill>
              </a:endParaRPr>
            </a:p>
            <a:p>
              <a:r>
                <a:rPr lang="en-US" altLang="zh-CN" sz="2000" b="1" dirty="0" smtClean="0">
                  <a:solidFill>
                    <a:schemeClr val="accent1"/>
                  </a:solidFill>
                </a:rPr>
                <a:t>Probably</a:t>
              </a:r>
              <a:endParaRPr lang="en-US" altLang="zh-CN" sz="2000" b="1" dirty="0" smtClean="0">
                <a:solidFill>
                  <a:schemeClr val="accent1"/>
                </a:solidFill>
              </a:endParaRPr>
            </a:p>
            <a:p>
              <a:r>
                <a:rPr lang="en-US" altLang="zh-CN" sz="2000" b="1" dirty="0" smtClean="0">
                  <a:solidFill>
                    <a:schemeClr val="accent1"/>
                  </a:solidFill>
                </a:rPr>
                <a:t>Perhaps</a:t>
              </a:r>
              <a:endParaRPr lang="zh-CN" altLang="en-US" sz="2000" b="1" dirty="0">
                <a:solidFill>
                  <a:schemeClr val="accent1"/>
                </a:solidFill>
              </a:endParaRPr>
            </a:p>
          </p:txBody>
        </p:sp>
        <p:sp>
          <p:nvSpPr>
            <p:cNvPr id="120" name="左中括号 119"/>
            <p:cNvSpPr/>
            <p:nvPr/>
          </p:nvSpPr>
          <p:spPr>
            <a:xfrm>
              <a:off x="5929322" y="3881481"/>
              <a:ext cx="71438" cy="1754146"/>
            </a:xfrm>
            <a:prstGeom prst="leftBracket">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8" name="左中括号 107"/>
            <p:cNvSpPr/>
            <p:nvPr/>
          </p:nvSpPr>
          <p:spPr>
            <a:xfrm>
              <a:off x="6072198" y="2751537"/>
              <a:ext cx="71438" cy="801720"/>
            </a:xfrm>
            <a:prstGeom prst="leftBracket">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 name="TextBox 54"/>
            <p:cNvSpPr txBox="1"/>
            <p:nvPr/>
          </p:nvSpPr>
          <p:spPr>
            <a:xfrm>
              <a:off x="4545926" y="2095781"/>
              <a:ext cx="1934000" cy="1015663"/>
            </a:xfrm>
            <a:prstGeom prst="rect">
              <a:avLst/>
            </a:prstGeom>
            <a:noFill/>
          </p:spPr>
          <p:txBody>
            <a:bodyPr wrap="square" rtlCol="0">
              <a:spAutoFit/>
            </a:bodyPr>
            <a:lstStyle/>
            <a:p>
              <a:r>
                <a:rPr lang="en-US" altLang="zh-CN" sz="2000" b="1" dirty="0" smtClean="0">
                  <a:solidFill>
                    <a:schemeClr val="accent1"/>
                  </a:solidFill>
                </a:rPr>
                <a:t>UFOs</a:t>
              </a:r>
              <a:endParaRPr lang="en-US" altLang="zh-CN" sz="2000" b="1" dirty="0" smtClean="0">
                <a:solidFill>
                  <a:schemeClr val="accent1"/>
                </a:solidFill>
              </a:endParaRPr>
            </a:p>
            <a:p>
              <a:r>
                <a:rPr lang="en-US" altLang="zh-CN" sz="2000" b="1" dirty="0" smtClean="0">
                  <a:solidFill>
                    <a:schemeClr val="accent1"/>
                  </a:solidFill>
                </a:rPr>
                <a:t>ghosts</a:t>
              </a:r>
              <a:endParaRPr lang="en-US" altLang="zh-CN" sz="2000" b="1" dirty="0" smtClean="0">
                <a:solidFill>
                  <a:schemeClr val="accent1"/>
                </a:solidFill>
              </a:endParaRPr>
            </a:p>
            <a:p>
              <a:r>
                <a:rPr lang="en-US" altLang="zh-CN" sz="2000" b="1" dirty="0" smtClean="0">
                  <a:solidFill>
                    <a:schemeClr val="accent1"/>
                  </a:solidFill>
                </a:rPr>
                <a:t>mermaids</a:t>
              </a:r>
              <a:endParaRPr lang="en-US" altLang="zh-CN" sz="2000" b="1" dirty="0" smtClean="0">
                <a:solidFill>
                  <a:schemeClr val="accent1"/>
                </a:solidFill>
              </a:endParaRPr>
            </a:p>
          </p:txBody>
        </p:sp>
        <p:sp>
          <p:nvSpPr>
            <p:cNvPr id="34" name="左中括号 33"/>
            <p:cNvSpPr/>
            <p:nvPr/>
          </p:nvSpPr>
          <p:spPr>
            <a:xfrm>
              <a:off x="4500562" y="2222134"/>
              <a:ext cx="45719" cy="785818"/>
            </a:xfrm>
            <a:prstGeom prst="leftBracket">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72" name="肘形连接符 71"/>
            <p:cNvCxnSpPr/>
            <p:nvPr/>
          </p:nvCxnSpPr>
          <p:spPr>
            <a:xfrm>
              <a:off x="2842606" y="2459381"/>
              <a:ext cx="1657956" cy="186550"/>
            </a:xfrm>
            <a:prstGeom prst="bentConnector3">
              <a:avLst>
                <a:gd name="adj1" fmla="val 4919"/>
              </a:avLst>
            </a:prstGeom>
            <a:ln w="22225"/>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520000" y="2459381"/>
              <a:ext cx="756000" cy="1588"/>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706397" y="2970581"/>
              <a:ext cx="1015200" cy="1588"/>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1516068" y="3996581"/>
              <a:ext cx="4158000" cy="1588"/>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85" name="肘形连接符 84"/>
            <p:cNvCxnSpPr/>
            <p:nvPr/>
          </p:nvCxnSpPr>
          <p:spPr>
            <a:xfrm>
              <a:off x="3619453" y="4003001"/>
              <a:ext cx="2304000" cy="180000"/>
            </a:xfrm>
            <a:prstGeom prst="bentConnector3">
              <a:avLst>
                <a:gd name="adj1" fmla="val -500"/>
              </a:avLst>
            </a:prstGeom>
            <a:ln w="22225"/>
          </p:spPr>
          <p:style>
            <a:lnRef idx="1">
              <a:schemeClr val="accent1"/>
            </a:lnRef>
            <a:fillRef idx="0">
              <a:schemeClr val="accent1"/>
            </a:fillRef>
            <a:effectRef idx="0">
              <a:schemeClr val="accent1"/>
            </a:effectRef>
            <a:fontRef idx="minor">
              <a:schemeClr val="tx1"/>
            </a:fontRef>
          </p:style>
        </p:cxnSp>
        <p:cxnSp>
          <p:nvCxnSpPr>
            <p:cNvPr id="106" name="肘形连接符 105"/>
            <p:cNvCxnSpPr/>
            <p:nvPr/>
          </p:nvCxnSpPr>
          <p:spPr>
            <a:xfrm>
              <a:off x="1174901" y="2970459"/>
              <a:ext cx="4897297" cy="172789"/>
            </a:xfrm>
            <a:prstGeom prst="bentConnector3">
              <a:avLst>
                <a:gd name="adj1" fmla="val 318"/>
              </a:avLst>
            </a:prstGeom>
            <a:ln w="22225"/>
          </p:spPr>
          <p:style>
            <a:lnRef idx="1">
              <a:schemeClr val="accent1"/>
            </a:lnRef>
            <a:fillRef idx="0">
              <a:schemeClr val="accent1"/>
            </a:fillRef>
            <a:effectRef idx="0">
              <a:schemeClr val="accent1"/>
            </a:effectRef>
            <a:fontRef idx="minor">
              <a:schemeClr val="tx1"/>
            </a:fontRef>
          </p:style>
        </p:cxnSp>
      </p:grpSp>
      <p:pic>
        <p:nvPicPr>
          <p:cNvPr id="35" name="按钮-Script">
            <a:hlinkClick r:id="rId11" action="ppaction://hlinkpres?slideindex=1&amp;slidetitle="/>
          </p:cNvPr>
          <p:cNvPicPr>
            <a:picLocks noChangeAspect="1" noChangeArrowheads="1"/>
          </p:cNvPicPr>
          <p:nvPr/>
        </p:nvPicPr>
        <p:blipFill>
          <a:blip r:embed="rId12" cstate="print">
            <a:duotone>
              <a:schemeClr val="accent3">
                <a:shade val="45000"/>
                <a:satMod val="135000"/>
              </a:schemeClr>
              <a:prstClr val="white"/>
            </a:duotone>
          </a:blip>
          <a:srcRect/>
          <a:stretch>
            <a:fillRect/>
          </a:stretch>
        </p:blipFill>
        <p:spPr bwMode="auto">
          <a:xfrm>
            <a:off x="3071802" y="1555200"/>
            <a:ext cx="904875" cy="333375"/>
          </a:xfrm>
          <a:prstGeom prst="rect">
            <a:avLst/>
          </a:prstGeom>
          <a:noFill/>
          <a:ln w="9525">
            <a:noFill/>
            <a:miter lim="800000"/>
            <a:headEnd/>
            <a:tailEnd/>
          </a:ln>
          <a:effectLst/>
        </p:spPr>
      </p:pic>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76"/>
                </p:tgtEl>
              </p:cMediaNode>
            </p:audio>
          </p:childTnLst>
        </p:cTn>
      </p:par>
    </p:tnLst>
    <p:bldLst>
      <p:bldP spid="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标题 1"/>
          <p:cNvSpPr txBox="1"/>
          <p:nvPr/>
        </p:nvSpPr>
        <p:spPr>
          <a:xfrm>
            <a:off x="4716016" y="0"/>
            <a:ext cx="1368152" cy="476672"/>
          </a:xfrm>
          <a:prstGeom prst="rect">
            <a:avLst/>
          </a:prstGeom>
          <a:noFill/>
          <a:extLst>
            <a:ext uri="{909E8E84-426E-40DD-AFC4-6F175D3DCCD1}">
              <a14:hiddenFill xmlns:a14="http://schemas.microsoft.com/office/drawing/2010/main">
                <a:solidFill>
                  <a:srgbClr val="FFDD33"/>
                </a:solidFill>
              </a14:hiddenFill>
            </a:ext>
          </a:extLst>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 1</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sp>
        <p:nvSpPr>
          <p:cNvPr id="34" name="矩形 33"/>
          <p:cNvSpPr/>
          <p:nvPr/>
        </p:nvSpPr>
        <p:spPr>
          <a:xfrm>
            <a:off x="0" y="476672"/>
            <a:ext cx="9144000" cy="432048"/>
          </a:xfrm>
          <a:prstGeom prst="rect">
            <a:avLst/>
          </a:prstGeom>
          <a:noFill/>
          <a:ln>
            <a:noFill/>
          </a:ln>
          <a:extLst>
            <a:ext uri="{909E8E84-426E-40DD-AFC4-6F175D3DCCD1}">
              <a14:hiddenFill xmlns:a14="http://schemas.microsoft.com/office/drawing/2010/main">
                <a:solidFill>
                  <a:srgbClr val="FFDD3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rgbClr val="515672"/>
                </a:solidFill>
                <a:latin typeface="+mj-lt"/>
              </a:rPr>
              <a:t>A. New words and expressions    </a:t>
            </a:r>
            <a:r>
              <a:rPr lang="en-US" altLang="zh-CN" sz="1600" b="1" dirty="0" smtClean="0">
                <a:solidFill>
                  <a:schemeClr val="accent4"/>
                </a:solidFill>
                <a:latin typeface="+mj-lt"/>
              </a:rPr>
              <a:t>B. Pre-listening questions    C. Listening comprehension    D. Think about it</a:t>
            </a:r>
            <a:endParaRPr lang="zh-CN" altLang="en-US" sz="1600" b="1" dirty="0">
              <a:solidFill>
                <a:schemeClr val="accent4"/>
              </a:solidFill>
              <a:latin typeface="+mj-lt"/>
            </a:endParaRPr>
          </a:p>
        </p:txBody>
      </p:sp>
      <p:graphicFrame>
        <p:nvGraphicFramePr>
          <p:cNvPr id="64" name="表格 63"/>
          <p:cNvGraphicFramePr>
            <a:graphicFrameLocks noGrp="1"/>
          </p:cNvGraphicFramePr>
          <p:nvPr/>
        </p:nvGraphicFramePr>
        <p:xfrm>
          <a:off x="714349" y="1857364"/>
          <a:ext cx="7431826" cy="396240"/>
        </p:xfrm>
        <a:graphic>
          <a:graphicData uri="http://schemas.openxmlformats.org/drawingml/2006/table">
            <a:tbl>
              <a:tblPr firstRow="1" bandRow="1">
                <a:tableStyleId>{2D5ABB26-0587-4C30-8999-92F81FD0307C}</a:tableStyleId>
              </a:tblPr>
              <a:tblGrid>
                <a:gridCol w="1534581"/>
                <a:gridCol w="1489565"/>
                <a:gridCol w="1563004"/>
                <a:gridCol w="1651706"/>
                <a:gridCol w="1192970"/>
              </a:tblGrid>
              <a:tr h="370840">
                <a:tc>
                  <a:txBody>
                    <a:bodyPr/>
                    <a:lstStyle/>
                    <a:p>
                      <a:pPr marL="0" indent="352425"/>
                      <a:r>
                        <a:rPr lang="en-US" sz="2000" b="0" i="0" kern="1200" dirty="0" smtClean="0">
                          <a:solidFill>
                            <a:schemeClr val="tx1"/>
                          </a:solidFill>
                          <a:latin typeface="+mn-lt"/>
                          <a:ea typeface="+mn-ea"/>
                          <a:cs typeface="+mn-cs"/>
                        </a:rPr>
                        <a:t>alien</a:t>
                      </a:r>
                      <a:endParaRPr lang="en-US" sz="2000" b="0" i="0" kern="1200" dirty="0">
                        <a:solidFill>
                          <a:schemeClr val="tx1"/>
                        </a:solidFill>
                        <a:latin typeface="+mn-lt"/>
                        <a:ea typeface="+mn-ea"/>
                        <a:cs typeface="+mn-cs"/>
                      </a:endParaRPr>
                    </a:p>
                  </a:txBody>
                  <a:tcPr>
                    <a:lnL>
                      <a:noFill/>
                    </a:lnL>
                    <a:lnR>
                      <a:noFill/>
                    </a:lnR>
                    <a:lnT>
                      <a:noFill/>
                    </a:lnT>
                    <a:lnB>
                      <a:noFill/>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2000" b="0" i="0" kern="1200" dirty="0" smtClean="0">
                          <a:solidFill>
                            <a:schemeClr val="tx1"/>
                          </a:solidFill>
                          <a:latin typeface="+mn-lt"/>
                          <a:ea typeface="+mn-ea"/>
                          <a:cs typeface="+mn-cs"/>
                        </a:rPr>
                        <a:t>scientist</a:t>
                      </a:r>
                      <a:endParaRPr lang="en-US" sz="2000" b="0" i="0" kern="1200" dirty="0">
                        <a:solidFill>
                          <a:schemeClr val="tx1"/>
                        </a:solidFill>
                        <a:latin typeface="+mn-lt"/>
                        <a:ea typeface="+mn-ea"/>
                        <a:cs typeface="+mn-cs"/>
                      </a:endParaRPr>
                    </a:p>
                  </a:txBody>
                  <a:tcPr>
                    <a:lnL>
                      <a:noFill/>
                    </a:lnL>
                    <a:solidFill>
                      <a:schemeClr val="accent6">
                        <a:lumMod val="20000"/>
                        <a:lumOff val="80000"/>
                      </a:schemeClr>
                    </a:solidFill>
                  </a:tcPr>
                </a:tc>
                <a:tc>
                  <a:txBody>
                    <a:bodyPr/>
                    <a:lstStyle/>
                    <a:p>
                      <a:r>
                        <a:rPr lang="en-US" altLang="zh-CN" sz="2000" kern="1200" baseline="0" dirty="0" smtClean="0">
                          <a:solidFill>
                            <a:schemeClr val="tx1"/>
                          </a:solidFill>
                          <a:latin typeface="+mn-lt"/>
                          <a:ea typeface="+mn-ea"/>
                          <a:cs typeface="+mn-cs"/>
                        </a:rPr>
                        <a:t>telescope</a:t>
                      </a:r>
                      <a:endParaRPr lang="zh-CN" altLang="en-US" sz="2000" dirty="0"/>
                    </a:p>
                  </a:txBody>
                  <a:tcPr>
                    <a:solidFill>
                      <a:schemeClr val="accent6">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000" kern="1200" baseline="0" dirty="0" smtClean="0">
                          <a:solidFill>
                            <a:schemeClr val="tx1"/>
                          </a:solidFill>
                          <a:latin typeface="+mn-lt"/>
                          <a:ea typeface="+mn-ea"/>
                          <a:cs typeface="+mn-cs"/>
                        </a:rPr>
                        <a:t>happen</a:t>
                      </a:r>
                      <a:endParaRPr lang="zh-CN" altLang="en-US" sz="2000" dirty="0" smtClean="0"/>
                    </a:p>
                  </a:txBody>
                  <a:tcPr>
                    <a:solidFill>
                      <a:schemeClr val="accent6">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000" dirty="0" smtClean="0"/>
                        <a:t>signal</a:t>
                      </a:r>
                      <a:endParaRPr lang="zh-CN" altLang="en-US" sz="2000" dirty="0" smtClean="0"/>
                    </a:p>
                  </a:txBody>
                  <a:tcPr>
                    <a:solidFill>
                      <a:schemeClr val="accent6">
                        <a:lumMod val="20000"/>
                        <a:lumOff val="80000"/>
                      </a:schemeClr>
                    </a:solidFill>
                  </a:tcPr>
                </a:tc>
              </a:tr>
            </a:tbl>
          </a:graphicData>
        </a:graphic>
      </p:graphicFrame>
      <p:sp>
        <p:nvSpPr>
          <p:cNvPr id="75" name="文本占位符 74"/>
          <p:cNvSpPr>
            <a:spLocks noGrp="1"/>
          </p:cNvSpPr>
          <p:nvPr>
            <p:ph type="body" sz="quarter" idx="13"/>
          </p:nvPr>
        </p:nvSpPr>
        <p:spPr>
          <a:xfrm>
            <a:off x="179512" y="1052538"/>
            <a:ext cx="7250008" cy="720278"/>
          </a:xfrm>
        </p:spPr>
        <p:txBody>
          <a:bodyPr>
            <a:normAutofit/>
          </a:bodyPr>
          <a:lstStyle/>
          <a:p>
            <a:r>
              <a:rPr lang="en-US" altLang="zh-CN" dirty="0" smtClean="0"/>
              <a:t>Study the words in the box and choose the right word for </a:t>
            </a:r>
            <a:r>
              <a:rPr lang="en-US" altLang="zh-CN" dirty="0" smtClean="0"/>
              <a:t>each blank</a:t>
            </a:r>
            <a:r>
              <a:rPr lang="en-US" altLang="zh-CN" dirty="0" smtClean="0"/>
              <a:t>.</a:t>
            </a:r>
            <a:endParaRPr lang="zh-CN" altLang="en-US" dirty="0"/>
          </a:p>
        </p:txBody>
      </p:sp>
      <p:sp>
        <p:nvSpPr>
          <p:cNvPr id="76" name="文本占位符 75"/>
          <p:cNvSpPr>
            <a:spLocks noGrp="1"/>
          </p:cNvSpPr>
          <p:nvPr>
            <p:ph type="body" sz="quarter" idx="14"/>
          </p:nvPr>
        </p:nvSpPr>
        <p:spPr>
          <a:xfrm>
            <a:off x="323850" y="2357430"/>
            <a:ext cx="8569325" cy="3929090"/>
          </a:xfrm>
        </p:spPr>
        <p:txBody>
          <a:bodyPr>
            <a:noAutofit/>
          </a:bodyPr>
          <a:lstStyle/>
          <a:p>
            <a:pPr marL="514350" indent="-514350">
              <a:buClr>
                <a:schemeClr val="tx1"/>
              </a:buClr>
              <a:buFont typeface="+mj-lt"/>
              <a:buAutoNum type="arabicPeriod"/>
            </a:pPr>
            <a:r>
              <a:rPr lang="en-US" sz="2800" dirty="0" smtClean="0"/>
              <a:t>If something </a:t>
            </a:r>
            <a:r>
              <a:rPr lang="en-US" sz="2800" u="sng" dirty="0" smtClean="0">
                <a:solidFill>
                  <a:schemeClr val="accent1"/>
                </a:solidFill>
              </a:rPr>
              <a:t>happens</a:t>
            </a:r>
            <a:r>
              <a:rPr lang="en-US" sz="2800" dirty="0" smtClean="0"/>
              <a:t>, it occurs as a result of a situation or course of action.</a:t>
            </a:r>
            <a:endParaRPr lang="en-US" sz="2800" dirty="0" smtClean="0"/>
          </a:p>
          <a:p>
            <a:pPr marL="514350" indent="-514350">
              <a:buClr>
                <a:schemeClr val="tx1"/>
              </a:buClr>
              <a:buFont typeface="+mj-lt"/>
              <a:buAutoNum type="arabicPeriod"/>
            </a:pPr>
            <a:r>
              <a:rPr lang="en-US" sz="2800" u="sng" dirty="0" smtClean="0">
                <a:solidFill>
                  <a:schemeClr val="accent1"/>
                </a:solidFill>
              </a:rPr>
              <a:t>Scientists</a:t>
            </a:r>
            <a:r>
              <a:rPr lang="en-US" sz="2800" dirty="0" smtClean="0"/>
              <a:t> say they’ve already collected more data than had been expected.</a:t>
            </a:r>
            <a:endParaRPr lang="en-US" sz="2800" dirty="0" smtClean="0"/>
          </a:p>
          <a:p>
            <a:pPr marL="514350" indent="-514350">
              <a:buClr>
                <a:schemeClr val="tx1"/>
              </a:buClr>
              <a:buFont typeface="+mj-lt"/>
              <a:buAutoNum type="arabicPeriod"/>
            </a:pPr>
            <a:r>
              <a:rPr lang="en-US" sz="2800" dirty="0" smtClean="0"/>
              <a:t>It’s hoped that the </a:t>
            </a:r>
            <a:r>
              <a:rPr lang="en-US" sz="2800" u="sng" dirty="0" smtClean="0">
                <a:solidFill>
                  <a:schemeClr val="accent1"/>
                </a:solidFill>
              </a:rPr>
              <a:t>telescope</a:t>
            </a:r>
            <a:r>
              <a:rPr lang="en-US" sz="2800" dirty="0" smtClean="0"/>
              <a:t> will enable scientists to see deeper into the universe than ever before.</a:t>
            </a:r>
            <a:endParaRPr lang="en-US" sz="2800" dirty="0" smtClean="0"/>
          </a:p>
          <a:p>
            <a:pPr marL="514350" indent="-514350">
              <a:buClr>
                <a:schemeClr val="tx1"/>
              </a:buClr>
              <a:buFont typeface="+mj-lt"/>
              <a:buAutoNum type="arabicPeriod"/>
            </a:pPr>
            <a:r>
              <a:rPr lang="en-US" sz="2800" dirty="0" smtClean="0"/>
              <a:t>The manager saw the visit as an important </a:t>
            </a:r>
            <a:r>
              <a:rPr lang="en-US" sz="2800" u="sng" dirty="0" smtClean="0">
                <a:solidFill>
                  <a:schemeClr val="accent1"/>
                </a:solidFill>
              </a:rPr>
              <a:t>signal</a:t>
            </a:r>
            <a:r>
              <a:rPr lang="en-US" sz="2800" dirty="0" smtClean="0"/>
              <a:t> of support.</a:t>
            </a:r>
            <a:endParaRPr lang="en-US" sz="2800" dirty="0" smtClean="0"/>
          </a:p>
          <a:p>
            <a:pPr marL="514350" indent="-514350">
              <a:buClr>
                <a:schemeClr val="tx1"/>
              </a:buClr>
              <a:buFont typeface="+mj-lt"/>
              <a:buAutoNum type="arabicPeriod"/>
            </a:pPr>
            <a:r>
              <a:rPr lang="en-US" sz="2800" dirty="0" smtClean="0"/>
              <a:t>In science fiction, a(n) </a:t>
            </a:r>
            <a:r>
              <a:rPr lang="en-US" sz="2800" u="sng" dirty="0" smtClean="0">
                <a:solidFill>
                  <a:schemeClr val="accent1"/>
                </a:solidFill>
              </a:rPr>
              <a:t>alien</a:t>
            </a:r>
            <a:r>
              <a:rPr lang="en-US" sz="2800" dirty="0" smtClean="0"/>
              <a:t> is a creature from outer space.</a:t>
            </a:r>
            <a:endParaRPr lang="en-US" sz="2800" dirty="0"/>
          </a:p>
        </p:txBody>
      </p:sp>
      <p:sp>
        <p:nvSpPr>
          <p:cNvPr id="31" name="btn-Part 1">
            <a:hlinkClick r:id="rId1" action="ppaction://hlinksldjump"/>
          </p:cNvPr>
          <p:cNvSpPr/>
          <p:nvPr/>
        </p:nvSpPr>
        <p:spPr>
          <a:xfrm>
            <a:off x="2791220" y="500042"/>
            <a:ext cx="2209408"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btn-Part 1">
            <a:hlinkClick r:id="rId2" action="ppaction://hlinksldjump"/>
          </p:cNvPr>
          <p:cNvSpPr/>
          <p:nvPr/>
        </p:nvSpPr>
        <p:spPr>
          <a:xfrm>
            <a:off x="5072066" y="504686"/>
            <a:ext cx="2357454"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7" name="播放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8011616" y="1052736"/>
            <a:ext cx="295275" cy="304800"/>
          </a:xfrm>
          <a:prstGeom prst="rect">
            <a:avLst/>
          </a:prstGeom>
          <a:noFill/>
          <a:ln w="9525">
            <a:noFill/>
            <a:miter lim="800000"/>
            <a:headEnd/>
            <a:tailEnd/>
          </a:ln>
          <a:effectLst/>
        </p:spPr>
      </p:pic>
      <p:pic>
        <p:nvPicPr>
          <p:cNvPr id="38" name="暂停按钮"/>
          <p:cNvPicPr>
            <a:picLocks noChangeAspect="1" noChangeArrowheads="1"/>
          </p:cNvPicPr>
          <p:nvPr/>
        </p:nvPicPr>
        <p:blipFill>
          <a:blip r:embed="rId4" cstate="print">
            <a:duotone>
              <a:schemeClr val="accent3">
                <a:shade val="45000"/>
                <a:satMod val="135000"/>
              </a:schemeClr>
              <a:prstClr val="white"/>
            </a:duotone>
          </a:blip>
          <a:srcRect/>
          <a:stretch>
            <a:fillRect/>
          </a:stretch>
        </p:blipFill>
        <p:spPr bwMode="auto">
          <a:xfrm>
            <a:off x="8371656" y="1052736"/>
            <a:ext cx="295275" cy="304800"/>
          </a:xfrm>
          <a:prstGeom prst="rect">
            <a:avLst/>
          </a:prstGeom>
          <a:noFill/>
          <a:ln w="9525">
            <a:noFill/>
            <a:miter lim="800000"/>
            <a:headEnd/>
            <a:tailEnd/>
          </a:ln>
          <a:effectLst/>
        </p:spPr>
      </p:pic>
      <p:pic>
        <p:nvPicPr>
          <p:cNvPr id="40" name="停止按钮"/>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8731696" y="1052736"/>
            <a:ext cx="295275" cy="304800"/>
          </a:xfrm>
          <a:prstGeom prst="rect">
            <a:avLst/>
          </a:prstGeom>
          <a:noFill/>
          <a:ln w="9525">
            <a:noFill/>
            <a:miter lim="800000"/>
            <a:headEnd/>
            <a:tailEnd/>
          </a:ln>
          <a:effectLst/>
        </p:spPr>
      </p:pic>
      <p:pic>
        <p:nvPicPr>
          <p:cNvPr id="50" name="words-2.mp3">
            <a:hlinkClick r:id="" action="ppaction://media"/>
          </p:cNvPr>
          <p:cNvPicPr>
            <a:picLocks noRot="1" noChangeAspect="1"/>
          </p:cNvPicPr>
          <p:nvPr>
            <a:audioFile r:link="rId6"/>
            <p:extLst>
              <p:ext uri="{DAA4B4D4-6D71-4841-9C94-3DE7FCFB9230}">
                <p14:media xmlns:p14="http://schemas.microsoft.com/office/powerpoint/2010/main" r:link="rId7"/>
              </p:ext>
            </p:extLst>
          </p:nvPr>
        </p:nvPicPr>
        <p:blipFill>
          <a:blip r:embed="rId8" cstate="print"/>
          <a:stretch>
            <a:fillRect/>
          </a:stretch>
        </p:blipFill>
        <p:spPr>
          <a:xfrm>
            <a:off x="9235752" y="1052736"/>
            <a:ext cx="304800" cy="304800"/>
          </a:xfrm>
          <a:prstGeom prst="rect">
            <a:avLst/>
          </a:prstGeom>
        </p:spPr>
      </p:pic>
      <p:grpSp>
        <p:nvGrpSpPr>
          <p:cNvPr id="41" name="返回按钮"/>
          <p:cNvGrpSpPr/>
          <p:nvPr/>
        </p:nvGrpSpPr>
        <p:grpSpPr>
          <a:xfrm>
            <a:off x="7875422" y="6585447"/>
            <a:ext cx="264567" cy="210642"/>
            <a:chOff x="7875422" y="6585447"/>
            <a:chExt cx="264567" cy="210642"/>
          </a:xfrm>
        </p:grpSpPr>
        <p:sp>
          <p:nvSpPr>
            <p:cNvPr id="44"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7"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填空热区-点击消失"/>
          <p:cNvSpPr>
            <a:spLocks noChangeArrowheads="1"/>
          </p:cNvSpPr>
          <p:nvPr/>
        </p:nvSpPr>
        <p:spPr bwMode="auto">
          <a:xfrm>
            <a:off x="2654676" y="2379918"/>
            <a:ext cx="1116000" cy="448823"/>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800" u="sng" dirty="0">
              <a:solidFill>
                <a:schemeClr val="bg1"/>
              </a:solidFill>
              <a:uFill>
                <a:solidFill>
                  <a:schemeClr val="tx1"/>
                </a:solidFill>
              </a:uFill>
            </a:endParaRPr>
          </a:p>
        </p:txBody>
      </p:sp>
      <p:pic>
        <p:nvPicPr>
          <p:cNvPr id="36" name="alien.mp3">
            <a:hlinkClick r:id="" action="ppaction://media"/>
          </p:cNvPr>
          <p:cNvPicPr>
            <a:picLocks noRot="1" noChangeAspect="1"/>
          </p:cNvPicPr>
          <p:nvPr>
            <a:audioFile r:link="rId9"/>
            <p:extLst>
              <p:ext uri="{DAA4B4D4-6D71-4841-9C94-3DE7FCFB9230}">
                <p14:media xmlns:p14="http://schemas.microsoft.com/office/powerpoint/2010/main" r:link="rId10"/>
              </p:ext>
            </p:extLst>
          </p:nvPr>
        </p:nvPicPr>
        <p:blipFill>
          <a:blip r:embed="rId11" cstate="print">
            <a:duotone>
              <a:schemeClr val="accent3">
                <a:shade val="45000"/>
                <a:satMod val="135000"/>
              </a:schemeClr>
              <a:prstClr val="white"/>
            </a:duotone>
          </a:blip>
          <a:stretch>
            <a:fillRect/>
          </a:stretch>
        </p:blipFill>
        <p:spPr>
          <a:xfrm>
            <a:off x="785786" y="1929600"/>
            <a:ext cx="312701" cy="309438"/>
          </a:xfrm>
          <a:prstGeom prst="rect">
            <a:avLst/>
          </a:prstGeom>
        </p:spPr>
      </p:pic>
      <p:pic>
        <p:nvPicPr>
          <p:cNvPr id="48" name="scientist.mp3">
            <a:hlinkClick r:id="" action="ppaction://media"/>
          </p:cNvPr>
          <p:cNvPicPr>
            <a:picLocks noRot="1" noChangeAspect="1"/>
          </p:cNvPicPr>
          <p:nvPr>
            <a:audioFile r:link="rId12"/>
            <p:extLst>
              <p:ext uri="{DAA4B4D4-6D71-4841-9C94-3DE7FCFB9230}">
                <p14:media xmlns:p14="http://schemas.microsoft.com/office/powerpoint/2010/main" r:link="rId13"/>
              </p:ext>
            </p:extLst>
          </p:nvPr>
        </p:nvPicPr>
        <p:blipFill>
          <a:blip r:embed="rId11" cstate="print">
            <a:duotone>
              <a:schemeClr val="accent3">
                <a:shade val="45000"/>
                <a:satMod val="135000"/>
              </a:schemeClr>
              <a:prstClr val="white"/>
            </a:duotone>
          </a:blip>
          <a:stretch>
            <a:fillRect/>
          </a:stretch>
        </p:blipFill>
        <p:spPr>
          <a:xfrm>
            <a:off x="1989599" y="1929600"/>
            <a:ext cx="312701" cy="309438"/>
          </a:xfrm>
          <a:prstGeom prst="rect">
            <a:avLst/>
          </a:prstGeom>
        </p:spPr>
      </p:pic>
      <p:pic>
        <p:nvPicPr>
          <p:cNvPr id="54" name="telescope.mp3">
            <a:hlinkClick r:id="" action="ppaction://media"/>
          </p:cNvPr>
          <p:cNvPicPr>
            <a:picLocks noRot="1" noChangeAspect="1"/>
          </p:cNvPicPr>
          <p:nvPr>
            <a:audioFile r:link="rId14"/>
            <p:extLst>
              <p:ext uri="{DAA4B4D4-6D71-4841-9C94-3DE7FCFB9230}">
                <p14:media xmlns:p14="http://schemas.microsoft.com/office/powerpoint/2010/main" r:link="rId15"/>
              </p:ext>
            </p:extLst>
          </p:nvPr>
        </p:nvPicPr>
        <p:blipFill>
          <a:blip r:embed="rId11" cstate="print">
            <a:duotone>
              <a:schemeClr val="accent3">
                <a:shade val="45000"/>
                <a:satMod val="135000"/>
              </a:schemeClr>
              <a:prstClr val="white"/>
            </a:duotone>
          </a:blip>
          <a:stretch>
            <a:fillRect/>
          </a:stretch>
        </p:blipFill>
        <p:spPr>
          <a:xfrm>
            <a:off x="3500430" y="1929600"/>
            <a:ext cx="312701" cy="309438"/>
          </a:xfrm>
          <a:prstGeom prst="rect">
            <a:avLst/>
          </a:prstGeom>
        </p:spPr>
      </p:pic>
      <p:pic>
        <p:nvPicPr>
          <p:cNvPr id="56" name="happen.mp3">
            <a:hlinkClick r:id="" action="ppaction://media"/>
          </p:cNvPr>
          <p:cNvPicPr>
            <a:picLocks noRot="1" noChangeAspect="1"/>
          </p:cNvPicPr>
          <p:nvPr>
            <a:audioFile r:link="rId16"/>
            <p:extLst>
              <p:ext uri="{DAA4B4D4-6D71-4841-9C94-3DE7FCFB9230}">
                <p14:media xmlns:p14="http://schemas.microsoft.com/office/powerpoint/2010/main" r:link="rId17"/>
              </p:ext>
            </p:extLst>
          </p:nvPr>
        </p:nvPicPr>
        <p:blipFill>
          <a:blip r:embed="rId11" cstate="print">
            <a:duotone>
              <a:schemeClr val="accent3">
                <a:shade val="45000"/>
                <a:satMod val="135000"/>
              </a:schemeClr>
              <a:prstClr val="white"/>
            </a:duotone>
          </a:blip>
          <a:stretch>
            <a:fillRect/>
          </a:stretch>
        </p:blipFill>
        <p:spPr>
          <a:xfrm>
            <a:off x="5050800" y="1929600"/>
            <a:ext cx="312701" cy="309438"/>
          </a:xfrm>
          <a:prstGeom prst="rect">
            <a:avLst/>
          </a:prstGeom>
        </p:spPr>
      </p:pic>
      <p:pic>
        <p:nvPicPr>
          <p:cNvPr id="57" name="signal.mp3">
            <a:hlinkClick r:id="" action="ppaction://media"/>
          </p:cNvPr>
          <p:cNvPicPr>
            <a:picLocks noRot="1" noChangeAspect="1"/>
          </p:cNvPicPr>
          <p:nvPr>
            <a:audioFile r:link="rId18"/>
            <p:extLst>
              <p:ext uri="{DAA4B4D4-6D71-4841-9C94-3DE7FCFB9230}">
                <p14:media xmlns:p14="http://schemas.microsoft.com/office/powerpoint/2010/main" r:link="rId19"/>
              </p:ext>
            </p:extLst>
          </p:nvPr>
        </p:nvPicPr>
        <p:blipFill>
          <a:blip r:embed="rId11" cstate="print">
            <a:duotone>
              <a:schemeClr val="accent3">
                <a:shade val="45000"/>
                <a:satMod val="135000"/>
              </a:schemeClr>
              <a:prstClr val="white"/>
            </a:duotone>
          </a:blip>
          <a:stretch>
            <a:fillRect/>
          </a:stretch>
        </p:blipFill>
        <p:spPr>
          <a:xfrm>
            <a:off x="6715140" y="1929600"/>
            <a:ext cx="312701" cy="309438"/>
          </a:xfrm>
          <a:prstGeom prst="rect">
            <a:avLst/>
          </a:prstGeom>
        </p:spPr>
      </p:pic>
      <p:sp>
        <p:nvSpPr>
          <p:cNvPr id="39" name="填空热区-点击消失"/>
          <p:cNvSpPr>
            <a:spLocks noChangeArrowheads="1"/>
          </p:cNvSpPr>
          <p:nvPr/>
        </p:nvSpPr>
        <p:spPr bwMode="auto">
          <a:xfrm>
            <a:off x="928662" y="3325865"/>
            <a:ext cx="1285884" cy="448823"/>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800" u="sng" dirty="0">
              <a:solidFill>
                <a:schemeClr val="bg1"/>
              </a:solidFill>
              <a:uFill>
                <a:solidFill>
                  <a:schemeClr val="tx1"/>
                </a:solidFill>
              </a:uFill>
            </a:endParaRPr>
          </a:p>
        </p:txBody>
      </p:sp>
      <p:sp>
        <p:nvSpPr>
          <p:cNvPr id="52" name="填空热区-点击消失"/>
          <p:cNvSpPr>
            <a:spLocks noChangeArrowheads="1"/>
          </p:cNvSpPr>
          <p:nvPr/>
        </p:nvSpPr>
        <p:spPr bwMode="auto">
          <a:xfrm>
            <a:off x="3340301" y="4260310"/>
            <a:ext cx="1214446" cy="448823"/>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800" u="sng" dirty="0">
              <a:solidFill>
                <a:schemeClr val="bg1"/>
              </a:solidFill>
              <a:uFill>
                <a:solidFill>
                  <a:schemeClr val="tx1"/>
                </a:solidFill>
              </a:uFill>
            </a:endParaRPr>
          </a:p>
        </p:txBody>
      </p:sp>
      <p:sp>
        <p:nvSpPr>
          <p:cNvPr id="53" name="填空热区-点击消失"/>
          <p:cNvSpPr>
            <a:spLocks noChangeArrowheads="1"/>
          </p:cNvSpPr>
          <p:nvPr/>
        </p:nvSpPr>
        <p:spPr bwMode="auto">
          <a:xfrm>
            <a:off x="6489324" y="5206257"/>
            <a:ext cx="785818" cy="448823"/>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800" u="sng" dirty="0">
              <a:solidFill>
                <a:schemeClr val="bg1"/>
              </a:solidFill>
              <a:uFill>
                <a:solidFill>
                  <a:schemeClr val="tx1"/>
                </a:solidFill>
              </a:uFill>
            </a:endParaRPr>
          </a:p>
        </p:txBody>
      </p:sp>
      <p:sp>
        <p:nvSpPr>
          <p:cNvPr id="55" name="填空热区-点击消失"/>
          <p:cNvSpPr>
            <a:spLocks noChangeArrowheads="1"/>
          </p:cNvSpPr>
          <p:nvPr/>
        </p:nvSpPr>
        <p:spPr bwMode="auto">
          <a:xfrm>
            <a:off x="3840367" y="5715016"/>
            <a:ext cx="642942" cy="448823"/>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800" u="sng" dirty="0">
              <a:solidFill>
                <a:schemeClr val="bg1"/>
              </a:solidFill>
              <a:uFill>
                <a:solidFill>
                  <a:schemeClr val="tx1"/>
                </a:solidFill>
              </a:uFill>
            </a:endParaRPr>
          </a:p>
        </p:txBody>
      </p:sp>
      <p:sp>
        <p:nvSpPr>
          <p:cNvPr id="67" name="btn-Part 1">
            <a:hlinkClick r:id="rId20" action="ppaction://hlinksldjump"/>
          </p:cNvPr>
          <p:cNvSpPr/>
          <p:nvPr/>
        </p:nvSpPr>
        <p:spPr>
          <a:xfrm>
            <a:off x="7544686" y="500042"/>
            <a:ext cx="142876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btn-Part 1">
            <a:hlinkClick r:id="rId21" action="ppaction://hlinksldjump"/>
          </p:cNvPr>
          <p:cNvSpPr/>
          <p:nvPr/>
        </p:nvSpPr>
        <p:spPr>
          <a:xfrm>
            <a:off x="100128" y="504272"/>
            <a:ext cx="2614484"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50"/>
                </p:tgtEl>
              </p:cMediaNode>
            </p:audio>
            <p:audio>
              <p:cMediaNode>
                <p:cTn id="3" fill="hold" display="0">
                  <p:stCondLst>
                    <p:cond delay="indefinite"/>
                  </p:stCondLst>
                  <p:endCondLst>
                    <p:cond evt="onNext" delay="0">
                      <p:tgtEl>
                        <p:sldTgt/>
                      </p:tgtEl>
                    </p:cond>
                    <p:cond evt="onPrev" delay="0">
                      <p:tgtEl>
                        <p:sldTgt/>
                      </p:tgtEl>
                    </p:cond>
                    <p:cond evt="onStopAudio" delay="0">
                      <p:tgtEl>
                        <p:sldTgt/>
                      </p:tgtEl>
                    </p:cond>
                  </p:endCondLst>
                </p:cTn>
                <p:tgtEl>
                  <p:spTgt spid="36"/>
                </p:tgtEl>
              </p:cMediaNode>
            </p:audio>
            <p:audio>
              <p:cMediaNode>
                <p:cTn id="4" fill="hold" display="0">
                  <p:stCondLst>
                    <p:cond delay="indefinite"/>
                  </p:stCondLst>
                  <p:endCondLst>
                    <p:cond evt="onNext" delay="0">
                      <p:tgtEl>
                        <p:sldTgt/>
                      </p:tgtEl>
                    </p:cond>
                    <p:cond evt="onPrev" delay="0">
                      <p:tgtEl>
                        <p:sldTgt/>
                      </p:tgtEl>
                    </p:cond>
                    <p:cond evt="onStopAudio" delay="0">
                      <p:tgtEl>
                        <p:sldTgt/>
                      </p:tgtEl>
                    </p:cond>
                  </p:endCondLst>
                </p:cTn>
                <p:tgtEl>
                  <p:spTgt spid="48"/>
                </p:tgtEl>
              </p:cMediaNode>
            </p:audio>
            <p:audio>
              <p:cMediaNode>
                <p:cTn id="5" fill="hold" display="0">
                  <p:stCondLst>
                    <p:cond delay="indefinite"/>
                  </p:stCondLst>
                  <p:endCondLst>
                    <p:cond evt="onNext" delay="0">
                      <p:tgtEl>
                        <p:sldTgt/>
                      </p:tgtEl>
                    </p:cond>
                    <p:cond evt="onPrev" delay="0">
                      <p:tgtEl>
                        <p:sldTgt/>
                      </p:tgtEl>
                    </p:cond>
                    <p:cond evt="onStopAudio" delay="0">
                      <p:tgtEl>
                        <p:sldTgt/>
                      </p:tgtEl>
                    </p:cond>
                  </p:endCondLst>
                </p:cTn>
                <p:tgtEl>
                  <p:spTgt spid="54"/>
                </p:tgtEl>
              </p:cMediaNode>
            </p:audio>
            <p:audio>
              <p:cMediaNode>
                <p:cTn id="6" fill="hold" display="0">
                  <p:stCondLst>
                    <p:cond delay="indefinite"/>
                  </p:stCondLst>
                  <p:endCondLst>
                    <p:cond evt="onNext" delay="0">
                      <p:tgtEl>
                        <p:sldTgt/>
                      </p:tgtEl>
                    </p:cond>
                    <p:cond evt="onPrev" delay="0">
                      <p:tgtEl>
                        <p:sldTgt/>
                      </p:tgtEl>
                    </p:cond>
                    <p:cond evt="onStopAudio" delay="0">
                      <p:tgtEl>
                        <p:sldTgt/>
                      </p:tgtEl>
                    </p:cond>
                  </p:endCondLst>
                </p:cTn>
                <p:tgtEl>
                  <p:spTgt spid="56"/>
                </p:tgtEl>
              </p:cMediaNode>
            </p:audio>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7"/>
                </p:tgtEl>
              </p:cMediaNode>
            </p:audio>
          </p:childTnLst>
        </p:cTn>
      </p:par>
    </p:tnLst>
    <p:bldLst>
      <p:bldP spid="49" grpId="0" animBg="1"/>
      <p:bldP spid="39" grpId="0" animBg="1"/>
      <p:bldP spid="52" grpId="0" animBg="1"/>
      <p:bldP spid="53" grpId="0" animBg="1"/>
      <p:bldP spid="5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sz="quarter" idx="13"/>
          </p:nvPr>
        </p:nvSpPr>
        <p:spPr>
          <a:xfrm>
            <a:off x="323850" y="1124744"/>
            <a:ext cx="8677306" cy="446868"/>
          </a:xfrm>
        </p:spPr>
        <p:txBody>
          <a:bodyPr>
            <a:noAutofit/>
          </a:bodyPr>
          <a:lstStyle/>
          <a:p>
            <a:r>
              <a:rPr lang="en-US" altLang="zh-CN" dirty="0" smtClean="0"/>
              <a:t>Ask your partner the questions and have a discussion.</a:t>
            </a:r>
            <a:endParaRPr lang="zh-CN" altLang="zh-CN" dirty="0"/>
          </a:p>
        </p:txBody>
      </p:sp>
      <p:sp>
        <p:nvSpPr>
          <p:cNvPr id="47" name="文本占位符 46"/>
          <p:cNvSpPr>
            <a:spLocks noGrp="1"/>
          </p:cNvSpPr>
          <p:nvPr>
            <p:ph type="body" sz="quarter" idx="14"/>
          </p:nvPr>
        </p:nvSpPr>
        <p:spPr>
          <a:xfrm>
            <a:off x="323528" y="1571612"/>
            <a:ext cx="8391876" cy="1643074"/>
          </a:xfrm>
        </p:spPr>
        <p:txBody>
          <a:bodyPr>
            <a:noAutofit/>
          </a:bodyPr>
          <a:lstStyle/>
          <a:p>
            <a:pPr marL="0" indent="0">
              <a:buNone/>
            </a:pPr>
            <a:r>
              <a:rPr lang="en-US" altLang="zh-CN" sz="2800" dirty="0" smtClean="0"/>
              <a:t>Do you think there exist other planets like Earth on which there are living creatures?</a:t>
            </a:r>
            <a:endParaRPr lang="en-US" altLang="zh-CN" sz="2800" dirty="0" smtClean="0"/>
          </a:p>
          <a:p>
            <a:pPr marL="0" indent="0">
              <a:buNone/>
            </a:pPr>
            <a:r>
              <a:rPr lang="en-US" altLang="zh-CN" sz="2800" dirty="0" smtClean="0"/>
              <a:t>If so, do you want to get in touch with them?</a:t>
            </a:r>
            <a:endParaRPr lang="en-US" altLang="zh-CN" sz="2800" dirty="0" smtClean="0"/>
          </a:p>
        </p:txBody>
      </p:sp>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6"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矩形 31"/>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A. New words and expressions    </a:t>
            </a:r>
            <a:r>
              <a:rPr lang="en-US" altLang="zh-CN" sz="1600" b="1" dirty="0" smtClean="0">
                <a:solidFill>
                  <a:srgbClr val="515672"/>
                </a:solidFill>
                <a:latin typeface="+mj-lt"/>
              </a:rPr>
              <a:t>B. Pre-listening questions    </a:t>
            </a:r>
            <a:r>
              <a:rPr lang="en-US" altLang="zh-CN" sz="1600" b="1" dirty="0" smtClean="0">
                <a:solidFill>
                  <a:schemeClr val="accent4"/>
                </a:solidFill>
                <a:latin typeface="+mj-lt"/>
              </a:rPr>
              <a:t>C. Listening comprehension    D. Think about it</a:t>
            </a:r>
            <a:endParaRPr lang="zh-CN" altLang="en-US" sz="1600" b="1" dirty="0">
              <a:solidFill>
                <a:schemeClr val="accent4"/>
              </a:solidFill>
              <a:latin typeface="+mj-lt"/>
            </a:endParaRPr>
          </a:p>
        </p:txBody>
      </p:sp>
      <p:sp>
        <p:nvSpPr>
          <p:cNvPr id="29" name="标题 1"/>
          <p:cNvSpPr txBox="1"/>
          <p:nvPr/>
        </p:nvSpPr>
        <p:spPr>
          <a:xfrm>
            <a:off x="4716016" y="0"/>
            <a:ext cx="136815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 1</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30" name="返回按钮"/>
          <p:cNvGrpSpPr/>
          <p:nvPr/>
        </p:nvGrpSpPr>
        <p:grpSpPr>
          <a:xfrm>
            <a:off x="7875422" y="6585447"/>
            <a:ext cx="264567" cy="210642"/>
            <a:chOff x="7875422" y="6585447"/>
            <a:chExt cx="264567" cy="210642"/>
          </a:xfrm>
        </p:grpSpPr>
        <p:sp>
          <p:nvSpPr>
            <p:cNvPr id="31"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33"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btn-Part 1">
            <a:hlinkClick r:id="rId1" action="ppaction://hlinksldjump"/>
          </p:cNvPr>
          <p:cNvSpPr/>
          <p:nvPr/>
        </p:nvSpPr>
        <p:spPr>
          <a:xfrm>
            <a:off x="5072066" y="504686"/>
            <a:ext cx="235745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btn-Part 1">
            <a:hlinkClick r:id="rId2" action="ppaction://hlinksldjump"/>
          </p:cNvPr>
          <p:cNvSpPr/>
          <p:nvPr/>
        </p:nvSpPr>
        <p:spPr>
          <a:xfrm>
            <a:off x="100128" y="504272"/>
            <a:ext cx="26144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btn-Part 1">
            <a:hlinkClick r:id="rId3" action="ppaction://hlinksldjump"/>
          </p:cNvPr>
          <p:cNvSpPr/>
          <p:nvPr/>
        </p:nvSpPr>
        <p:spPr>
          <a:xfrm>
            <a:off x="7544686" y="500042"/>
            <a:ext cx="142876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descr="Unit 8_Listening and Speaking_P9.jpg"/>
          <p:cNvPicPr>
            <a:picLocks noChangeAspect="1"/>
          </p:cNvPicPr>
          <p:nvPr/>
        </p:nvPicPr>
        <p:blipFill>
          <a:blip r:embed="rId4" cstate="print"/>
          <a:stretch>
            <a:fillRect/>
          </a:stretch>
        </p:blipFill>
        <p:spPr>
          <a:xfrm>
            <a:off x="1928826" y="3237568"/>
            <a:ext cx="4500562" cy="3120390"/>
          </a:xfrm>
          <a:prstGeom prst="rect">
            <a:avLst/>
          </a:prstGeom>
        </p:spPr>
      </p:pic>
      <p:sp>
        <p:nvSpPr>
          <p:cNvPr id="21" name="btn-Part 1">
            <a:hlinkClick r:id="rId5" action="ppaction://hlinksldjump"/>
          </p:cNvPr>
          <p:cNvSpPr/>
          <p:nvPr/>
        </p:nvSpPr>
        <p:spPr>
          <a:xfrm>
            <a:off x="2791220" y="500042"/>
            <a:ext cx="2209408"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8"/>
          <p:cNvSpPr>
            <a:spLocks noGrp="1"/>
          </p:cNvSpPr>
          <p:nvPr>
            <p:ph type="body" sz="quarter" idx="13"/>
          </p:nvPr>
        </p:nvSpPr>
        <p:spPr>
          <a:xfrm>
            <a:off x="323850" y="1072800"/>
            <a:ext cx="8568630" cy="864096"/>
          </a:xfrm>
        </p:spPr>
        <p:txBody>
          <a:bodyPr>
            <a:normAutofit/>
          </a:bodyPr>
          <a:lstStyle/>
          <a:p>
            <a:r>
              <a:rPr lang="en-US" altLang="zh-CN" b="1" dirty="0" smtClean="0"/>
              <a:t>Exercise 1: Listening for gist.</a:t>
            </a:r>
            <a:r>
              <a:rPr lang="en-US" altLang="zh-CN" dirty="0" smtClean="0"/>
              <a:t> Listen to the recording once and answer the following questions.</a:t>
            </a:r>
            <a:endParaRPr lang="en-US" altLang="zh-CN" dirty="0" smtClean="0"/>
          </a:p>
        </p:txBody>
      </p:sp>
      <p:sp>
        <p:nvSpPr>
          <p:cNvPr id="47" name="文本占位符 46"/>
          <p:cNvSpPr>
            <a:spLocks noGrp="1"/>
          </p:cNvSpPr>
          <p:nvPr>
            <p:ph type="body" sz="quarter" idx="14"/>
          </p:nvPr>
        </p:nvSpPr>
        <p:spPr>
          <a:xfrm>
            <a:off x="357158" y="2571744"/>
            <a:ext cx="3643338" cy="3429024"/>
          </a:xfrm>
        </p:spPr>
        <p:txBody>
          <a:bodyPr>
            <a:normAutofit/>
          </a:bodyPr>
          <a:lstStyle/>
          <a:p>
            <a:pPr marL="355600" indent="-355600">
              <a:buFont typeface="+mj-lt"/>
              <a:buAutoNum type="arabicPeriod"/>
            </a:pPr>
            <a:r>
              <a:rPr lang="en-US" altLang="zh-CN" sz="2800" dirty="0" smtClean="0"/>
              <a:t>Who was Jerry </a:t>
            </a:r>
            <a:r>
              <a:rPr lang="en-US" altLang="zh-CN" sz="2800" dirty="0" err="1" smtClean="0"/>
              <a:t>Ehman</a:t>
            </a:r>
            <a:r>
              <a:rPr lang="en-US" altLang="zh-CN" sz="2800" dirty="0" smtClean="0"/>
              <a:t>?</a:t>
            </a:r>
            <a:endParaRPr lang="en-US" altLang="zh-CN" sz="2800" dirty="0" smtClean="0"/>
          </a:p>
          <a:p>
            <a:pPr marL="355600" indent="1905">
              <a:spcAft>
                <a:spcPts val="1200"/>
              </a:spcAft>
              <a:buNone/>
            </a:pPr>
            <a:r>
              <a:rPr lang="en-US" altLang="zh-CN" sz="2800" u="sng" dirty="0" smtClean="0">
                <a:solidFill>
                  <a:schemeClr val="accent1"/>
                </a:solidFill>
              </a:rPr>
              <a:t>He was a scientist.</a:t>
            </a:r>
            <a:endParaRPr lang="en-US" altLang="zh-CN" sz="2800" u="sng" dirty="0" smtClean="0">
              <a:solidFill>
                <a:schemeClr val="accent1"/>
              </a:solidFill>
            </a:endParaRPr>
          </a:p>
          <a:p>
            <a:pPr marL="357505" indent="-357505">
              <a:buFont typeface="+mj-lt"/>
              <a:buAutoNum type="arabicPeriod" startAt="2"/>
            </a:pPr>
            <a:r>
              <a:rPr lang="en-US" altLang="zh-CN" sz="2800" dirty="0" smtClean="0"/>
              <a:t>What was “Big Ear”?</a:t>
            </a:r>
            <a:endParaRPr lang="en-US" altLang="zh-CN" sz="2800" dirty="0" smtClean="0"/>
          </a:p>
          <a:p>
            <a:pPr marL="355600" indent="1905">
              <a:spcAft>
                <a:spcPts val="1200"/>
              </a:spcAft>
              <a:buNone/>
            </a:pPr>
            <a:r>
              <a:rPr lang="en-US" altLang="zh-CN" sz="2800" u="sng" dirty="0" smtClean="0">
                <a:solidFill>
                  <a:schemeClr val="accent1"/>
                </a:solidFill>
              </a:rPr>
              <a:t>It was a large radio telescope.</a:t>
            </a:r>
            <a:endParaRPr lang="en-US" altLang="zh-CN" sz="2800" u="sng" dirty="0" smtClean="0">
              <a:solidFill>
                <a:schemeClr val="accent1"/>
              </a:solidFill>
            </a:endParaRPr>
          </a:p>
        </p:txBody>
      </p:sp>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6"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矩形 31"/>
          <p:cNvSpPr/>
          <p:nvPr/>
        </p:nvSpPr>
        <p:spPr>
          <a:xfrm>
            <a:off x="0" y="476672"/>
            <a:ext cx="9144000" cy="432048"/>
          </a:xfrm>
          <a:prstGeom prst="rect">
            <a:avLst/>
          </a:prstGeom>
          <a:noFill/>
          <a:ln>
            <a:noFill/>
          </a:ln>
          <a:extLst>
            <a:ext uri="{909E8E84-426E-40DD-AFC4-6F175D3DCCD1}">
              <a14:hiddenFill xmlns:a14="http://schemas.microsoft.com/office/drawing/2010/main">
                <a:solidFill>
                  <a:srgbClr val="FFDD3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A. New words and expressions    B. Pre-listening questions   </a:t>
            </a:r>
            <a:r>
              <a:rPr lang="en-US" altLang="zh-CN" sz="1600" b="1" dirty="0" smtClean="0">
                <a:solidFill>
                  <a:schemeClr val="accent6"/>
                </a:solidFill>
                <a:latin typeface="+mj-lt"/>
              </a:rPr>
              <a:t> </a:t>
            </a:r>
            <a:r>
              <a:rPr lang="en-US" altLang="zh-CN" sz="1600" b="1" dirty="0" smtClean="0">
                <a:solidFill>
                  <a:srgbClr val="515672"/>
                </a:solidFill>
                <a:latin typeface="+mj-lt"/>
              </a:rPr>
              <a:t>C. Listening comprehension    </a:t>
            </a:r>
            <a:r>
              <a:rPr lang="en-US" altLang="zh-CN" sz="1600" b="1" dirty="0" smtClean="0">
                <a:solidFill>
                  <a:schemeClr val="accent4"/>
                </a:solidFill>
                <a:latin typeface="+mj-lt"/>
              </a:rPr>
              <a:t>D. Think about it</a:t>
            </a:r>
            <a:endParaRPr lang="zh-CN" altLang="en-US" sz="1600" b="1" dirty="0">
              <a:solidFill>
                <a:schemeClr val="accent4"/>
              </a:solidFill>
              <a:latin typeface="+mj-lt"/>
            </a:endParaRPr>
          </a:p>
        </p:txBody>
      </p:sp>
      <p:pic>
        <p:nvPicPr>
          <p:cNvPr id="33" name="播放按钮"/>
          <p:cNvPicPr>
            <a:picLocks noChangeAspect="1" noChangeArrowheads="1"/>
          </p:cNvPicPr>
          <p:nvPr/>
        </p:nvPicPr>
        <p:blipFill>
          <a:blip r:embed="rId1" cstate="print">
            <a:duotone>
              <a:schemeClr val="accent3">
                <a:shade val="45000"/>
                <a:satMod val="135000"/>
              </a:schemeClr>
              <a:prstClr val="white"/>
            </a:duotone>
          </a:blip>
          <a:srcRect/>
          <a:stretch>
            <a:fillRect/>
          </a:stretch>
        </p:blipFill>
        <p:spPr bwMode="auto">
          <a:xfrm>
            <a:off x="395536" y="1879200"/>
            <a:ext cx="295275" cy="304800"/>
          </a:xfrm>
          <a:prstGeom prst="rect">
            <a:avLst/>
          </a:prstGeom>
          <a:noFill/>
          <a:ln w="9525">
            <a:noFill/>
            <a:miter lim="800000"/>
            <a:headEnd/>
            <a:tailEnd/>
          </a:ln>
          <a:effectLst/>
        </p:spPr>
      </p:pic>
      <p:pic>
        <p:nvPicPr>
          <p:cNvPr id="34" name="暂停按钮"/>
          <p:cNvPicPr>
            <a:picLocks noChangeAspect="1" noChangeArrowheads="1"/>
          </p:cNvPicPr>
          <p:nvPr/>
        </p:nvPicPr>
        <p:blipFill>
          <a:blip r:embed="rId2" cstate="print">
            <a:duotone>
              <a:schemeClr val="accent3">
                <a:shade val="45000"/>
                <a:satMod val="135000"/>
              </a:schemeClr>
              <a:prstClr val="white"/>
            </a:duotone>
          </a:blip>
          <a:srcRect/>
          <a:stretch>
            <a:fillRect/>
          </a:stretch>
        </p:blipFill>
        <p:spPr bwMode="auto">
          <a:xfrm>
            <a:off x="755576" y="1879200"/>
            <a:ext cx="295275" cy="304800"/>
          </a:xfrm>
          <a:prstGeom prst="rect">
            <a:avLst/>
          </a:prstGeom>
          <a:noFill/>
          <a:ln w="9525">
            <a:noFill/>
            <a:miter lim="800000"/>
            <a:headEnd/>
            <a:tailEnd/>
          </a:ln>
          <a:effectLst/>
        </p:spPr>
      </p:pic>
      <p:pic>
        <p:nvPicPr>
          <p:cNvPr id="36" name="停止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1115616" y="1879200"/>
            <a:ext cx="295275" cy="304800"/>
          </a:xfrm>
          <a:prstGeom prst="rect">
            <a:avLst/>
          </a:prstGeom>
          <a:noFill/>
          <a:ln w="9525">
            <a:noFill/>
            <a:miter lim="800000"/>
            <a:headEnd/>
            <a:tailEnd/>
          </a:ln>
          <a:effectLst/>
        </p:spPr>
      </p:pic>
      <p:pic>
        <p:nvPicPr>
          <p:cNvPr id="37" name="按钮-External Player">
            <a:hlinkClick r:id="rId4" action="ppaction://hlinkfile"/>
          </p:cNvPr>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1482006" y="1879200"/>
            <a:ext cx="1521337" cy="308000"/>
          </a:xfrm>
          <a:prstGeom prst="rect">
            <a:avLst/>
          </a:prstGeom>
          <a:noFill/>
          <a:ln w="9525">
            <a:noFill/>
            <a:miter lim="800000"/>
            <a:headEnd/>
            <a:tailEnd/>
          </a:ln>
          <a:effectLst/>
        </p:spPr>
      </p:pic>
      <p:pic>
        <p:nvPicPr>
          <p:cNvPr id="39" name="Track 8-3.mp3">
            <a:hlinkClick r:id="" action="ppaction://media"/>
          </p:cNvPr>
          <p:cNvPicPr>
            <a:picLocks noRot="1" noChangeAspect="1"/>
          </p:cNvPicPr>
          <p:nvPr>
            <a:audioFile r:link="rId6"/>
            <p:extLst>
              <p:ext uri="{DAA4B4D4-6D71-4841-9C94-3DE7FCFB9230}">
                <p14:media xmlns:p14="http://schemas.microsoft.com/office/powerpoint/2010/main" r:link="rId7"/>
              </p:ext>
            </p:extLst>
          </p:nvPr>
        </p:nvPicPr>
        <p:blipFill>
          <a:blip r:embed="rId8" cstate="print"/>
          <a:stretch>
            <a:fillRect/>
          </a:stretch>
        </p:blipFill>
        <p:spPr>
          <a:xfrm>
            <a:off x="4067944" y="1879200"/>
            <a:ext cx="304800" cy="304800"/>
          </a:xfrm>
          <a:prstGeom prst="rect">
            <a:avLst/>
          </a:prstGeom>
        </p:spPr>
      </p:pic>
      <p:pic>
        <p:nvPicPr>
          <p:cNvPr id="41" name="按钮-Script">
            <a:hlinkClick r:id="rId9" action="ppaction://hlinkpres?slideindex=1&amp;slidetitle="/>
          </p:cNvPr>
          <p:cNvPicPr>
            <a:picLocks noChangeAspect="1" noChangeArrowheads="1"/>
          </p:cNvPicPr>
          <p:nvPr/>
        </p:nvPicPr>
        <p:blipFill>
          <a:blip r:embed="rId10" cstate="print">
            <a:duotone>
              <a:schemeClr val="accent3">
                <a:shade val="45000"/>
                <a:satMod val="135000"/>
              </a:schemeClr>
              <a:prstClr val="white"/>
            </a:duotone>
          </a:blip>
          <a:srcRect/>
          <a:stretch>
            <a:fillRect/>
          </a:stretch>
        </p:blipFill>
        <p:spPr bwMode="auto">
          <a:xfrm>
            <a:off x="3059832" y="1879200"/>
            <a:ext cx="904875" cy="333375"/>
          </a:xfrm>
          <a:prstGeom prst="rect">
            <a:avLst/>
          </a:prstGeom>
          <a:noFill/>
          <a:ln w="9525">
            <a:noFill/>
            <a:miter lim="800000"/>
            <a:headEnd/>
            <a:tailEnd/>
          </a:ln>
          <a:effectLst/>
        </p:spPr>
      </p:pic>
      <p:sp>
        <p:nvSpPr>
          <p:cNvPr id="52" name="标题 1"/>
          <p:cNvSpPr txBox="1"/>
          <p:nvPr/>
        </p:nvSpPr>
        <p:spPr>
          <a:xfrm>
            <a:off x="4716016" y="0"/>
            <a:ext cx="1368152" cy="476672"/>
          </a:xfrm>
          <a:prstGeom prst="rect">
            <a:avLst/>
          </a:prstGeom>
          <a:noFill/>
          <a:extLst>
            <a:ext uri="{909E8E84-426E-40DD-AFC4-6F175D3DCCD1}">
              <a14:hiddenFill xmlns:a14="http://schemas.microsoft.com/office/drawing/2010/main">
                <a:solidFill>
                  <a:srgbClr val="FFDD33"/>
                </a:solidFill>
              </a14:hiddenFill>
            </a:ext>
          </a:extLst>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 1</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53" name="返回按钮"/>
          <p:cNvGrpSpPr/>
          <p:nvPr/>
        </p:nvGrpSpPr>
        <p:grpSpPr>
          <a:xfrm>
            <a:off x="7875422" y="6585447"/>
            <a:ext cx="264567" cy="210642"/>
            <a:chOff x="7875422" y="6585447"/>
            <a:chExt cx="264567" cy="210642"/>
          </a:xfrm>
        </p:grpSpPr>
        <p:sp>
          <p:nvSpPr>
            <p:cNvPr id="55"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56"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填空热区-点击消失"/>
          <p:cNvSpPr>
            <a:spLocks noChangeArrowheads="1"/>
          </p:cNvSpPr>
          <p:nvPr/>
        </p:nvSpPr>
        <p:spPr bwMode="auto">
          <a:xfrm>
            <a:off x="798788" y="3130246"/>
            <a:ext cx="2415890" cy="427360"/>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square" lIns="0" tIns="0" rIns="0" bIns="0" anchor="b"/>
          <a:lstStyle/>
          <a:p>
            <a:pPr algn="just">
              <a:lnSpc>
                <a:spcPct val="100000"/>
              </a:lnSpc>
              <a:defRPr/>
            </a:pPr>
            <a:endParaRPr lang="en-US" altLang="zh-CN" sz="2800" u="sng" dirty="0">
              <a:solidFill>
                <a:schemeClr val="bg1"/>
              </a:solidFill>
              <a:uFill>
                <a:solidFill>
                  <a:schemeClr val="tx1"/>
                </a:solidFill>
              </a:uFill>
            </a:endParaRPr>
          </a:p>
        </p:txBody>
      </p:sp>
      <p:pic>
        <p:nvPicPr>
          <p:cNvPr id="27" name="图片 26" descr="P07-04_RTR2YOPP.jpg"/>
          <p:cNvPicPr>
            <a:picLocks noChangeAspect="1"/>
          </p:cNvPicPr>
          <p:nvPr/>
        </p:nvPicPr>
        <p:blipFill>
          <a:blip r:embed="rId11"/>
          <a:stretch>
            <a:fillRect/>
          </a:stretch>
        </p:blipFill>
        <p:spPr>
          <a:xfrm>
            <a:off x="4087552" y="2601617"/>
            <a:ext cx="4839848" cy="2796357"/>
          </a:xfrm>
          <a:prstGeom prst="rect">
            <a:avLst/>
          </a:prstGeom>
        </p:spPr>
      </p:pic>
      <p:sp>
        <p:nvSpPr>
          <p:cNvPr id="28" name="矩形 27"/>
          <p:cNvSpPr/>
          <p:nvPr/>
        </p:nvSpPr>
        <p:spPr>
          <a:xfrm>
            <a:off x="4092954" y="5397974"/>
            <a:ext cx="4834800" cy="307777"/>
          </a:xfrm>
          <a:prstGeom prst="rect">
            <a:avLst/>
          </a:prstGeom>
          <a:noFill/>
          <a:extLst>
            <a:ext uri="{909E8E84-426E-40DD-AFC4-6F175D3DCCD1}">
              <a14:hiddenFill xmlns:a14="http://schemas.microsoft.com/office/drawing/2010/main">
                <a:solidFill>
                  <a:schemeClr val="tx1"/>
                </a:solidFill>
              </a14:hiddenFill>
            </a:ext>
          </a:extLst>
        </p:spPr>
        <p:txBody>
          <a:bodyPr wrap="square">
            <a:spAutoFit/>
          </a:bodyPr>
          <a:lstStyle/>
          <a:p>
            <a:r>
              <a:rPr lang="en-US" altLang="zh-CN" sz="1400" dirty="0" smtClean="0">
                <a:solidFill>
                  <a:schemeClr val="bg1"/>
                </a:solidFill>
              </a:rPr>
              <a:t>Radio telescopes, like this one in</a:t>
            </a:r>
            <a:r>
              <a:rPr lang="zh-CN" altLang="en-US" sz="1400" dirty="0" smtClean="0">
                <a:solidFill>
                  <a:schemeClr val="bg1"/>
                </a:solidFill>
              </a:rPr>
              <a:t> </a:t>
            </a:r>
            <a:r>
              <a:rPr lang="en-US" altLang="zh-CN" sz="1400" dirty="0" smtClean="0">
                <a:solidFill>
                  <a:schemeClr val="bg1"/>
                </a:solidFill>
              </a:rPr>
              <a:t>the U.S., get signals from space.</a:t>
            </a:r>
            <a:endParaRPr lang="zh-CN" altLang="en-US" sz="1400" dirty="0">
              <a:solidFill>
                <a:schemeClr val="bg1"/>
              </a:solidFill>
            </a:endParaRPr>
          </a:p>
        </p:txBody>
      </p:sp>
      <p:sp>
        <p:nvSpPr>
          <p:cNvPr id="29" name="填空热区-点击消失"/>
          <p:cNvSpPr>
            <a:spLocks noChangeArrowheads="1"/>
          </p:cNvSpPr>
          <p:nvPr/>
        </p:nvSpPr>
        <p:spPr bwMode="auto">
          <a:xfrm>
            <a:off x="800882" y="4303592"/>
            <a:ext cx="2413796" cy="855988"/>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square" lIns="0" tIns="0" rIns="0" bIns="0" anchor="b"/>
          <a:lstStyle/>
          <a:p>
            <a:pPr algn="dist">
              <a:lnSpc>
                <a:spcPct val="100000"/>
              </a:lnSpc>
              <a:defRPr/>
            </a:pPr>
            <a:endParaRPr lang="en-US" altLang="zh-CN" sz="2800" u="sng" dirty="0">
              <a:solidFill>
                <a:schemeClr val="bg1"/>
              </a:solidFill>
              <a:uFill>
                <a:solidFill>
                  <a:schemeClr val="tx1"/>
                </a:solidFill>
              </a:uFill>
            </a:endParaRPr>
          </a:p>
        </p:txBody>
      </p:sp>
      <p:sp>
        <p:nvSpPr>
          <p:cNvPr id="30" name="btn-Part 1">
            <a:hlinkClick r:id="rId12" action="ppaction://hlinksldjump"/>
          </p:cNvPr>
          <p:cNvSpPr/>
          <p:nvPr/>
        </p:nvSpPr>
        <p:spPr>
          <a:xfrm>
            <a:off x="2791220" y="500042"/>
            <a:ext cx="2209408"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btn-Part 1">
            <a:hlinkClick r:id="rId13" action="ppaction://hlinksldjump"/>
          </p:cNvPr>
          <p:cNvSpPr/>
          <p:nvPr/>
        </p:nvSpPr>
        <p:spPr>
          <a:xfrm>
            <a:off x="100128" y="504272"/>
            <a:ext cx="2614484"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btn-Part 1">
            <a:hlinkClick r:id="rId14" action="ppaction://hlinksldjump"/>
          </p:cNvPr>
          <p:cNvSpPr/>
          <p:nvPr/>
        </p:nvSpPr>
        <p:spPr>
          <a:xfrm>
            <a:off x="7544686" y="500042"/>
            <a:ext cx="142876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btn-Part 1">
            <a:hlinkClick r:id="rId15" action="ppaction://hlinksldjump"/>
          </p:cNvPr>
          <p:cNvSpPr/>
          <p:nvPr/>
        </p:nvSpPr>
        <p:spPr>
          <a:xfrm>
            <a:off x="5072066" y="504686"/>
            <a:ext cx="2357454"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39"/>
                </p:tgtEl>
              </p:cMediaNode>
            </p:audio>
          </p:childTnLst>
        </p:cTn>
      </p:par>
    </p:tnLst>
    <p:bldLst>
      <p:bldP spid="26" grpId="0" animBg="1"/>
      <p:bldP spid="2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6"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矩形 31"/>
          <p:cNvSpPr/>
          <p:nvPr/>
        </p:nvSpPr>
        <p:spPr>
          <a:xfrm>
            <a:off x="0" y="476672"/>
            <a:ext cx="9144000" cy="432048"/>
          </a:xfrm>
          <a:prstGeom prst="rect">
            <a:avLst/>
          </a:prstGeom>
          <a:noFill/>
          <a:ln>
            <a:noFill/>
          </a:ln>
          <a:extLst>
            <a:ext uri="{909E8E84-426E-40DD-AFC4-6F175D3DCCD1}">
              <a14:hiddenFill xmlns:a14="http://schemas.microsoft.com/office/drawing/2010/main">
                <a:solidFill>
                  <a:srgbClr val="FFDD3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A. New words and expressions    B. Pre-listening questions   </a:t>
            </a:r>
            <a:r>
              <a:rPr lang="en-US" altLang="zh-CN" sz="1600" b="1" dirty="0" smtClean="0">
                <a:solidFill>
                  <a:schemeClr val="accent6"/>
                </a:solidFill>
                <a:latin typeface="+mj-lt"/>
              </a:rPr>
              <a:t> </a:t>
            </a:r>
            <a:r>
              <a:rPr lang="en-US" altLang="zh-CN" sz="1600" b="1" dirty="0" smtClean="0">
                <a:solidFill>
                  <a:srgbClr val="515672"/>
                </a:solidFill>
                <a:latin typeface="+mj-lt"/>
              </a:rPr>
              <a:t>C. Listening comprehension    </a:t>
            </a:r>
            <a:r>
              <a:rPr lang="en-US" altLang="zh-CN" sz="1600" b="1" dirty="0" smtClean="0">
                <a:solidFill>
                  <a:schemeClr val="accent4"/>
                </a:solidFill>
                <a:latin typeface="+mj-lt"/>
              </a:rPr>
              <a:t>D. Think about it</a:t>
            </a:r>
            <a:endParaRPr lang="zh-CN" altLang="en-US" sz="1600" b="1" dirty="0">
              <a:solidFill>
                <a:schemeClr val="accent4"/>
              </a:solidFill>
              <a:latin typeface="+mj-lt"/>
            </a:endParaRPr>
          </a:p>
        </p:txBody>
      </p:sp>
      <p:sp>
        <p:nvSpPr>
          <p:cNvPr id="30" name="标题 1"/>
          <p:cNvSpPr txBox="1"/>
          <p:nvPr/>
        </p:nvSpPr>
        <p:spPr>
          <a:xfrm>
            <a:off x="4716016" y="0"/>
            <a:ext cx="1368152" cy="476672"/>
          </a:xfrm>
          <a:prstGeom prst="rect">
            <a:avLst/>
          </a:prstGeom>
          <a:noFill/>
          <a:extLst>
            <a:ext uri="{909E8E84-426E-40DD-AFC4-6F175D3DCCD1}">
              <a14:hiddenFill xmlns:a14="http://schemas.microsoft.com/office/drawing/2010/main">
                <a:solidFill>
                  <a:srgbClr val="FFDD33"/>
                </a:solidFill>
              </a14:hiddenFill>
            </a:ext>
          </a:extLst>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 1</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31" name="返回按钮"/>
          <p:cNvGrpSpPr/>
          <p:nvPr/>
        </p:nvGrpSpPr>
        <p:grpSpPr>
          <a:xfrm>
            <a:off x="7875422" y="6585447"/>
            <a:ext cx="264567" cy="210642"/>
            <a:chOff x="7875422" y="6585447"/>
            <a:chExt cx="264567" cy="210642"/>
          </a:xfrm>
        </p:grpSpPr>
        <p:sp>
          <p:nvSpPr>
            <p:cNvPr id="35"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38"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1" name="文本占位符 8"/>
          <p:cNvSpPr>
            <a:spLocks noGrp="1"/>
          </p:cNvSpPr>
          <p:nvPr>
            <p:ph type="body" sz="quarter" idx="13"/>
          </p:nvPr>
        </p:nvSpPr>
        <p:spPr>
          <a:xfrm>
            <a:off x="323850" y="1071546"/>
            <a:ext cx="8820150" cy="804058"/>
          </a:xfrm>
        </p:spPr>
        <p:txBody>
          <a:bodyPr>
            <a:normAutofit/>
          </a:bodyPr>
          <a:lstStyle/>
          <a:p>
            <a:r>
              <a:rPr lang="en-US" altLang="zh-CN" b="1" dirty="0" smtClean="0"/>
              <a:t>Exercise 2. Listening for details.</a:t>
            </a:r>
            <a:r>
              <a:rPr lang="en-US" altLang="zh-CN" dirty="0" smtClean="0"/>
              <a:t> </a:t>
            </a:r>
            <a:br>
              <a:rPr lang="en-US" altLang="zh-CN" dirty="0" smtClean="0"/>
            </a:br>
            <a:r>
              <a:rPr lang="en-US" altLang="zh-CN" dirty="0" smtClean="0"/>
              <a:t> Write down the answers according to what you hear.</a:t>
            </a:r>
            <a:endParaRPr lang="en-US" altLang="zh-CN" dirty="0" smtClean="0"/>
          </a:p>
        </p:txBody>
      </p:sp>
      <p:sp>
        <p:nvSpPr>
          <p:cNvPr id="78" name="文本占位符 46"/>
          <p:cNvSpPr txBox="1"/>
          <p:nvPr/>
        </p:nvSpPr>
        <p:spPr>
          <a:xfrm>
            <a:off x="357158" y="2357430"/>
            <a:ext cx="8143932" cy="4214842"/>
          </a:xfrm>
          <a:prstGeom prst="rect">
            <a:avLst/>
          </a:prstGeom>
        </p:spPr>
        <p:txBody>
          <a:bodyPr vert="horz" lIns="91440" tIns="45720" rIns="91440" bIns="45720" rtlCol="0">
            <a:noAutofit/>
          </a:bodyPr>
          <a:lstStyle/>
          <a:p>
            <a:pPr marL="514350" indent="-514350">
              <a:spcBef>
                <a:spcPts val="670"/>
              </a:spcBef>
              <a:buFont typeface="+mj-lt"/>
              <a:buAutoNum type="arabicPeriod"/>
            </a:pPr>
            <a:r>
              <a:rPr lang="en-US" altLang="zh-CN" sz="2800" dirty="0" smtClean="0"/>
              <a:t>When did Big Ear get a very powerful signal?</a:t>
            </a:r>
            <a:endParaRPr lang="en-US" altLang="zh-CN" sz="2800" dirty="0" smtClean="0"/>
          </a:p>
          <a:p>
            <a:pPr marL="355600" indent="179705">
              <a:spcBef>
                <a:spcPts val="670"/>
              </a:spcBef>
            </a:pPr>
            <a:r>
              <a:rPr lang="en-US" altLang="zh-CN" sz="2800" u="sng" dirty="0" smtClean="0">
                <a:solidFill>
                  <a:schemeClr val="accent1"/>
                </a:solidFill>
              </a:rPr>
              <a:t>At 10:16 p.m. on August 15, 1977.</a:t>
            </a:r>
            <a:endParaRPr lang="en-US" altLang="zh-CN" sz="2800" u="sng" dirty="0" smtClean="0">
              <a:solidFill>
                <a:schemeClr val="accent1"/>
              </a:solidFill>
            </a:endParaRPr>
          </a:p>
          <a:p>
            <a:pPr marL="514350" indent="-514350">
              <a:spcBef>
                <a:spcPts val="670"/>
              </a:spcBef>
              <a:buFont typeface="+mj-lt"/>
              <a:buAutoNum type="arabicPeriod" startAt="2"/>
            </a:pPr>
            <a:r>
              <a:rPr lang="en-US" altLang="zh-CN" sz="2800" dirty="0" smtClean="0"/>
              <a:t>How long did the signal last?</a:t>
            </a:r>
            <a:endParaRPr lang="en-US" altLang="zh-CN" sz="2800" dirty="0" smtClean="0"/>
          </a:p>
          <a:p>
            <a:pPr marL="355600" indent="179705">
              <a:spcBef>
                <a:spcPts val="670"/>
              </a:spcBef>
            </a:pPr>
            <a:r>
              <a:rPr lang="en-US" altLang="zh-CN" sz="2800" u="sng" dirty="0" smtClean="0">
                <a:solidFill>
                  <a:schemeClr val="accent1"/>
                </a:solidFill>
              </a:rPr>
              <a:t>It lasted for almost a minute and a half.</a:t>
            </a:r>
            <a:endParaRPr lang="en-US" altLang="zh-CN" sz="2800" u="sng" dirty="0" smtClean="0">
              <a:solidFill>
                <a:schemeClr val="accent1"/>
              </a:solidFill>
            </a:endParaRPr>
          </a:p>
          <a:p>
            <a:pPr marL="514350" indent="-514350">
              <a:spcBef>
                <a:spcPts val="670"/>
              </a:spcBef>
              <a:buFont typeface="+mj-lt"/>
              <a:buAutoNum type="arabicPeriod" startAt="3"/>
            </a:pPr>
            <a:r>
              <a:rPr lang="en-US" altLang="zh-CN" sz="2800" dirty="0" smtClean="0"/>
              <a:t>Where did the signal come from?</a:t>
            </a:r>
            <a:endParaRPr lang="en-US" altLang="zh-CN" sz="2800" dirty="0" smtClean="0"/>
          </a:p>
          <a:p>
            <a:pPr marL="355600" indent="179705">
              <a:spcBef>
                <a:spcPts val="670"/>
              </a:spcBef>
            </a:pPr>
            <a:r>
              <a:rPr lang="en-US" altLang="zh-CN" sz="2800" u="sng" dirty="0" smtClean="0">
                <a:solidFill>
                  <a:schemeClr val="accent1"/>
                </a:solidFill>
              </a:rPr>
              <a:t>It came from outside our solar system.</a:t>
            </a:r>
            <a:endParaRPr lang="en-US" altLang="zh-CN" sz="2800" u="sng" dirty="0" smtClean="0">
              <a:solidFill>
                <a:schemeClr val="accent1"/>
              </a:solidFill>
            </a:endParaRPr>
          </a:p>
          <a:p>
            <a:pPr marL="514350" indent="-514350">
              <a:spcBef>
                <a:spcPts val="670"/>
              </a:spcBef>
              <a:buFont typeface="+mj-lt"/>
              <a:buAutoNum type="arabicPeriod" startAt="4"/>
            </a:pPr>
            <a:r>
              <a:rPr lang="en-US" altLang="zh-CN" sz="2800" dirty="0" smtClean="0"/>
              <a:t>How many times did we get the signal?</a:t>
            </a:r>
            <a:endParaRPr lang="en-US" altLang="zh-CN" sz="2800" dirty="0" smtClean="0"/>
          </a:p>
          <a:p>
            <a:pPr marL="355600" indent="179705">
              <a:spcBef>
                <a:spcPts val="670"/>
              </a:spcBef>
            </a:pPr>
            <a:r>
              <a:rPr lang="en-US" altLang="zh-CN" sz="2800" u="sng" dirty="0" smtClean="0">
                <a:solidFill>
                  <a:schemeClr val="accent1"/>
                </a:solidFill>
              </a:rPr>
              <a:t>We only got the signal one time.</a:t>
            </a:r>
            <a:endParaRPr lang="zh-CN" altLang="en-US" sz="2800" u="sng" dirty="0">
              <a:solidFill>
                <a:schemeClr val="accent1"/>
              </a:solidFill>
            </a:endParaRPr>
          </a:p>
        </p:txBody>
      </p:sp>
      <p:sp>
        <p:nvSpPr>
          <p:cNvPr id="79" name="填空热区-点击消失"/>
          <p:cNvSpPr>
            <a:spLocks noChangeArrowheads="1"/>
          </p:cNvSpPr>
          <p:nvPr/>
        </p:nvSpPr>
        <p:spPr bwMode="auto">
          <a:xfrm>
            <a:off x="979200" y="2921250"/>
            <a:ext cx="5201972" cy="427360"/>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square" lIns="0" tIns="0" rIns="0" bIns="0" anchor="b"/>
          <a:lstStyle/>
          <a:p>
            <a:pPr algn="just">
              <a:lnSpc>
                <a:spcPct val="100000"/>
              </a:lnSpc>
              <a:defRPr/>
            </a:pPr>
            <a:endParaRPr lang="en-US" altLang="zh-CN" sz="2800" u="sng" dirty="0">
              <a:solidFill>
                <a:schemeClr val="bg1"/>
              </a:solidFill>
              <a:uFill>
                <a:solidFill>
                  <a:schemeClr val="tx1"/>
                </a:solidFill>
              </a:uFill>
            </a:endParaRPr>
          </a:p>
        </p:txBody>
      </p:sp>
      <p:sp>
        <p:nvSpPr>
          <p:cNvPr id="80" name="填空热区-点击消失"/>
          <p:cNvSpPr>
            <a:spLocks noChangeArrowheads="1"/>
          </p:cNvSpPr>
          <p:nvPr/>
        </p:nvSpPr>
        <p:spPr bwMode="auto">
          <a:xfrm>
            <a:off x="979200" y="3945702"/>
            <a:ext cx="5201972" cy="427360"/>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square" lIns="0" tIns="0" rIns="0" bIns="0" anchor="b"/>
          <a:lstStyle/>
          <a:p>
            <a:pPr algn="just">
              <a:lnSpc>
                <a:spcPct val="100000"/>
              </a:lnSpc>
              <a:defRPr/>
            </a:pPr>
            <a:endParaRPr lang="en-US" altLang="zh-CN" sz="2800" u="sng" dirty="0">
              <a:solidFill>
                <a:schemeClr val="bg1"/>
              </a:solidFill>
              <a:uFill>
                <a:solidFill>
                  <a:schemeClr val="tx1"/>
                </a:solidFill>
              </a:uFill>
            </a:endParaRPr>
          </a:p>
        </p:txBody>
      </p:sp>
      <p:sp>
        <p:nvSpPr>
          <p:cNvPr id="81" name="填空热区-点击消失"/>
          <p:cNvSpPr>
            <a:spLocks noChangeArrowheads="1"/>
          </p:cNvSpPr>
          <p:nvPr/>
        </p:nvSpPr>
        <p:spPr bwMode="auto">
          <a:xfrm>
            <a:off x="979200" y="4986536"/>
            <a:ext cx="5201972" cy="427360"/>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square" lIns="0" tIns="0" rIns="0" bIns="0" anchor="b"/>
          <a:lstStyle/>
          <a:p>
            <a:pPr algn="just">
              <a:lnSpc>
                <a:spcPct val="100000"/>
              </a:lnSpc>
              <a:defRPr/>
            </a:pPr>
            <a:endParaRPr lang="en-US" altLang="zh-CN" sz="2800" u="sng" dirty="0">
              <a:solidFill>
                <a:schemeClr val="bg1"/>
              </a:solidFill>
              <a:uFill>
                <a:solidFill>
                  <a:schemeClr val="tx1"/>
                </a:solidFill>
              </a:uFill>
            </a:endParaRPr>
          </a:p>
        </p:txBody>
      </p:sp>
      <p:sp>
        <p:nvSpPr>
          <p:cNvPr id="82" name="填空热区-点击消失"/>
          <p:cNvSpPr>
            <a:spLocks noChangeArrowheads="1"/>
          </p:cNvSpPr>
          <p:nvPr/>
        </p:nvSpPr>
        <p:spPr bwMode="auto">
          <a:xfrm>
            <a:off x="979200" y="6016136"/>
            <a:ext cx="5201972" cy="427360"/>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square" lIns="0" tIns="0" rIns="0" bIns="0" anchor="b"/>
          <a:lstStyle/>
          <a:p>
            <a:pPr algn="just">
              <a:lnSpc>
                <a:spcPct val="100000"/>
              </a:lnSpc>
              <a:defRPr/>
            </a:pPr>
            <a:endParaRPr lang="en-US" altLang="zh-CN" sz="2800" u="sng" dirty="0">
              <a:solidFill>
                <a:schemeClr val="bg1"/>
              </a:solidFill>
              <a:uFill>
                <a:solidFill>
                  <a:schemeClr val="tx1"/>
                </a:solidFill>
              </a:uFill>
            </a:endParaRPr>
          </a:p>
        </p:txBody>
      </p:sp>
      <p:sp>
        <p:nvSpPr>
          <p:cNvPr id="83" name="btn-Part 1">
            <a:hlinkClick r:id="rId1" action="ppaction://hlinksldjump"/>
          </p:cNvPr>
          <p:cNvSpPr/>
          <p:nvPr/>
        </p:nvSpPr>
        <p:spPr>
          <a:xfrm>
            <a:off x="2791220" y="500042"/>
            <a:ext cx="2209408"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btn-Part 1">
            <a:hlinkClick r:id="rId2" action="ppaction://hlinksldjump"/>
          </p:cNvPr>
          <p:cNvSpPr/>
          <p:nvPr/>
        </p:nvSpPr>
        <p:spPr>
          <a:xfrm>
            <a:off x="100128" y="504272"/>
            <a:ext cx="2614484"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btn-Part 1">
            <a:hlinkClick r:id="rId3" action="ppaction://hlinksldjump"/>
          </p:cNvPr>
          <p:cNvSpPr/>
          <p:nvPr/>
        </p:nvSpPr>
        <p:spPr>
          <a:xfrm>
            <a:off x="7544686" y="500042"/>
            <a:ext cx="142876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播放按钮"/>
          <p:cNvPicPr>
            <a:picLocks noChangeAspect="1" noChangeArrowheads="1"/>
          </p:cNvPicPr>
          <p:nvPr/>
        </p:nvPicPr>
        <p:blipFill>
          <a:blip r:embed="rId4" cstate="print">
            <a:duotone>
              <a:schemeClr val="accent3">
                <a:shade val="45000"/>
                <a:satMod val="135000"/>
              </a:schemeClr>
              <a:prstClr val="white"/>
            </a:duotone>
          </a:blip>
          <a:srcRect/>
          <a:stretch>
            <a:fillRect/>
          </a:stretch>
        </p:blipFill>
        <p:spPr bwMode="auto">
          <a:xfrm>
            <a:off x="395536" y="1879200"/>
            <a:ext cx="295275" cy="304800"/>
          </a:xfrm>
          <a:prstGeom prst="rect">
            <a:avLst/>
          </a:prstGeom>
          <a:noFill/>
          <a:ln w="9525">
            <a:noFill/>
            <a:miter lim="800000"/>
            <a:headEnd/>
            <a:tailEnd/>
          </a:ln>
          <a:effectLst/>
        </p:spPr>
      </p:pic>
      <p:pic>
        <p:nvPicPr>
          <p:cNvPr id="33" name="暂停按钮"/>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755576" y="1879200"/>
            <a:ext cx="295275" cy="304800"/>
          </a:xfrm>
          <a:prstGeom prst="rect">
            <a:avLst/>
          </a:prstGeom>
          <a:noFill/>
          <a:ln w="9525">
            <a:noFill/>
            <a:miter lim="800000"/>
            <a:headEnd/>
            <a:tailEnd/>
          </a:ln>
          <a:effectLst/>
        </p:spPr>
      </p:pic>
      <p:pic>
        <p:nvPicPr>
          <p:cNvPr id="34" name="停止按钮"/>
          <p:cNvPicPr>
            <a:picLocks noChangeAspect="1" noChangeArrowheads="1"/>
          </p:cNvPicPr>
          <p:nvPr/>
        </p:nvPicPr>
        <p:blipFill>
          <a:blip r:embed="rId6" cstate="print">
            <a:duotone>
              <a:schemeClr val="accent3">
                <a:shade val="45000"/>
                <a:satMod val="135000"/>
              </a:schemeClr>
              <a:prstClr val="white"/>
            </a:duotone>
          </a:blip>
          <a:srcRect/>
          <a:stretch>
            <a:fillRect/>
          </a:stretch>
        </p:blipFill>
        <p:spPr bwMode="auto">
          <a:xfrm>
            <a:off x="1115616" y="1879200"/>
            <a:ext cx="295275" cy="304800"/>
          </a:xfrm>
          <a:prstGeom prst="rect">
            <a:avLst/>
          </a:prstGeom>
          <a:noFill/>
          <a:ln w="9525">
            <a:noFill/>
            <a:miter lim="800000"/>
            <a:headEnd/>
            <a:tailEnd/>
          </a:ln>
          <a:effectLst/>
        </p:spPr>
      </p:pic>
      <p:pic>
        <p:nvPicPr>
          <p:cNvPr id="36" name="按钮-External Player">
            <a:hlinkClick r:id="rId7" action="ppaction://hlinkfile"/>
          </p:cNvPr>
          <p:cNvPicPr>
            <a:picLocks noChangeAspect="1" noChangeArrowheads="1"/>
          </p:cNvPicPr>
          <p:nvPr/>
        </p:nvPicPr>
        <p:blipFill>
          <a:blip r:embed="rId8" cstate="print">
            <a:duotone>
              <a:schemeClr val="accent3">
                <a:shade val="45000"/>
                <a:satMod val="135000"/>
              </a:schemeClr>
              <a:prstClr val="white"/>
            </a:duotone>
          </a:blip>
          <a:srcRect/>
          <a:stretch>
            <a:fillRect/>
          </a:stretch>
        </p:blipFill>
        <p:spPr bwMode="auto">
          <a:xfrm>
            <a:off x="1482006" y="1879200"/>
            <a:ext cx="1521337" cy="308000"/>
          </a:xfrm>
          <a:prstGeom prst="rect">
            <a:avLst/>
          </a:prstGeom>
          <a:noFill/>
          <a:ln w="9525">
            <a:noFill/>
            <a:miter lim="800000"/>
            <a:headEnd/>
            <a:tailEnd/>
          </a:ln>
          <a:effectLst/>
        </p:spPr>
      </p:pic>
      <p:pic>
        <p:nvPicPr>
          <p:cNvPr id="37" name="Track 8-3.mp3">
            <a:hlinkClick r:id="" action="ppaction://media"/>
          </p:cNvPr>
          <p:cNvPicPr>
            <a:picLocks noRot="1" noChangeAspect="1"/>
          </p:cNvPicPr>
          <p:nvPr>
            <a:audioFile r:link="rId9"/>
            <p:extLst>
              <p:ext uri="{DAA4B4D4-6D71-4841-9C94-3DE7FCFB9230}">
                <p14:media xmlns:p14="http://schemas.microsoft.com/office/powerpoint/2010/main" r:link="rId10"/>
              </p:ext>
            </p:extLst>
          </p:nvPr>
        </p:nvPicPr>
        <p:blipFill>
          <a:blip r:embed="rId11" cstate="print"/>
          <a:stretch>
            <a:fillRect/>
          </a:stretch>
        </p:blipFill>
        <p:spPr>
          <a:xfrm>
            <a:off x="4067944" y="1879200"/>
            <a:ext cx="304800" cy="304800"/>
          </a:xfrm>
          <a:prstGeom prst="rect">
            <a:avLst/>
          </a:prstGeom>
        </p:spPr>
      </p:pic>
      <p:pic>
        <p:nvPicPr>
          <p:cNvPr id="39" name="按钮-Script">
            <a:hlinkClick r:id="rId12" action="ppaction://hlinkpres?slideindex=1&amp;slidetitle="/>
          </p:cNvPr>
          <p:cNvPicPr>
            <a:picLocks noChangeAspect="1" noChangeArrowheads="1"/>
          </p:cNvPicPr>
          <p:nvPr/>
        </p:nvPicPr>
        <p:blipFill>
          <a:blip r:embed="rId13" cstate="print">
            <a:duotone>
              <a:schemeClr val="accent3">
                <a:shade val="45000"/>
                <a:satMod val="135000"/>
              </a:schemeClr>
              <a:prstClr val="white"/>
            </a:duotone>
          </a:blip>
          <a:srcRect/>
          <a:stretch>
            <a:fillRect/>
          </a:stretch>
        </p:blipFill>
        <p:spPr bwMode="auto">
          <a:xfrm>
            <a:off x="3059832" y="1879200"/>
            <a:ext cx="904875" cy="333375"/>
          </a:xfrm>
          <a:prstGeom prst="rect">
            <a:avLst/>
          </a:prstGeom>
          <a:noFill/>
          <a:ln w="9525">
            <a:noFill/>
            <a:miter lim="800000"/>
            <a:headEnd/>
            <a:tailEnd/>
          </a:ln>
          <a:effectLst/>
        </p:spPr>
      </p:pic>
      <p:sp>
        <p:nvSpPr>
          <p:cNvPr id="40" name="btn-Part 1">
            <a:hlinkClick r:id="rId14" action="ppaction://hlinksldjump"/>
          </p:cNvPr>
          <p:cNvSpPr/>
          <p:nvPr/>
        </p:nvSpPr>
        <p:spPr>
          <a:xfrm>
            <a:off x="5072066" y="504686"/>
            <a:ext cx="2357454"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37"/>
                </p:tgtEl>
              </p:cMediaNode>
            </p:audio>
          </p:childTnLst>
        </p:cTn>
      </p:par>
    </p:tnLst>
    <p:bldLst>
      <p:bldP spid="79" grpId="0" animBg="1"/>
      <p:bldP spid="80" grpId="0" animBg="1"/>
      <p:bldP spid="81" grpId="0" animBg="1"/>
      <p:bldP spid="8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标题 1"/>
          <p:cNvSpPr txBox="1"/>
          <p:nvPr/>
        </p:nvSpPr>
        <p:spPr>
          <a:xfrm>
            <a:off x="4716016" y="0"/>
            <a:ext cx="136815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 1</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35" name="返回按钮"/>
          <p:cNvGrpSpPr/>
          <p:nvPr/>
        </p:nvGrpSpPr>
        <p:grpSpPr>
          <a:xfrm>
            <a:off x="7875422" y="6585447"/>
            <a:ext cx="264567" cy="210642"/>
            <a:chOff x="7875422" y="6585447"/>
            <a:chExt cx="264567" cy="210642"/>
          </a:xfrm>
        </p:grpSpPr>
        <p:sp>
          <p:nvSpPr>
            <p:cNvPr id="44"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50"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文本占位符 53"/>
          <p:cNvSpPr>
            <a:spLocks noGrp="1"/>
          </p:cNvSpPr>
          <p:nvPr>
            <p:ph type="body" sz="quarter" idx="13"/>
          </p:nvPr>
        </p:nvSpPr>
        <p:spPr>
          <a:xfrm>
            <a:off x="323850" y="1072800"/>
            <a:ext cx="8569325" cy="875496"/>
          </a:xfrm>
        </p:spPr>
        <p:txBody>
          <a:bodyPr>
            <a:noAutofit/>
          </a:bodyPr>
          <a:lstStyle/>
          <a:p>
            <a:r>
              <a:rPr lang="en-US" altLang="zh-CN" b="1" dirty="0" smtClean="0"/>
              <a:t>Exercise 2. Listening for details.</a:t>
            </a:r>
            <a:endParaRPr lang="en-US" altLang="zh-CN" b="1" dirty="0" smtClean="0"/>
          </a:p>
          <a:p>
            <a:r>
              <a:rPr lang="en-US" altLang="zh-CN" b="1" dirty="0" smtClean="0"/>
              <a:t> </a:t>
            </a:r>
            <a:r>
              <a:rPr lang="en-US" altLang="zh-CN" dirty="0" smtClean="0"/>
              <a:t>Watch the following video to know </a:t>
            </a:r>
            <a:r>
              <a:rPr lang="en-US" dirty="0" smtClean="0"/>
              <a:t>more related to </a:t>
            </a:r>
            <a:r>
              <a:rPr lang="en-US" altLang="zh-CN" dirty="0" smtClean="0"/>
              <a:t>"The WOW! Signal“. </a:t>
            </a:r>
            <a:r>
              <a:rPr lang="en-US" dirty="0" smtClean="0"/>
              <a:t>*</a:t>
            </a:r>
            <a:endParaRPr lang="zh-CN" altLang="en-US" dirty="0"/>
          </a:p>
        </p:txBody>
      </p:sp>
      <p:pic>
        <p:nvPicPr>
          <p:cNvPr id="58" name="Book 1 Unit 8-Replying to the Wow Signal National Geographic.wmv">
            <a:hlinkClick r:id="" action="ppaction://media"/>
          </p:cNvPr>
          <p:cNvPicPr>
            <a:picLocks noRot="1" noChangeAspect="1"/>
          </p:cNvPicPr>
          <p:nvPr>
            <a:videoFile r:link="rId1"/>
            <p:extLst>
              <p:ext uri="{DAA4B4D4-6D71-4841-9C94-3DE7FCFB9230}">
                <p14:media xmlns:p14="http://schemas.microsoft.com/office/powerpoint/2010/main" r:link="rId2"/>
              </p:ext>
            </p:extLst>
          </p:nvPr>
        </p:nvPicPr>
        <p:blipFill>
          <a:blip r:embed="rId3" cstate="print"/>
          <a:stretch>
            <a:fillRect/>
          </a:stretch>
        </p:blipFill>
        <p:spPr>
          <a:xfrm>
            <a:off x="752726" y="1954856"/>
            <a:ext cx="7033984" cy="3956616"/>
          </a:xfrm>
          <a:prstGeom prst="rect">
            <a:avLst/>
          </a:prstGeom>
        </p:spPr>
      </p:pic>
      <p:pic>
        <p:nvPicPr>
          <p:cNvPr id="62" name="按钮-External Player">
            <a:hlinkClick r:id="rId4" action="ppaction://hlinkfile"/>
          </p:cNvPr>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673641" y="6072206"/>
            <a:ext cx="1527050" cy="309155"/>
          </a:xfrm>
          <a:prstGeom prst="rect">
            <a:avLst/>
          </a:prstGeom>
          <a:noFill/>
          <a:ln w="9525">
            <a:noFill/>
            <a:miter lim="800000"/>
            <a:headEnd/>
            <a:tailEnd/>
          </a:ln>
          <a:effectLst/>
        </p:spPr>
      </p:pic>
      <p:grpSp>
        <p:nvGrpSpPr>
          <p:cNvPr id="63" name="下一页"/>
          <p:cNvGrpSpPr/>
          <p:nvPr/>
        </p:nvGrpSpPr>
        <p:grpSpPr>
          <a:xfrm>
            <a:off x="8750845" y="6578304"/>
            <a:ext cx="264567" cy="210642"/>
            <a:chOff x="8750845" y="6578304"/>
            <a:chExt cx="264567" cy="210642"/>
          </a:xfrm>
        </p:grpSpPr>
        <p:sp>
          <p:nvSpPr>
            <p:cNvPr id="70"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71"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8" name="上一页"/>
          <p:cNvGrpSpPr/>
          <p:nvPr/>
        </p:nvGrpSpPr>
        <p:grpSpPr>
          <a:xfrm>
            <a:off x="8335464" y="6580685"/>
            <a:ext cx="264567" cy="210642"/>
            <a:chOff x="8335464" y="6580685"/>
            <a:chExt cx="264567" cy="210642"/>
          </a:xfrm>
        </p:grpSpPr>
        <p:sp>
          <p:nvSpPr>
            <p:cNvPr id="79"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80"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5" name="矩形 84"/>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A. New words and expressions    B. Pre-listening questions   </a:t>
            </a:r>
            <a:r>
              <a:rPr lang="en-US" altLang="zh-CN" sz="1600" b="1" dirty="0" smtClean="0">
                <a:solidFill>
                  <a:schemeClr val="accent6"/>
                </a:solidFill>
                <a:latin typeface="+mj-lt"/>
              </a:rPr>
              <a:t> </a:t>
            </a:r>
            <a:r>
              <a:rPr lang="en-US" altLang="zh-CN" sz="1600" b="1" dirty="0" smtClean="0">
                <a:solidFill>
                  <a:srgbClr val="515672"/>
                </a:solidFill>
                <a:latin typeface="+mj-lt"/>
              </a:rPr>
              <a:t>C. Listening comprehension    </a:t>
            </a:r>
            <a:r>
              <a:rPr lang="en-US" altLang="zh-CN" sz="1600" b="1" dirty="0" smtClean="0">
                <a:solidFill>
                  <a:schemeClr val="accent4"/>
                </a:solidFill>
                <a:latin typeface="+mj-lt"/>
              </a:rPr>
              <a:t>D. Think about it</a:t>
            </a:r>
            <a:endParaRPr lang="zh-CN" altLang="en-US" sz="1600" b="1" dirty="0">
              <a:solidFill>
                <a:schemeClr val="accent4"/>
              </a:solidFill>
              <a:latin typeface="+mj-lt"/>
            </a:endParaRPr>
          </a:p>
        </p:txBody>
      </p:sp>
      <p:sp>
        <p:nvSpPr>
          <p:cNvPr id="86" name="btn-Part 1">
            <a:hlinkClick r:id="rId6" action="ppaction://hlinksldjump"/>
          </p:cNvPr>
          <p:cNvSpPr/>
          <p:nvPr/>
        </p:nvSpPr>
        <p:spPr>
          <a:xfrm>
            <a:off x="2791220" y="500042"/>
            <a:ext cx="2209408"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btn-Part 1">
            <a:hlinkClick r:id="rId7" action="ppaction://hlinksldjump"/>
          </p:cNvPr>
          <p:cNvSpPr/>
          <p:nvPr/>
        </p:nvSpPr>
        <p:spPr>
          <a:xfrm>
            <a:off x="100128" y="504272"/>
            <a:ext cx="26144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btn-Part 1">
            <a:hlinkClick r:id="rId8" action="ppaction://hlinksldjump"/>
          </p:cNvPr>
          <p:cNvSpPr/>
          <p:nvPr/>
        </p:nvSpPr>
        <p:spPr>
          <a:xfrm>
            <a:off x="7544686" y="500042"/>
            <a:ext cx="142876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btn-Part 1">
            <a:hlinkClick r:id="rId9" action="ppaction://hlinksldjump"/>
          </p:cNvPr>
          <p:cNvSpPr/>
          <p:nvPr/>
        </p:nvSpPr>
        <p:spPr>
          <a:xfrm>
            <a:off x="5072066" y="504686"/>
            <a:ext cx="235745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video>
              <p:cMediaNode>
                <p:cTn id="2" fill="hold" display="0">
                  <p:stCondLst>
                    <p:cond delay="indefinite"/>
                  </p:stCondLst>
                  <p:endCondLst>
                    <p:cond evt="onNext" delay="0">
                      <p:tgtEl>
                        <p:sldTgt/>
                      </p:tgtEl>
                    </p:cond>
                    <p:cond evt="onPrev" delay="0">
                      <p:tgtEl>
                        <p:sldTgt/>
                      </p:tgtEl>
                    </p:cond>
                  </p:endCondLst>
                </p:cTn>
                <p:tgtEl>
                  <p:spTgt spid="58"/>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6"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矩形 31"/>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A. New words and expressions    B. Pre-listening questions   </a:t>
            </a:r>
            <a:r>
              <a:rPr lang="en-US" altLang="zh-CN" sz="1600" b="1" dirty="0" smtClean="0">
                <a:solidFill>
                  <a:schemeClr val="accent6"/>
                </a:solidFill>
                <a:latin typeface="+mj-lt"/>
              </a:rPr>
              <a:t> </a:t>
            </a:r>
            <a:r>
              <a:rPr lang="en-US" altLang="zh-CN" sz="1600" b="1" dirty="0" smtClean="0">
                <a:solidFill>
                  <a:schemeClr val="accent4"/>
                </a:solidFill>
                <a:latin typeface="+mj-lt"/>
              </a:rPr>
              <a:t>C. Listening comprehension    </a:t>
            </a:r>
            <a:r>
              <a:rPr lang="en-US" altLang="zh-CN" sz="1600" b="1" dirty="0" smtClean="0">
                <a:solidFill>
                  <a:srgbClr val="515672"/>
                </a:solidFill>
                <a:latin typeface="+mj-lt"/>
              </a:rPr>
              <a:t>D. Think about it</a:t>
            </a:r>
            <a:endParaRPr lang="zh-CN" altLang="en-US" sz="1600" b="1" dirty="0">
              <a:solidFill>
                <a:srgbClr val="515672"/>
              </a:solidFill>
              <a:latin typeface="+mj-lt"/>
            </a:endParaRPr>
          </a:p>
        </p:txBody>
      </p:sp>
      <p:sp>
        <p:nvSpPr>
          <p:cNvPr id="40" name="标题 1"/>
          <p:cNvSpPr txBox="1"/>
          <p:nvPr/>
        </p:nvSpPr>
        <p:spPr>
          <a:xfrm>
            <a:off x="4716016" y="0"/>
            <a:ext cx="136815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 1</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3" name="返回按钮"/>
          <p:cNvGrpSpPr/>
          <p:nvPr/>
        </p:nvGrpSpPr>
        <p:grpSpPr>
          <a:xfrm>
            <a:off x="7875422" y="6585447"/>
            <a:ext cx="264567" cy="210642"/>
            <a:chOff x="7875422" y="6585447"/>
            <a:chExt cx="264567" cy="210642"/>
          </a:xfrm>
        </p:grpSpPr>
        <p:sp>
          <p:nvSpPr>
            <p:cNvPr id="44"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50"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5" name="btn-Part 1">
            <a:hlinkClick r:id="rId1" action="ppaction://hlinksldjump"/>
          </p:cNvPr>
          <p:cNvSpPr/>
          <p:nvPr/>
        </p:nvSpPr>
        <p:spPr>
          <a:xfrm>
            <a:off x="4786314" y="482615"/>
            <a:ext cx="2195392"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btn-Part 1">
            <a:hlinkClick r:id="rId2" action="ppaction://hlinksldjump"/>
          </p:cNvPr>
          <p:cNvSpPr/>
          <p:nvPr/>
        </p:nvSpPr>
        <p:spPr>
          <a:xfrm>
            <a:off x="128815" y="482615"/>
            <a:ext cx="236536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下一页"/>
          <p:cNvGrpSpPr/>
          <p:nvPr/>
        </p:nvGrpSpPr>
        <p:grpSpPr>
          <a:xfrm>
            <a:off x="8750845" y="6578304"/>
            <a:ext cx="264567" cy="210642"/>
            <a:chOff x="8750845" y="6578304"/>
            <a:chExt cx="264567" cy="210642"/>
          </a:xfrm>
        </p:grpSpPr>
        <p:sp>
          <p:nvSpPr>
            <p:cNvPr id="51"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52"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文本占位符 53"/>
          <p:cNvSpPr>
            <a:spLocks noGrp="1"/>
          </p:cNvSpPr>
          <p:nvPr>
            <p:ph type="body" sz="quarter" idx="13"/>
          </p:nvPr>
        </p:nvSpPr>
        <p:spPr>
          <a:xfrm>
            <a:off x="323850" y="1072800"/>
            <a:ext cx="8569325" cy="427374"/>
          </a:xfrm>
        </p:spPr>
        <p:txBody>
          <a:bodyPr>
            <a:noAutofit/>
          </a:bodyPr>
          <a:lstStyle/>
          <a:p>
            <a:r>
              <a:rPr lang="en-US" altLang="zh-CN" dirty="0" smtClean="0"/>
              <a:t>Did aliens try to contact us?</a:t>
            </a:r>
            <a:endParaRPr lang="zh-CN" altLang="en-US" dirty="0"/>
          </a:p>
        </p:txBody>
      </p:sp>
      <p:sp>
        <p:nvSpPr>
          <p:cNvPr id="24" name="btn-Part 1">
            <a:hlinkClick r:id="rId3" action="ppaction://hlinksldjump"/>
          </p:cNvPr>
          <p:cNvSpPr/>
          <p:nvPr/>
        </p:nvSpPr>
        <p:spPr>
          <a:xfrm>
            <a:off x="2791220" y="500042"/>
            <a:ext cx="2209408"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btn-Part 1">
            <a:hlinkClick r:id="rId1" action="ppaction://hlinksldjump"/>
          </p:cNvPr>
          <p:cNvSpPr/>
          <p:nvPr/>
        </p:nvSpPr>
        <p:spPr>
          <a:xfrm>
            <a:off x="5072066" y="504686"/>
            <a:ext cx="235745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btn-Part 1">
            <a:hlinkClick r:id="rId2" action="ppaction://hlinksldjump"/>
          </p:cNvPr>
          <p:cNvSpPr/>
          <p:nvPr/>
        </p:nvSpPr>
        <p:spPr>
          <a:xfrm>
            <a:off x="100128" y="504272"/>
            <a:ext cx="26144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图片 20" descr="Unit 8_Listening and Speaking_P9.jpg"/>
          <p:cNvPicPr>
            <a:picLocks noChangeAspect="1"/>
          </p:cNvPicPr>
          <p:nvPr/>
        </p:nvPicPr>
        <p:blipFill>
          <a:blip r:embed="rId4" cstate="print"/>
          <a:stretch>
            <a:fillRect/>
          </a:stretch>
        </p:blipFill>
        <p:spPr>
          <a:xfrm>
            <a:off x="1857356" y="1984047"/>
            <a:ext cx="5072098" cy="3516655"/>
          </a:xfrm>
          <a:prstGeom prst="rect">
            <a:avLst/>
          </a:prstGeom>
        </p:spPr>
      </p:pic>
      <p:sp>
        <p:nvSpPr>
          <p:cNvPr id="22" name="btn-Part 1">
            <a:hlinkClick r:id="rId5" action="ppaction://hlinksldjump"/>
          </p:cNvPr>
          <p:cNvSpPr/>
          <p:nvPr/>
        </p:nvSpPr>
        <p:spPr>
          <a:xfrm>
            <a:off x="7544686" y="500042"/>
            <a:ext cx="142876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rgbClr val="515672"/>
                </a:solidFill>
                <a:latin typeface="+mj-lt"/>
              </a:rPr>
              <a:t>New words and expressions     </a:t>
            </a:r>
            <a:r>
              <a:rPr lang="en-US" altLang="zh-CN" sz="1600" b="1" dirty="0" smtClean="0">
                <a:solidFill>
                  <a:schemeClr val="accent4"/>
                </a:solidFill>
                <a:latin typeface="+mj-lt"/>
              </a:rPr>
              <a:t>A. Listening for gist     B. Listening for details</a:t>
            </a:r>
            <a:endParaRPr lang="zh-CN" altLang="en-US" sz="1600" b="1" dirty="0">
              <a:solidFill>
                <a:schemeClr val="accent4"/>
              </a:solidFill>
              <a:latin typeface="+mj-lt"/>
            </a:endParaRPr>
          </a:p>
        </p:txBody>
      </p:sp>
      <p:sp>
        <p:nvSpPr>
          <p:cNvPr id="44" name="文本占位符 8"/>
          <p:cNvSpPr>
            <a:spLocks noGrp="1"/>
          </p:cNvSpPr>
          <p:nvPr>
            <p:ph type="body" sz="quarter" idx="14"/>
          </p:nvPr>
        </p:nvSpPr>
        <p:spPr>
          <a:xfrm>
            <a:off x="755576" y="1714488"/>
            <a:ext cx="8137599" cy="2500330"/>
          </a:xfrm>
        </p:spPr>
        <p:txBody>
          <a:bodyPr numCol="2" spcCol="900000">
            <a:noAutofit/>
          </a:bodyPr>
          <a:lstStyle/>
          <a:p>
            <a:pPr marL="0" indent="0">
              <a:buNone/>
            </a:pPr>
            <a:r>
              <a:rPr lang="en-US" sz="2400" b="1" dirty="0" smtClean="0"/>
              <a:t>announcement</a:t>
            </a:r>
            <a:r>
              <a:rPr lang="zh-CN" altLang="en-US" sz="2400" b="1" dirty="0" smtClean="0"/>
              <a:t>  </a:t>
            </a:r>
            <a:r>
              <a:rPr lang="en-US" sz="2400" i="1" dirty="0" smtClean="0"/>
              <a:t>n.</a:t>
            </a:r>
            <a:r>
              <a:rPr lang="zh-CN" altLang="en-US" sz="2400" i="1" dirty="0" smtClean="0"/>
              <a:t> </a:t>
            </a:r>
            <a:r>
              <a:rPr lang="zh-CN" altLang="en-US" sz="2400" dirty="0" smtClean="0"/>
              <a:t>公告</a:t>
            </a:r>
            <a:endParaRPr lang="zh-CN" altLang="en-US" sz="2400" dirty="0" smtClean="0"/>
          </a:p>
          <a:p>
            <a:pPr marL="0" indent="0">
              <a:buNone/>
            </a:pPr>
            <a:r>
              <a:rPr lang="en-US" sz="2400" b="1" dirty="0" smtClean="0"/>
              <a:t>crash</a:t>
            </a:r>
            <a:r>
              <a:rPr lang="zh-CN" altLang="en-US" sz="2400" b="1" dirty="0" smtClean="0"/>
              <a:t>  </a:t>
            </a:r>
            <a:r>
              <a:rPr lang="en-US" sz="2400" i="1" dirty="0" smtClean="0"/>
              <a:t>n.</a:t>
            </a:r>
            <a:r>
              <a:rPr lang="zh-CN" altLang="en-US" sz="2400" i="1" dirty="0" smtClean="0"/>
              <a:t> </a:t>
            </a:r>
            <a:r>
              <a:rPr lang="en-US" sz="2400" dirty="0" smtClean="0"/>
              <a:t>A crash is a sudden, loud noise. </a:t>
            </a:r>
            <a:r>
              <a:rPr lang="zh-CN" altLang="en-US" sz="2400" dirty="0" smtClean="0"/>
              <a:t>突然的巨响</a:t>
            </a:r>
            <a:endParaRPr lang="zh-CN" altLang="en-US" sz="2400" dirty="0" smtClean="0"/>
          </a:p>
          <a:p>
            <a:pPr marL="0" indent="0">
              <a:buNone/>
            </a:pPr>
            <a:r>
              <a:rPr lang="en-US" sz="2400" b="1" dirty="0" smtClean="0"/>
              <a:t>message</a:t>
            </a:r>
            <a:r>
              <a:rPr lang="zh-CN" altLang="en-US" sz="2400" b="1" dirty="0" smtClean="0"/>
              <a:t>  </a:t>
            </a:r>
            <a:r>
              <a:rPr lang="en-US" sz="2400" i="1" dirty="0" smtClean="0"/>
              <a:t>n.</a:t>
            </a:r>
            <a:r>
              <a:rPr lang="zh-CN" altLang="en-US" sz="2400" i="1" dirty="0" smtClean="0"/>
              <a:t> </a:t>
            </a:r>
            <a:r>
              <a:rPr lang="en-US" sz="2400" dirty="0" smtClean="0"/>
              <a:t>A message is a spoken or written piece of information. </a:t>
            </a:r>
            <a:r>
              <a:rPr lang="zh-CN" altLang="en-US" sz="2400" dirty="0" smtClean="0"/>
              <a:t>信息</a:t>
            </a:r>
            <a:endParaRPr lang="zh-CN" altLang="en-US" sz="2400" dirty="0" smtClean="0"/>
          </a:p>
          <a:p>
            <a:pPr marL="0" indent="0">
              <a:buNone/>
            </a:pPr>
            <a:r>
              <a:rPr lang="en-US" sz="2400" b="1" dirty="0" smtClean="0"/>
              <a:t>New Mexico</a:t>
            </a:r>
            <a:r>
              <a:rPr lang="zh-CN" altLang="en-US" sz="2400" b="1" dirty="0" smtClean="0"/>
              <a:t>  </a:t>
            </a:r>
            <a:r>
              <a:rPr lang="zh-CN" altLang="en-US" sz="2400" dirty="0" smtClean="0"/>
              <a:t>新墨西哥州（美国西南部州）</a:t>
            </a:r>
            <a:endParaRPr lang="zh-CN" altLang="en-US" sz="2400" dirty="0" smtClean="0"/>
          </a:p>
          <a:p>
            <a:pPr marL="0" indent="0">
              <a:buNone/>
            </a:pPr>
            <a:r>
              <a:rPr lang="en-US" sz="2400" b="1" dirty="0" smtClean="0"/>
              <a:t>object</a:t>
            </a:r>
            <a:r>
              <a:rPr lang="zh-CN" altLang="en-US" sz="2400" b="1" dirty="0" smtClean="0"/>
              <a:t>  </a:t>
            </a:r>
            <a:r>
              <a:rPr lang="en-US" sz="2400" i="1" dirty="0" smtClean="0"/>
              <a:t>n.</a:t>
            </a:r>
            <a:r>
              <a:rPr lang="zh-CN" altLang="en-US" sz="2400" i="1" dirty="0" smtClean="0"/>
              <a:t> </a:t>
            </a:r>
            <a:r>
              <a:rPr lang="zh-CN" altLang="en-US" sz="2400" dirty="0" smtClean="0"/>
              <a:t>物体</a:t>
            </a:r>
            <a:endParaRPr lang="zh-CN" altLang="en-US" sz="2400" dirty="0" smtClean="0"/>
          </a:p>
          <a:p>
            <a:pPr marL="0" indent="0">
              <a:buNone/>
            </a:pPr>
            <a:r>
              <a:rPr lang="en-US" sz="2400" b="1" dirty="0" smtClean="0"/>
              <a:t>space</a:t>
            </a:r>
            <a:r>
              <a:rPr lang="zh-CN" altLang="en-US" sz="2400" b="1" dirty="0" smtClean="0"/>
              <a:t>  </a:t>
            </a:r>
            <a:r>
              <a:rPr lang="en-US" sz="2400" i="1" dirty="0" smtClean="0"/>
              <a:t>n.</a:t>
            </a:r>
            <a:r>
              <a:rPr lang="zh-CN" altLang="en-US" sz="2400" i="1" dirty="0" smtClean="0"/>
              <a:t> </a:t>
            </a:r>
            <a:r>
              <a:rPr lang="zh-CN" altLang="en-US" sz="2400" dirty="0" smtClean="0"/>
              <a:t>太空</a:t>
            </a:r>
            <a:endParaRPr lang="zh-CN" altLang="en-US" sz="2400" dirty="0"/>
          </a:p>
        </p:txBody>
      </p:sp>
      <p:pic>
        <p:nvPicPr>
          <p:cNvPr id="50" name="announcement.mp3">
            <a:hlinkClick r:id="" action="ppaction://media"/>
          </p:cNvPr>
          <p:cNvPicPr>
            <a:picLocks noRot="1" noChangeAspect="1"/>
          </p:cNvPicPr>
          <p:nvPr>
            <a:audioFile r:link="rId1"/>
            <p:extLst>
              <p:ext uri="{DAA4B4D4-6D71-4841-9C94-3DE7FCFB9230}">
                <p14:media xmlns:p14="http://schemas.microsoft.com/office/powerpoint/2010/main" r:link="rId2"/>
              </p:ext>
            </p:extLst>
          </p:nvPr>
        </p:nvPicPr>
        <p:blipFill>
          <a:blip r:embed="rId3" cstate="print">
            <a:duotone>
              <a:schemeClr val="accent3">
                <a:shade val="45000"/>
                <a:satMod val="135000"/>
              </a:schemeClr>
              <a:prstClr val="white"/>
            </a:duotone>
          </a:blip>
          <a:stretch>
            <a:fillRect/>
          </a:stretch>
        </p:blipFill>
        <p:spPr>
          <a:xfrm>
            <a:off x="514800" y="1841488"/>
            <a:ext cx="312701" cy="309438"/>
          </a:xfrm>
          <a:prstGeom prst="rect">
            <a:avLst/>
          </a:prstGeom>
        </p:spPr>
      </p:pic>
      <p:pic>
        <p:nvPicPr>
          <p:cNvPr id="62" name="New Mexico.mp3">
            <a:hlinkClick r:id="" action="ppaction://media"/>
          </p:cNvPr>
          <p:cNvPicPr>
            <a:picLocks noRot="1" noChangeAspect="1"/>
          </p:cNvPicPr>
          <p:nvPr>
            <a:audioFile r:link="rId4"/>
            <p:extLst>
              <p:ext uri="{DAA4B4D4-6D71-4841-9C94-3DE7FCFB9230}">
                <p14:media xmlns:p14="http://schemas.microsoft.com/office/powerpoint/2010/main" r:link="rId5"/>
              </p:ext>
            </p:extLst>
          </p:nvPr>
        </p:nvPicPr>
        <p:blipFill>
          <a:blip r:embed="rId3" cstate="print">
            <a:duotone>
              <a:schemeClr val="accent3">
                <a:shade val="45000"/>
                <a:satMod val="135000"/>
              </a:schemeClr>
              <a:prstClr val="white"/>
            </a:duotone>
          </a:blip>
          <a:stretch>
            <a:fillRect/>
          </a:stretch>
        </p:blipFill>
        <p:spPr>
          <a:xfrm>
            <a:off x="4906800" y="1822151"/>
            <a:ext cx="312701" cy="309438"/>
          </a:xfrm>
          <a:prstGeom prst="rect">
            <a:avLst/>
          </a:prstGeom>
        </p:spPr>
      </p:pic>
      <p:sp>
        <p:nvSpPr>
          <p:cNvPr id="20" name="btn-Part 1">
            <a:hlinkClick r:id="rId6" action="ppaction://hlinksldjump"/>
          </p:cNvPr>
          <p:cNvSpPr/>
          <p:nvPr/>
        </p:nvSpPr>
        <p:spPr>
          <a:xfrm>
            <a:off x="2627784" y="482615"/>
            <a:ext cx="176837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btn-Part 1">
            <a:hlinkClick r:id="rId7" action="ppaction://hlinksldjump"/>
          </p:cNvPr>
          <p:cNvSpPr/>
          <p:nvPr/>
        </p:nvSpPr>
        <p:spPr>
          <a:xfrm>
            <a:off x="4427984" y="482615"/>
            <a:ext cx="196850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播放按钮"/>
          <p:cNvPicPr>
            <a:picLocks noChangeAspect="1" noChangeArrowheads="1"/>
          </p:cNvPicPr>
          <p:nvPr/>
        </p:nvPicPr>
        <p:blipFill>
          <a:blip r:embed="rId8" cstate="print">
            <a:duotone>
              <a:schemeClr val="accent3">
                <a:shade val="45000"/>
                <a:satMod val="135000"/>
              </a:schemeClr>
              <a:prstClr val="white"/>
            </a:duotone>
          </a:blip>
          <a:srcRect/>
          <a:stretch>
            <a:fillRect/>
          </a:stretch>
        </p:blipFill>
        <p:spPr bwMode="auto">
          <a:xfrm>
            <a:off x="8011616" y="1052736"/>
            <a:ext cx="295275" cy="304800"/>
          </a:xfrm>
          <a:prstGeom prst="rect">
            <a:avLst/>
          </a:prstGeom>
          <a:noFill/>
          <a:ln w="9525">
            <a:noFill/>
            <a:miter lim="800000"/>
            <a:headEnd/>
            <a:tailEnd/>
          </a:ln>
          <a:effectLst/>
        </p:spPr>
      </p:pic>
      <p:pic>
        <p:nvPicPr>
          <p:cNvPr id="24" name="暂停按钮"/>
          <p:cNvPicPr>
            <a:picLocks noChangeAspect="1" noChangeArrowheads="1"/>
          </p:cNvPicPr>
          <p:nvPr/>
        </p:nvPicPr>
        <p:blipFill>
          <a:blip r:embed="rId9" cstate="print">
            <a:duotone>
              <a:schemeClr val="accent3">
                <a:shade val="45000"/>
                <a:satMod val="135000"/>
              </a:schemeClr>
              <a:prstClr val="white"/>
            </a:duotone>
          </a:blip>
          <a:srcRect/>
          <a:stretch>
            <a:fillRect/>
          </a:stretch>
        </p:blipFill>
        <p:spPr bwMode="auto">
          <a:xfrm>
            <a:off x="8371656" y="1052736"/>
            <a:ext cx="295275" cy="304800"/>
          </a:xfrm>
          <a:prstGeom prst="rect">
            <a:avLst/>
          </a:prstGeom>
          <a:noFill/>
          <a:ln w="9525">
            <a:noFill/>
            <a:miter lim="800000"/>
            <a:headEnd/>
            <a:tailEnd/>
          </a:ln>
          <a:effectLst/>
        </p:spPr>
      </p:pic>
      <p:pic>
        <p:nvPicPr>
          <p:cNvPr id="25" name="停止按钮"/>
          <p:cNvPicPr>
            <a:picLocks noChangeAspect="1" noChangeArrowheads="1"/>
          </p:cNvPicPr>
          <p:nvPr/>
        </p:nvPicPr>
        <p:blipFill>
          <a:blip r:embed="rId10" cstate="print">
            <a:duotone>
              <a:schemeClr val="accent3">
                <a:shade val="45000"/>
                <a:satMod val="135000"/>
              </a:schemeClr>
              <a:prstClr val="white"/>
            </a:duotone>
          </a:blip>
          <a:srcRect/>
          <a:stretch>
            <a:fillRect/>
          </a:stretch>
        </p:blipFill>
        <p:spPr bwMode="auto">
          <a:xfrm>
            <a:off x="8731696" y="1052736"/>
            <a:ext cx="295275" cy="304800"/>
          </a:xfrm>
          <a:prstGeom prst="rect">
            <a:avLst/>
          </a:prstGeom>
          <a:noFill/>
          <a:ln w="9525">
            <a:noFill/>
            <a:miter lim="800000"/>
            <a:headEnd/>
            <a:tailEnd/>
          </a:ln>
          <a:effectLst/>
        </p:spPr>
      </p:pic>
      <p:pic>
        <p:nvPicPr>
          <p:cNvPr id="26" name="words-3.mp3">
            <a:hlinkClick r:id="" action="ppaction://media"/>
          </p:cNvPr>
          <p:cNvPicPr>
            <a:picLocks noRot="1" noChangeAspect="1"/>
          </p:cNvPicPr>
          <p:nvPr>
            <a:audioFile r:link="rId11"/>
            <p:extLst>
              <p:ext uri="{DAA4B4D4-6D71-4841-9C94-3DE7FCFB9230}">
                <p14:media xmlns:p14="http://schemas.microsoft.com/office/powerpoint/2010/main" r:link="rId12"/>
              </p:ext>
            </p:extLst>
          </p:nvPr>
        </p:nvPicPr>
        <p:blipFill>
          <a:blip r:embed="rId13" cstate="print"/>
          <a:stretch>
            <a:fillRect/>
          </a:stretch>
        </p:blipFill>
        <p:spPr>
          <a:xfrm>
            <a:off x="9235752" y="1052736"/>
            <a:ext cx="304800" cy="304800"/>
          </a:xfrm>
          <a:prstGeom prst="rect">
            <a:avLst/>
          </a:prstGeom>
        </p:spPr>
      </p:pic>
      <p:sp>
        <p:nvSpPr>
          <p:cNvPr id="28" name="标题 1"/>
          <p:cNvSpPr txBox="1"/>
          <p:nvPr/>
        </p:nvSpPr>
        <p:spPr>
          <a:xfrm>
            <a:off x="4716016" y="0"/>
            <a:ext cx="136815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 2</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29" name="返回按钮"/>
          <p:cNvGrpSpPr/>
          <p:nvPr/>
        </p:nvGrpSpPr>
        <p:grpSpPr>
          <a:xfrm>
            <a:off x="7875422" y="6585447"/>
            <a:ext cx="264567" cy="210642"/>
            <a:chOff x="7875422" y="6585447"/>
            <a:chExt cx="264567" cy="210642"/>
          </a:xfrm>
        </p:grpSpPr>
        <p:sp>
          <p:nvSpPr>
            <p:cNvPr id="30"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31"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2" name="crash.mp3">
            <a:hlinkClick r:id="" action="ppaction://media"/>
          </p:cNvPr>
          <p:cNvPicPr>
            <a:picLocks noRot="1" noChangeAspect="1"/>
          </p:cNvPicPr>
          <p:nvPr>
            <a:audioFile r:link="rId14"/>
            <p:extLst>
              <p:ext uri="{DAA4B4D4-6D71-4841-9C94-3DE7FCFB9230}">
                <p14:media xmlns:p14="http://schemas.microsoft.com/office/powerpoint/2010/main" r:link="rId15"/>
              </p:ext>
            </p:extLst>
          </p:nvPr>
        </p:nvPicPr>
        <p:blipFill>
          <a:blip r:embed="rId3" cstate="print">
            <a:duotone>
              <a:schemeClr val="accent3">
                <a:shade val="45000"/>
                <a:satMod val="135000"/>
              </a:schemeClr>
              <a:prstClr val="white"/>
            </a:duotone>
          </a:blip>
          <a:stretch>
            <a:fillRect/>
          </a:stretch>
        </p:blipFill>
        <p:spPr>
          <a:xfrm>
            <a:off x="514800" y="2262306"/>
            <a:ext cx="312701" cy="309438"/>
          </a:xfrm>
          <a:prstGeom prst="rect">
            <a:avLst/>
          </a:prstGeom>
        </p:spPr>
      </p:pic>
      <p:pic>
        <p:nvPicPr>
          <p:cNvPr id="33" name="message.mp3">
            <a:hlinkClick r:id="" action="ppaction://media"/>
          </p:cNvPr>
          <p:cNvPicPr>
            <a:picLocks noRot="1" noChangeAspect="1"/>
          </p:cNvPicPr>
          <p:nvPr>
            <a:audioFile r:link="rId16"/>
            <p:extLst>
              <p:ext uri="{DAA4B4D4-6D71-4841-9C94-3DE7FCFB9230}">
                <p14:media xmlns:p14="http://schemas.microsoft.com/office/powerpoint/2010/main" r:link="rId17"/>
              </p:ext>
            </p:extLst>
          </p:nvPr>
        </p:nvPicPr>
        <p:blipFill>
          <a:blip r:embed="rId3" cstate="print">
            <a:duotone>
              <a:schemeClr val="accent3">
                <a:shade val="45000"/>
                <a:satMod val="135000"/>
              </a:schemeClr>
              <a:prstClr val="white"/>
            </a:duotone>
          </a:blip>
          <a:stretch>
            <a:fillRect/>
          </a:stretch>
        </p:blipFill>
        <p:spPr>
          <a:xfrm>
            <a:off x="514800" y="3071810"/>
            <a:ext cx="312701" cy="309438"/>
          </a:xfrm>
          <a:prstGeom prst="rect">
            <a:avLst/>
          </a:prstGeom>
        </p:spPr>
      </p:pic>
      <p:pic>
        <p:nvPicPr>
          <p:cNvPr id="35" name="object.mp3">
            <a:hlinkClick r:id="" action="ppaction://media"/>
          </p:cNvPr>
          <p:cNvPicPr>
            <a:picLocks noRot="1" noChangeAspect="1"/>
          </p:cNvPicPr>
          <p:nvPr>
            <a:audioFile r:link="rId18"/>
            <p:extLst>
              <p:ext uri="{DAA4B4D4-6D71-4841-9C94-3DE7FCFB9230}">
                <p14:media xmlns:p14="http://schemas.microsoft.com/office/powerpoint/2010/main" r:link="rId19"/>
              </p:ext>
            </p:extLst>
          </p:nvPr>
        </p:nvPicPr>
        <p:blipFill>
          <a:blip r:embed="rId3" cstate="print">
            <a:duotone>
              <a:schemeClr val="accent3">
                <a:shade val="45000"/>
                <a:satMod val="135000"/>
              </a:schemeClr>
              <a:prstClr val="white"/>
            </a:duotone>
          </a:blip>
          <a:stretch>
            <a:fillRect/>
          </a:stretch>
        </p:blipFill>
        <p:spPr>
          <a:xfrm>
            <a:off x="4906800" y="2619496"/>
            <a:ext cx="312701" cy="309438"/>
          </a:xfrm>
          <a:prstGeom prst="rect">
            <a:avLst/>
          </a:prstGeom>
        </p:spPr>
      </p:pic>
      <p:pic>
        <p:nvPicPr>
          <p:cNvPr id="36" name="space.mp3">
            <a:hlinkClick r:id="" action="ppaction://media"/>
          </p:cNvPr>
          <p:cNvPicPr>
            <a:picLocks noRot="1" noChangeAspect="1"/>
          </p:cNvPicPr>
          <p:nvPr>
            <a:audioFile r:link="rId20"/>
            <p:extLst>
              <p:ext uri="{DAA4B4D4-6D71-4841-9C94-3DE7FCFB9230}">
                <p14:media xmlns:p14="http://schemas.microsoft.com/office/powerpoint/2010/main" r:link="rId21"/>
              </p:ext>
            </p:extLst>
          </p:nvPr>
        </p:nvPicPr>
        <p:blipFill>
          <a:blip r:embed="rId3" cstate="print">
            <a:duotone>
              <a:schemeClr val="accent3">
                <a:shade val="45000"/>
                <a:satMod val="135000"/>
              </a:schemeClr>
              <a:prstClr val="white"/>
            </a:duotone>
          </a:blip>
          <a:stretch>
            <a:fillRect/>
          </a:stretch>
        </p:blipFill>
        <p:spPr>
          <a:xfrm>
            <a:off x="4906800" y="3071810"/>
            <a:ext cx="312701" cy="309438"/>
          </a:xfrm>
          <a:prstGeom prst="rect">
            <a:avLst/>
          </a:prstGeom>
        </p:spPr>
      </p:pic>
      <p:sp>
        <p:nvSpPr>
          <p:cNvPr id="37" name="btn-Part 1">
            <a:hlinkClick r:id="rId22" action="ppaction://hlinksldjump"/>
          </p:cNvPr>
          <p:cNvSpPr/>
          <p:nvPr/>
        </p:nvSpPr>
        <p:spPr>
          <a:xfrm>
            <a:off x="63500" y="482615"/>
            <a:ext cx="2386623"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p:cTn id="2" fill="hold" display="0">
                  <p:stCondLst>
                    <p:cond delay="indefinite"/>
                  </p:stCondLst>
                  <p:endCondLst>
                    <p:cond evt="onNext" delay="0">
                      <p:tgtEl>
                        <p:sldTgt/>
                      </p:tgtEl>
                    </p:cond>
                    <p:cond evt="onPrev" delay="0">
                      <p:tgtEl>
                        <p:sldTgt/>
                      </p:tgtEl>
                    </p:cond>
                    <p:cond evt="onStopAudio" delay="0">
                      <p:tgtEl>
                        <p:sldTgt/>
                      </p:tgtEl>
                    </p:cond>
                  </p:endCondLst>
                </p:cTn>
                <p:tgtEl>
                  <p:spTgt spid="50"/>
                </p:tgtEl>
              </p:cMediaNode>
            </p:audio>
            <p:audio>
              <p:cMediaNode>
                <p:cTn id="3" fill="hold" display="0">
                  <p:stCondLst>
                    <p:cond delay="indefinite"/>
                  </p:stCondLst>
                  <p:endCondLst>
                    <p:cond evt="onNext" delay="0">
                      <p:tgtEl>
                        <p:sldTgt/>
                      </p:tgtEl>
                    </p:cond>
                    <p:cond evt="onPrev" delay="0">
                      <p:tgtEl>
                        <p:sldTgt/>
                      </p:tgtEl>
                    </p:cond>
                    <p:cond evt="onStopAudio" delay="0">
                      <p:tgtEl>
                        <p:sldTgt/>
                      </p:tgtEl>
                    </p:cond>
                  </p:endCondLst>
                </p:cTn>
                <p:tgtEl>
                  <p:spTgt spid="62"/>
                </p:tgtEl>
              </p:cMediaNode>
            </p:audio>
            <p:audio>
              <p:cMediaNode showWhenStopped="0">
                <p:cTn id="4" fill="hold" display="0">
                  <p:stCondLst>
                    <p:cond delay="indefinite"/>
                  </p:stCondLst>
                  <p:endCondLst>
                    <p:cond evt="onNext" delay="0">
                      <p:tgtEl>
                        <p:sldTgt/>
                      </p:tgtEl>
                    </p:cond>
                    <p:cond evt="onPrev" delay="0">
                      <p:tgtEl>
                        <p:sldTgt/>
                      </p:tgtEl>
                    </p:cond>
                    <p:cond evt="onStopAudio" delay="0">
                      <p:tgtEl>
                        <p:sldTgt/>
                      </p:tgtEl>
                    </p:cond>
                  </p:endCondLst>
                </p:cTn>
                <p:tgtEl>
                  <p:spTgt spid="26"/>
                </p:tgtEl>
              </p:cMediaNode>
            </p:audio>
            <p:audio>
              <p:cMediaNode>
                <p:cTn id="5" fill="hold" display="0">
                  <p:stCondLst>
                    <p:cond delay="indefinite"/>
                  </p:stCondLst>
                  <p:endCondLst>
                    <p:cond evt="onNext" delay="0">
                      <p:tgtEl>
                        <p:sldTgt/>
                      </p:tgtEl>
                    </p:cond>
                    <p:cond evt="onPrev" delay="0">
                      <p:tgtEl>
                        <p:sldTgt/>
                      </p:tgtEl>
                    </p:cond>
                    <p:cond evt="onStopAudio" delay="0">
                      <p:tgtEl>
                        <p:sldTgt/>
                      </p:tgtEl>
                    </p:cond>
                  </p:endCondLst>
                </p:cTn>
                <p:tgtEl>
                  <p:spTgt spid="32"/>
                </p:tgtEl>
              </p:cMediaNode>
            </p:audio>
            <p:audio>
              <p:cMediaNode>
                <p:cTn id="6" fill="hold" display="0">
                  <p:stCondLst>
                    <p:cond delay="indefinite"/>
                  </p:stCondLst>
                  <p:endCondLst>
                    <p:cond evt="onNext" delay="0">
                      <p:tgtEl>
                        <p:sldTgt/>
                      </p:tgtEl>
                    </p:cond>
                    <p:cond evt="onPrev" delay="0">
                      <p:tgtEl>
                        <p:sldTgt/>
                      </p:tgtEl>
                    </p:cond>
                    <p:cond evt="onStopAudio" delay="0">
                      <p:tgtEl>
                        <p:sldTgt/>
                      </p:tgtEl>
                    </p:cond>
                  </p:endCondLst>
                </p:cTn>
                <p:tgtEl>
                  <p:spTgt spid="33"/>
                </p:tgtEl>
              </p:cMediaNode>
            </p:audio>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35"/>
                </p:tgtEl>
              </p:cMediaNode>
            </p:audio>
            <p:audio>
              <p:cMediaNode>
                <p:cTn id="8" fill="hold" display="0">
                  <p:stCondLst>
                    <p:cond delay="indefinite"/>
                  </p:stCondLst>
                  <p:endCondLst>
                    <p:cond evt="onNext" delay="0">
                      <p:tgtEl>
                        <p:sldTgt/>
                      </p:tgtEl>
                    </p:cond>
                    <p:cond evt="onPrev" delay="0">
                      <p:tgtEl>
                        <p:sldTgt/>
                      </p:tgtEl>
                    </p:cond>
                    <p:cond evt="onStopAudio" delay="0">
                      <p:tgtEl>
                        <p:sldTgt/>
                      </p:tgtEl>
                    </p:cond>
                  </p:endCondLst>
                </p:cTn>
                <p:tgtEl>
                  <p:spTgt spid="36"/>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0" y="476672"/>
            <a:ext cx="9144000" cy="432048"/>
          </a:xfrm>
          <a:prstGeom prst="rect">
            <a:avLst/>
          </a:prstGeom>
          <a:noFill/>
          <a:ln>
            <a:noFill/>
          </a:ln>
          <a:extLst>
            <a:ext uri="{909E8E84-426E-40DD-AFC4-6F175D3DCCD1}">
              <a14:hiddenFill xmlns:a14="http://schemas.microsoft.com/office/drawing/2010/main">
                <a:solidFill>
                  <a:srgbClr val="FFDD3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New words and expressions     </a:t>
            </a:r>
            <a:r>
              <a:rPr lang="en-US" altLang="zh-CN" sz="1600" b="1" dirty="0" smtClean="0">
                <a:solidFill>
                  <a:srgbClr val="515672"/>
                </a:solidFill>
                <a:latin typeface="+mj-lt"/>
              </a:rPr>
              <a:t>A. Listening for gist     </a:t>
            </a:r>
            <a:r>
              <a:rPr lang="en-US" altLang="zh-CN" sz="1600" b="1" dirty="0" smtClean="0">
                <a:solidFill>
                  <a:schemeClr val="accent4"/>
                </a:solidFill>
                <a:latin typeface="+mj-lt"/>
              </a:rPr>
              <a:t>B. Listening for details</a:t>
            </a:r>
            <a:endParaRPr lang="zh-CN" altLang="en-US" sz="1600" b="1" dirty="0">
              <a:solidFill>
                <a:schemeClr val="accent4"/>
              </a:solidFill>
              <a:latin typeface="+mj-lt"/>
            </a:endParaRPr>
          </a:p>
        </p:txBody>
      </p:sp>
      <p:grpSp>
        <p:nvGrpSpPr>
          <p:cNvPr id="2" name="下一页"/>
          <p:cNvGrpSpPr/>
          <p:nvPr/>
        </p:nvGrpSpPr>
        <p:grpSpPr>
          <a:xfrm>
            <a:off x="8750845" y="6578304"/>
            <a:ext cx="264567" cy="210642"/>
            <a:chOff x="8750845" y="6578304"/>
            <a:chExt cx="264567" cy="210642"/>
          </a:xfrm>
        </p:grpSpPr>
        <p:sp>
          <p:nvSpPr>
            <p:cNvPr id="29"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30"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32"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35"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文本占位符 39"/>
          <p:cNvSpPr>
            <a:spLocks noGrp="1"/>
          </p:cNvSpPr>
          <p:nvPr>
            <p:ph type="body" sz="quarter" idx="13"/>
          </p:nvPr>
        </p:nvSpPr>
        <p:spPr>
          <a:xfrm>
            <a:off x="323850" y="1124744"/>
            <a:ext cx="8569325" cy="732620"/>
          </a:xfrm>
        </p:spPr>
        <p:txBody>
          <a:bodyPr>
            <a:noAutofit/>
          </a:bodyPr>
          <a:lstStyle/>
          <a:p>
            <a:r>
              <a:rPr lang="en-US" altLang="zh-CN" dirty="0" smtClean="0"/>
              <a:t>In July 1947, something strange happened in Roswell, New Mexico.</a:t>
            </a:r>
            <a:r>
              <a:rPr lang="zh-CN" altLang="en-US" dirty="0" smtClean="0"/>
              <a:t> </a:t>
            </a:r>
            <a:r>
              <a:rPr lang="en-US" altLang="zh-CN" dirty="0" smtClean="0"/>
              <a:t>Read the sentences. Then listen and order the events from </a:t>
            </a:r>
            <a:r>
              <a:rPr lang="en-US" altLang="zh-CN" i="1" dirty="0" smtClean="0"/>
              <a:t>1 </a:t>
            </a:r>
            <a:r>
              <a:rPr lang="en-US" altLang="zh-CN" dirty="0" smtClean="0"/>
              <a:t>to </a:t>
            </a:r>
            <a:r>
              <a:rPr lang="en-US" altLang="zh-CN" i="1" dirty="0" smtClean="0"/>
              <a:t>5</a:t>
            </a:r>
            <a:r>
              <a:rPr lang="en-US" altLang="zh-CN" dirty="0" smtClean="0"/>
              <a:t>.</a:t>
            </a:r>
            <a:endParaRPr lang="en-US" altLang="zh-CN" dirty="0" smtClean="0"/>
          </a:p>
        </p:txBody>
      </p:sp>
      <p:pic>
        <p:nvPicPr>
          <p:cNvPr id="47" name="播放按钮"/>
          <p:cNvPicPr>
            <a:picLocks noChangeAspect="1" noChangeArrowheads="1"/>
          </p:cNvPicPr>
          <p:nvPr/>
        </p:nvPicPr>
        <p:blipFill>
          <a:blip r:embed="rId1" cstate="print">
            <a:duotone>
              <a:schemeClr val="accent3">
                <a:shade val="45000"/>
                <a:satMod val="135000"/>
              </a:schemeClr>
              <a:prstClr val="white"/>
            </a:duotone>
          </a:blip>
          <a:srcRect/>
          <a:stretch>
            <a:fillRect/>
          </a:stretch>
        </p:blipFill>
        <p:spPr bwMode="auto">
          <a:xfrm>
            <a:off x="395536" y="1933790"/>
            <a:ext cx="295275" cy="304800"/>
          </a:xfrm>
          <a:prstGeom prst="rect">
            <a:avLst/>
          </a:prstGeom>
          <a:noFill/>
          <a:ln w="9525">
            <a:noFill/>
            <a:miter lim="800000"/>
            <a:headEnd/>
            <a:tailEnd/>
          </a:ln>
          <a:effectLst/>
        </p:spPr>
      </p:pic>
      <p:pic>
        <p:nvPicPr>
          <p:cNvPr id="54" name="暂停按钮"/>
          <p:cNvPicPr>
            <a:picLocks noChangeAspect="1" noChangeArrowheads="1"/>
          </p:cNvPicPr>
          <p:nvPr/>
        </p:nvPicPr>
        <p:blipFill>
          <a:blip r:embed="rId2" cstate="print">
            <a:duotone>
              <a:schemeClr val="accent3">
                <a:shade val="45000"/>
                <a:satMod val="135000"/>
              </a:schemeClr>
              <a:prstClr val="white"/>
            </a:duotone>
          </a:blip>
          <a:srcRect/>
          <a:stretch>
            <a:fillRect/>
          </a:stretch>
        </p:blipFill>
        <p:spPr bwMode="auto">
          <a:xfrm>
            <a:off x="755576" y="1933790"/>
            <a:ext cx="295275" cy="304800"/>
          </a:xfrm>
          <a:prstGeom prst="rect">
            <a:avLst/>
          </a:prstGeom>
          <a:noFill/>
          <a:ln w="9525">
            <a:noFill/>
            <a:miter lim="800000"/>
            <a:headEnd/>
            <a:tailEnd/>
          </a:ln>
          <a:effectLst/>
        </p:spPr>
      </p:pic>
      <p:pic>
        <p:nvPicPr>
          <p:cNvPr id="63" name="停止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1115616" y="1933790"/>
            <a:ext cx="295275" cy="304800"/>
          </a:xfrm>
          <a:prstGeom prst="rect">
            <a:avLst/>
          </a:prstGeom>
          <a:noFill/>
          <a:ln w="9525">
            <a:noFill/>
            <a:miter lim="800000"/>
            <a:headEnd/>
            <a:tailEnd/>
          </a:ln>
          <a:effectLst/>
        </p:spPr>
      </p:pic>
      <p:pic>
        <p:nvPicPr>
          <p:cNvPr id="64" name="按钮-External Player">
            <a:hlinkClick r:id="rId4" action="ppaction://hlinkfile"/>
          </p:cNvPr>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1482006" y="1933790"/>
            <a:ext cx="1521337" cy="308000"/>
          </a:xfrm>
          <a:prstGeom prst="rect">
            <a:avLst/>
          </a:prstGeom>
          <a:noFill/>
          <a:ln w="9525">
            <a:noFill/>
            <a:miter lim="800000"/>
            <a:headEnd/>
            <a:tailEnd/>
          </a:ln>
          <a:effectLst/>
        </p:spPr>
      </p:pic>
      <p:pic>
        <p:nvPicPr>
          <p:cNvPr id="65" name="Track 8-4.mp3">
            <a:hlinkClick r:id="" action="ppaction://media"/>
          </p:cNvPr>
          <p:cNvPicPr>
            <a:picLocks noRot="1" noChangeAspect="1"/>
          </p:cNvPicPr>
          <p:nvPr>
            <a:audioFile r:link="rId6"/>
            <p:extLst>
              <p:ext uri="{DAA4B4D4-6D71-4841-9C94-3DE7FCFB9230}">
                <p14:media xmlns:p14="http://schemas.microsoft.com/office/powerpoint/2010/main" r:link="rId7"/>
              </p:ext>
            </p:extLst>
          </p:nvPr>
        </p:nvPicPr>
        <p:blipFill>
          <a:blip r:embed="rId8" cstate="print"/>
          <a:stretch>
            <a:fillRect/>
          </a:stretch>
        </p:blipFill>
        <p:spPr>
          <a:xfrm>
            <a:off x="4067944" y="1933790"/>
            <a:ext cx="304800" cy="304800"/>
          </a:xfrm>
          <a:prstGeom prst="rect">
            <a:avLst/>
          </a:prstGeom>
        </p:spPr>
      </p:pic>
      <p:pic>
        <p:nvPicPr>
          <p:cNvPr id="66" name="按钮-Script">
            <a:hlinkClick r:id="rId9" action="ppaction://hlinkpres?slideindex=1&amp;slidetitle="/>
          </p:cNvPr>
          <p:cNvPicPr>
            <a:picLocks noChangeAspect="1" noChangeArrowheads="1"/>
          </p:cNvPicPr>
          <p:nvPr/>
        </p:nvPicPr>
        <p:blipFill>
          <a:blip r:embed="rId10" cstate="print">
            <a:duotone>
              <a:schemeClr val="accent3">
                <a:shade val="45000"/>
                <a:satMod val="135000"/>
              </a:schemeClr>
              <a:prstClr val="white"/>
            </a:duotone>
          </a:blip>
          <a:srcRect/>
          <a:stretch>
            <a:fillRect/>
          </a:stretch>
        </p:blipFill>
        <p:spPr bwMode="auto">
          <a:xfrm>
            <a:off x="3059832" y="1928802"/>
            <a:ext cx="904875" cy="333375"/>
          </a:xfrm>
          <a:prstGeom prst="rect">
            <a:avLst/>
          </a:prstGeom>
          <a:noFill/>
          <a:ln w="9525">
            <a:noFill/>
            <a:miter lim="800000"/>
            <a:headEnd/>
            <a:tailEnd/>
          </a:ln>
          <a:effectLst/>
        </p:spPr>
      </p:pic>
      <p:sp>
        <p:nvSpPr>
          <p:cNvPr id="26" name="标题 1"/>
          <p:cNvSpPr txBox="1"/>
          <p:nvPr/>
        </p:nvSpPr>
        <p:spPr>
          <a:xfrm>
            <a:off x="4716016" y="0"/>
            <a:ext cx="1368152" cy="476672"/>
          </a:xfrm>
          <a:prstGeom prst="rect">
            <a:avLst/>
          </a:prstGeom>
          <a:noFill/>
          <a:extLst>
            <a:ext uri="{909E8E84-426E-40DD-AFC4-6F175D3DCCD1}">
              <a14:hiddenFill xmlns:a14="http://schemas.microsoft.com/office/drawing/2010/main">
                <a:solidFill>
                  <a:srgbClr val="FFDD33"/>
                </a:solidFill>
              </a14:hiddenFill>
            </a:ext>
          </a:extLst>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 2</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grpSp>
        <p:nvGrpSpPr>
          <p:cNvPr id="27" name="返回按钮"/>
          <p:cNvGrpSpPr/>
          <p:nvPr/>
        </p:nvGrpSpPr>
        <p:grpSpPr>
          <a:xfrm>
            <a:off x="7875422" y="6585447"/>
            <a:ext cx="264567" cy="210642"/>
            <a:chOff x="7875422" y="6585447"/>
            <a:chExt cx="264567" cy="210642"/>
          </a:xfrm>
        </p:grpSpPr>
        <p:sp>
          <p:nvSpPr>
            <p:cNvPr id="28"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31"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btn-Part 1">
            <a:hlinkClick r:id="rId11" action="ppaction://hlinksldjump"/>
          </p:cNvPr>
          <p:cNvSpPr/>
          <p:nvPr/>
        </p:nvSpPr>
        <p:spPr>
          <a:xfrm>
            <a:off x="4427984" y="482615"/>
            <a:ext cx="196850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btn-Part 1">
            <a:hlinkClick r:id="rId12" action="ppaction://hlinksldjump"/>
          </p:cNvPr>
          <p:cNvSpPr/>
          <p:nvPr/>
        </p:nvSpPr>
        <p:spPr>
          <a:xfrm>
            <a:off x="63500" y="482615"/>
            <a:ext cx="2386623"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占位符 46"/>
          <p:cNvSpPr>
            <a:spLocks noGrp="1"/>
          </p:cNvSpPr>
          <p:nvPr>
            <p:ph type="body" sz="quarter" idx="14"/>
          </p:nvPr>
        </p:nvSpPr>
        <p:spPr>
          <a:xfrm>
            <a:off x="966470" y="2480926"/>
            <a:ext cx="7677496" cy="3805594"/>
          </a:xfrm>
        </p:spPr>
        <p:txBody>
          <a:bodyPr>
            <a:noAutofit/>
          </a:bodyPr>
          <a:lstStyle/>
          <a:p>
            <a:pPr marL="0" indent="0">
              <a:spcBef>
                <a:spcPts val="0"/>
              </a:spcBef>
              <a:spcAft>
                <a:spcPts val="1200"/>
              </a:spcAft>
              <a:buNone/>
            </a:pPr>
            <a:r>
              <a:rPr lang="en-US" altLang="zh-CN" dirty="0" smtClean="0"/>
              <a:t>The army found pieces of a flying machine on the ground.</a:t>
            </a:r>
            <a:endParaRPr lang="en-US" altLang="zh-CN" dirty="0" smtClean="0"/>
          </a:p>
          <a:p>
            <a:pPr marL="514350" indent="-514350">
              <a:spcBef>
                <a:spcPts val="0"/>
              </a:spcBef>
              <a:spcAft>
                <a:spcPts val="1200"/>
              </a:spcAft>
              <a:buNone/>
            </a:pPr>
            <a:r>
              <a:rPr lang="en-US" altLang="zh-CN" dirty="0" smtClean="0"/>
              <a:t>People saw something flying in the night sky.</a:t>
            </a:r>
            <a:endParaRPr lang="en-US" altLang="zh-CN" dirty="0" smtClean="0"/>
          </a:p>
          <a:p>
            <a:pPr marL="514350" indent="-514350">
              <a:spcBef>
                <a:spcPts val="0"/>
              </a:spcBef>
              <a:spcAft>
                <a:spcPts val="1200"/>
              </a:spcAft>
              <a:buNone/>
            </a:pPr>
            <a:r>
              <a:rPr lang="en-US" altLang="zh-CN" dirty="0" smtClean="0"/>
              <a:t>The army said the machine was a weather balloon.</a:t>
            </a:r>
            <a:endParaRPr lang="en-US" altLang="zh-CN" dirty="0" smtClean="0"/>
          </a:p>
          <a:p>
            <a:pPr marL="514350" indent="-514350">
              <a:spcBef>
                <a:spcPts val="0"/>
              </a:spcBef>
              <a:spcAft>
                <a:spcPts val="1200"/>
              </a:spcAft>
              <a:buNone/>
            </a:pPr>
            <a:r>
              <a:rPr lang="en-US" altLang="zh-CN" dirty="0" smtClean="0"/>
              <a:t>People heard a loud crash.</a:t>
            </a:r>
            <a:endParaRPr lang="en-US" altLang="zh-CN" dirty="0" smtClean="0"/>
          </a:p>
          <a:p>
            <a:pPr marL="514350" indent="-514350">
              <a:spcBef>
                <a:spcPts val="0"/>
              </a:spcBef>
              <a:spcAft>
                <a:spcPts val="1200"/>
              </a:spcAft>
              <a:buNone/>
            </a:pPr>
            <a:r>
              <a:rPr lang="en-US" altLang="zh-CN" dirty="0" smtClean="0"/>
              <a:t>The army said the machine was a UFO from space.</a:t>
            </a:r>
            <a:endParaRPr lang="en-US" altLang="zh-CN" u="sng" dirty="0" smtClean="0">
              <a:solidFill>
                <a:schemeClr val="accent1"/>
              </a:solidFill>
            </a:endParaRPr>
          </a:p>
        </p:txBody>
      </p:sp>
      <p:sp>
        <p:nvSpPr>
          <p:cNvPr id="25" name="矩形 24"/>
          <p:cNvSpPr/>
          <p:nvPr/>
        </p:nvSpPr>
        <p:spPr>
          <a:xfrm>
            <a:off x="299575" y="2458741"/>
            <a:ext cx="686406" cy="3585597"/>
          </a:xfrm>
          <a:prstGeom prst="rect">
            <a:avLst/>
          </a:prstGeom>
        </p:spPr>
        <p:txBody>
          <a:bodyPr wrap="none">
            <a:spAutoFit/>
          </a:bodyPr>
          <a:lstStyle/>
          <a:p>
            <a:pPr>
              <a:spcAft>
                <a:spcPts val="600"/>
              </a:spcAft>
            </a:pPr>
            <a:r>
              <a:rPr lang="zh-CN" altLang="en-US" sz="3200" u="sng" dirty="0" smtClean="0">
                <a:solidFill>
                  <a:schemeClr val="accent1"/>
                </a:solidFill>
              </a:rPr>
              <a:t>   </a:t>
            </a:r>
            <a:r>
              <a:rPr lang="en-US" altLang="zh-CN" sz="3200" u="sng" dirty="0" smtClean="0">
                <a:solidFill>
                  <a:schemeClr val="accent1"/>
                </a:solidFill>
              </a:rPr>
              <a:t>3</a:t>
            </a:r>
            <a:r>
              <a:rPr lang="zh-CN" altLang="en-US" sz="3200" u="sng" dirty="0" smtClean="0">
                <a:solidFill>
                  <a:schemeClr val="accent1"/>
                </a:solidFill>
              </a:rPr>
              <a:t>  </a:t>
            </a:r>
            <a:endParaRPr lang="en-US" altLang="zh-CN" sz="3200" u="sng" dirty="0" smtClean="0">
              <a:solidFill>
                <a:schemeClr val="accent1"/>
              </a:solidFill>
            </a:endParaRPr>
          </a:p>
          <a:p>
            <a:endParaRPr lang="en-US" altLang="zh-CN" sz="3200" u="sng" dirty="0" smtClean="0">
              <a:solidFill>
                <a:schemeClr val="accent1"/>
              </a:solidFill>
            </a:endParaRPr>
          </a:p>
          <a:p>
            <a:pPr>
              <a:spcAft>
                <a:spcPts val="1200"/>
              </a:spcAft>
            </a:pPr>
            <a:r>
              <a:rPr lang="zh-CN" altLang="en-US" sz="3200" u="sng" dirty="0" smtClean="0">
                <a:solidFill>
                  <a:schemeClr val="accent1"/>
                </a:solidFill>
              </a:rPr>
              <a:t>   </a:t>
            </a:r>
            <a:r>
              <a:rPr lang="en-US" altLang="zh-CN" sz="3200" u="sng" dirty="0" smtClean="0">
                <a:solidFill>
                  <a:schemeClr val="accent1"/>
                </a:solidFill>
              </a:rPr>
              <a:t>1</a:t>
            </a:r>
            <a:r>
              <a:rPr lang="zh-CN" altLang="en-US" sz="3200" u="sng" dirty="0" smtClean="0">
                <a:solidFill>
                  <a:schemeClr val="accent1"/>
                </a:solidFill>
              </a:rPr>
              <a:t>  </a:t>
            </a:r>
            <a:endParaRPr lang="en-US" altLang="zh-CN" sz="3200" u="sng" dirty="0" smtClean="0">
              <a:solidFill>
                <a:schemeClr val="accent1"/>
              </a:solidFill>
            </a:endParaRPr>
          </a:p>
          <a:p>
            <a:pPr>
              <a:spcAft>
                <a:spcPts val="1200"/>
              </a:spcAft>
            </a:pPr>
            <a:r>
              <a:rPr lang="zh-CN" altLang="en-US" sz="3200" u="sng" dirty="0" smtClean="0">
                <a:solidFill>
                  <a:schemeClr val="accent1"/>
                </a:solidFill>
              </a:rPr>
              <a:t>   </a:t>
            </a:r>
            <a:r>
              <a:rPr lang="en-US" altLang="zh-CN" sz="3200" u="sng" dirty="0" smtClean="0">
                <a:solidFill>
                  <a:schemeClr val="accent1"/>
                </a:solidFill>
              </a:rPr>
              <a:t>5</a:t>
            </a:r>
            <a:r>
              <a:rPr lang="zh-CN" altLang="en-US" sz="3200" u="sng" dirty="0" smtClean="0">
                <a:solidFill>
                  <a:schemeClr val="accent1"/>
                </a:solidFill>
              </a:rPr>
              <a:t>  </a:t>
            </a:r>
            <a:endParaRPr lang="en-US" altLang="zh-CN" sz="3200" u="sng" dirty="0" smtClean="0">
              <a:solidFill>
                <a:schemeClr val="accent1"/>
              </a:solidFill>
            </a:endParaRPr>
          </a:p>
          <a:p>
            <a:pPr>
              <a:spcAft>
                <a:spcPts val="1200"/>
              </a:spcAft>
            </a:pPr>
            <a:r>
              <a:rPr lang="zh-CN" altLang="en-US" sz="3200" u="sng" dirty="0" smtClean="0">
                <a:solidFill>
                  <a:schemeClr val="accent1"/>
                </a:solidFill>
              </a:rPr>
              <a:t>   </a:t>
            </a:r>
            <a:r>
              <a:rPr lang="en-US" altLang="zh-CN" sz="3200" u="sng" dirty="0" smtClean="0">
                <a:solidFill>
                  <a:schemeClr val="accent1"/>
                </a:solidFill>
              </a:rPr>
              <a:t>2</a:t>
            </a:r>
            <a:r>
              <a:rPr lang="zh-CN" altLang="en-US" sz="3200" u="sng" dirty="0" smtClean="0">
                <a:solidFill>
                  <a:schemeClr val="accent1"/>
                </a:solidFill>
              </a:rPr>
              <a:t>  </a:t>
            </a:r>
            <a:endParaRPr lang="en-US" altLang="zh-CN" sz="3200" u="sng" dirty="0" smtClean="0">
              <a:solidFill>
                <a:schemeClr val="accent1"/>
              </a:solidFill>
            </a:endParaRPr>
          </a:p>
          <a:p>
            <a:pPr>
              <a:spcAft>
                <a:spcPts val="1200"/>
              </a:spcAft>
            </a:pPr>
            <a:r>
              <a:rPr lang="zh-CN" altLang="en-US" sz="3200" u="sng" dirty="0" smtClean="0">
                <a:solidFill>
                  <a:schemeClr val="accent1"/>
                </a:solidFill>
              </a:rPr>
              <a:t>   </a:t>
            </a:r>
            <a:r>
              <a:rPr lang="en-US" altLang="zh-CN" sz="3200" u="sng" dirty="0" smtClean="0">
                <a:solidFill>
                  <a:schemeClr val="accent1"/>
                </a:solidFill>
              </a:rPr>
              <a:t>4</a:t>
            </a:r>
            <a:r>
              <a:rPr lang="zh-CN" altLang="en-US" sz="3200" u="sng" dirty="0" smtClean="0">
                <a:solidFill>
                  <a:schemeClr val="accent1"/>
                </a:solidFill>
              </a:rPr>
              <a:t>  </a:t>
            </a:r>
            <a:endParaRPr lang="zh-CN" altLang="en-US" sz="3200" u="sng" dirty="0">
              <a:solidFill>
                <a:schemeClr val="accent1"/>
              </a:solidFill>
            </a:endParaRPr>
          </a:p>
        </p:txBody>
      </p:sp>
      <p:sp>
        <p:nvSpPr>
          <p:cNvPr id="41" name="矩形 40"/>
          <p:cNvSpPr/>
          <p:nvPr/>
        </p:nvSpPr>
        <p:spPr>
          <a:xfrm>
            <a:off x="298800" y="2458800"/>
            <a:ext cx="309880" cy="583565"/>
          </a:xfrm>
          <a:prstGeom prst="rect">
            <a:avLst/>
          </a:prstGeom>
          <a:noFill/>
          <a:extLst>
            <a:ext uri="{909E8E84-426E-40DD-AFC4-6F175D3DCCD1}">
              <a14:hiddenFill xmlns:a14="http://schemas.microsoft.com/office/drawing/2010/main">
                <a:solidFill>
                  <a:schemeClr val="bg1"/>
                </a:solidFill>
              </a14:hiddenFill>
            </a:ext>
          </a:extLst>
        </p:spPr>
        <p:txBody>
          <a:bodyPr wrap="none">
            <a:spAutoFit/>
          </a:bodyPr>
          <a:lstStyle/>
          <a:p>
            <a:pPr>
              <a:spcAft>
                <a:spcPts val="600"/>
              </a:spcAft>
            </a:pPr>
            <a:endParaRPr lang="en-US" altLang="zh-CN" sz="3200" u="sng" dirty="0" smtClean="0">
              <a:solidFill>
                <a:schemeClr val="bg1"/>
              </a:solidFill>
              <a:uFill>
                <a:solidFill>
                  <a:schemeClr val="tx1"/>
                </a:solidFill>
              </a:uFill>
            </a:endParaRPr>
          </a:p>
        </p:txBody>
      </p:sp>
      <p:sp>
        <p:nvSpPr>
          <p:cNvPr id="39" name="矩形 38"/>
          <p:cNvSpPr/>
          <p:nvPr/>
        </p:nvSpPr>
        <p:spPr>
          <a:xfrm>
            <a:off x="298800" y="3519416"/>
            <a:ext cx="484505" cy="583565"/>
          </a:xfrm>
          <a:prstGeom prst="rect">
            <a:avLst/>
          </a:prstGeom>
          <a:noFill/>
          <a:extLst>
            <a:ext uri="{909E8E84-426E-40DD-AFC4-6F175D3DCCD1}">
              <a14:hiddenFill xmlns:a14="http://schemas.microsoft.com/office/drawing/2010/main">
                <a:solidFill>
                  <a:schemeClr val="bg1"/>
                </a:solidFill>
              </a14:hiddenFill>
            </a:ext>
          </a:extLst>
        </p:spPr>
        <p:txBody>
          <a:bodyPr wrap="none">
            <a:spAutoFit/>
          </a:bodyPr>
          <a:lstStyle/>
          <a:p>
            <a:pPr>
              <a:spcAft>
                <a:spcPts val="600"/>
              </a:spcAft>
            </a:pPr>
            <a:r>
              <a:rPr lang="zh-CN" altLang="en-US" sz="3200" u="sng" dirty="0" smtClean="0">
                <a:solidFill>
                  <a:schemeClr val="bg1"/>
                </a:solidFill>
                <a:uFill>
                  <a:solidFill>
                    <a:schemeClr val="tx1"/>
                  </a:solidFill>
                </a:uFill>
              </a:rPr>
              <a:t>     </a:t>
            </a:r>
            <a:endParaRPr lang="en-US" altLang="zh-CN" sz="3200" u="sng" dirty="0" smtClean="0">
              <a:solidFill>
                <a:schemeClr val="bg1"/>
              </a:solidFill>
              <a:uFill>
                <a:solidFill>
                  <a:schemeClr val="tx1"/>
                </a:solidFill>
              </a:uFill>
            </a:endParaRPr>
          </a:p>
        </p:txBody>
      </p:sp>
      <p:sp>
        <p:nvSpPr>
          <p:cNvPr id="42" name="矩形 41"/>
          <p:cNvSpPr/>
          <p:nvPr/>
        </p:nvSpPr>
        <p:spPr>
          <a:xfrm>
            <a:off x="298800" y="4149295"/>
            <a:ext cx="484505" cy="583565"/>
          </a:xfrm>
          <a:prstGeom prst="rect">
            <a:avLst/>
          </a:prstGeom>
          <a:noFill/>
          <a:extLst>
            <a:ext uri="{909E8E84-426E-40DD-AFC4-6F175D3DCCD1}">
              <a14:hiddenFill xmlns:a14="http://schemas.microsoft.com/office/drawing/2010/main">
                <a:solidFill>
                  <a:schemeClr val="bg1"/>
                </a:solidFill>
              </a14:hiddenFill>
            </a:ext>
          </a:extLst>
        </p:spPr>
        <p:txBody>
          <a:bodyPr wrap="none">
            <a:spAutoFit/>
          </a:bodyPr>
          <a:lstStyle/>
          <a:p>
            <a:pPr>
              <a:spcAft>
                <a:spcPts val="600"/>
              </a:spcAft>
            </a:pPr>
            <a:r>
              <a:rPr lang="zh-CN" altLang="en-US" sz="3200" u="sng" dirty="0" smtClean="0">
                <a:solidFill>
                  <a:schemeClr val="bg1"/>
                </a:solidFill>
                <a:uFill>
                  <a:solidFill>
                    <a:schemeClr val="tx1"/>
                  </a:solidFill>
                </a:uFill>
              </a:rPr>
              <a:t>     </a:t>
            </a:r>
            <a:endParaRPr lang="en-US" altLang="zh-CN" sz="3200" u="sng" dirty="0" smtClean="0">
              <a:solidFill>
                <a:schemeClr val="bg1"/>
              </a:solidFill>
              <a:uFill>
                <a:solidFill>
                  <a:schemeClr val="tx1"/>
                </a:solidFill>
              </a:uFill>
            </a:endParaRPr>
          </a:p>
        </p:txBody>
      </p:sp>
      <p:sp>
        <p:nvSpPr>
          <p:cNvPr id="43" name="矩形 42"/>
          <p:cNvSpPr/>
          <p:nvPr/>
        </p:nvSpPr>
        <p:spPr>
          <a:xfrm>
            <a:off x="298800" y="4792237"/>
            <a:ext cx="484505" cy="583565"/>
          </a:xfrm>
          <a:prstGeom prst="rect">
            <a:avLst/>
          </a:prstGeom>
          <a:noFill/>
          <a:extLst>
            <a:ext uri="{909E8E84-426E-40DD-AFC4-6F175D3DCCD1}">
              <a14:hiddenFill xmlns:a14="http://schemas.microsoft.com/office/drawing/2010/main">
                <a:solidFill>
                  <a:schemeClr val="bg1"/>
                </a:solidFill>
              </a14:hiddenFill>
            </a:ext>
          </a:extLst>
        </p:spPr>
        <p:txBody>
          <a:bodyPr wrap="none">
            <a:spAutoFit/>
          </a:bodyPr>
          <a:lstStyle/>
          <a:p>
            <a:pPr>
              <a:spcAft>
                <a:spcPts val="600"/>
              </a:spcAft>
            </a:pPr>
            <a:r>
              <a:rPr lang="zh-CN" altLang="en-US" sz="3200" u="sng" dirty="0" smtClean="0">
                <a:solidFill>
                  <a:schemeClr val="bg1"/>
                </a:solidFill>
                <a:uFill>
                  <a:solidFill>
                    <a:schemeClr val="tx1"/>
                  </a:solidFill>
                </a:uFill>
              </a:rPr>
              <a:t>     </a:t>
            </a:r>
            <a:endParaRPr lang="en-US" altLang="zh-CN" sz="3200" u="sng" dirty="0" smtClean="0">
              <a:solidFill>
                <a:schemeClr val="bg1"/>
              </a:solidFill>
              <a:uFill>
                <a:solidFill>
                  <a:schemeClr val="tx1"/>
                </a:solidFill>
              </a:uFill>
            </a:endParaRPr>
          </a:p>
        </p:txBody>
      </p:sp>
      <p:sp>
        <p:nvSpPr>
          <p:cNvPr id="44" name="矩形 43"/>
          <p:cNvSpPr/>
          <p:nvPr/>
        </p:nvSpPr>
        <p:spPr>
          <a:xfrm>
            <a:off x="298800" y="5435179"/>
            <a:ext cx="484505" cy="583565"/>
          </a:xfrm>
          <a:prstGeom prst="rect">
            <a:avLst/>
          </a:prstGeom>
          <a:noFill/>
          <a:extLst>
            <a:ext uri="{909E8E84-426E-40DD-AFC4-6F175D3DCCD1}">
              <a14:hiddenFill xmlns:a14="http://schemas.microsoft.com/office/drawing/2010/main">
                <a:solidFill>
                  <a:schemeClr val="bg1"/>
                </a:solidFill>
              </a14:hiddenFill>
            </a:ext>
          </a:extLst>
        </p:spPr>
        <p:txBody>
          <a:bodyPr wrap="none">
            <a:spAutoFit/>
          </a:bodyPr>
          <a:lstStyle/>
          <a:p>
            <a:pPr>
              <a:spcAft>
                <a:spcPts val="600"/>
              </a:spcAft>
            </a:pPr>
            <a:r>
              <a:rPr lang="zh-CN" altLang="en-US" sz="3200" u="sng" dirty="0" smtClean="0">
                <a:solidFill>
                  <a:schemeClr val="bg1"/>
                </a:solidFill>
                <a:uFill>
                  <a:solidFill>
                    <a:schemeClr val="tx1"/>
                  </a:solidFill>
                </a:uFill>
              </a:rPr>
              <a:t>     </a:t>
            </a:r>
            <a:endParaRPr lang="en-US" altLang="zh-CN" sz="3200" u="sng" dirty="0" smtClean="0">
              <a:solidFill>
                <a:schemeClr val="bg1"/>
              </a:solidFill>
              <a:uFill>
                <a:solidFill>
                  <a:schemeClr val="tx1"/>
                </a:solidFill>
              </a:uFill>
            </a:endParaRPr>
          </a:p>
        </p:txBody>
      </p:sp>
      <p:sp>
        <p:nvSpPr>
          <p:cNvPr id="45" name="btn-Part 1">
            <a:hlinkClick r:id="rId13" action="ppaction://hlinksldjump"/>
          </p:cNvPr>
          <p:cNvSpPr/>
          <p:nvPr/>
        </p:nvSpPr>
        <p:spPr>
          <a:xfrm>
            <a:off x="2571736" y="482615"/>
            <a:ext cx="176837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65"/>
                </p:tgtEl>
              </p:cMediaNode>
            </p:audio>
          </p:childTnLst>
        </p:cTn>
      </p:par>
    </p:tnLst>
    <p:bldLst>
      <p:bldP spid="41" grpId="0" animBg="1"/>
      <p:bldP spid="39" grpId="0" animBg="1"/>
      <p:bldP spid="42" grpId="0" animBg="1"/>
      <p:bldP spid="43" grpId="0" animBg="1"/>
      <p:bldP spid="4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New words and expressions     A. Listening for gist    </a:t>
            </a:r>
            <a:r>
              <a:rPr lang="en-US" altLang="zh-CN" sz="1600" b="1" dirty="0" smtClean="0">
                <a:solidFill>
                  <a:schemeClr val="accent6"/>
                </a:solidFill>
                <a:latin typeface="+mj-lt"/>
              </a:rPr>
              <a:t> </a:t>
            </a:r>
            <a:r>
              <a:rPr lang="en-US" altLang="zh-CN" sz="1600" b="1" dirty="0" smtClean="0">
                <a:solidFill>
                  <a:srgbClr val="515672"/>
                </a:solidFill>
                <a:latin typeface="+mj-lt"/>
              </a:rPr>
              <a:t>B. Listening for details</a:t>
            </a:r>
            <a:endParaRPr lang="zh-CN" altLang="en-US" sz="1600" b="1" dirty="0">
              <a:solidFill>
                <a:srgbClr val="515672"/>
              </a:solidFill>
              <a:latin typeface="+mj-lt"/>
            </a:endParaRPr>
          </a:p>
        </p:txBody>
      </p:sp>
      <p:sp>
        <p:nvSpPr>
          <p:cNvPr id="40" name="文本占位符 39"/>
          <p:cNvSpPr>
            <a:spLocks noGrp="1"/>
          </p:cNvSpPr>
          <p:nvPr>
            <p:ph type="body" sz="quarter" idx="13"/>
          </p:nvPr>
        </p:nvSpPr>
        <p:spPr>
          <a:xfrm>
            <a:off x="323850" y="1054800"/>
            <a:ext cx="8569325" cy="375430"/>
          </a:xfrm>
        </p:spPr>
        <p:txBody>
          <a:bodyPr>
            <a:normAutofit lnSpcReduction="10000"/>
          </a:bodyPr>
          <a:lstStyle/>
          <a:p>
            <a:r>
              <a:rPr lang="en-US" altLang="zh-CN" dirty="0" smtClean="0"/>
              <a:t>1. Circle the best answer.</a:t>
            </a:r>
            <a:endParaRPr lang="zh-CN" altLang="en-US" dirty="0"/>
          </a:p>
        </p:txBody>
      </p:sp>
      <p:sp>
        <p:nvSpPr>
          <p:cNvPr id="51" name="标题 1"/>
          <p:cNvSpPr txBox="1"/>
          <p:nvPr/>
        </p:nvSpPr>
        <p:spPr>
          <a:xfrm>
            <a:off x="4716016" y="0"/>
            <a:ext cx="136815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 2</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sp>
        <p:nvSpPr>
          <p:cNvPr id="37" name="btn-Part 1">
            <a:hlinkClick r:id="rId1" action="ppaction://hlinksldjump"/>
          </p:cNvPr>
          <p:cNvSpPr/>
          <p:nvPr/>
        </p:nvSpPr>
        <p:spPr>
          <a:xfrm>
            <a:off x="2627784" y="482615"/>
            <a:ext cx="176837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btn-Part 1">
            <a:hlinkClick r:id="rId2" action="ppaction://hlinksldjump"/>
          </p:cNvPr>
          <p:cNvSpPr/>
          <p:nvPr/>
        </p:nvSpPr>
        <p:spPr>
          <a:xfrm>
            <a:off x="63500" y="482615"/>
            <a:ext cx="2386623"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0" name="下一页"/>
          <p:cNvGrpSpPr/>
          <p:nvPr/>
        </p:nvGrpSpPr>
        <p:grpSpPr>
          <a:xfrm>
            <a:off x="8750845" y="6578304"/>
            <a:ext cx="264567" cy="210642"/>
            <a:chOff x="8750845" y="6578304"/>
            <a:chExt cx="264567" cy="210642"/>
          </a:xfrm>
        </p:grpSpPr>
        <p:sp>
          <p:nvSpPr>
            <p:cNvPr id="103"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104"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5" name="上一页"/>
          <p:cNvGrpSpPr/>
          <p:nvPr/>
        </p:nvGrpSpPr>
        <p:grpSpPr>
          <a:xfrm>
            <a:off x="8335464" y="6580685"/>
            <a:ext cx="264567" cy="210642"/>
            <a:chOff x="8335464" y="6580685"/>
            <a:chExt cx="264567" cy="210642"/>
          </a:xfrm>
        </p:grpSpPr>
        <p:sp>
          <p:nvSpPr>
            <p:cNvPr id="106"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107"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8" name="返回按钮"/>
          <p:cNvGrpSpPr/>
          <p:nvPr/>
        </p:nvGrpSpPr>
        <p:grpSpPr>
          <a:xfrm>
            <a:off x="7875422" y="6585447"/>
            <a:ext cx="264567" cy="210642"/>
            <a:chOff x="7875422" y="6585447"/>
            <a:chExt cx="264567" cy="210642"/>
          </a:xfrm>
        </p:grpSpPr>
        <p:sp>
          <p:nvSpPr>
            <p:cNvPr id="109"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110"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矩形 44"/>
          <p:cNvSpPr/>
          <p:nvPr/>
        </p:nvSpPr>
        <p:spPr>
          <a:xfrm>
            <a:off x="357158" y="2018308"/>
            <a:ext cx="8358246" cy="4339650"/>
          </a:xfrm>
          <a:prstGeom prst="rect">
            <a:avLst/>
          </a:prstGeom>
        </p:spPr>
        <p:txBody>
          <a:bodyPr wrap="square">
            <a:spAutoFit/>
          </a:bodyPr>
          <a:lstStyle/>
          <a:p>
            <a:pPr>
              <a:spcAft>
                <a:spcPts val="900"/>
              </a:spcAft>
            </a:pPr>
            <a:r>
              <a:rPr lang="en-US" altLang="zh-CN" sz="2400" dirty="0" smtClean="0"/>
              <a:t>1) </a:t>
            </a:r>
            <a:r>
              <a:rPr lang="zh-CN" altLang="en-US" sz="2400" dirty="0" smtClean="0"/>
              <a:t> </a:t>
            </a:r>
            <a:r>
              <a:rPr lang="en-US" altLang="zh-CN" sz="2400" dirty="0" smtClean="0"/>
              <a:t>Today, the army says the flying machine was definitely a </a:t>
            </a:r>
            <a:r>
              <a:rPr lang="en-US" altLang="zh-CN" sz="2400" u="sng" dirty="0" smtClean="0"/>
              <a:t>                   </a:t>
            </a:r>
            <a:r>
              <a:rPr lang="en-US" altLang="zh-CN" sz="2400" dirty="0" smtClean="0"/>
              <a:t>.</a:t>
            </a:r>
            <a:endParaRPr lang="en-US" altLang="zh-CN" sz="2400" dirty="0" smtClean="0"/>
          </a:p>
          <a:p>
            <a:pPr>
              <a:spcAft>
                <a:spcPts val="900"/>
              </a:spcAft>
            </a:pPr>
            <a:r>
              <a:rPr lang="zh-CN" altLang="en-US" sz="2400" dirty="0" smtClean="0"/>
              <a:t>       </a:t>
            </a:r>
            <a:r>
              <a:rPr lang="en-US" altLang="zh-CN" sz="2400" dirty="0" smtClean="0"/>
              <a:t>a. UFO</a:t>
            </a:r>
            <a:r>
              <a:rPr lang="zh-CN" altLang="en-US" sz="2400" dirty="0" smtClean="0"/>
              <a:t>                                  </a:t>
            </a:r>
            <a:r>
              <a:rPr lang="en-US" altLang="zh-CN" sz="2400" dirty="0" smtClean="0"/>
              <a:t> b. weather balloon </a:t>
            </a:r>
            <a:r>
              <a:rPr lang="zh-CN" altLang="en-US" sz="2400" dirty="0" smtClean="0"/>
              <a:t>           </a:t>
            </a:r>
            <a:r>
              <a:rPr lang="en-US" altLang="zh-CN" sz="2400" dirty="0" smtClean="0"/>
              <a:t>c. small plane</a:t>
            </a:r>
            <a:endParaRPr lang="en-US" altLang="zh-CN" sz="2400" dirty="0" smtClean="0"/>
          </a:p>
          <a:p>
            <a:pPr>
              <a:spcAft>
                <a:spcPts val="900"/>
              </a:spcAft>
            </a:pPr>
            <a:r>
              <a:rPr lang="en-US" altLang="zh-CN" sz="2400" dirty="0" smtClean="0"/>
              <a:t>2) </a:t>
            </a:r>
            <a:r>
              <a:rPr lang="zh-CN" altLang="en-US" sz="2400" dirty="0" smtClean="0"/>
              <a:t> </a:t>
            </a:r>
            <a:r>
              <a:rPr lang="en-US" altLang="zh-CN" sz="2400" dirty="0" smtClean="0"/>
              <a:t>In 1947, some people in Roswell saw </a:t>
            </a:r>
            <a:r>
              <a:rPr lang="en-US" altLang="zh-CN" sz="2400" u="sng" dirty="0" smtClean="0"/>
              <a:t>                  </a:t>
            </a:r>
            <a:r>
              <a:rPr lang="en-US" altLang="zh-CN" sz="2400" dirty="0" smtClean="0"/>
              <a:t> near the crash site.</a:t>
            </a:r>
            <a:endParaRPr lang="en-US" altLang="zh-CN" sz="2400" dirty="0" smtClean="0"/>
          </a:p>
          <a:p>
            <a:pPr>
              <a:spcAft>
                <a:spcPts val="900"/>
              </a:spcAft>
            </a:pPr>
            <a:r>
              <a:rPr lang="zh-CN" altLang="en-US" sz="2400" dirty="0" smtClean="0"/>
              <a:t>       </a:t>
            </a:r>
            <a:r>
              <a:rPr lang="en-US" altLang="zh-CN" sz="2400" dirty="0" smtClean="0"/>
              <a:t>a. strange bodies </a:t>
            </a:r>
            <a:r>
              <a:rPr lang="zh-CN" altLang="en-US" sz="2400" dirty="0" smtClean="0"/>
              <a:t>           </a:t>
            </a:r>
            <a:r>
              <a:rPr lang="en-US" altLang="zh-CN" sz="2400" dirty="0" smtClean="0"/>
              <a:t>b. dead people</a:t>
            </a:r>
            <a:r>
              <a:rPr lang="zh-CN" altLang="en-US" sz="2400" dirty="0" smtClean="0"/>
              <a:t>                      </a:t>
            </a:r>
            <a:r>
              <a:rPr lang="en-US" altLang="zh-CN" sz="2400" dirty="0" smtClean="0"/>
              <a:t> c. an old man</a:t>
            </a:r>
            <a:endParaRPr lang="en-US" altLang="zh-CN" sz="2400" dirty="0" smtClean="0"/>
          </a:p>
          <a:p>
            <a:pPr>
              <a:spcAft>
                <a:spcPts val="900"/>
              </a:spcAft>
            </a:pPr>
            <a:r>
              <a:rPr lang="en-US" altLang="zh-CN" sz="2400" dirty="0" smtClean="0"/>
              <a:t>3)</a:t>
            </a:r>
            <a:r>
              <a:rPr lang="zh-CN" altLang="en-US" sz="2400" dirty="0" smtClean="0"/>
              <a:t> </a:t>
            </a:r>
            <a:r>
              <a:rPr lang="en-US" altLang="zh-CN" sz="2400" dirty="0" smtClean="0"/>
              <a:t> Chase Brandon worked for the government. He says </a:t>
            </a:r>
            <a:r>
              <a:rPr lang="en-US" altLang="zh-CN" sz="2400" u="sng" dirty="0" smtClean="0"/>
              <a:t>                       </a:t>
            </a:r>
            <a:r>
              <a:rPr lang="en-US" altLang="zh-CN" sz="2400" dirty="0" smtClean="0"/>
              <a:t>.</a:t>
            </a:r>
            <a:endParaRPr lang="en-US" altLang="zh-CN" sz="2400" dirty="0" smtClean="0"/>
          </a:p>
          <a:p>
            <a:pPr>
              <a:spcAft>
                <a:spcPts val="900"/>
              </a:spcAft>
            </a:pPr>
            <a:r>
              <a:rPr lang="zh-CN" altLang="en-US" sz="2400" dirty="0" smtClean="0"/>
              <a:t>       </a:t>
            </a:r>
            <a:r>
              <a:rPr lang="en-US" altLang="zh-CN" sz="2400" dirty="0" smtClean="0"/>
              <a:t>a. there were no aliens </a:t>
            </a:r>
            <a:r>
              <a:rPr lang="zh-CN" altLang="en-US" sz="2400" dirty="0" smtClean="0"/>
              <a:t>                  </a:t>
            </a:r>
            <a:r>
              <a:rPr lang="en-US" altLang="zh-CN" sz="2400" dirty="0" smtClean="0"/>
              <a:t>b. the flying machine wasn’t from Earth</a:t>
            </a:r>
            <a:endParaRPr lang="en-US" altLang="zh-CN" sz="2400" dirty="0" smtClean="0"/>
          </a:p>
          <a:p>
            <a:pPr>
              <a:spcAft>
                <a:spcPts val="900"/>
              </a:spcAft>
            </a:pPr>
            <a:r>
              <a:rPr lang="zh-CN" altLang="en-US" sz="2400" dirty="0" smtClean="0"/>
              <a:t>       </a:t>
            </a:r>
            <a:r>
              <a:rPr lang="en-US" altLang="zh-CN" sz="2400" dirty="0" smtClean="0"/>
              <a:t>c. both </a:t>
            </a:r>
            <a:r>
              <a:rPr lang="en-US" altLang="zh-CN" sz="2400" i="1" dirty="0" smtClean="0"/>
              <a:t>a</a:t>
            </a:r>
            <a:r>
              <a:rPr lang="en-US" altLang="zh-CN" sz="2400" dirty="0" smtClean="0"/>
              <a:t> and </a:t>
            </a:r>
            <a:r>
              <a:rPr lang="en-US" altLang="zh-CN" sz="2400" i="1" dirty="0" smtClean="0"/>
              <a:t>b</a:t>
            </a:r>
            <a:endParaRPr lang="en-US" altLang="zh-CN" sz="2400" i="1" dirty="0" smtClean="0"/>
          </a:p>
          <a:p>
            <a:pPr>
              <a:spcAft>
                <a:spcPts val="900"/>
              </a:spcAft>
            </a:pPr>
            <a:r>
              <a:rPr lang="en-US" altLang="zh-CN" sz="2400" dirty="0" smtClean="0"/>
              <a:t>4) </a:t>
            </a:r>
            <a:r>
              <a:rPr lang="zh-CN" altLang="en-US" sz="2400" dirty="0" smtClean="0"/>
              <a:t> </a:t>
            </a:r>
            <a:r>
              <a:rPr lang="en-US" altLang="zh-CN" sz="2400" dirty="0" smtClean="0"/>
              <a:t>Chase Brandon believes the events at Roswell </a:t>
            </a:r>
            <a:r>
              <a:rPr lang="en-US" altLang="zh-CN" sz="2400" u="sng" dirty="0" smtClean="0"/>
              <a:t>                        </a:t>
            </a:r>
            <a:r>
              <a:rPr lang="en-US" altLang="zh-CN" sz="2400" dirty="0" smtClean="0"/>
              <a:t>  happened.</a:t>
            </a:r>
            <a:endParaRPr lang="en-US" altLang="zh-CN" sz="2400" dirty="0" smtClean="0"/>
          </a:p>
          <a:p>
            <a:pPr>
              <a:spcAft>
                <a:spcPts val="900"/>
              </a:spcAft>
            </a:pPr>
            <a:r>
              <a:rPr lang="zh-CN" altLang="en-US" sz="2400" dirty="0" smtClean="0"/>
              <a:t>       </a:t>
            </a:r>
            <a:r>
              <a:rPr lang="en-US" altLang="zh-CN" sz="2400" dirty="0" smtClean="0"/>
              <a:t>a. definitely</a:t>
            </a:r>
            <a:r>
              <a:rPr lang="zh-CN" altLang="en-US" sz="2400" dirty="0" smtClean="0"/>
              <a:t>                      </a:t>
            </a:r>
            <a:r>
              <a:rPr lang="en-US" altLang="zh-CN" sz="2400" dirty="0" smtClean="0"/>
              <a:t> </a:t>
            </a:r>
            <a:r>
              <a:rPr lang="zh-CN" altLang="en-US" sz="2400" dirty="0" smtClean="0"/>
              <a:t> </a:t>
            </a:r>
            <a:r>
              <a:rPr lang="en-US" altLang="zh-CN" sz="2400" dirty="0" smtClean="0"/>
              <a:t>b. probably </a:t>
            </a:r>
            <a:r>
              <a:rPr lang="zh-CN" altLang="en-US" sz="2400" dirty="0" smtClean="0"/>
              <a:t>                            </a:t>
            </a:r>
            <a:r>
              <a:rPr lang="en-US" altLang="zh-CN" sz="2400" dirty="0" smtClean="0"/>
              <a:t>c. never</a:t>
            </a:r>
            <a:endParaRPr lang="zh-CN" altLang="en-US" sz="2400" dirty="0"/>
          </a:p>
        </p:txBody>
      </p:sp>
      <p:sp>
        <p:nvSpPr>
          <p:cNvPr id="46" name="同心圆 45"/>
          <p:cNvSpPr/>
          <p:nvPr/>
        </p:nvSpPr>
        <p:spPr>
          <a:xfrm>
            <a:off x="3000364" y="2585599"/>
            <a:ext cx="2357454" cy="357190"/>
          </a:xfrm>
          <a:prstGeom prst="donut">
            <a:avLst>
              <a:gd name="adj" fmla="val 14931"/>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热区"/>
          <p:cNvSpPr/>
          <p:nvPr/>
        </p:nvSpPr>
        <p:spPr>
          <a:xfrm>
            <a:off x="642910" y="2000240"/>
            <a:ext cx="7572428" cy="914839"/>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同心圆 54"/>
          <p:cNvSpPr/>
          <p:nvPr/>
        </p:nvSpPr>
        <p:spPr>
          <a:xfrm>
            <a:off x="640747" y="3542003"/>
            <a:ext cx="2129285" cy="357190"/>
          </a:xfrm>
          <a:prstGeom prst="donut">
            <a:avLst>
              <a:gd name="adj" fmla="val 14931"/>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热区"/>
          <p:cNvSpPr/>
          <p:nvPr/>
        </p:nvSpPr>
        <p:spPr>
          <a:xfrm>
            <a:off x="656764" y="3000372"/>
            <a:ext cx="7201383" cy="859419"/>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同心圆 56"/>
          <p:cNvSpPr/>
          <p:nvPr/>
        </p:nvSpPr>
        <p:spPr>
          <a:xfrm>
            <a:off x="3940750" y="4472860"/>
            <a:ext cx="4857784" cy="428628"/>
          </a:xfrm>
          <a:prstGeom prst="donut">
            <a:avLst>
              <a:gd name="adj" fmla="val 14931"/>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9" name="同心圆 68"/>
          <p:cNvSpPr/>
          <p:nvPr/>
        </p:nvSpPr>
        <p:spPr>
          <a:xfrm>
            <a:off x="640747" y="5957040"/>
            <a:ext cx="1714512" cy="357190"/>
          </a:xfrm>
          <a:prstGeom prst="donut">
            <a:avLst>
              <a:gd name="adj" fmla="val 14931"/>
            </a:avLst>
          </a:prstGeom>
          <a:solidFill>
            <a:srgbClr val="4F81BD">
              <a:alpha val="69804"/>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0" name="热区"/>
          <p:cNvSpPr/>
          <p:nvPr/>
        </p:nvSpPr>
        <p:spPr>
          <a:xfrm>
            <a:off x="642910" y="5429264"/>
            <a:ext cx="7643866" cy="857257"/>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1"/>
          <p:cNvGrpSpPr/>
          <p:nvPr/>
        </p:nvGrpSpPr>
        <p:grpSpPr>
          <a:xfrm>
            <a:off x="656765" y="4071941"/>
            <a:ext cx="7971183" cy="1285885"/>
            <a:chOff x="656765" y="4500570"/>
            <a:chExt cx="7971183" cy="857256"/>
          </a:xfrm>
        </p:grpSpPr>
        <p:sp>
          <p:nvSpPr>
            <p:cNvPr id="67" name="热区"/>
            <p:cNvSpPr/>
            <p:nvPr/>
          </p:nvSpPr>
          <p:spPr>
            <a:xfrm>
              <a:off x="698330" y="4500570"/>
              <a:ext cx="7929618" cy="399969"/>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热区"/>
            <p:cNvSpPr/>
            <p:nvPr/>
          </p:nvSpPr>
          <p:spPr>
            <a:xfrm>
              <a:off x="656765" y="4957857"/>
              <a:ext cx="1863882" cy="399969"/>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5" name="播放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523354" y="1457539"/>
            <a:ext cx="295275" cy="304800"/>
          </a:xfrm>
          <a:prstGeom prst="rect">
            <a:avLst/>
          </a:prstGeom>
          <a:noFill/>
          <a:ln w="9525">
            <a:noFill/>
            <a:miter lim="800000"/>
            <a:headEnd/>
            <a:tailEnd/>
          </a:ln>
          <a:effectLst/>
        </p:spPr>
      </p:pic>
      <p:pic>
        <p:nvPicPr>
          <p:cNvPr id="36" name="暂停按钮"/>
          <p:cNvPicPr>
            <a:picLocks noChangeAspect="1" noChangeArrowheads="1"/>
          </p:cNvPicPr>
          <p:nvPr/>
        </p:nvPicPr>
        <p:blipFill>
          <a:blip r:embed="rId4" cstate="print">
            <a:duotone>
              <a:schemeClr val="accent3">
                <a:shade val="45000"/>
                <a:satMod val="135000"/>
              </a:schemeClr>
              <a:prstClr val="white"/>
            </a:duotone>
          </a:blip>
          <a:srcRect/>
          <a:stretch>
            <a:fillRect/>
          </a:stretch>
        </p:blipFill>
        <p:spPr bwMode="auto">
          <a:xfrm>
            <a:off x="883394" y="1457539"/>
            <a:ext cx="295275" cy="304800"/>
          </a:xfrm>
          <a:prstGeom prst="rect">
            <a:avLst/>
          </a:prstGeom>
          <a:noFill/>
          <a:ln w="9525">
            <a:noFill/>
            <a:miter lim="800000"/>
            <a:headEnd/>
            <a:tailEnd/>
          </a:ln>
          <a:effectLst/>
        </p:spPr>
      </p:pic>
      <p:pic>
        <p:nvPicPr>
          <p:cNvPr id="39" name="停止按钮"/>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1243434" y="1457539"/>
            <a:ext cx="295275" cy="304800"/>
          </a:xfrm>
          <a:prstGeom prst="rect">
            <a:avLst/>
          </a:prstGeom>
          <a:noFill/>
          <a:ln w="9525">
            <a:noFill/>
            <a:miter lim="800000"/>
            <a:headEnd/>
            <a:tailEnd/>
          </a:ln>
          <a:effectLst/>
        </p:spPr>
      </p:pic>
      <p:pic>
        <p:nvPicPr>
          <p:cNvPr id="41" name="按钮-External Player">
            <a:hlinkClick r:id="rId6" action="ppaction://hlinkfile"/>
          </p:cNvPr>
          <p:cNvPicPr>
            <a:picLocks noChangeAspect="1" noChangeArrowheads="1"/>
          </p:cNvPicPr>
          <p:nvPr/>
        </p:nvPicPr>
        <p:blipFill>
          <a:blip r:embed="rId7" cstate="print">
            <a:duotone>
              <a:schemeClr val="accent3">
                <a:shade val="45000"/>
                <a:satMod val="135000"/>
              </a:schemeClr>
              <a:prstClr val="white"/>
            </a:duotone>
          </a:blip>
          <a:srcRect/>
          <a:stretch>
            <a:fillRect/>
          </a:stretch>
        </p:blipFill>
        <p:spPr bwMode="auto">
          <a:xfrm>
            <a:off x="1609824" y="1457539"/>
            <a:ext cx="1521337" cy="308000"/>
          </a:xfrm>
          <a:prstGeom prst="rect">
            <a:avLst/>
          </a:prstGeom>
          <a:noFill/>
          <a:ln w="9525">
            <a:noFill/>
            <a:miter lim="800000"/>
            <a:headEnd/>
            <a:tailEnd/>
          </a:ln>
          <a:effectLst/>
        </p:spPr>
      </p:pic>
      <p:pic>
        <p:nvPicPr>
          <p:cNvPr id="42" name="Track 8-4.mp3">
            <a:hlinkClick r:id="" action="ppaction://media"/>
          </p:cNvPr>
          <p:cNvPicPr>
            <a:picLocks noRot="1" noChangeAspect="1"/>
          </p:cNvPicPr>
          <p:nvPr>
            <a:audioFile r:link="rId8"/>
            <p:extLst>
              <p:ext uri="{DAA4B4D4-6D71-4841-9C94-3DE7FCFB9230}">
                <p14:media xmlns:p14="http://schemas.microsoft.com/office/powerpoint/2010/main" r:link="rId9"/>
              </p:ext>
            </p:extLst>
          </p:nvPr>
        </p:nvPicPr>
        <p:blipFill>
          <a:blip r:embed="rId10" cstate="print"/>
          <a:stretch>
            <a:fillRect/>
          </a:stretch>
        </p:blipFill>
        <p:spPr>
          <a:xfrm>
            <a:off x="4195762" y="1457539"/>
            <a:ext cx="304800" cy="304800"/>
          </a:xfrm>
          <a:prstGeom prst="rect">
            <a:avLst/>
          </a:prstGeom>
        </p:spPr>
      </p:pic>
      <p:pic>
        <p:nvPicPr>
          <p:cNvPr id="43" name="按钮-Script">
            <a:hlinkClick r:id="rId11" action="ppaction://hlinkpres?slideindex=1&amp;slidetitle="/>
          </p:cNvPr>
          <p:cNvPicPr>
            <a:picLocks noChangeAspect="1" noChangeArrowheads="1"/>
          </p:cNvPicPr>
          <p:nvPr/>
        </p:nvPicPr>
        <p:blipFill>
          <a:blip r:embed="rId12" cstate="print">
            <a:duotone>
              <a:schemeClr val="accent3">
                <a:shade val="45000"/>
                <a:satMod val="135000"/>
              </a:schemeClr>
              <a:prstClr val="white"/>
            </a:duotone>
          </a:blip>
          <a:srcRect/>
          <a:stretch>
            <a:fillRect/>
          </a:stretch>
        </p:blipFill>
        <p:spPr bwMode="auto">
          <a:xfrm>
            <a:off x="3187650" y="1452551"/>
            <a:ext cx="904875" cy="333375"/>
          </a:xfrm>
          <a:prstGeom prst="rect">
            <a:avLst/>
          </a:prstGeom>
          <a:noFill/>
          <a:ln w="9525">
            <a:noFill/>
            <a:miter lim="800000"/>
            <a:headEnd/>
            <a:tailEnd/>
          </a:ln>
          <a:effectLst/>
        </p:spPr>
      </p:pic>
      <p:sp>
        <p:nvSpPr>
          <p:cNvPr id="44" name="btn-Part 1">
            <a:hlinkClick r:id="rId13" action="ppaction://hlinksldjump"/>
          </p:cNvPr>
          <p:cNvSpPr/>
          <p:nvPr/>
        </p:nvSpPr>
        <p:spPr>
          <a:xfrm>
            <a:off x="4427984" y="482615"/>
            <a:ext cx="196850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42"/>
                </p:tgtEl>
              </p:cMediaNode>
            </p:audio>
          </p:childTnLst>
        </p:cTn>
      </p:par>
    </p:tnLst>
    <p:bldLst>
      <p:bldP spid="46" grpId="0" animBg="1"/>
      <p:bldP spid="55" grpId="0" animBg="1"/>
      <p:bldP spid="57" grpId="0" animBg="1"/>
      <p:bldP spid="6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0" y="476672"/>
            <a:ext cx="9144000" cy="432048"/>
          </a:xfrm>
          <a:prstGeom prst="rect">
            <a:avLst/>
          </a:prstGeom>
          <a:noFill/>
          <a:ln>
            <a:noFill/>
          </a:ln>
          <a:extLst>
            <a:ext uri="{909E8E84-426E-40DD-AFC4-6F175D3DCCD1}">
              <a14:hiddenFill xmlns:a14="http://schemas.microsoft.com/office/drawing/2010/main">
                <a:solidFill>
                  <a:srgbClr val="FFDD33"/>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New words and expressions     A. Listening for gist    </a:t>
            </a:r>
            <a:r>
              <a:rPr lang="en-US" altLang="zh-CN" sz="1600" b="1" dirty="0" smtClean="0">
                <a:solidFill>
                  <a:schemeClr val="accent6"/>
                </a:solidFill>
                <a:latin typeface="+mj-lt"/>
              </a:rPr>
              <a:t> </a:t>
            </a:r>
            <a:r>
              <a:rPr lang="en-US" altLang="zh-CN" sz="1600" b="1" dirty="0" smtClean="0">
                <a:solidFill>
                  <a:srgbClr val="515672"/>
                </a:solidFill>
                <a:latin typeface="+mj-lt"/>
              </a:rPr>
              <a:t>B. Listening for details</a:t>
            </a:r>
            <a:endParaRPr lang="zh-CN" altLang="en-US" sz="1600" b="1" dirty="0">
              <a:solidFill>
                <a:srgbClr val="515672"/>
              </a:solidFill>
              <a:latin typeface="+mj-lt"/>
            </a:endParaRPr>
          </a:p>
        </p:txBody>
      </p:sp>
      <p:sp>
        <p:nvSpPr>
          <p:cNvPr id="40" name="文本占位符 39"/>
          <p:cNvSpPr>
            <a:spLocks noGrp="1"/>
          </p:cNvSpPr>
          <p:nvPr>
            <p:ph type="body" sz="quarter" idx="13"/>
          </p:nvPr>
        </p:nvSpPr>
        <p:spPr>
          <a:xfrm>
            <a:off x="323850" y="1053306"/>
            <a:ext cx="8569325" cy="375430"/>
          </a:xfrm>
        </p:spPr>
        <p:txBody>
          <a:bodyPr>
            <a:normAutofit lnSpcReduction="10000"/>
          </a:bodyPr>
          <a:lstStyle/>
          <a:p>
            <a:r>
              <a:rPr lang="en-US" altLang="zh-CN" dirty="0" smtClean="0"/>
              <a:t>2. Decide whether the following statements are true (T) or false (F).</a:t>
            </a:r>
            <a:endParaRPr lang="zh-CN" altLang="en-US" dirty="0"/>
          </a:p>
        </p:txBody>
      </p:sp>
      <p:sp>
        <p:nvSpPr>
          <p:cNvPr id="51" name="标题 1"/>
          <p:cNvSpPr txBox="1"/>
          <p:nvPr/>
        </p:nvSpPr>
        <p:spPr>
          <a:xfrm>
            <a:off x="4716016" y="0"/>
            <a:ext cx="1368152" cy="476672"/>
          </a:xfrm>
          <a:prstGeom prst="rect">
            <a:avLst/>
          </a:prstGeom>
          <a:noFill/>
          <a:extLst>
            <a:ext uri="{909E8E84-426E-40DD-AFC4-6F175D3DCCD1}">
              <a14:hiddenFill xmlns:a14="http://schemas.microsoft.com/office/drawing/2010/main">
                <a:solidFill>
                  <a:srgbClr val="FFDD33"/>
                </a:solidFill>
              </a14:hiddenFill>
            </a:ext>
          </a:extLst>
        </p:spPr>
        <p:txBody>
          <a:bodyPr vert="horz" lIns="90000" tIns="45720" rIns="91440" bIns="45720" rtlCol="0" anchor="ctr">
            <a:noAutofit/>
          </a:bodyPr>
          <a:lstStyle>
            <a:lvl1pPr algn="l">
              <a:defRPr sz="2000" b="1">
                <a:solidFill>
                  <a:schemeClr val="bg1"/>
                </a:solidFill>
                <a:latin typeface="+mj-lt"/>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n-ea"/>
                <a:cs typeface="+mn-cs"/>
              </a:rPr>
              <a:t>Listening 2</a:t>
            </a:r>
            <a:endParaRPr kumimoji="0" lang="zh-CN" altLang="en-US" sz="2000" b="1" i="0" u="none" strike="noStrike" kern="1200" cap="none" spc="0" normalizeH="0" baseline="0" noProof="0">
              <a:ln>
                <a:noFill/>
              </a:ln>
              <a:solidFill>
                <a:srgbClr val="515672"/>
              </a:solidFill>
              <a:effectLst/>
              <a:uLnTx/>
              <a:uFillTx/>
              <a:latin typeface="+mj-lt"/>
              <a:ea typeface="+mn-ea"/>
              <a:cs typeface="+mn-cs"/>
            </a:endParaRPr>
          </a:p>
        </p:txBody>
      </p:sp>
      <p:sp>
        <p:nvSpPr>
          <p:cNvPr id="37" name="btn-Part 1">
            <a:hlinkClick r:id="rId1" action="ppaction://hlinksldjump"/>
          </p:cNvPr>
          <p:cNvSpPr/>
          <p:nvPr/>
        </p:nvSpPr>
        <p:spPr>
          <a:xfrm>
            <a:off x="2627784" y="482615"/>
            <a:ext cx="176837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btn-Part 1">
            <a:hlinkClick r:id="rId2" action="ppaction://hlinksldjump"/>
          </p:cNvPr>
          <p:cNvSpPr/>
          <p:nvPr/>
        </p:nvSpPr>
        <p:spPr>
          <a:xfrm>
            <a:off x="63500" y="482615"/>
            <a:ext cx="2386623"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下一页"/>
          <p:cNvGrpSpPr/>
          <p:nvPr/>
        </p:nvGrpSpPr>
        <p:grpSpPr>
          <a:xfrm>
            <a:off x="8750845" y="6578304"/>
            <a:ext cx="264567" cy="210642"/>
            <a:chOff x="8750845" y="6578304"/>
            <a:chExt cx="264567" cy="210642"/>
          </a:xfrm>
        </p:grpSpPr>
        <p:sp>
          <p:nvSpPr>
            <p:cNvPr id="46"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8"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56"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57"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返回按钮"/>
          <p:cNvGrpSpPr/>
          <p:nvPr/>
        </p:nvGrpSpPr>
        <p:grpSpPr>
          <a:xfrm>
            <a:off x="7875422" y="6585447"/>
            <a:ext cx="264567" cy="210642"/>
            <a:chOff x="7875422" y="6585447"/>
            <a:chExt cx="264567" cy="210642"/>
          </a:xfrm>
        </p:grpSpPr>
        <p:sp>
          <p:nvSpPr>
            <p:cNvPr id="69"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70"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占位符 43"/>
          <p:cNvSpPr>
            <a:spLocks noGrp="1"/>
          </p:cNvSpPr>
          <p:nvPr>
            <p:ph type="body" sz="quarter" idx="14"/>
          </p:nvPr>
        </p:nvSpPr>
        <p:spPr>
          <a:xfrm>
            <a:off x="456306" y="2143116"/>
            <a:ext cx="8216404" cy="3960986"/>
          </a:xfrm>
        </p:spPr>
        <p:txBody>
          <a:bodyPr>
            <a:normAutofit/>
          </a:bodyPr>
          <a:lstStyle/>
          <a:p>
            <a:pPr marL="900430" indent="-447675">
              <a:buNone/>
            </a:pPr>
            <a:r>
              <a:rPr lang="en-US" altLang="zh-CN" dirty="0" smtClean="0"/>
              <a:t>1)  The army said the object was a weather balloon in its first announcement.</a:t>
            </a:r>
            <a:endParaRPr lang="en-US" altLang="zh-CN" dirty="0" smtClean="0"/>
          </a:p>
          <a:p>
            <a:pPr marL="900430" indent="-447675">
              <a:buNone/>
            </a:pPr>
            <a:r>
              <a:rPr lang="en-US" altLang="zh-CN" dirty="0" smtClean="0"/>
              <a:t>2)   Some people said they saw strange dead bodies near the crash site.</a:t>
            </a:r>
            <a:endParaRPr lang="en-US" altLang="zh-CN" dirty="0" smtClean="0"/>
          </a:p>
          <a:p>
            <a:pPr marL="900430" indent="-447675">
              <a:buNone/>
            </a:pPr>
            <a:r>
              <a:rPr lang="en-US" altLang="zh-CN" dirty="0" smtClean="0"/>
              <a:t>3)  Brandon, who worked for the army for many years, said the flying object wasn’t from Earth.</a:t>
            </a:r>
            <a:endParaRPr lang="zh-CN" altLang="en-US" dirty="0"/>
          </a:p>
        </p:txBody>
      </p:sp>
      <p:sp>
        <p:nvSpPr>
          <p:cNvPr id="30" name="矩形 29"/>
          <p:cNvSpPr/>
          <p:nvPr/>
        </p:nvSpPr>
        <p:spPr>
          <a:xfrm>
            <a:off x="504000" y="2285992"/>
            <a:ext cx="364426" cy="3644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smtClean="0">
                <a:solidFill>
                  <a:schemeClr val="accent1"/>
                </a:solidFill>
                <a:latin typeface="+mj-lt"/>
              </a:rPr>
              <a:t>F</a:t>
            </a:r>
            <a:endParaRPr lang="zh-CN" altLang="en-US" sz="2000" b="1">
              <a:solidFill>
                <a:schemeClr val="accent1"/>
              </a:solidFill>
              <a:latin typeface="+mj-lt"/>
            </a:endParaRPr>
          </a:p>
        </p:txBody>
      </p:sp>
      <p:sp>
        <p:nvSpPr>
          <p:cNvPr id="32" name="填空热区5-点击消失"/>
          <p:cNvSpPr>
            <a:spLocks noChangeArrowheads="1"/>
          </p:cNvSpPr>
          <p:nvPr/>
        </p:nvSpPr>
        <p:spPr bwMode="auto">
          <a:xfrm>
            <a:off x="542100" y="2324018"/>
            <a:ext cx="282129" cy="298797"/>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sp>
        <p:nvSpPr>
          <p:cNvPr id="33" name="矩形 32"/>
          <p:cNvSpPr/>
          <p:nvPr/>
        </p:nvSpPr>
        <p:spPr>
          <a:xfrm>
            <a:off x="504000" y="3357562"/>
            <a:ext cx="364426" cy="3644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dirty="0" smtClean="0">
                <a:solidFill>
                  <a:schemeClr val="accent1"/>
                </a:solidFill>
                <a:latin typeface="+mj-lt"/>
              </a:rPr>
              <a:t>T</a:t>
            </a:r>
            <a:endParaRPr lang="zh-CN" altLang="en-US" sz="2000" b="1" dirty="0">
              <a:solidFill>
                <a:schemeClr val="accent1"/>
              </a:solidFill>
              <a:latin typeface="+mj-lt"/>
            </a:endParaRPr>
          </a:p>
        </p:txBody>
      </p:sp>
      <p:sp>
        <p:nvSpPr>
          <p:cNvPr id="35" name="填空热区5-点击消失"/>
          <p:cNvSpPr>
            <a:spLocks noChangeArrowheads="1"/>
          </p:cNvSpPr>
          <p:nvPr/>
        </p:nvSpPr>
        <p:spPr bwMode="auto">
          <a:xfrm>
            <a:off x="533530" y="3381733"/>
            <a:ext cx="282129" cy="298797"/>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sp>
        <p:nvSpPr>
          <p:cNvPr id="36" name="矩形 35"/>
          <p:cNvSpPr/>
          <p:nvPr/>
        </p:nvSpPr>
        <p:spPr>
          <a:xfrm>
            <a:off x="504000" y="4421896"/>
            <a:ext cx="364426" cy="3644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altLang="zh-CN" sz="2000" b="1" smtClean="0">
                <a:solidFill>
                  <a:schemeClr val="accent1"/>
                </a:solidFill>
                <a:latin typeface="+mj-lt"/>
              </a:rPr>
              <a:t>F</a:t>
            </a:r>
            <a:endParaRPr lang="zh-CN" altLang="en-US" sz="2000" b="1">
              <a:solidFill>
                <a:schemeClr val="accent1"/>
              </a:solidFill>
              <a:latin typeface="+mj-lt"/>
            </a:endParaRPr>
          </a:p>
        </p:txBody>
      </p:sp>
      <p:sp>
        <p:nvSpPr>
          <p:cNvPr id="39" name="填空热区5-点击消失"/>
          <p:cNvSpPr>
            <a:spLocks noChangeArrowheads="1"/>
          </p:cNvSpPr>
          <p:nvPr/>
        </p:nvSpPr>
        <p:spPr bwMode="auto">
          <a:xfrm>
            <a:off x="542100" y="4447222"/>
            <a:ext cx="282129" cy="298797"/>
          </a:xfrm>
          <a:prstGeom prst="rect">
            <a:avLst/>
          </a:prstGeom>
          <a:noFill/>
          <a:ln w="9525">
            <a:noFill/>
            <a:miter lim="800000"/>
          </a:ln>
          <a:extLst>
            <a:ext uri="{909E8E84-426E-40DD-AFC4-6F175D3DCCD1}">
              <a14:hiddenFill xmlns:a14="http://schemas.microsoft.com/office/drawing/2010/main">
                <a:solidFill>
                  <a:schemeClr val="bg1"/>
                </a:solidFill>
              </a14:hiddenFill>
            </a:ext>
          </a:extLst>
        </p:spPr>
        <p:txBody>
          <a:bodyPr wrap="none" lIns="0" tIns="0" rIns="0" bIns="0" anchor="b"/>
          <a:lstStyle/>
          <a:p>
            <a:pPr>
              <a:lnSpc>
                <a:spcPct val="100000"/>
              </a:lnSpc>
              <a:defRPr/>
            </a:pPr>
            <a:endParaRPr lang="en-US" altLang="zh-CN" sz="2400" u="sng" dirty="0">
              <a:solidFill>
                <a:schemeClr val="bg1"/>
              </a:solidFill>
              <a:uFill>
                <a:solidFill>
                  <a:schemeClr val="tx1"/>
                </a:solidFill>
              </a:uFill>
            </a:endParaRPr>
          </a:p>
        </p:txBody>
      </p:sp>
      <p:pic>
        <p:nvPicPr>
          <p:cNvPr id="50" name="播放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395536" y="1457539"/>
            <a:ext cx="295275" cy="304800"/>
          </a:xfrm>
          <a:prstGeom prst="rect">
            <a:avLst/>
          </a:prstGeom>
          <a:noFill/>
          <a:ln w="9525">
            <a:noFill/>
            <a:miter lim="800000"/>
            <a:headEnd/>
            <a:tailEnd/>
          </a:ln>
          <a:effectLst/>
        </p:spPr>
      </p:pic>
      <p:pic>
        <p:nvPicPr>
          <p:cNvPr id="52" name="暂停按钮"/>
          <p:cNvPicPr>
            <a:picLocks noChangeAspect="1" noChangeArrowheads="1"/>
          </p:cNvPicPr>
          <p:nvPr/>
        </p:nvPicPr>
        <p:blipFill>
          <a:blip r:embed="rId4" cstate="print">
            <a:duotone>
              <a:schemeClr val="accent3">
                <a:shade val="45000"/>
                <a:satMod val="135000"/>
              </a:schemeClr>
              <a:prstClr val="white"/>
            </a:duotone>
          </a:blip>
          <a:srcRect/>
          <a:stretch>
            <a:fillRect/>
          </a:stretch>
        </p:blipFill>
        <p:spPr bwMode="auto">
          <a:xfrm>
            <a:off x="755576" y="1457539"/>
            <a:ext cx="295275" cy="304800"/>
          </a:xfrm>
          <a:prstGeom prst="rect">
            <a:avLst/>
          </a:prstGeom>
          <a:noFill/>
          <a:ln w="9525">
            <a:noFill/>
            <a:miter lim="800000"/>
            <a:headEnd/>
            <a:tailEnd/>
          </a:ln>
          <a:effectLst/>
        </p:spPr>
      </p:pic>
      <p:pic>
        <p:nvPicPr>
          <p:cNvPr id="53" name="停止按钮"/>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1115616" y="1457539"/>
            <a:ext cx="295275" cy="304800"/>
          </a:xfrm>
          <a:prstGeom prst="rect">
            <a:avLst/>
          </a:prstGeom>
          <a:noFill/>
          <a:ln w="9525">
            <a:noFill/>
            <a:miter lim="800000"/>
            <a:headEnd/>
            <a:tailEnd/>
          </a:ln>
          <a:effectLst/>
        </p:spPr>
      </p:pic>
      <p:pic>
        <p:nvPicPr>
          <p:cNvPr id="55" name="按钮-External Player">
            <a:hlinkClick r:id="rId6" action="ppaction://hlinkfile"/>
          </p:cNvPr>
          <p:cNvPicPr>
            <a:picLocks noChangeAspect="1" noChangeArrowheads="1"/>
          </p:cNvPicPr>
          <p:nvPr/>
        </p:nvPicPr>
        <p:blipFill>
          <a:blip r:embed="rId7" cstate="print">
            <a:duotone>
              <a:schemeClr val="accent3">
                <a:shade val="45000"/>
                <a:satMod val="135000"/>
              </a:schemeClr>
              <a:prstClr val="white"/>
            </a:duotone>
          </a:blip>
          <a:srcRect/>
          <a:stretch>
            <a:fillRect/>
          </a:stretch>
        </p:blipFill>
        <p:spPr bwMode="auto">
          <a:xfrm>
            <a:off x="1482006" y="1457539"/>
            <a:ext cx="1521337" cy="308000"/>
          </a:xfrm>
          <a:prstGeom prst="rect">
            <a:avLst/>
          </a:prstGeom>
          <a:noFill/>
          <a:ln w="9525">
            <a:noFill/>
            <a:miter lim="800000"/>
            <a:headEnd/>
            <a:tailEnd/>
          </a:ln>
          <a:effectLst/>
        </p:spPr>
      </p:pic>
      <p:pic>
        <p:nvPicPr>
          <p:cNvPr id="58" name="Track 8-4.mp3">
            <a:hlinkClick r:id="" action="ppaction://media"/>
          </p:cNvPr>
          <p:cNvPicPr>
            <a:picLocks noRot="1" noChangeAspect="1"/>
          </p:cNvPicPr>
          <p:nvPr>
            <a:audioFile r:link="rId8"/>
            <p:extLst>
              <p:ext uri="{DAA4B4D4-6D71-4841-9C94-3DE7FCFB9230}">
                <p14:media xmlns:p14="http://schemas.microsoft.com/office/powerpoint/2010/main" r:link="rId9"/>
              </p:ext>
            </p:extLst>
          </p:nvPr>
        </p:nvPicPr>
        <p:blipFill>
          <a:blip r:embed="rId10" cstate="print"/>
          <a:stretch>
            <a:fillRect/>
          </a:stretch>
        </p:blipFill>
        <p:spPr>
          <a:xfrm>
            <a:off x="4067944" y="1457539"/>
            <a:ext cx="304800" cy="304800"/>
          </a:xfrm>
          <a:prstGeom prst="rect">
            <a:avLst/>
          </a:prstGeom>
        </p:spPr>
      </p:pic>
      <p:pic>
        <p:nvPicPr>
          <p:cNvPr id="60" name="按钮-Script">
            <a:hlinkClick r:id="rId11" action="ppaction://hlinkpres?slideindex=1&amp;slidetitle="/>
          </p:cNvPr>
          <p:cNvPicPr>
            <a:picLocks noChangeAspect="1" noChangeArrowheads="1"/>
          </p:cNvPicPr>
          <p:nvPr/>
        </p:nvPicPr>
        <p:blipFill>
          <a:blip r:embed="rId12" cstate="print">
            <a:duotone>
              <a:schemeClr val="accent3">
                <a:shade val="45000"/>
                <a:satMod val="135000"/>
              </a:schemeClr>
              <a:prstClr val="white"/>
            </a:duotone>
          </a:blip>
          <a:srcRect/>
          <a:stretch>
            <a:fillRect/>
          </a:stretch>
        </p:blipFill>
        <p:spPr bwMode="auto">
          <a:xfrm>
            <a:off x="3059832" y="1452551"/>
            <a:ext cx="904875" cy="333375"/>
          </a:xfrm>
          <a:prstGeom prst="rect">
            <a:avLst/>
          </a:prstGeom>
          <a:noFill/>
          <a:ln w="9525">
            <a:noFill/>
            <a:miter lim="800000"/>
            <a:headEnd/>
            <a:tailEnd/>
          </a:ln>
          <a:effectLst/>
        </p:spPr>
      </p:pic>
      <p:sp>
        <p:nvSpPr>
          <p:cNvPr id="31" name="btn-Part 1">
            <a:hlinkClick r:id="rId13" action="ppaction://hlinksldjump"/>
          </p:cNvPr>
          <p:cNvSpPr/>
          <p:nvPr/>
        </p:nvSpPr>
        <p:spPr>
          <a:xfrm>
            <a:off x="4427984" y="482615"/>
            <a:ext cx="1968500" cy="380256"/>
          </a:xfrm>
          <a:prstGeom prst="rect">
            <a:avLst/>
          </a:prstGeom>
          <a:noFill/>
          <a:ln>
            <a:noFill/>
          </a:ln>
          <a:extLst>
            <a:ext uri="{909E8E84-426E-40DD-AFC4-6F175D3DCCD1}">
              <a14:hiddenFill xmlns:a14="http://schemas.microsoft.com/office/drawing/2010/main">
                <a:solidFill>
                  <a:srgbClr val="FFFFFF">
                    <a:alpha val="0"/>
                  </a:srgb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58"/>
                </p:tgtEl>
              </p:cMediaNode>
            </p:audio>
          </p:childTnLst>
        </p:cTn>
      </p:par>
    </p:tnLst>
    <p:bldLst>
      <p:bldP spid="32" grpId="0" animBg="1"/>
      <p:bldP spid="35" grpId="0" animBg="1"/>
      <p:bldP spid="3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标题 1"/>
          <p:cNvSpPr txBox="1"/>
          <p:nvPr/>
        </p:nvSpPr>
        <p:spPr>
          <a:xfrm>
            <a:off x="4716016" y="0"/>
            <a:ext cx="172819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lvl="0" algn="ctr">
              <a:spcBef>
                <a:spcPct val="0"/>
              </a:spcBef>
              <a:defRPr/>
            </a:pPr>
            <a:r>
              <a:rPr lang="en-US" altLang="zh-CN" smtClean="0">
                <a:solidFill>
                  <a:srgbClr val="515672"/>
                </a:solidFill>
              </a:rPr>
              <a:t>Oral Practice</a:t>
            </a:r>
            <a:endParaRPr kumimoji="0" lang="zh-CN" altLang="en-US" sz="2000" b="1" i="0" u="none" strike="noStrike" kern="1200" cap="none" spc="0" normalizeH="0" baseline="0" noProof="0">
              <a:ln>
                <a:noFill/>
              </a:ln>
              <a:solidFill>
                <a:srgbClr val="515672"/>
              </a:solidFill>
              <a:effectLst/>
              <a:uLnTx/>
              <a:uFillTx/>
            </a:endParaRPr>
          </a:p>
        </p:txBody>
      </p:sp>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rgbClr val="515672"/>
                </a:solidFill>
                <a:latin typeface="+mj-lt"/>
              </a:rPr>
              <a:t>A. Important language    </a:t>
            </a:r>
            <a:r>
              <a:rPr lang="en-US" altLang="zh-CN" sz="1600" b="1" dirty="0" smtClean="0">
                <a:solidFill>
                  <a:schemeClr val="accent4"/>
                </a:solidFill>
                <a:latin typeface="+mj-lt"/>
              </a:rPr>
              <a:t>B. Discussion</a:t>
            </a:r>
            <a:endParaRPr lang="zh-CN" altLang="en-US" sz="1600" b="1" dirty="0">
              <a:solidFill>
                <a:schemeClr val="accent4"/>
              </a:solidFill>
              <a:latin typeface="+mj-lt"/>
            </a:endParaRPr>
          </a:p>
        </p:txBody>
      </p:sp>
      <p:pic>
        <p:nvPicPr>
          <p:cNvPr id="30" name="播放按钮"/>
          <p:cNvPicPr>
            <a:picLocks noChangeAspect="1" noChangeArrowheads="1"/>
          </p:cNvPicPr>
          <p:nvPr/>
        </p:nvPicPr>
        <p:blipFill>
          <a:blip r:embed="rId1" cstate="print">
            <a:duotone>
              <a:schemeClr val="accent3">
                <a:shade val="45000"/>
                <a:satMod val="135000"/>
              </a:schemeClr>
              <a:prstClr val="white"/>
            </a:duotone>
          </a:blip>
          <a:srcRect/>
          <a:stretch>
            <a:fillRect/>
          </a:stretch>
        </p:blipFill>
        <p:spPr bwMode="auto">
          <a:xfrm>
            <a:off x="306760" y="1156397"/>
            <a:ext cx="295275" cy="304800"/>
          </a:xfrm>
          <a:prstGeom prst="rect">
            <a:avLst/>
          </a:prstGeom>
          <a:noFill/>
          <a:ln w="9525">
            <a:noFill/>
            <a:miter lim="800000"/>
            <a:headEnd/>
            <a:tailEnd/>
          </a:ln>
          <a:effectLst/>
        </p:spPr>
      </p:pic>
      <p:pic>
        <p:nvPicPr>
          <p:cNvPr id="31" name="暂停按钮"/>
          <p:cNvPicPr>
            <a:picLocks noChangeAspect="1" noChangeArrowheads="1"/>
          </p:cNvPicPr>
          <p:nvPr/>
        </p:nvPicPr>
        <p:blipFill>
          <a:blip r:embed="rId2" cstate="print">
            <a:duotone>
              <a:schemeClr val="accent3">
                <a:shade val="45000"/>
                <a:satMod val="135000"/>
              </a:schemeClr>
              <a:prstClr val="white"/>
            </a:duotone>
          </a:blip>
          <a:srcRect/>
          <a:stretch>
            <a:fillRect/>
          </a:stretch>
        </p:blipFill>
        <p:spPr bwMode="auto">
          <a:xfrm>
            <a:off x="666800" y="1156397"/>
            <a:ext cx="295275" cy="304800"/>
          </a:xfrm>
          <a:prstGeom prst="rect">
            <a:avLst/>
          </a:prstGeom>
          <a:noFill/>
          <a:ln w="9525">
            <a:noFill/>
            <a:miter lim="800000"/>
            <a:headEnd/>
            <a:tailEnd/>
          </a:ln>
          <a:effectLst/>
        </p:spPr>
      </p:pic>
      <p:pic>
        <p:nvPicPr>
          <p:cNvPr id="32" name="停止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1026840" y="1156397"/>
            <a:ext cx="295275" cy="304800"/>
          </a:xfrm>
          <a:prstGeom prst="rect">
            <a:avLst/>
          </a:prstGeom>
          <a:noFill/>
          <a:ln w="9525">
            <a:noFill/>
            <a:miter lim="800000"/>
            <a:headEnd/>
            <a:tailEnd/>
          </a:ln>
          <a:effectLst/>
        </p:spPr>
      </p:pic>
      <p:pic>
        <p:nvPicPr>
          <p:cNvPr id="35" name="按钮-External Player">
            <a:hlinkClick r:id="rId4" action="ppaction://hlinkfile"/>
          </p:cNvPr>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1393230" y="1156397"/>
            <a:ext cx="1521337" cy="308000"/>
          </a:xfrm>
          <a:prstGeom prst="rect">
            <a:avLst/>
          </a:prstGeom>
          <a:noFill/>
          <a:ln w="9525">
            <a:noFill/>
            <a:miter lim="800000"/>
            <a:headEnd/>
            <a:tailEnd/>
          </a:ln>
          <a:effectLst/>
        </p:spPr>
      </p:pic>
      <p:pic>
        <p:nvPicPr>
          <p:cNvPr id="36" name="LB_OP_1.mp3">
            <a:hlinkClick r:id="" action="ppaction://media"/>
          </p:cNvPr>
          <p:cNvPicPr>
            <a:picLocks noRot="1" noChangeAspect="1"/>
          </p:cNvPicPr>
          <p:nvPr>
            <a:audioFile r:link="rId6"/>
            <p:extLst>
              <p:ext uri="{DAA4B4D4-6D71-4841-9C94-3DE7FCFB9230}">
                <p14:media xmlns:p14="http://schemas.microsoft.com/office/powerpoint/2010/main" r:link="rId7"/>
              </p:ext>
            </p:extLst>
          </p:nvPr>
        </p:nvPicPr>
        <p:blipFill>
          <a:blip r:embed="rId8" cstate="print"/>
          <a:stretch>
            <a:fillRect/>
          </a:stretch>
        </p:blipFill>
        <p:spPr>
          <a:xfrm>
            <a:off x="3214678" y="1142984"/>
            <a:ext cx="304800" cy="304800"/>
          </a:xfrm>
          <a:prstGeom prst="rect">
            <a:avLst/>
          </a:prstGeom>
        </p:spPr>
      </p:pic>
      <p:sp>
        <p:nvSpPr>
          <p:cNvPr id="19" name="btn-Part 1">
            <a:hlinkClick r:id="rId9" action="ppaction://hlinksldjump"/>
          </p:cNvPr>
          <p:cNvSpPr/>
          <p:nvPr/>
        </p:nvSpPr>
        <p:spPr>
          <a:xfrm>
            <a:off x="2016370" y="482615"/>
            <a:ext cx="1277815"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返回按钮"/>
          <p:cNvGrpSpPr/>
          <p:nvPr/>
        </p:nvGrpSpPr>
        <p:grpSpPr>
          <a:xfrm>
            <a:off x="7875422" y="6585447"/>
            <a:ext cx="264567" cy="210642"/>
            <a:chOff x="7875422" y="6585447"/>
            <a:chExt cx="264567" cy="210642"/>
          </a:xfrm>
        </p:grpSpPr>
        <p:sp>
          <p:nvSpPr>
            <p:cNvPr id="23"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4"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25" name="表格 24"/>
          <p:cNvGraphicFramePr>
            <a:graphicFrameLocks noGrp="1"/>
          </p:cNvGraphicFramePr>
          <p:nvPr/>
        </p:nvGraphicFramePr>
        <p:xfrm>
          <a:off x="428596" y="1714488"/>
          <a:ext cx="8358247" cy="4691325"/>
        </p:xfrm>
        <a:graphic>
          <a:graphicData uri="http://schemas.openxmlformats.org/drawingml/2006/table">
            <a:tbl>
              <a:tblPr/>
              <a:tblGrid>
                <a:gridCol w="1214446"/>
                <a:gridCol w="1500198"/>
                <a:gridCol w="1214446"/>
                <a:gridCol w="4429157"/>
              </a:tblGrid>
              <a:tr h="220442">
                <a:tc gridSpan="4">
                  <a:txBody>
                    <a:bodyPr/>
                    <a:lstStyle/>
                    <a:p>
                      <a:pPr algn="ctr">
                        <a:lnSpc>
                          <a:spcPct val="100000"/>
                        </a:lnSpc>
                        <a:spcBef>
                          <a:spcPts val="0"/>
                        </a:spcBef>
                        <a:spcAft>
                          <a:spcPts val="0"/>
                        </a:spcAft>
                      </a:pPr>
                      <a:r>
                        <a:rPr lang="en-US" altLang="zh-CN" sz="2200" b="1" kern="0" dirty="0" smtClean="0">
                          <a:solidFill>
                            <a:srgbClr val="333333"/>
                          </a:solidFill>
                          <a:latin typeface="+mn-lt"/>
                          <a:ea typeface="宋体" panose="02010600030101010101" pitchFamily="2" charset="-122"/>
                          <a:cs typeface="宋体" panose="02010600030101010101" pitchFamily="2" charset="-122"/>
                        </a:rPr>
                        <a:t>Past tense</a:t>
                      </a:r>
                      <a:endParaRPr lang="zh-CN" altLang="zh-CN" sz="2200" b="1" kern="0" dirty="0">
                        <a:solidFill>
                          <a:srgbClr val="333333"/>
                        </a:solidFill>
                        <a:latin typeface="+mn-lt"/>
                        <a:ea typeface="宋体" panose="02010600030101010101" pitchFamily="2" charset="-122"/>
                        <a:cs typeface="宋体" panose="02010600030101010101" pitchFamily="2" charset="-122"/>
                      </a:endParaRPr>
                    </a:p>
                  </a:txBody>
                  <a:tcPr marL="48095" marR="48095" marT="36000"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cPr/>
                </a:tc>
                <a:tc hMerge="1">
                  <a:tcPr/>
                </a:tc>
                <a:tc hMerge="1">
                  <a:tcPr/>
                </a:tc>
              </a:tr>
              <a:tr h="226369">
                <a:tc>
                  <a:txBody>
                    <a:bodyPr/>
                    <a:lstStyle/>
                    <a:p>
                      <a:pPr algn="l">
                        <a:lnSpc>
                          <a:spcPct val="100000"/>
                        </a:lnSpc>
                        <a:spcBef>
                          <a:spcPts val="0"/>
                        </a:spcBef>
                        <a:spcAft>
                          <a:spcPts val="1200"/>
                        </a:spcAft>
                      </a:pPr>
                      <a:endParaRPr lang="en-US" sz="2200" b="0" kern="0" dirty="0" smtClean="0">
                        <a:solidFill>
                          <a:srgbClr val="333333"/>
                        </a:solidFill>
                        <a:latin typeface="+mn-lt"/>
                        <a:ea typeface="宋体" panose="02010600030101010101" pitchFamily="2" charset="-122"/>
                        <a:cs typeface="宋体" panose="02010600030101010101" pitchFamily="2" charset="-122"/>
                      </a:endParaRPr>
                    </a:p>
                  </a:txBody>
                  <a:tcPr marL="108000" marR="36000" marT="48095"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l" defTabSz="914400" rtl="0" eaLnBrk="1" latinLnBrk="0" hangingPunct="1">
                        <a:lnSpc>
                          <a:spcPct val="100000"/>
                        </a:lnSpc>
                        <a:spcBef>
                          <a:spcPts val="0"/>
                        </a:spcBef>
                        <a:spcAft>
                          <a:spcPts val="0"/>
                        </a:spcAft>
                      </a:pPr>
                      <a:r>
                        <a:rPr lang="en-US" altLang="zh-CN" sz="2200" b="1" kern="0" dirty="0" smtClean="0">
                          <a:solidFill>
                            <a:srgbClr val="333333"/>
                          </a:solidFill>
                          <a:latin typeface="+mn-lt"/>
                          <a:ea typeface="宋体" panose="02010600030101010101" pitchFamily="2" charset="-122"/>
                          <a:cs typeface="宋体" panose="02010600030101010101" pitchFamily="2" charset="-122"/>
                        </a:rPr>
                        <a:t>Present</a:t>
                      </a:r>
                      <a:endParaRPr lang="en-US" altLang="zh-CN" sz="2200" b="1" kern="0" dirty="0" smtClean="0">
                        <a:solidFill>
                          <a:srgbClr val="333333"/>
                        </a:solidFill>
                        <a:latin typeface="+mn-lt"/>
                        <a:ea typeface="宋体" panose="02010600030101010101" pitchFamily="2" charset="-122"/>
                        <a:cs typeface="宋体" panose="02010600030101010101" pitchFamily="2" charset="-122"/>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l" defTabSz="914400" rtl="0" eaLnBrk="1" latinLnBrk="0" hangingPunct="1">
                        <a:lnSpc>
                          <a:spcPct val="100000"/>
                        </a:lnSpc>
                        <a:spcBef>
                          <a:spcPts val="0"/>
                        </a:spcBef>
                        <a:spcAft>
                          <a:spcPts val="0"/>
                        </a:spcAft>
                      </a:pPr>
                      <a:r>
                        <a:rPr lang="en-US" altLang="zh-CN" sz="2200" b="1" kern="0" dirty="0" smtClean="0">
                          <a:solidFill>
                            <a:srgbClr val="333333"/>
                          </a:solidFill>
                          <a:latin typeface="+mn-lt"/>
                          <a:ea typeface="宋体" panose="02010600030101010101" pitchFamily="2" charset="-122"/>
                          <a:cs typeface="宋体" panose="02010600030101010101" pitchFamily="2" charset="-122"/>
                        </a:rPr>
                        <a:t>Past</a:t>
                      </a:r>
                      <a:endParaRPr lang="en-US" altLang="zh-CN" sz="2200" b="1" kern="0" dirty="0" smtClean="0">
                        <a:solidFill>
                          <a:srgbClr val="333333"/>
                        </a:solidFill>
                        <a:latin typeface="+mn-lt"/>
                        <a:ea typeface="宋体" panose="02010600030101010101" pitchFamily="2" charset="-122"/>
                        <a:cs typeface="宋体" panose="02010600030101010101" pitchFamily="2" charset="-122"/>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l" defTabSz="914400" rtl="0" eaLnBrk="1" latinLnBrk="0" hangingPunct="1">
                        <a:lnSpc>
                          <a:spcPct val="100000"/>
                        </a:lnSpc>
                        <a:spcBef>
                          <a:spcPts val="0"/>
                        </a:spcBef>
                        <a:spcAft>
                          <a:spcPts val="0"/>
                        </a:spcAft>
                      </a:pPr>
                      <a:r>
                        <a:rPr lang="en-US" altLang="zh-CN" sz="2200" b="1" kern="0" dirty="0" smtClean="0">
                          <a:solidFill>
                            <a:srgbClr val="333333"/>
                          </a:solidFill>
                          <a:latin typeface="+mn-lt"/>
                          <a:ea typeface="宋体" panose="02010600030101010101" pitchFamily="2" charset="-122"/>
                          <a:cs typeface="宋体" panose="02010600030101010101" pitchFamily="2" charset="-122"/>
                        </a:rPr>
                        <a:t>Past negative</a:t>
                      </a:r>
                      <a:endParaRPr lang="en-US" altLang="zh-CN" sz="2200" b="1" kern="0" dirty="0" smtClean="0">
                        <a:solidFill>
                          <a:srgbClr val="333333"/>
                        </a:solidFill>
                        <a:latin typeface="+mn-lt"/>
                        <a:ea typeface="宋体" panose="02010600030101010101" pitchFamily="2" charset="-122"/>
                        <a:cs typeface="宋体" panose="02010600030101010101" pitchFamily="2" charset="-122"/>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r>
              <a:tr h="179233">
                <a:tc rowSpan="9">
                  <a:txBody>
                    <a:bodyPr/>
                    <a:lstStyle/>
                    <a:p>
                      <a:pPr algn="l">
                        <a:lnSpc>
                          <a:spcPct val="100000"/>
                        </a:lnSpc>
                        <a:spcBef>
                          <a:spcPts val="0"/>
                        </a:spcBef>
                        <a:spcAft>
                          <a:spcPts val="1200"/>
                        </a:spcAft>
                      </a:pPr>
                      <a:r>
                        <a:rPr lang="en-US" sz="2200" b="0" kern="0" dirty="0" smtClean="0">
                          <a:solidFill>
                            <a:srgbClr val="333333"/>
                          </a:solidFill>
                          <a:latin typeface="+mn-lt"/>
                          <a:ea typeface="宋体" panose="02010600030101010101" pitchFamily="2" charset="-122"/>
                          <a:cs typeface="宋体" panose="02010600030101010101" pitchFamily="2" charset="-122"/>
                        </a:rPr>
                        <a:t>irregular</a:t>
                      </a:r>
                      <a:endParaRPr lang="en-US" sz="2200" b="0" kern="0" dirty="0" smtClean="0">
                        <a:solidFill>
                          <a:srgbClr val="333333"/>
                        </a:solidFill>
                        <a:latin typeface="+mn-lt"/>
                        <a:ea typeface="宋体" panose="02010600030101010101" pitchFamily="2" charset="-122"/>
                        <a:cs typeface="宋体" panose="02010600030101010101" pitchFamily="2" charset="-122"/>
                      </a:endParaRPr>
                    </a:p>
                    <a:p>
                      <a:pPr algn="l">
                        <a:lnSpc>
                          <a:spcPct val="100000"/>
                        </a:lnSpc>
                        <a:spcBef>
                          <a:spcPts val="0"/>
                        </a:spcBef>
                        <a:spcAft>
                          <a:spcPts val="1200"/>
                        </a:spcAft>
                      </a:pPr>
                      <a:r>
                        <a:rPr lang="en-US" sz="2200" b="0" kern="0" dirty="0" smtClean="0">
                          <a:solidFill>
                            <a:srgbClr val="333333"/>
                          </a:solidFill>
                          <a:latin typeface="+mn-lt"/>
                          <a:ea typeface="宋体" panose="02010600030101010101" pitchFamily="2" charset="-122"/>
                          <a:cs typeface="宋体" panose="02010600030101010101" pitchFamily="2" charset="-122"/>
                        </a:rPr>
                        <a:t>verbs</a:t>
                      </a:r>
                      <a:endParaRPr lang="en-US" sz="2200" b="0" kern="0" dirty="0" smtClean="0">
                        <a:solidFill>
                          <a:srgbClr val="333333"/>
                        </a:solidFill>
                        <a:latin typeface="+mn-lt"/>
                        <a:ea typeface="宋体" panose="02010600030101010101" pitchFamily="2" charset="-122"/>
                        <a:cs typeface="宋体" panose="02010600030101010101" pitchFamily="2" charset="-122"/>
                      </a:endParaRPr>
                    </a:p>
                  </a:txBody>
                  <a:tcPr marL="108000" marR="36000" marT="48095"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come</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came</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rowSpan="9">
                  <a:txBody>
                    <a:bodyPr/>
                    <a:lstStyle/>
                    <a:p>
                      <a:pPr fontAlgn="t"/>
                      <a:r>
                        <a:rPr lang="en-US" sz="2200" i="1" dirty="0"/>
                        <a:t>didn’t</a:t>
                      </a:r>
                      <a:r>
                        <a:rPr lang="en-US" sz="2200" dirty="0"/>
                        <a:t> + base form of the present verb:</a:t>
                      </a:r>
                      <a:endParaRPr lang="en-US" sz="2200" dirty="0"/>
                    </a:p>
                    <a:p>
                      <a:pPr fontAlgn="t">
                        <a:spcBef>
                          <a:spcPts val="600"/>
                        </a:spcBef>
                        <a:spcAft>
                          <a:spcPts val="0"/>
                        </a:spcAft>
                        <a:buSzPct val="200000"/>
                        <a:buFont typeface="Neuton" panose="00000500000000000000" charset="0"/>
                        <a:buNone/>
                      </a:pPr>
                      <a:r>
                        <a:rPr lang="en-US" sz="2200" dirty="0" smtClean="0"/>
                        <a:t>·   didn’t come</a:t>
                      </a:r>
                      <a:endParaRPr lang="en-US" sz="2200" dirty="0"/>
                    </a:p>
                    <a:p>
                      <a:pPr fontAlgn="t">
                        <a:buSzPct val="200000"/>
                        <a:buFont typeface="Neuton" panose="00000500000000000000" charset="0"/>
                        <a:buNone/>
                      </a:pPr>
                      <a:r>
                        <a:rPr lang="en-US" sz="2200" dirty="0" smtClean="0"/>
                        <a:t>·   didn’t </a:t>
                      </a:r>
                      <a:r>
                        <a:rPr lang="en-US" sz="2200" dirty="0"/>
                        <a:t>see</a:t>
                      </a:r>
                      <a:endParaRPr lang="en-US" sz="2200" dirty="0"/>
                    </a:p>
                    <a:p>
                      <a:pPr fontAlgn="t">
                        <a:buSzPct val="200000"/>
                        <a:buFont typeface="Neuton" panose="00000500000000000000" charset="0"/>
                        <a:buNone/>
                      </a:pPr>
                      <a:r>
                        <a:rPr lang="en-US" sz="2200" dirty="0" smtClean="0"/>
                        <a:t>·   didn’t </a:t>
                      </a:r>
                      <a:r>
                        <a:rPr lang="en-US" sz="2200" dirty="0"/>
                        <a:t>write</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24042">
                <a:tc vMerge="1">
                  <a:tcPr marL="108000" marR="36000" marT="48095"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get</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buFont typeface="Arial" panose="020B0604020202020204" pitchFamily="34" charset="0"/>
                        <a:buNone/>
                      </a:pPr>
                      <a:r>
                        <a:rPr lang="en-US" sz="2200" dirty="0"/>
                        <a:t>got</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24042">
                <a:tc vMerge="1">
                  <a:tcPr marL="108000" marR="36000" marT="48095"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have/has</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had</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24042">
                <a:tc vMerge="1">
                  <a:tcPr marL="108000" marR="36000" marT="48095"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a:t>hear</a:t>
                      </a:r>
                      <a:endParaRPr lang="en-US" sz="220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heard</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24042">
                <a:tc vMerge="1">
                  <a:tcPr marL="108000" marR="36000" marT="48095"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a:t>make</a:t>
                      </a:r>
                      <a:endParaRPr lang="en-US" sz="220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made</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24042">
                <a:tc vMerge="1">
                  <a:tcPr marL="108000" marR="36000" marT="48095"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a:t>say</a:t>
                      </a:r>
                      <a:endParaRPr lang="en-US" sz="220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said</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24042">
                <a:tc vMerge="1">
                  <a:tcPr marL="108000" marR="36000" marT="48095"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a:t>see</a:t>
                      </a:r>
                      <a:endParaRPr lang="en-US" sz="220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saw</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24042">
                <a:tc vMerge="1">
                  <a:tcPr marL="108000" marR="36000" marT="48095"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a:t>think</a:t>
                      </a:r>
                      <a:endParaRPr lang="en-US" sz="220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thought</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24042">
                <a:tc vMerge="1">
                  <a:tcPr marL="108000" marR="36000" marT="48095" marB="48095"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a:t>write</a:t>
                      </a:r>
                      <a:endParaRPr lang="en-US" sz="220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en-US" sz="2200" dirty="0"/>
                        <a:t>wrote</a:t>
                      </a:r>
                      <a:endParaRPr lang="en-US" sz="2200" dirty="0"/>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vMerge="1">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
        <p:nvSpPr>
          <p:cNvPr id="26" name="btn-Part 1">
            <a:hlinkClick r:id="rId10" action="ppaction://hlinksldjump"/>
          </p:cNvPr>
          <p:cNvSpPr/>
          <p:nvPr/>
        </p:nvSpPr>
        <p:spPr>
          <a:xfrm>
            <a:off x="63500" y="482615"/>
            <a:ext cx="1905977"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Prev" delay="0">
                      <p:tgtEl>
                        <p:sldTgt/>
                      </p:tgtEl>
                    </p:cond>
                    <p:cond evt="onStopAudio" delay="0">
                      <p:tgtEl>
                        <p:sldTgt/>
                      </p:tgtEl>
                    </p:cond>
                  </p:endCondLst>
                </p:cTn>
                <p:tgtEl>
                  <p:spTgt spid="36"/>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标题 1"/>
          <p:cNvSpPr txBox="1"/>
          <p:nvPr/>
        </p:nvSpPr>
        <p:spPr>
          <a:xfrm>
            <a:off x="4716016" y="0"/>
            <a:ext cx="172819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lvl="0" algn="ctr">
              <a:spcBef>
                <a:spcPct val="0"/>
              </a:spcBef>
              <a:defRPr/>
            </a:pPr>
            <a:r>
              <a:rPr lang="en-US" altLang="zh-CN" smtClean="0">
                <a:solidFill>
                  <a:srgbClr val="515672"/>
                </a:solidFill>
              </a:rPr>
              <a:t>Oral Practice</a:t>
            </a:r>
            <a:endParaRPr kumimoji="0" lang="zh-CN" altLang="en-US" sz="2000" b="1" i="0" u="none" strike="noStrike" kern="1200" cap="none" spc="0" normalizeH="0" baseline="0" noProof="0">
              <a:ln>
                <a:noFill/>
              </a:ln>
              <a:solidFill>
                <a:srgbClr val="515672"/>
              </a:solidFill>
              <a:effectLst/>
              <a:uLnTx/>
              <a:uFillTx/>
            </a:endParaRPr>
          </a:p>
        </p:txBody>
      </p:sp>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rgbClr val="515672"/>
                </a:solidFill>
                <a:latin typeface="+mj-lt"/>
              </a:rPr>
              <a:t>A. Important language    </a:t>
            </a:r>
            <a:r>
              <a:rPr lang="en-US" altLang="zh-CN" sz="1600" b="1" dirty="0" smtClean="0">
                <a:solidFill>
                  <a:schemeClr val="accent4"/>
                </a:solidFill>
                <a:latin typeface="+mj-lt"/>
              </a:rPr>
              <a:t>B. Discussion</a:t>
            </a:r>
            <a:endParaRPr lang="zh-CN" altLang="en-US" sz="1600" b="1" dirty="0">
              <a:solidFill>
                <a:schemeClr val="accent4"/>
              </a:solidFill>
              <a:latin typeface="+mj-lt"/>
            </a:endParaRPr>
          </a:p>
        </p:txBody>
      </p:sp>
      <p:pic>
        <p:nvPicPr>
          <p:cNvPr id="30" name="播放按钮"/>
          <p:cNvPicPr>
            <a:picLocks noChangeAspect="1" noChangeArrowheads="1"/>
          </p:cNvPicPr>
          <p:nvPr/>
        </p:nvPicPr>
        <p:blipFill>
          <a:blip r:embed="rId1" cstate="print">
            <a:duotone>
              <a:schemeClr val="accent3">
                <a:shade val="45000"/>
                <a:satMod val="135000"/>
              </a:schemeClr>
              <a:prstClr val="white"/>
            </a:duotone>
          </a:blip>
          <a:srcRect/>
          <a:stretch>
            <a:fillRect/>
          </a:stretch>
        </p:blipFill>
        <p:spPr bwMode="auto">
          <a:xfrm>
            <a:off x="306760" y="1156397"/>
            <a:ext cx="295275" cy="304800"/>
          </a:xfrm>
          <a:prstGeom prst="rect">
            <a:avLst/>
          </a:prstGeom>
          <a:noFill/>
          <a:ln w="9525">
            <a:noFill/>
            <a:miter lim="800000"/>
            <a:headEnd/>
            <a:tailEnd/>
          </a:ln>
          <a:effectLst/>
        </p:spPr>
      </p:pic>
      <p:pic>
        <p:nvPicPr>
          <p:cNvPr id="31" name="暂停按钮"/>
          <p:cNvPicPr>
            <a:picLocks noChangeAspect="1" noChangeArrowheads="1"/>
          </p:cNvPicPr>
          <p:nvPr/>
        </p:nvPicPr>
        <p:blipFill>
          <a:blip r:embed="rId2" cstate="print">
            <a:duotone>
              <a:schemeClr val="accent3">
                <a:shade val="45000"/>
                <a:satMod val="135000"/>
              </a:schemeClr>
              <a:prstClr val="white"/>
            </a:duotone>
          </a:blip>
          <a:srcRect/>
          <a:stretch>
            <a:fillRect/>
          </a:stretch>
        </p:blipFill>
        <p:spPr bwMode="auto">
          <a:xfrm>
            <a:off x="666800" y="1156397"/>
            <a:ext cx="295275" cy="304800"/>
          </a:xfrm>
          <a:prstGeom prst="rect">
            <a:avLst/>
          </a:prstGeom>
          <a:noFill/>
          <a:ln w="9525">
            <a:noFill/>
            <a:miter lim="800000"/>
            <a:headEnd/>
            <a:tailEnd/>
          </a:ln>
          <a:effectLst/>
        </p:spPr>
      </p:pic>
      <p:pic>
        <p:nvPicPr>
          <p:cNvPr id="32" name="停止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1026840" y="1156397"/>
            <a:ext cx="295275" cy="304800"/>
          </a:xfrm>
          <a:prstGeom prst="rect">
            <a:avLst/>
          </a:prstGeom>
          <a:noFill/>
          <a:ln w="9525">
            <a:noFill/>
            <a:miter lim="800000"/>
            <a:headEnd/>
            <a:tailEnd/>
          </a:ln>
          <a:effectLst/>
        </p:spPr>
      </p:pic>
      <p:pic>
        <p:nvPicPr>
          <p:cNvPr id="35" name="按钮-External Player">
            <a:hlinkClick r:id="rId4" action="ppaction://hlinkfile"/>
          </p:cNvPr>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1393230" y="1156397"/>
            <a:ext cx="1521337" cy="308000"/>
          </a:xfrm>
          <a:prstGeom prst="rect">
            <a:avLst/>
          </a:prstGeom>
          <a:noFill/>
          <a:ln w="9525">
            <a:noFill/>
            <a:miter lim="800000"/>
            <a:headEnd/>
            <a:tailEnd/>
          </a:ln>
          <a:effectLst/>
        </p:spPr>
      </p:pic>
      <p:pic>
        <p:nvPicPr>
          <p:cNvPr id="36" name="LB_OP_2.mp3">
            <a:hlinkClick r:id="" action="ppaction://media"/>
          </p:cNvPr>
          <p:cNvPicPr>
            <a:picLocks noRot="1" noChangeAspect="1"/>
          </p:cNvPicPr>
          <p:nvPr>
            <a:audioFile r:link="rId6"/>
            <p:extLst>
              <p:ext uri="{DAA4B4D4-6D71-4841-9C94-3DE7FCFB9230}">
                <p14:media xmlns:p14="http://schemas.microsoft.com/office/powerpoint/2010/main" r:link="rId7"/>
              </p:ext>
            </p:extLst>
          </p:nvPr>
        </p:nvPicPr>
        <p:blipFill>
          <a:blip r:embed="rId8" cstate="print"/>
          <a:stretch>
            <a:fillRect/>
          </a:stretch>
        </p:blipFill>
        <p:spPr>
          <a:xfrm>
            <a:off x="3979168" y="1156397"/>
            <a:ext cx="304800" cy="304800"/>
          </a:xfrm>
          <a:prstGeom prst="rect">
            <a:avLst/>
          </a:prstGeom>
        </p:spPr>
      </p:pic>
      <p:sp>
        <p:nvSpPr>
          <p:cNvPr id="19" name="btn-Part 1">
            <a:hlinkClick r:id="rId9" action="ppaction://hlinksldjump"/>
          </p:cNvPr>
          <p:cNvSpPr/>
          <p:nvPr/>
        </p:nvSpPr>
        <p:spPr>
          <a:xfrm>
            <a:off x="2016370" y="482615"/>
            <a:ext cx="1277815"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返回按钮"/>
          <p:cNvGrpSpPr/>
          <p:nvPr/>
        </p:nvGrpSpPr>
        <p:grpSpPr>
          <a:xfrm>
            <a:off x="7875422" y="6585447"/>
            <a:ext cx="264567" cy="210642"/>
            <a:chOff x="7875422" y="6585447"/>
            <a:chExt cx="264567" cy="210642"/>
          </a:xfrm>
        </p:grpSpPr>
        <p:sp>
          <p:nvSpPr>
            <p:cNvPr id="23"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4"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上一页"/>
          <p:cNvGrpSpPr/>
          <p:nvPr/>
        </p:nvGrpSpPr>
        <p:grpSpPr>
          <a:xfrm>
            <a:off x="8335464" y="6580685"/>
            <a:ext cx="264567" cy="210642"/>
            <a:chOff x="8335464" y="6580685"/>
            <a:chExt cx="264567" cy="210642"/>
          </a:xfrm>
        </p:grpSpPr>
        <p:sp>
          <p:nvSpPr>
            <p:cNvPr id="40"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1"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22" name="表格 21"/>
          <p:cNvGraphicFramePr>
            <a:graphicFrameLocks noGrp="1"/>
          </p:cNvGraphicFramePr>
          <p:nvPr/>
        </p:nvGraphicFramePr>
        <p:xfrm>
          <a:off x="442451" y="1785926"/>
          <a:ext cx="8215370" cy="1479960"/>
        </p:xfrm>
        <a:graphic>
          <a:graphicData uri="http://schemas.openxmlformats.org/drawingml/2006/table">
            <a:tbl>
              <a:tblPr/>
              <a:tblGrid>
                <a:gridCol w="8215370"/>
              </a:tblGrid>
              <a:tr h="277683">
                <a:tc>
                  <a:txBody>
                    <a:bodyPr/>
                    <a:lstStyle/>
                    <a:p>
                      <a:pPr algn="ctr"/>
                      <a:r>
                        <a:rPr lang="en-US" sz="2200" b="1" dirty="0"/>
                        <a:t>Express certainty</a:t>
                      </a:r>
                      <a:endParaRPr lang="en-US" sz="2200" b="1" dirty="0"/>
                    </a:p>
                  </a:txBody>
                  <a:tcPr marL="69421" marR="69421" marT="34710" marB="3471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r>
              <a:tr h="694206">
                <a:tc>
                  <a:txBody>
                    <a:bodyPr/>
                    <a:lstStyle/>
                    <a:p>
                      <a:pPr fontAlgn="t"/>
                      <a:r>
                        <a:rPr lang="en-US" sz="2200" dirty="0"/>
                        <a:t>Do you think the Yeti is real?</a:t>
                      </a:r>
                      <a:endParaRPr lang="en-US" sz="2200" dirty="0"/>
                    </a:p>
                    <a:p>
                      <a:pPr fontAlgn="t"/>
                      <a:r>
                        <a:rPr lang="en-US" sz="2200" dirty="0"/>
                        <a:t>Definitely. / Probably. / Maybe. / I doubt it.</a:t>
                      </a:r>
                      <a:endParaRPr lang="en-US" sz="2200" dirty="0"/>
                    </a:p>
                    <a:p>
                      <a:pPr fontAlgn="t"/>
                      <a:r>
                        <a:rPr lang="en-US" sz="2200" dirty="0"/>
                        <a:t>Yes, I think it is true or real. / No, I don’t think it is true or real.</a:t>
                      </a:r>
                      <a:endParaRPr lang="en-US" sz="2200" dirty="0"/>
                    </a:p>
                  </a:txBody>
                  <a:tcPr marL="69421" marR="69421" marT="34710" marB="3471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graphicFrame>
        <p:nvGraphicFramePr>
          <p:cNvPr id="25" name="表格 24"/>
          <p:cNvGraphicFramePr>
            <a:graphicFrameLocks noGrp="1"/>
          </p:cNvGraphicFramePr>
          <p:nvPr/>
        </p:nvGraphicFramePr>
        <p:xfrm>
          <a:off x="470161" y="3659862"/>
          <a:ext cx="8215370" cy="2555220"/>
        </p:xfrm>
        <a:graphic>
          <a:graphicData uri="http://schemas.openxmlformats.org/drawingml/2006/table">
            <a:tbl>
              <a:tblPr/>
              <a:tblGrid>
                <a:gridCol w="4107685"/>
                <a:gridCol w="4107685"/>
              </a:tblGrid>
              <a:tr h="277683">
                <a:tc gridSpan="2">
                  <a:txBody>
                    <a:bodyPr/>
                    <a:lstStyle/>
                    <a:p>
                      <a:pPr algn="ctr"/>
                      <a:r>
                        <a:rPr lang="en-US" sz="2200" b="1" dirty="0"/>
                        <a:t>Tell a story</a:t>
                      </a:r>
                      <a:endParaRPr lang="en-US" sz="2200" b="1" dirty="0"/>
                    </a:p>
                  </a:txBody>
                  <a:tcPr marL="69421" marR="69421" marT="34710" marB="3471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tc hMerge="1">
                  <a:tcPr/>
                </a:tc>
              </a:tr>
              <a:tr h="277683">
                <a:tc>
                  <a:txBody>
                    <a:bodyPr/>
                    <a:lstStyle/>
                    <a:p>
                      <a:pPr algn="ctr"/>
                      <a:r>
                        <a:rPr lang="en-US" sz="2200" b="1"/>
                        <a:t>Start your story</a:t>
                      </a:r>
                      <a:endParaRPr lang="en-US" sz="2200" b="1"/>
                    </a:p>
                  </a:txBody>
                  <a:tcPr marL="69421" marR="69421" marT="34710" marB="3471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r>
                        <a:rPr lang="en-US" sz="2200" b="1" dirty="0"/>
                        <a:t>Continue your story</a:t>
                      </a:r>
                      <a:endParaRPr lang="en-US" sz="2200" b="1" dirty="0"/>
                    </a:p>
                  </a:txBody>
                  <a:tcPr marL="69421" marR="69421" marT="34710" marB="3471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2F2F2"/>
                    </a:solidFill>
                  </a:tcPr>
                </a:tc>
              </a:tr>
              <a:tr h="1110730">
                <a:tc>
                  <a:txBody>
                    <a:bodyPr/>
                    <a:lstStyle/>
                    <a:p>
                      <a:pPr fontAlgn="t"/>
                      <a:r>
                        <a:rPr lang="en-US" sz="2200" dirty="0"/>
                        <a:t>Yesterday …</a:t>
                      </a:r>
                      <a:endParaRPr lang="en-US" sz="2200" dirty="0"/>
                    </a:p>
                    <a:p>
                      <a:pPr fontAlgn="t"/>
                      <a:r>
                        <a:rPr lang="en-US" sz="2200" dirty="0"/>
                        <a:t>A week/month/year ago …</a:t>
                      </a:r>
                      <a:endParaRPr lang="en-US" sz="2200" dirty="0"/>
                    </a:p>
                    <a:p>
                      <a:pPr fontAlgn="t"/>
                      <a:r>
                        <a:rPr lang="en-US" sz="2200" dirty="0"/>
                        <a:t>In 2013 …</a:t>
                      </a:r>
                      <a:endParaRPr lang="en-US" sz="2200" dirty="0"/>
                    </a:p>
                    <a:p>
                      <a:pPr fontAlgn="t"/>
                      <a:r>
                        <a:rPr lang="en-US" sz="2200" dirty="0"/>
                        <a:t>Last week/month/year/summer …</a:t>
                      </a:r>
                      <a:endParaRPr lang="en-US" sz="2200" dirty="0"/>
                    </a:p>
                    <a:p>
                      <a:pPr fontAlgn="t"/>
                      <a:r>
                        <a:rPr lang="en-US" sz="2200" dirty="0"/>
                        <a:t>One day/night …</a:t>
                      </a:r>
                      <a:endParaRPr lang="en-US" sz="2200" dirty="0"/>
                    </a:p>
                  </a:txBody>
                  <a:tcPr marL="69421" marR="69421" marT="34710" marB="3471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fontAlgn="t"/>
                      <a:r>
                        <a:rPr lang="en-US" sz="2200" dirty="0"/>
                        <a:t>At first …</a:t>
                      </a:r>
                      <a:endParaRPr lang="en-US" sz="2200" dirty="0"/>
                    </a:p>
                    <a:p>
                      <a:pPr fontAlgn="t"/>
                      <a:r>
                        <a:rPr lang="en-US" sz="2200" dirty="0"/>
                        <a:t>After that …</a:t>
                      </a:r>
                      <a:endParaRPr lang="en-US" sz="2200" dirty="0"/>
                    </a:p>
                    <a:p>
                      <a:pPr fontAlgn="t"/>
                      <a:r>
                        <a:rPr lang="en-US" sz="2200" dirty="0"/>
                        <a:t>(And, so, but) then …</a:t>
                      </a:r>
                      <a:endParaRPr lang="en-US" sz="2200" dirty="0"/>
                    </a:p>
                    <a:p>
                      <a:pPr fontAlgn="t"/>
                      <a:r>
                        <a:rPr lang="en-US" sz="2200" dirty="0"/>
                        <a:t>Suddenly …</a:t>
                      </a:r>
                      <a:endParaRPr lang="en-US" sz="2200" dirty="0"/>
                    </a:p>
                    <a:p>
                      <a:pPr fontAlgn="t"/>
                      <a:r>
                        <a:rPr lang="en-US" sz="2200" dirty="0"/>
                        <a:t>Later …</a:t>
                      </a:r>
                      <a:endParaRPr lang="en-US" sz="2200" dirty="0"/>
                    </a:p>
                  </a:txBody>
                  <a:tcPr marL="69421" marR="69421" marT="34710" marB="3471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r>
            </a:tbl>
          </a:graphicData>
        </a:graphic>
      </p:graphicFrame>
      <p:sp>
        <p:nvSpPr>
          <p:cNvPr id="26" name="btn-Part 1">
            <a:hlinkClick r:id="rId10" action="ppaction://hlinksldjump"/>
          </p:cNvPr>
          <p:cNvSpPr/>
          <p:nvPr/>
        </p:nvSpPr>
        <p:spPr>
          <a:xfrm>
            <a:off x="63500" y="482615"/>
            <a:ext cx="1905977"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36"/>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A. Important language    </a:t>
            </a:r>
            <a:r>
              <a:rPr lang="en-US" altLang="zh-CN" sz="1600" b="1" dirty="0" smtClean="0">
                <a:solidFill>
                  <a:srgbClr val="515672"/>
                </a:solidFill>
                <a:latin typeface="+mj-lt"/>
              </a:rPr>
              <a:t>B. Discussion</a:t>
            </a:r>
            <a:endParaRPr lang="zh-CN" altLang="en-US" sz="1600" b="1" dirty="0">
              <a:solidFill>
                <a:srgbClr val="515672"/>
              </a:solidFill>
              <a:latin typeface="+mj-lt"/>
            </a:endParaRPr>
          </a:p>
        </p:txBody>
      </p:sp>
      <p:sp>
        <p:nvSpPr>
          <p:cNvPr id="38" name="文本占位符 37"/>
          <p:cNvSpPr>
            <a:spLocks noGrp="1"/>
          </p:cNvSpPr>
          <p:nvPr>
            <p:ph type="body" sz="quarter" idx="13"/>
          </p:nvPr>
        </p:nvSpPr>
        <p:spPr>
          <a:xfrm>
            <a:off x="323850" y="1124744"/>
            <a:ext cx="8569325" cy="446868"/>
          </a:xfrm>
        </p:spPr>
        <p:txBody>
          <a:bodyPr>
            <a:normAutofit/>
          </a:bodyPr>
          <a:lstStyle/>
          <a:p>
            <a:r>
              <a:rPr lang="en-US" altLang="zh-CN" dirty="0" smtClean="0"/>
              <a:t>Telling a story.</a:t>
            </a:r>
            <a:endParaRPr lang="zh-CN" altLang="en-US" dirty="0"/>
          </a:p>
        </p:txBody>
      </p:sp>
      <p:sp>
        <p:nvSpPr>
          <p:cNvPr id="27" name="文本占位符 26"/>
          <p:cNvSpPr>
            <a:spLocks noGrp="1"/>
          </p:cNvSpPr>
          <p:nvPr>
            <p:ph type="body" sz="quarter" idx="14"/>
          </p:nvPr>
        </p:nvSpPr>
        <p:spPr>
          <a:xfrm>
            <a:off x="323850" y="1643050"/>
            <a:ext cx="8569325" cy="1214446"/>
          </a:xfrm>
        </p:spPr>
        <p:txBody>
          <a:bodyPr>
            <a:noAutofit/>
          </a:bodyPr>
          <a:lstStyle/>
          <a:p>
            <a:pPr marL="0" indent="0">
              <a:spcAft>
                <a:spcPts val="600"/>
              </a:spcAft>
              <a:buNone/>
            </a:pPr>
            <a:r>
              <a:rPr lang="en-US" altLang="zh-CN" sz="2400" dirty="0" smtClean="0"/>
              <a:t>Work in a small group. Think of a story to tell. It can be real or made-up. Use the past tense and the expressions in Important Language. Your partners will ask you questions and guess: Is your story real or not?</a:t>
            </a:r>
            <a:endParaRPr lang="en-US" altLang="zh-CN" sz="2400" b="1" dirty="0" smtClean="0"/>
          </a:p>
        </p:txBody>
      </p:sp>
      <p:grpSp>
        <p:nvGrpSpPr>
          <p:cNvPr id="3" name="下一页"/>
          <p:cNvGrpSpPr/>
          <p:nvPr/>
        </p:nvGrpSpPr>
        <p:grpSpPr>
          <a:xfrm>
            <a:off x="8750845" y="6578304"/>
            <a:ext cx="264567" cy="210642"/>
            <a:chOff x="8750845" y="6578304"/>
            <a:chExt cx="264567" cy="210642"/>
          </a:xfrm>
        </p:grpSpPr>
        <p:sp>
          <p:nvSpPr>
            <p:cNvPr id="6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63"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上一页"/>
          <p:cNvGrpSpPr/>
          <p:nvPr/>
        </p:nvGrpSpPr>
        <p:grpSpPr>
          <a:xfrm>
            <a:off x="8335464" y="6580685"/>
            <a:ext cx="264567" cy="210642"/>
            <a:chOff x="8335464" y="6580685"/>
            <a:chExt cx="264567" cy="210642"/>
          </a:xfrm>
        </p:grpSpPr>
        <p:sp>
          <p:nvSpPr>
            <p:cNvPr id="6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66"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标题 1"/>
          <p:cNvSpPr txBox="1"/>
          <p:nvPr/>
        </p:nvSpPr>
        <p:spPr>
          <a:xfrm>
            <a:off x="4716016" y="0"/>
            <a:ext cx="1728192" cy="476672"/>
          </a:xfrm>
          <a:prstGeom prst="rect">
            <a:avLst/>
          </a:prstGeom>
          <a:solidFill>
            <a:srgbClr val="FFDD33"/>
          </a:solidFill>
        </p:spPr>
        <p:txBody>
          <a:bodyPr vert="horz" lIns="90000" tIns="45720" rIns="91440" bIns="45720" rtlCol="0" anchor="ctr">
            <a:noAutofit/>
          </a:bodyPr>
          <a:lstStyle>
            <a:lvl1pPr algn="l">
              <a:defRPr sz="2000" b="1">
                <a:solidFill>
                  <a:schemeClr val="bg1"/>
                </a:solidFill>
                <a:latin typeface="+mj-lt"/>
              </a:defRPr>
            </a:lvl1pPr>
          </a:lstStyle>
          <a:p>
            <a:pPr lvl="0" algn="ctr">
              <a:spcBef>
                <a:spcPct val="0"/>
              </a:spcBef>
              <a:defRPr/>
            </a:pPr>
            <a:r>
              <a:rPr lang="en-US" altLang="zh-CN" smtClean="0">
                <a:solidFill>
                  <a:srgbClr val="515672"/>
                </a:solidFill>
              </a:rPr>
              <a:t>Oral Practice</a:t>
            </a:r>
            <a:endParaRPr kumimoji="0" lang="zh-CN" altLang="en-US" sz="2000" b="1" i="0" u="none" strike="noStrike" kern="1200" cap="none" spc="0" normalizeH="0" baseline="0" noProof="0">
              <a:ln>
                <a:noFill/>
              </a:ln>
              <a:solidFill>
                <a:srgbClr val="515672"/>
              </a:solidFill>
              <a:effectLst/>
              <a:uLnTx/>
              <a:uFillTx/>
            </a:endParaRPr>
          </a:p>
        </p:txBody>
      </p:sp>
      <p:grpSp>
        <p:nvGrpSpPr>
          <p:cNvPr id="24" name="返回按钮"/>
          <p:cNvGrpSpPr/>
          <p:nvPr/>
        </p:nvGrpSpPr>
        <p:grpSpPr>
          <a:xfrm>
            <a:off x="7875422" y="6585447"/>
            <a:ext cx="264567" cy="210642"/>
            <a:chOff x="7875422" y="6585447"/>
            <a:chExt cx="264567" cy="210642"/>
          </a:xfrm>
        </p:grpSpPr>
        <p:sp>
          <p:nvSpPr>
            <p:cNvPr id="25"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6"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btn-Part 1">
            <a:hlinkClick r:id="rId1" action="ppaction://hlinksldjump"/>
          </p:cNvPr>
          <p:cNvSpPr/>
          <p:nvPr/>
        </p:nvSpPr>
        <p:spPr>
          <a:xfrm>
            <a:off x="63500" y="482615"/>
            <a:ext cx="1905977"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标注 35"/>
          <p:cNvSpPr/>
          <p:nvPr/>
        </p:nvSpPr>
        <p:spPr>
          <a:xfrm>
            <a:off x="571472" y="3071810"/>
            <a:ext cx="6500858" cy="500066"/>
          </a:xfrm>
          <a:prstGeom prst="wedgeRoundRectCallout">
            <a:avLst>
              <a:gd name="adj1" fmla="val -53083"/>
              <a:gd name="adj2" fmla="val 37341"/>
              <a:gd name="adj3" fmla="val 16667"/>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zh-CN" sz="2400" dirty="0" smtClean="0">
                <a:solidFill>
                  <a:schemeClr val="tx1"/>
                </a:solidFill>
              </a:rPr>
              <a:t>One night, I was home alone and there was a big storm.</a:t>
            </a:r>
            <a:endParaRPr lang="zh-CN" altLang="en-US" sz="2400" dirty="0">
              <a:solidFill>
                <a:schemeClr val="accent1"/>
              </a:solidFill>
            </a:endParaRPr>
          </a:p>
        </p:txBody>
      </p:sp>
      <p:sp>
        <p:nvSpPr>
          <p:cNvPr id="37" name="圆角矩形标注 36"/>
          <p:cNvSpPr/>
          <p:nvPr/>
        </p:nvSpPr>
        <p:spPr>
          <a:xfrm>
            <a:off x="5643570" y="3857628"/>
            <a:ext cx="2286016" cy="500066"/>
          </a:xfrm>
          <a:prstGeom prst="wedgeRoundRectCallout">
            <a:avLst>
              <a:gd name="adj1" fmla="val 51989"/>
              <a:gd name="adj2" fmla="val 40611"/>
              <a:gd name="adj3" fmla="val 16667"/>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zh-CN" sz="2400" dirty="0" smtClean="0">
                <a:solidFill>
                  <a:schemeClr val="accent1"/>
                </a:solidFill>
              </a:rPr>
              <a:t>Were you scared?</a:t>
            </a:r>
            <a:endParaRPr lang="en-US" altLang="zh-CN" sz="2400" dirty="0" smtClean="0">
              <a:solidFill>
                <a:schemeClr val="accent1"/>
              </a:solidFill>
            </a:endParaRPr>
          </a:p>
        </p:txBody>
      </p:sp>
      <p:sp>
        <p:nvSpPr>
          <p:cNvPr id="29" name="圆角矩形标注 28"/>
          <p:cNvSpPr/>
          <p:nvPr/>
        </p:nvSpPr>
        <p:spPr>
          <a:xfrm>
            <a:off x="642910" y="4357694"/>
            <a:ext cx="3357586" cy="500066"/>
          </a:xfrm>
          <a:prstGeom prst="wedgeRoundRectCallout">
            <a:avLst>
              <a:gd name="adj1" fmla="val -53083"/>
              <a:gd name="adj2" fmla="val 37341"/>
              <a:gd name="adj3" fmla="val 16667"/>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zh-CN" sz="2400" dirty="0" smtClean="0">
                <a:solidFill>
                  <a:schemeClr val="tx1"/>
                </a:solidFill>
              </a:rPr>
              <a:t>At first, no, but then . . .</a:t>
            </a:r>
            <a:endParaRPr lang="zh-CN" altLang="en-US" sz="2400" dirty="0">
              <a:solidFill>
                <a:schemeClr val="accent1"/>
              </a:solidFill>
            </a:endParaRPr>
          </a:p>
        </p:txBody>
      </p:sp>
    </p:spTree>
  </p:cSld>
  <p:clrMapOvr>
    <a:masterClrMapping/>
  </p:clrMapOvr>
  <p:transition advClick="0"/>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6" name="文本占位符 75"/>
          <p:cNvSpPr>
            <a:spLocks noGrp="1"/>
          </p:cNvSpPr>
          <p:nvPr>
            <p:ph type="body" sz="quarter" idx="14"/>
          </p:nvPr>
        </p:nvSpPr>
        <p:spPr>
          <a:xfrm>
            <a:off x="357158" y="821892"/>
            <a:ext cx="8501122" cy="5250314"/>
          </a:xfrm>
        </p:spPr>
        <p:txBody>
          <a:bodyPr>
            <a:noAutofit/>
          </a:bodyPr>
          <a:lstStyle/>
          <a:p>
            <a:pPr marL="0" indent="0" algn="ctr">
              <a:buNone/>
            </a:pPr>
            <a:r>
              <a:rPr lang="en-US" sz="2800" b="1" dirty="0" smtClean="0"/>
              <a:t>Detecting Liaison in Connected Speech</a:t>
            </a:r>
            <a:endParaRPr lang="zh-CN" altLang="en-US" sz="2800" dirty="0" smtClean="0"/>
          </a:p>
          <a:p>
            <a:pPr marL="0" indent="443230">
              <a:buNone/>
            </a:pPr>
            <a:r>
              <a:rPr lang="en-US" sz="2800" b="1" dirty="0" smtClean="0"/>
              <a:t>Liaison</a:t>
            </a:r>
            <a:r>
              <a:rPr lang="en-US" sz="2800" dirty="0" smtClean="0"/>
              <a:t>, the act of</a:t>
            </a:r>
            <a:r>
              <a:rPr lang="en-US" sz="2800" b="1" dirty="0" smtClean="0"/>
              <a:t> joining sounds together</a:t>
            </a:r>
            <a:r>
              <a:rPr lang="en-US" sz="2800" dirty="0" smtClean="0"/>
              <a:t>, occurs frequently in spoken English. The most common pattern is </a:t>
            </a:r>
            <a:r>
              <a:rPr lang="en-US" sz="2800" b="1" dirty="0" smtClean="0"/>
              <a:t>consonant-to-vowel linking</a:t>
            </a:r>
            <a:r>
              <a:rPr lang="en-US" sz="2800" dirty="0" smtClean="0"/>
              <a:t>. Words are connected when a word ends in a consonant sound and the next word starts with a vowel sound.</a:t>
            </a:r>
            <a:endParaRPr lang="zh-CN" altLang="en-US" sz="2800" dirty="0"/>
          </a:p>
        </p:txBody>
      </p:sp>
      <p:grpSp>
        <p:nvGrpSpPr>
          <p:cNvPr id="13" name="返回按钮"/>
          <p:cNvGrpSpPr/>
          <p:nvPr/>
        </p:nvGrpSpPr>
        <p:grpSpPr>
          <a:xfrm>
            <a:off x="7875422" y="6585447"/>
            <a:ext cx="264567" cy="210642"/>
            <a:chOff x="7875422" y="6585447"/>
            <a:chExt cx="264567" cy="210642"/>
          </a:xfrm>
        </p:grpSpPr>
        <p:sp>
          <p:nvSpPr>
            <p:cNvPr id="14"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15" name="热区">
              <a:hlinkClick r:id="" action="ppaction://hlinkshowjump?jump=firstslide"/>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文本占位符 74"/>
          <p:cNvSpPr>
            <a:spLocks noGrp="1"/>
          </p:cNvSpPr>
          <p:nvPr>
            <p:ph type="body" sz="quarter" idx="13"/>
          </p:nvPr>
        </p:nvSpPr>
        <p:spPr>
          <a:xfrm>
            <a:off x="323850" y="621258"/>
            <a:ext cx="8569325" cy="378850"/>
          </a:xfrm>
        </p:spPr>
        <p:style>
          <a:lnRef idx="0">
            <a:srgbClr val="FFFFFF"/>
          </a:lnRef>
          <a:fillRef idx="1">
            <a:schemeClr val="accent1"/>
          </a:fillRef>
          <a:effectRef idx="0">
            <a:srgbClr val="FFFFFF"/>
          </a:effectRef>
          <a:fontRef idx="minor">
            <a:schemeClr val="lt1"/>
          </a:fontRef>
        </p:style>
        <p:txBody>
          <a:bodyPr>
            <a:noAutofit/>
          </a:bodyPr>
          <a:lstStyle/>
          <a:p>
            <a:r>
              <a:rPr lang="en-US" altLang="zh-CN" dirty="0" smtClean="0"/>
              <a:t>Listen to the recording and fill in the blanks with the missing words.</a:t>
            </a:r>
            <a:endParaRPr lang="zh-CN" altLang="en-US" dirty="0"/>
          </a:p>
        </p:txBody>
      </p:sp>
      <p:sp>
        <p:nvSpPr>
          <p:cNvPr id="76" name="文本占位符 75"/>
          <p:cNvSpPr>
            <a:spLocks noGrp="1"/>
          </p:cNvSpPr>
          <p:nvPr>
            <p:ph type="body" sz="quarter" idx="14"/>
          </p:nvPr>
        </p:nvSpPr>
        <p:spPr>
          <a:xfrm>
            <a:off x="500034" y="1643050"/>
            <a:ext cx="8143932" cy="4786346"/>
          </a:xfrm>
        </p:spPr>
        <p:style>
          <a:lnRef idx="0">
            <a:srgbClr val="FFFFFF"/>
          </a:lnRef>
          <a:fillRef idx="1">
            <a:schemeClr val="accent1"/>
          </a:fillRef>
          <a:effectRef idx="0">
            <a:srgbClr val="FFFFFF"/>
          </a:effectRef>
          <a:fontRef idx="minor">
            <a:schemeClr val="lt1"/>
          </a:fontRef>
        </p:style>
        <p:txBody>
          <a:bodyPr>
            <a:noAutofit/>
          </a:bodyPr>
          <a:lstStyle/>
          <a:p>
            <a:pPr marL="514350" indent="-514350">
              <a:buClr>
                <a:schemeClr val="tx1"/>
              </a:buClr>
              <a:buFont typeface="+mj-lt"/>
              <a:buAutoNum type="arabicPeriod"/>
            </a:pPr>
            <a:r>
              <a:rPr lang="en-US" altLang="zh-CN" sz="2800" dirty="0" smtClean="0"/>
              <a:t>Nowadays more and more people keep animals like </a:t>
            </a:r>
            <a:r>
              <a:rPr lang="en-US" altLang="zh-CN" sz="2800" u="sng" dirty="0" smtClean="0">
                <a:solidFill>
                  <a:schemeClr val="accent1"/>
                </a:solidFill>
              </a:rPr>
              <a:t>dogs and</a:t>
            </a:r>
            <a:r>
              <a:rPr lang="en-US" altLang="zh-CN" sz="2800" dirty="0" smtClean="0"/>
              <a:t> cats as pets.</a:t>
            </a:r>
            <a:endParaRPr lang="en-US" altLang="zh-CN" sz="2800" dirty="0" smtClean="0"/>
          </a:p>
          <a:p>
            <a:pPr marL="514350" indent="-514350">
              <a:buClr>
                <a:schemeClr val="tx1"/>
              </a:buClr>
              <a:buFont typeface="+mj-lt"/>
              <a:buAutoNum type="arabicPeriod"/>
            </a:pPr>
            <a:r>
              <a:rPr lang="en-US" altLang="zh-CN" sz="2800" dirty="0" smtClean="0"/>
              <a:t>Some people would be </a:t>
            </a:r>
            <a:r>
              <a:rPr lang="en-US" altLang="zh-CN" sz="2800" u="sng" dirty="0" smtClean="0">
                <a:solidFill>
                  <a:schemeClr val="accent1"/>
                </a:solidFill>
              </a:rPr>
              <a:t>interested</a:t>
            </a:r>
            <a:r>
              <a:rPr lang="en-US" altLang="zh-CN" sz="2800" dirty="0" smtClean="0"/>
              <a:t> </a:t>
            </a:r>
            <a:r>
              <a:rPr lang="en-US" altLang="zh-CN" sz="2800" u="sng" dirty="0" smtClean="0">
                <a:solidFill>
                  <a:schemeClr val="accent1"/>
                </a:solidFill>
              </a:rPr>
              <a:t>in</a:t>
            </a:r>
            <a:r>
              <a:rPr lang="en-US" altLang="zh-CN" sz="2800" dirty="0" smtClean="0"/>
              <a:t> a dog care center.</a:t>
            </a:r>
            <a:endParaRPr lang="en-US" altLang="zh-CN" sz="2800" dirty="0" smtClean="0"/>
          </a:p>
          <a:p>
            <a:pPr marL="514350" indent="-514350">
              <a:buClr>
                <a:schemeClr val="tx1"/>
              </a:buClr>
              <a:buFont typeface="+mj-lt"/>
              <a:buAutoNum type="arabicPeriod"/>
            </a:pPr>
            <a:r>
              <a:rPr lang="en-US" altLang="zh-CN" sz="2800" dirty="0" smtClean="0"/>
              <a:t>An average day at Dog Ma </a:t>
            </a:r>
            <a:r>
              <a:rPr lang="en-US" altLang="zh-CN" sz="2800" u="sng" dirty="0" smtClean="0">
                <a:solidFill>
                  <a:schemeClr val="accent1"/>
                </a:solidFill>
              </a:rPr>
              <a:t>costs</a:t>
            </a:r>
            <a:r>
              <a:rPr lang="en-US" altLang="zh-CN" sz="2800" dirty="0" smtClean="0"/>
              <a:t> </a:t>
            </a:r>
            <a:r>
              <a:rPr lang="en-US" altLang="zh-CN" sz="2800" u="sng" dirty="0" smtClean="0">
                <a:solidFill>
                  <a:schemeClr val="accent1"/>
                </a:solidFill>
              </a:rPr>
              <a:t>a</a:t>
            </a:r>
            <a:r>
              <a:rPr lang="en-US" altLang="zh-CN" sz="2800" dirty="0" smtClean="0"/>
              <a:t> dog owner about 25 dollars.</a:t>
            </a:r>
            <a:endParaRPr lang="en-US" altLang="zh-CN" sz="2800" dirty="0" smtClean="0"/>
          </a:p>
          <a:p>
            <a:pPr marL="514350" indent="-514350">
              <a:buClr>
                <a:schemeClr val="tx1"/>
              </a:buClr>
              <a:buFont typeface="+mj-lt"/>
              <a:buAutoNum type="arabicPeriod"/>
            </a:pPr>
            <a:r>
              <a:rPr lang="en-US" altLang="zh-CN" sz="2800" u="sng" dirty="0" smtClean="0">
                <a:solidFill>
                  <a:schemeClr val="accent1"/>
                </a:solidFill>
              </a:rPr>
              <a:t>This</a:t>
            </a:r>
            <a:r>
              <a:rPr lang="en-US" altLang="zh-CN" sz="2800" dirty="0" smtClean="0"/>
              <a:t> </a:t>
            </a:r>
            <a:r>
              <a:rPr lang="en-US" altLang="zh-CN" sz="2800" u="sng" dirty="0" smtClean="0">
                <a:solidFill>
                  <a:schemeClr val="accent1"/>
                </a:solidFill>
              </a:rPr>
              <a:t>is</a:t>
            </a:r>
            <a:r>
              <a:rPr lang="en-US" altLang="zh-CN" sz="2800" dirty="0" smtClean="0"/>
              <a:t> </a:t>
            </a:r>
            <a:r>
              <a:rPr lang="en-US" altLang="zh-CN" sz="2800" u="sng" dirty="0" smtClean="0">
                <a:solidFill>
                  <a:schemeClr val="accent1"/>
                </a:solidFill>
              </a:rPr>
              <a:t>a</a:t>
            </a:r>
            <a:r>
              <a:rPr lang="en-US" altLang="zh-CN" sz="2800" dirty="0" smtClean="0"/>
              <a:t> big help for those dog owners who do not drive.</a:t>
            </a:r>
            <a:endParaRPr lang="en-US" altLang="zh-CN" sz="2800" dirty="0" smtClean="0"/>
          </a:p>
          <a:p>
            <a:pPr marL="514350" indent="-514350">
              <a:buClr>
                <a:schemeClr val="tx1"/>
              </a:buClr>
              <a:buFont typeface="+mj-lt"/>
              <a:buAutoNum type="arabicPeriod"/>
            </a:pPr>
            <a:r>
              <a:rPr lang="en-US" altLang="zh-CN" sz="2800" dirty="0" smtClean="0"/>
              <a:t>Dogs are friendly but they need to be fed and </a:t>
            </a:r>
            <a:r>
              <a:rPr lang="en-US" altLang="zh-CN" sz="2800" u="sng" dirty="0" smtClean="0">
                <a:solidFill>
                  <a:schemeClr val="accent1"/>
                </a:solidFill>
              </a:rPr>
              <a:t>taken</a:t>
            </a:r>
            <a:r>
              <a:rPr lang="en-US" altLang="zh-CN" sz="2800" dirty="0" smtClean="0"/>
              <a:t> </a:t>
            </a:r>
            <a:r>
              <a:rPr lang="en-US" altLang="zh-CN" sz="2800" u="sng" dirty="0" smtClean="0">
                <a:solidFill>
                  <a:schemeClr val="accent1"/>
                </a:solidFill>
              </a:rPr>
              <a:t>out</a:t>
            </a:r>
            <a:r>
              <a:rPr lang="en-US" altLang="zh-CN" sz="2800" dirty="0" smtClean="0"/>
              <a:t> for a walk every day.</a:t>
            </a:r>
            <a:endParaRPr lang="en-US" altLang="zh-CN" sz="2800" dirty="0" smtClean="0"/>
          </a:p>
          <a:p>
            <a:pPr marL="514350" indent="-514350">
              <a:buClr>
                <a:schemeClr val="tx1"/>
              </a:buClr>
              <a:buFont typeface="+mj-lt"/>
              <a:buAutoNum type="arabicPeriod"/>
            </a:pPr>
            <a:r>
              <a:rPr lang="en-US" altLang="zh-CN" sz="2800" dirty="0" smtClean="0"/>
              <a:t>Grandma wants to </a:t>
            </a:r>
            <a:r>
              <a:rPr lang="en-US" altLang="zh-CN" sz="2800" u="sng" dirty="0" smtClean="0">
                <a:solidFill>
                  <a:schemeClr val="accent1"/>
                </a:solidFill>
              </a:rPr>
              <a:t>find</a:t>
            </a:r>
            <a:r>
              <a:rPr lang="en-US" altLang="zh-CN" sz="2800" dirty="0" smtClean="0"/>
              <a:t> </a:t>
            </a:r>
            <a:r>
              <a:rPr lang="en-US" altLang="zh-CN" sz="2800" u="sng" dirty="0" smtClean="0">
                <a:solidFill>
                  <a:schemeClr val="accent1"/>
                </a:solidFill>
              </a:rPr>
              <a:t>out</a:t>
            </a:r>
            <a:r>
              <a:rPr lang="en-US" altLang="zh-CN" sz="2800" dirty="0" smtClean="0"/>
              <a:t> what happened to her dog’s treats.</a:t>
            </a:r>
            <a:endParaRPr lang="zh-CN" altLang="en-US" sz="2800" dirty="0"/>
          </a:p>
        </p:txBody>
      </p:sp>
      <p:pic>
        <p:nvPicPr>
          <p:cNvPr id="31" name="播放按钮"/>
          <p:cNvPicPr>
            <a:picLocks noChangeAspect="1" noChangeArrowheads="1"/>
          </p:cNvPicPr>
          <p:nvPr/>
        </p:nvPicPr>
        <p:blipFill>
          <a:blip r:embed="rId1" cstate="print">
            <a:duotone>
              <a:schemeClr val="accent3">
                <a:shade val="45000"/>
                <a:satMod val="135000"/>
              </a:schemeClr>
              <a:prstClr val="white"/>
            </a:duotone>
          </a:blip>
          <a:srcRect/>
          <a:stretch>
            <a:fillRect/>
          </a:stretch>
        </p:blipFill>
        <p:spPr bwMode="auto">
          <a:xfrm>
            <a:off x="395536" y="1072682"/>
            <a:ext cx="295275" cy="304800"/>
          </a:xfrm>
          <a:prstGeom prst="rect">
            <a:avLst/>
          </a:prstGeom>
        </p:spPr>
        <p:style>
          <a:lnRef idx="0">
            <a:srgbClr val="FFFFFF"/>
          </a:lnRef>
          <a:fillRef idx="1">
            <a:schemeClr val="accent1"/>
          </a:fillRef>
          <a:effectRef idx="0">
            <a:srgbClr val="FFFFFF"/>
          </a:effectRef>
          <a:fontRef idx="minor">
            <a:schemeClr val="lt1"/>
          </a:fontRef>
        </p:style>
      </p:pic>
      <p:pic>
        <p:nvPicPr>
          <p:cNvPr id="32" name="暂停按钮"/>
          <p:cNvPicPr>
            <a:picLocks noChangeAspect="1" noChangeArrowheads="1"/>
          </p:cNvPicPr>
          <p:nvPr/>
        </p:nvPicPr>
        <p:blipFill>
          <a:blip r:embed="rId2" cstate="print">
            <a:duotone>
              <a:schemeClr val="accent3">
                <a:shade val="45000"/>
                <a:satMod val="135000"/>
              </a:schemeClr>
              <a:prstClr val="white"/>
            </a:duotone>
          </a:blip>
          <a:srcRect/>
          <a:stretch>
            <a:fillRect/>
          </a:stretch>
        </p:blipFill>
        <p:spPr bwMode="auto">
          <a:xfrm>
            <a:off x="755576" y="1072682"/>
            <a:ext cx="295275" cy="304800"/>
          </a:xfrm>
          <a:prstGeom prst="rect">
            <a:avLst/>
          </a:prstGeom>
        </p:spPr>
        <p:style>
          <a:lnRef idx="0">
            <a:srgbClr val="FFFFFF"/>
          </a:lnRef>
          <a:fillRef idx="1">
            <a:schemeClr val="accent1"/>
          </a:fillRef>
          <a:effectRef idx="0">
            <a:srgbClr val="FFFFFF"/>
          </a:effectRef>
          <a:fontRef idx="minor">
            <a:schemeClr val="lt1"/>
          </a:fontRef>
        </p:style>
      </p:pic>
      <p:pic>
        <p:nvPicPr>
          <p:cNvPr id="34" name="停止按钮"/>
          <p:cNvPicPr>
            <a:picLocks noChangeAspect="1" noChangeArrowheads="1"/>
          </p:cNvPicPr>
          <p:nvPr/>
        </p:nvPicPr>
        <p:blipFill>
          <a:blip r:embed="rId3" cstate="print">
            <a:duotone>
              <a:schemeClr val="accent3">
                <a:shade val="45000"/>
                <a:satMod val="135000"/>
              </a:schemeClr>
              <a:prstClr val="white"/>
            </a:duotone>
          </a:blip>
          <a:srcRect/>
          <a:stretch>
            <a:fillRect/>
          </a:stretch>
        </p:blipFill>
        <p:spPr bwMode="auto">
          <a:xfrm>
            <a:off x="1115616" y="1072682"/>
            <a:ext cx="295275" cy="304800"/>
          </a:xfrm>
          <a:prstGeom prst="rect">
            <a:avLst/>
          </a:prstGeom>
        </p:spPr>
        <p:style>
          <a:lnRef idx="0">
            <a:srgbClr val="FFFFFF"/>
          </a:lnRef>
          <a:fillRef idx="1">
            <a:schemeClr val="accent1"/>
          </a:fillRef>
          <a:effectRef idx="0">
            <a:srgbClr val="FFFFFF"/>
          </a:effectRef>
          <a:fontRef idx="minor">
            <a:schemeClr val="lt1"/>
          </a:fontRef>
        </p:style>
      </p:pic>
      <p:pic>
        <p:nvPicPr>
          <p:cNvPr id="42" name="按钮-External Player">
            <a:hlinkClick r:id="rId4" action="ppaction://hlinkfile"/>
          </p:cNvPr>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auto">
          <a:xfrm>
            <a:off x="1482006" y="1072682"/>
            <a:ext cx="1521337" cy="308000"/>
          </a:xfrm>
          <a:prstGeom prst="rect">
            <a:avLst/>
          </a:prstGeom>
        </p:spPr>
        <p:style>
          <a:lnRef idx="0">
            <a:srgbClr val="FFFFFF"/>
          </a:lnRef>
          <a:fillRef idx="1">
            <a:schemeClr val="accent1"/>
          </a:fillRef>
          <a:effectRef idx="0">
            <a:srgbClr val="FFFFFF"/>
          </a:effectRef>
          <a:fontRef idx="minor">
            <a:schemeClr val="lt1"/>
          </a:fontRef>
        </p:style>
      </p:pic>
      <p:pic>
        <p:nvPicPr>
          <p:cNvPr id="43" name="Track 8-5.mp3">
            <a:hlinkClick r:id="" action="ppaction://media"/>
          </p:cNvPr>
          <p:cNvPicPr>
            <a:picLocks noRot="1" noChangeAspect="1"/>
          </p:cNvPicPr>
          <p:nvPr>
            <a:audioFile r:link="rId6"/>
            <p:extLst>
              <p:ext uri="{DAA4B4D4-6D71-4841-9C94-3DE7FCFB9230}">
                <p14:media xmlns:p14="http://schemas.microsoft.com/office/powerpoint/2010/main" r:link="rId7"/>
              </p:ext>
            </p:extLst>
          </p:nvPr>
        </p:nvPicPr>
        <p:blipFill>
          <a:blip r:embed="rId8" cstate="print"/>
          <a:stretch>
            <a:fillRect/>
          </a:stretch>
        </p:blipFill>
        <p:spPr>
          <a:xfrm>
            <a:off x="4124324" y="1072682"/>
            <a:ext cx="304800" cy="304800"/>
          </a:xfrm>
          <a:prstGeom prst="rect">
            <a:avLst/>
          </a:prstGeom>
        </p:spPr>
        <p:style>
          <a:lnRef idx="0">
            <a:srgbClr val="FFFFFF"/>
          </a:lnRef>
          <a:fillRef idx="1">
            <a:schemeClr val="accent1"/>
          </a:fillRef>
          <a:effectRef idx="0">
            <a:srgbClr val="FFFFFF"/>
          </a:effectRef>
          <a:fontRef idx="minor">
            <a:schemeClr val="lt1"/>
          </a:fontRef>
        </p:style>
      </p:pic>
      <p:pic>
        <p:nvPicPr>
          <p:cNvPr id="33" name="按钮-Script">
            <a:hlinkClick r:id="rId9" action="ppaction://hlinkpres?slideindex=1&amp;slidetitle="/>
          </p:cNvPr>
          <p:cNvPicPr>
            <a:picLocks noChangeAspect="1" noChangeArrowheads="1"/>
          </p:cNvPicPr>
          <p:nvPr/>
        </p:nvPicPr>
        <p:blipFill>
          <a:blip r:embed="rId10" cstate="print">
            <a:duotone>
              <a:schemeClr val="accent3">
                <a:shade val="45000"/>
                <a:satMod val="135000"/>
              </a:schemeClr>
              <a:prstClr val="white"/>
            </a:duotone>
          </a:blip>
          <a:srcRect/>
          <a:stretch>
            <a:fillRect/>
          </a:stretch>
        </p:blipFill>
        <p:spPr bwMode="auto">
          <a:xfrm>
            <a:off x="3060000" y="1071546"/>
            <a:ext cx="904875" cy="333375"/>
          </a:xfrm>
          <a:prstGeom prst="rect">
            <a:avLst/>
          </a:prstGeom>
        </p:spPr>
        <p:style>
          <a:lnRef idx="0">
            <a:srgbClr val="FFFFFF"/>
          </a:lnRef>
          <a:fillRef idx="1">
            <a:schemeClr val="accent1"/>
          </a:fillRef>
          <a:effectRef idx="0">
            <a:srgbClr val="FFFFFF"/>
          </a:effectRef>
          <a:fontRef idx="minor">
            <a:schemeClr val="lt1"/>
          </a:fontRef>
        </p:style>
      </p:pic>
      <p:grpSp>
        <p:nvGrpSpPr>
          <p:cNvPr id="3" name="组合 2"/>
          <p:cNvGrpSpPr/>
          <p:nvPr/>
        </p:nvGrpSpPr>
        <p:grpSpPr>
          <a:xfrm>
            <a:off x="4000496" y="2659084"/>
            <a:ext cx="1714512" cy="396824"/>
            <a:chOff x="4000496" y="2659084"/>
            <a:chExt cx="1714512" cy="396824"/>
          </a:xfrm>
        </p:grpSpPr>
        <p:sp>
          <p:nvSpPr>
            <p:cNvPr id="39" name="填空热区-点击消失"/>
            <p:cNvSpPr>
              <a:spLocks noChangeArrowheads="1"/>
            </p:cNvSpPr>
            <p:nvPr/>
          </p:nvSpPr>
          <p:spPr bwMode="auto">
            <a:xfrm>
              <a:off x="5429256" y="2659084"/>
              <a:ext cx="285752"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in</a:t>
              </a:r>
              <a:endParaRPr lang="en-US" altLang="zh-CN" sz="2800" u="sng" dirty="0">
                <a:solidFill>
                  <a:schemeClr val="bg1"/>
                </a:solidFill>
                <a:uFill>
                  <a:solidFill>
                    <a:schemeClr val="tx1"/>
                  </a:solidFill>
                </a:uFill>
              </a:endParaRPr>
            </a:p>
          </p:txBody>
        </p:sp>
        <p:sp>
          <p:nvSpPr>
            <p:cNvPr id="58" name="填空热区-点击消失"/>
            <p:cNvSpPr>
              <a:spLocks noChangeArrowheads="1"/>
            </p:cNvSpPr>
            <p:nvPr/>
          </p:nvSpPr>
          <p:spPr bwMode="auto">
            <a:xfrm>
              <a:off x="4000496" y="2659908"/>
              <a:ext cx="1428760"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interested </a:t>
              </a:r>
              <a:endParaRPr lang="en-US" altLang="zh-CN" sz="2800" u="sng" dirty="0">
                <a:solidFill>
                  <a:schemeClr val="bg1"/>
                </a:solidFill>
                <a:uFill>
                  <a:solidFill>
                    <a:schemeClr val="tx1"/>
                  </a:solidFill>
                </a:uFill>
              </a:endParaRPr>
            </a:p>
          </p:txBody>
        </p:sp>
      </p:grpSp>
      <p:grpSp>
        <p:nvGrpSpPr>
          <p:cNvPr id="2" name="组合 1"/>
          <p:cNvGrpSpPr/>
          <p:nvPr/>
        </p:nvGrpSpPr>
        <p:grpSpPr>
          <a:xfrm>
            <a:off x="1103221" y="1714488"/>
            <a:ext cx="7334382" cy="825452"/>
            <a:chOff x="1103221" y="1714488"/>
            <a:chExt cx="7334382" cy="825452"/>
          </a:xfrm>
        </p:grpSpPr>
        <p:sp>
          <p:nvSpPr>
            <p:cNvPr id="57" name="填空热区-点击消失"/>
            <p:cNvSpPr>
              <a:spLocks noChangeArrowheads="1"/>
            </p:cNvSpPr>
            <p:nvPr/>
          </p:nvSpPr>
          <p:spPr bwMode="auto">
            <a:xfrm>
              <a:off x="1103221" y="2143940"/>
              <a:ext cx="540000"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and</a:t>
              </a:r>
              <a:endParaRPr lang="en-US" altLang="zh-CN" sz="2800" u="sng" dirty="0">
                <a:solidFill>
                  <a:schemeClr val="bg1"/>
                </a:solidFill>
                <a:uFill>
                  <a:solidFill>
                    <a:schemeClr val="tx1"/>
                  </a:solidFill>
                </a:uFill>
              </a:endParaRPr>
            </a:p>
          </p:txBody>
        </p:sp>
        <p:sp>
          <p:nvSpPr>
            <p:cNvPr id="59" name="填空热区-点击消失"/>
            <p:cNvSpPr>
              <a:spLocks noChangeArrowheads="1"/>
            </p:cNvSpPr>
            <p:nvPr/>
          </p:nvSpPr>
          <p:spPr bwMode="auto">
            <a:xfrm>
              <a:off x="7794661" y="1714488"/>
              <a:ext cx="642942"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dogs</a:t>
              </a:r>
              <a:endParaRPr lang="en-US" altLang="zh-CN" sz="2800" u="sng" dirty="0">
                <a:solidFill>
                  <a:schemeClr val="bg1"/>
                </a:solidFill>
                <a:uFill>
                  <a:solidFill>
                    <a:schemeClr val="tx1"/>
                  </a:solidFill>
                </a:uFill>
              </a:endParaRPr>
            </a:p>
          </p:txBody>
        </p:sp>
      </p:grpSp>
      <p:grpSp>
        <p:nvGrpSpPr>
          <p:cNvPr id="4" name="组合 3"/>
          <p:cNvGrpSpPr/>
          <p:nvPr/>
        </p:nvGrpSpPr>
        <p:grpSpPr>
          <a:xfrm>
            <a:off x="4540317" y="3175876"/>
            <a:ext cx="878357" cy="403127"/>
            <a:chOff x="4540317" y="3175876"/>
            <a:chExt cx="878357" cy="403127"/>
          </a:xfrm>
        </p:grpSpPr>
        <p:sp>
          <p:nvSpPr>
            <p:cNvPr id="60" name="填空热区-点击消失"/>
            <p:cNvSpPr>
              <a:spLocks noChangeArrowheads="1"/>
            </p:cNvSpPr>
            <p:nvPr/>
          </p:nvSpPr>
          <p:spPr bwMode="auto">
            <a:xfrm>
              <a:off x="4540317" y="3175876"/>
              <a:ext cx="684000"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costs</a:t>
              </a:r>
              <a:endParaRPr lang="en-US" altLang="zh-CN" sz="2800" u="sng" dirty="0">
                <a:solidFill>
                  <a:schemeClr val="bg1"/>
                </a:solidFill>
                <a:uFill>
                  <a:solidFill>
                    <a:schemeClr val="tx1"/>
                  </a:solidFill>
                </a:uFill>
              </a:endParaRPr>
            </a:p>
          </p:txBody>
        </p:sp>
        <p:sp>
          <p:nvSpPr>
            <p:cNvPr id="61" name="填空热区-点击消失"/>
            <p:cNvSpPr>
              <a:spLocks noChangeArrowheads="1"/>
            </p:cNvSpPr>
            <p:nvPr/>
          </p:nvSpPr>
          <p:spPr bwMode="auto">
            <a:xfrm>
              <a:off x="5238674" y="3183003"/>
              <a:ext cx="180000"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a</a:t>
              </a:r>
              <a:endParaRPr lang="en-US" altLang="zh-CN" sz="2800" u="sng" dirty="0">
                <a:solidFill>
                  <a:schemeClr val="bg1"/>
                </a:solidFill>
                <a:uFill>
                  <a:solidFill>
                    <a:schemeClr val="tx1"/>
                  </a:solidFill>
                </a:uFill>
              </a:endParaRPr>
            </a:p>
          </p:txBody>
        </p:sp>
      </p:grpSp>
      <p:grpSp>
        <p:nvGrpSpPr>
          <p:cNvPr id="6" name="组合 5"/>
          <p:cNvGrpSpPr/>
          <p:nvPr/>
        </p:nvGrpSpPr>
        <p:grpSpPr>
          <a:xfrm>
            <a:off x="6977039" y="4627544"/>
            <a:ext cx="1293835" cy="396945"/>
            <a:chOff x="6977039" y="4627544"/>
            <a:chExt cx="1293835" cy="396945"/>
          </a:xfrm>
        </p:grpSpPr>
        <p:sp>
          <p:nvSpPr>
            <p:cNvPr id="65" name="填空热区-点击消失"/>
            <p:cNvSpPr>
              <a:spLocks noChangeArrowheads="1"/>
            </p:cNvSpPr>
            <p:nvPr/>
          </p:nvSpPr>
          <p:spPr bwMode="auto">
            <a:xfrm>
              <a:off x="6977039" y="4627544"/>
              <a:ext cx="785818"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taken</a:t>
              </a:r>
              <a:endParaRPr lang="en-US" altLang="zh-CN" sz="2800" u="sng" dirty="0">
                <a:solidFill>
                  <a:schemeClr val="bg1"/>
                </a:solidFill>
                <a:uFill>
                  <a:solidFill>
                    <a:schemeClr val="tx1"/>
                  </a:solidFill>
                </a:uFill>
              </a:endParaRPr>
            </a:p>
          </p:txBody>
        </p:sp>
        <p:sp>
          <p:nvSpPr>
            <p:cNvPr id="66" name="填空热区-点击消失"/>
            <p:cNvSpPr>
              <a:spLocks noChangeArrowheads="1"/>
            </p:cNvSpPr>
            <p:nvPr/>
          </p:nvSpPr>
          <p:spPr bwMode="auto">
            <a:xfrm>
              <a:off x="7778638" y="4628489"/>
              <a:ext cx="492236"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out</a:t>
              </a:r>
              <a:endParaRPr lang="en-US" altLang="zh-CN" sz="2800" u="sng" dirty="0">
                <a:solidFill>
                  <a:schemeClr val="bg1"/>
                </a:solidFill>
                <a:uFill>
                  <a:solidFill>
                    <a:schemeClr val="tx1"/>
                  </a:solidFill>
                </a:uFill>
              </a:endParaRPr>
            </a:p>
          </p:txBody>
        </p:sp>
      </p:grpSp>
      <p:grpSp>
        <p:nvGrpSpPr>
          <p:cNvPr id="7" name="组合 6"/>
          <p:cNvGrpSpPr/>
          <p:nvPr/>
        </p:nvGrpSpPr>
        <p:grpSpPr>
          <a:xfrm>
            <a:off x="3579819" y="5565013"/>
            <a:ext cx="1123089" cy="396000"/>
            <a:chOff x="3579819" y="5565013"/>
            <a:chExt cx="1123089" cy="396000"/>
          </a:xfrm>
        </p:grpSpPr>
        <p:sp>
          <p:nvSpPr>
            <p:cNvPr id="67" name="填空热区-点击消失"/>
            <p:cNvSpPr>
              <a:spLocks noChangeArrowheads="1"/>
            </p:cNvSpPr>
            <p:nvPr/>
          </p:nvSpPr>
          <p:spPr bwMode="auto">
            <a:xfrm>
              <a:off x="3579819" y="5565013"/>
              <a:ext cx="612000"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find</a:t>
              </a:r>
              <a:endParaRPr lang="en-US" altLang="zh-CN" sz="2800" u="sng" dirty="0">
                <a:solidFill>
                  <a:schemeClr val="bg1"/>
                </a:solidFill>
                <a:uFill>
                  <a:solidFill>
                    <a:schemeClr val="tx1"/>
                  </a:solidFill>
                </a:uFill>
              </a:endParaRPr>
            </a:p>
          </p:txBody>
        </p:sp>
        <p:sp>
          <p:nvSpPr>
            <p:cNvPr id="68" name="填空热区-点击消失"/>
            <p:cNvSpPr>
              <a:spLocks noChangeArrowheads="1"/>
            </p:cNvSpPr>
            <p:nvPr/>
          </p:nvSpPr>
          <p:spPr bwMode="auto">
            <a:xfrm>
              <a:off x="4198908" y="5565013"/>
              <a:ext cx="504000"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out</a:t>
              </a:r>
              <a:endParaRPr lang="en-US" altLang="zh-CN" sz="2800" u="sng" dirty="0">
                <a:solidFill>
                  <a:schemeClr val="bg1"/>
                </a:solidFill>
                <a:uFill>
                  <a:solidFill>
                    <a:schemeClr val="tx1"/>
                  </a:solidFill>
                </a:uFill>
              </a:endParaRPr>
            </a:p>
          </p:txBody>
        </p:sp>
      </p:grpSp>
      <p:grpSp>
        <p:nvGrpSpPr>
          <p:cNvPr id="5" name="组合 4"/>
          <p:cNvGrpSpPr/>
          <p:nvPr/>
        </p:nvGrpSpPr>
        <p:grpSpPr>
          <a:xfrm>
            <a:off x="1095149" y="4119648"/>
            <a:ext cx="1084962" cy="396824"/>
            <a:chOff x="1095149" y="4119648"/>
            <a:chExt cx="1084962" cy="396824"/>
          </a:xfrm>
        </p:grpSpPr>
        <p:sp>
          <p:nvSpPr>
            <p:cNvPr id="63" name="填空热区-点击消失"/>
            <p:cNvSpPr>
              <a:spLocks noChangeArrowheads="1"/>
            </p:cNvSpPr>
            <p:nvPr/>
          </p:nvSpPr>
          <p:spPr bwMode="auto">
            <a:xfrm>
              <a:off x="1738333" y="4119648"/>
              <a:ext cx="252000"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is</a:t>
              </a:r>
              <a:endParaRPr lang="en-US" altLang="zh-CN" sz="2800" u="sng" dirty="0">
                <a:solidFill>
                  <a:schemeClr val="bg1"/>
                </a:solidFill>
                <a:uFill>
                  <a:solidFill>
                    <a:schemeClr val="tx1"/>
                  </a:solidFill>
                </a:uFill>
              </a:endParaRPr>
            </a:p>
          </p:txBody>
        </p:sp>
        <p:sp>
          <p:nvSpPr>
            <p:cNvPr id="64" name="填空热区-点击消失"/>
            <p:cNvSpPr>
              <a:spLocks noChangeArrowheads="1"/>
            </p:cNvSpPr>
            <p:nvPr/>
          </p:nvSpPr>
          <p:spPr bwMode="auto">
            <a:xfrm>
              <a:off x="1095149" y="4120472"/>
              <a:ext cx="633418"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This</a:t>
              </a:r>
              <a:endParaRPr lang="en-US" altLang="zh-CN" sz="2800" u="sng" dirty="0">
                <a:solidFill>
                  <a:schemeClr val="bg1"/>
                </a:solidFill>
                <a:uFill>
                  <a:solidFill>
                    <a:schemeClr val="tx1"/>
                  </a:solidFill>
                </a:uFill>
              </a:endParaRPr>
            </a:p>
          </p:txBody>
        </p:sp>
        <p:sp>
          <p:nvSpPr>
            <p:cNvPr id="69" name="填空热区-点击消失"/>
            <p:cNvSpPr>
              <a:spLocks noChangeArrowheads="1"/>
            </p:cNvSpPr>
            <p:nvPr/>
          </p:nvSpPr>
          <p:spPr bwMode="auto">
            <a:xfrm>
              <a:off x="2000111" y="4120472"/>
              <a:ext cx="180000" cy="396000"/>
            </a:xfrm>
            <a:prstGeom prst="rect">
              <a:avLst/>
            </a:prstGeom>
          </p:spPr>
          <p:style>
            <a:lnRef idx="0">
              <a:srgbClr val="FFFFFF"/>
            </a:lnRef>
            <a:fillRef idx="1">
              <a:schemeClr val="accent1"/>
            </a:fillRef>
            <a:effectRef idx="0">
              <a:srgbClr val="FFFFFF"/>
            </a:effectRef>
            <a:fontRef idx="minor">
              <a:schemeClr val="lt1"/>
            </a:fontRef>
          </p:style>
          <p:txBody>
            <a:bodyPr wrap="none" lIns="0" tIns="0" rIns="0" bIns="0" anchor="b"/>
            <a:lstStyle/>
            <a:p>
              <a:pPr>
                <a:lnSpc>
                  <a:spcPct val="100000"/>
                </a:lnSpc>
                <a:defRPr/>
              </a:pPr>
              <a:r>
                <a:rPr lang="en-US" altLang="zh-CN" sz="2800" u="sng" dirty="0" smtClean="0">
                  <a:solidFill>
                    <a:schemeClr val="bg1"/>
                  </a:solidFill>
                  <a:uFill>
                    <a:solidFill>
                      <a:schemeClr val="tx1"/>
                    </a:solidFill>
                  </a:uFill>
                </a:rPr>
                <a:t>a</a:t>
              </a:r>
              <a:endParaRPr lang="en-US" altLang="zh-CN" sz="2800" u="sng" dirty="0">
                <a:solidFill>
                  <a:schemeClr val="bg1"/>
                </a:solidFill>
                <a:uFill>
                  <a:solidFill>
                    <a:schemeClr val="tx1"/>
                  </a:solidFill>
                </a:uFill>
              </a:endParaRPr>
            </a:p>
          </p:txBody>
        </p:sp>
      </p:grpSp>
      <p:grpSp>
        <p:nvGrpSpPr>
          <p:cNvPr id="70" name="下一页"/>
          <p:cNvGrpSpPr/>
          <p:nvPr/>
        </p:nvGrpSpPr>
        <p:grpSpPr>
          <a:xfrm>
            <a:off x="8750845" y="6578304"/>
            <a:ext cx="264567" cy="210642"/>
            <a:chOff x="8750845" y="6578304"/>
            <a:chExt cx="264567" cy="210642"/>
          </a:xfrm>
        </p:grpSpPr>
        <p:sp>
          <p:nvSpPr>
            <p:cNvPr id="71"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p:spPr>
          <p:style>
            <a:lnRef idx="0">
              <a:srgbClr val="FFFFFF"/>
            </a:lnRef>
            <a:fillRef idx="1">
              <a:schemeClr val="accent1"/>
            </a:fillRef>
            <a:effectRef idx="0">
              <a:srgbClr val="FFFFFF"/>
            </a:effectRef>
            <a:fontRef idx="minor">
              <a:schemeClr val="lt1"/>
            </a:fontRef>
          </p:style>
          <p:txBody>
            <a:bodyPr vert="horz" wrap="square" lIns="91440" tIns="45720" rIns="91440" bIns="45720" numCol="1" anchor="t" anchorCtr="0" compatLnSpc="1"/>
            <a:lstStyle/>
            <a:p>
              <a:endParaRPr lang="zh-CN" altLang="en-US"/>
            </a:p>
          </p:txBody>
        </p:sp>
        <p:sp>
          <p:nvSpPr>
            <p:cNvPr id="72" name="热区"/>
            <p:cNvSpPr/>
            <p:nvPr/>
          </p:nvSpPr>
          <p:spPr>
            <a:xfrm>
              <a:off x="8750845" y="6578304"/>
              <a:ext cx="264567" cy="210642"/>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73" name="上一页"/>
          <p:cNvGrpSpPr/>
          <p:nvPr/>
        </p:nvGrpSpPr>
        <p:grpSpPr>
          <a:xfrm>
            <a:off x="8335464" y="6580685"/>
            <a:ext cx="264567" cy="210642"/>
            <a:chOff x="8335464" y="6580685"/>
            <a:chExt cx="264567" cy="210642"/>
          </a:xfrm>
        </p:grpSpPr>
        <p:sp>
          <p:nvSpPr>
            <p:cNvPr id="74"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p:spPr>
          <p:style>
            <a:lnRef idx="0">
              <a:srgbClr val="FFFFFF"/>
            </a:lnRef>
            <a:fillRef idx="1">
              <a:schemeClr val="accent1"/>
            </a:fillRef>
            <a:effectRef idx="0">
              <a:srgbClr val="FFFFFF"/>
            </a:effectRef>
            <a:fontRef idx="minor">
              <a:schemeClr val="lt1"/>
            </a:fontRef>
          </p:style>
          <p:txBody>
            <a:bodyPr vert="horz" wrap="square" lIns="91440" tIns="45720" rIns="91440" bIns="45720" numCol="1" anchor="t" anchorCtr="0" compatLnSpc="1"/>
            <a:lstStyle/>
            <a:p>
              <a:endParaRPr lang="zh-CN" altLang="en-US"/>
            </a:p>
          </p:txBody>
        </p:sp>
        <p:sp>
          <p:nvSpPr>
            <p:cNvPr id="77" name="热区">
              <a:hlinkClick r:id="" action="ppaction://hlinkshowjump?jump=previousslide"/>
            </p:cNvPr>
            <p:cNvSpPr/>
            <p:nvPr/>
          </p:nvSpPr>
          <p:spPr>
            <a:xfrm>
              <a:off x="8335464" y="6580685"/>
              <a:ext cx="264567" cy="210642"/>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78" name="返回按钮"/>
          <p:cNvGrpSpPr/>
          <p:nvPr/>
        </p:nvGrpSpPr>
        <p:grpSpPr>
          <a:xfrm>
            <a:off x="7875422" y="6585447"/>
            <a:ext cx="264567" cy="210642"/>
            <a:chOff x="7875422" y="6585447"/>
            <a:chExt cx="264567" cy="210642"/>
          </a:xfrm>
        </p:grpSpPr>
        <p:sp>
          <p:nvSpPr>
            <p:cNvPr id="79"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p:spPr>
          <p:style>
            <a:lnRef idx="0">
              <a:srgbClr val="FFFFFF"/>
            </a:lnRef>
            <a:fillRef idx="1">
              <a:schemeClr val="accent1"/>
            </a:fillRef>
            <a:effectRef idx="0">
              <a:srgbClr val="FFFFFF"/>
            </a:effectRef>
            <a:fontRef idx="minor">
              <a:schemeClr val="lt1"/>
            </a:fontRef>
          </p:style>
          <p:txBody>
            <a:bodyPr vert="horz" wrap="square" lIns="91440" tIns="45720" rIns="91440" bIns="45720" numCol="1" anchor="t" anchorCtr="0" compatLnSpc="1"/>
            <a:lstStyle/>
            <a:p>
              <a:endParaRPr lang="zh-CN" altLang="en-US"/>
            </a:p>
          </p:txBody>
        </p:sp>
        <p:sp>
          <p:nvSpPr>
            <p:cNvPr id="80" name="热区">
              <a:hlinkClick r:id="" action="ppaction://hlinkshowjump?jump=firstslide"/>
            </p:cNvPr>
            <p:cNvSpPr/>
            <p:nvPr/>
          </p:nvSpPr>
          <p:spPr>
            <a:xfrm>
              <a:off x="7875422" y="6585447"/>
              <a:ext cx="264567" cy="210642"/>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p:transition advClick="0"/>
  <p:timing>
    <p:tnLst>
      <p:par>
        <p:cTn id="1" dur="indefinite" restart="never" nodeType="tmRoot">
          <p:childTnLst>
            <p:audio>
              <p:cMediaNode showWhenStopped="0">
                <p:cTn id="2" fill="hold" display="0">
                  <p:stCondLst>
                    <p:cond delay="indefinite"/>
                  </p:stCondLst>
                  <p:endCondLst>
                    <p:cond evt="onNext" delay="0">
                      <p:tgtEl>
                        <p:sldTgt/>
                      </p:tgtEl>
                    </p:cond>
                    <p:cond evt="onPrev" delay="0">
                      <p:tgtEl>
                        <p:sldTgt/>
                      </p:tgtEl>
                    </p:cond>
                    <p:cond evt="onStopAudio" delay="0">
                      <p:tgtEl>
                        <p:sldTgt/>
                      </p:tgtEl>
                    </p:cond>
                  </p:endCondLst>
                </p:cTn>
                <p:tgtEl>
                  <p:spTgt spid="43"/>
                </p:tgtEl>
              </p:cMediaNode>
            </p:audio>
          </p:childTnLst>
        </p:cTn>
      </p:par>
    </p:tnLst>
  </p:timing>
</p:sld>
</file>

<file path=ppt/tags/tag1.xml><?xml version="1.0" encoding="utf-8"?>
<p:tagLst xmlns:p="http://schemas.openxmlformats.org/presentationml/2006/main">
  <p:tag name="commondata" val="eyJoZGlkIjoiZWNhNzhjZGJkMzMzZjhhNWJmN2E2YWM2ZDMyYWYwN2YifQ=="/>
</p:tagLst>
</file>

<file path=ppt/theme/theme1.xml><?xml version="1.0" encoding="utf-8"?>
<a:theme xmlns:a="http://schemas.openxmlformats.org/drawingml/2006/main" name="Office 主题">
  <a:themeElements>
    <a:clrScheme name="进阶视听说">
      <a:dk1>
        <a:sysClr val="windowText" lastClr="000000"/>
      </a:dk1>
      <a:lt1>
        <a:sysClr val="window" lastClr="FFFFFF"/>
      </a:lt1>
      <a:dk2>
        <a:srgbClr val="582957"/>
      </a:dk2>
      <a:lt2>
        <a:srgbClr val="EEECE1"/>
      </a:lt2>
      <a:accent1>
        <a:srgbClr val="4F81BD"/>
      </a:accent1>
      <a:accent2>
        <a:srgbClr val="C0504D"/>
      </a:accent2>
      <a:accent3>
        <a:srgbClr val="88BB16"/>
      </a:accent3>
      <a:accent4>
        <a:srgbClr val="AF88B6"/>
      </a:accent4>
      <a:accent5>
        <a:srgbClr val="4BACC6"/>
      </a:accent5>
      <a:accent6>
        <a:srgbClr val="FEE200"/>
      </a:accent6>
      <a:hlink>
        <a:srgbClr val="0000FF"/>
      </a:hlink>
      <a:folHlink>
        <a:srgbClr val="800080"/>
      </a:folHlink>
    </a:clrScheme>
    <a:fontScheme name="进阶试听说">
      <a:majorFont>
        <a:latin typeface="Roboto Condensed"/>
        <a:ea typeface="微软雅黑"/>
        <a:cs typeface=""/>
      </a:majorFont>
      <a:minorFont>
        <a:latin typeface="Neuto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10410</Words>
  <Application>WPS 演示</Application>
  <PresentationFormat>全屏显示(4:3)</PresentationFormat>
  <Paragraphs>455</Paragraphs>
  <Slides>23</Slides>
  <Notes>14</Notes>
  <HiddenSlides>0</HiddenSlides>
  <MMClips>36</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23</vt:i4>
      </vt:variant>
    </vt:vector>
  </HeadingPairs>
  <TitlesOfParts>
    <vt:vector size="32" baseType="lpstr">
      <vt:lpstr>Arial</vt:lpstr>
      <vt:lpstr>宋体</vt:lpstr>
      <vt:lpstr>Wingdings</vt:lpstr>
      <vt:lpstr>Neuton</vt:lpstr>
      <vt:lpstr>Roboto Condensed</vt:lpstr>
      <vt:lpstr>微软雅黑</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cmet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old9</dc:creator>
  <cp:lastModifiedBy>别急躁</cp:lastModifiedBy>
  <cp:revision>545</cp:revision>
  <dcterms:created xsi:type="dcterms:W3CDTF">2017-12-23T09:29:00Z</dcterms:created>
  <dcterms:modified xsi:type="dcterms:W3CDTF">2024-08-27T07:00:24Z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025F850B81034CE8A0A67656B97FB82A_13</vt:lpwstr>
  </property>
  <property fmtid="{D5CDD505-2E9C-101B-9397-08002B2CF9AE}" pid="3" name="KSOProductBuildVer">
    <vt:lpwstr>2052-12.1.0.17857</vt:lpwstr>
  </property>
</Properties>
</file>