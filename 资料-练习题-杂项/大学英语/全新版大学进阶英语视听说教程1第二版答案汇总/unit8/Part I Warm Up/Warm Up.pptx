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3"/>
    <p:sldId id="257" r:id="rId4"/>
    <p:sldId id="258" r:id="rId5"/>
  </p:sldIdLst>
  <p:sldSz cx="9144000" cy="6858000" type="screen4x3"/>
  <p:notesSz cx="6858000" cy="9144000"/>
  <p:embeddedFontLst>
    <p:embeddedFont>
      <p:font typeface="Neuton" panose="00000500000000000000" charset="0"/>
      <p:regular r:id="rId11"/>
      <p:bold r:id="rId12"/>
      <p:italic r:id="rId13"/>
    </p:embeddedFont>
    <p:embeddedFont>
      <p:font typeface="Roboto Condensed" panose="02000000000000000000" charset="0"/>
      <p:regular r:id="rId14"/>
      <p:bold r:id="rId15"/>
      <p:italic r:id="rId16"/>
    </p:embeddedFont>
    <p:embeddedFont>
      <p:font typeface="微软雅黑" panose="020B0503020204020204" charset="-122"/>
      <p:regular r:id="rId17"/>
    </p:embeddedFont>
    <p:embeddedFont>
      <p:font typeface="Calibri" panose="020F0502020204030204" charset="0"/>
      <p:regular r:id="rId18"/>
      <p:bold r:id="rId19"/>
      <p:italic r:id="rId20"/>
      <p:boldItalic r:id="rId21"/>
    </p:embeddedFont>
  </p:embeddedFontLst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15672"/>
    <a:srgbClr val="FFDD33"/>
    <a:srgbClr val="3C153B"/>
    <a:srgbClr val="FFFFFF"/>
    <a:srgbClr val="CB8B02"/>
    <a:srgbClr val="F3B700"/>
    <a:srgbClr val="F3FC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56" autoAdjust="0"/>
    <p:restoredTop sz="94273" autoAdjust="0"/>
  </p:normalViewPr>
  <p:slideViewPr>
    <p:cSldViewPr showGuides="1">
      <p:cViewPr varScale="1">
        <p:scale>
          <a:sx n="100" d="100"/>
          <a:sy n="100" d="100"/>
        </p:scale>
        <p:origin x="2250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-2844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gs" Target="tags/tag1.xml"/><Relationship Id="rId21" Type="http://schemas.openxmlformats.org/officeDocument/2006/relationships/font" Target="fonts/font11.fntdata"/><Relationship Id="rId20" Type="http://schemas.openxmlformats.org/officeDocument/2006/relationships/font" Target="fonts/font10.fntdata"/><Relationship Id="rId2" Type="http://schemas.openxmlformats.org/officeDocument/2006/relationships/theme" Target="theme/theme1.xml"/><Relationship Id="rId19" Type="http://schemas.openxmlformats.org/officeDocument/2006/relationships/font" Target="fonts/font9.fntdata"/><Relationship Id="rId18" Type="http://schemas.openxmlformats.org/officeDocument/2006/relationships/font" Target="fonts/font8.fntdata"/><Relationship Id="rId17" Type="http://schemas.openxmlformats.org/officeDocument/2006/relationships/font" Target="fonts/font7.fntdata"/><Relationship Id="rId16" Type="http://schemas.openxmlformats.org/officeDocument/2006/relationships/font" Target="fonts/font6.fntdata"/><Relationship Id="rId15" Type="http://schemas.openxmlformats.org/officeDocument/2006/relationships/font" Target="fonts/font5.fntdata"/><Relationship Id="rId14" Type="http://schemas.openxmlformats.org/officeDocument/2006/relationships/font" Target="fonts/font4.fntdata"/><Relationship Id="rId13" Type="http://schemas.openxmlformats.org/officeDocument/2006/relationships/font" Target="fonts/font3.fntdata"/><Relationship Id="rId12" Type="http://schemas.openxmlformats.org/officeDocument/2006/relationships/font" Target="fonts/font2.fntdata"/><Relationship Id="rId11" Type="http://schemas.openxmlformats.org/officeDocument/2006/relationships/font" Target="fonts/font1.fntdata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1A6FA5-9299-4CE1-A327-CB3C60321A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14E66-D570-4D12-8DDD-93D4BD4AE2F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31D2C-B22C-4903-8B3C-903F91599D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翻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79512" y="0"/>
            <a:ext cx="1872208" cy="476672"/>
          </a:xfrm>
          <a:solidFill>
            <a:srgbClr val="FFDD33"/>
          </a:solidFill>
        </p:spPr>
        <p:txBody>
          <a:bodyPr lIns="144000">
            <a:noAutofit/>
          </a:bodyPr>
          <a:lstStyle>
            <a:lvl1pPr algn="l">
              <a:defRPr sz="2000" b="1">
                <a:solidFill>
                  <a:srgbClr val="515672"/>
                </a:solidFill>
                <a:latin typeface="+mj-lt"/>
              </a:defRPr>
            </a:lvl1pPr>
          </a:lstStyle>
          <a:p>
            <a:r>
              <a:rPr lang="en-US" altLang="zh-CN" smtClean="0"/>
              <a:t>Part I Warm Up</a:t>
            </a:r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Directions"/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836613"/>
            <a:ext cx="8569325" cy="576262"/>
          </a:xfrm>
        </p:spPr>
        <p:txBody>
          <a:bodyPr>
            <a:normAutofit/>
          </a:bodyPr>
          <a:lstStyle>
            <a:lvl1pPr>
              <a:buNone/>
              <a:defRPr sz="2000" baseline="0">
                <a:latin typeface="+mj-lt"/>
              </a:defRPr>
            </a:lvl1pPr>
          </a:lstStyle>
          <a:p>
            <a:pPr lvl="0"/>
            <a:r>
              <a:rPr lang="en-US" altLang="zh-CN" smtClean="0"/>
              <a:t>Directions here</a:t>
            </a:r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1628775"/>
            <a:ext cx="8569325" cy="45370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普通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79512" y="0"/>
            <a:ext cx="1872208" cy="476672"/>
          </a:xfrm>
          <a:solidFill>
            <a:srgbClr val="FFDD33"/>
          </a:solidFill>
        </p:spPr>
        <p:txBody>
          <a:bodyPr lIns="144000">
            <a:noAutofit/>
          </a:bodyPr>
          <a:lstStyle>
            <a:lvl1pPr algn="l">
              <a:defRPr sz="2000" b="1">
                <a:solidFill>
                  <a:srgbClr val="3C153B"/>
                </a:solidFill>
                <a:latin typeface="+mj-lt"/>
              </a:defRPr>
            </a:lvl1pPr>
          </a:lstStyle>
          <a:p>
            <a:r>
              <a:rPr lang="en-US" altLang="zh-CN" smtClean="0"/>
              <a:t>Part I Warm Up</a:t>
            </a:r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Directions"/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836613"/>
            <a:ext cx="8569325" cy="576262"/>
          </a:xfrm>
        </p:spPr>
        <p:txBody>
          <a:bodyPr>
            <a:normAutofit/>
          </a:bodyPr>
          <a:lstStyle>
            <a:lvl1pPr>
              <a:buNone/>
              <a:defRPr sz="2000" baseline="0">
                <a:latin typeface="+mj-lt"/>
              </a:defRPr>
            </a:lvl1pPr>
          </a:lstStyle>
          <a:p>
            <a:pPr lvl="0"/>
            <a:r>
              <a:rPr lang="en-US" altLang="zh-CN" smtClean="0"/>
              <a:t>Directions here</a:t>
            </a:r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1628775"/>
            <a:ext cx="8569325" cy="45370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3FACB-9944-46C7-BB15-79BEA3D61A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3EA13-C732-4F17-8516-92EE82C34A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C3FACB-9944-46C7-BB15-79BEA3D61A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93EA13-C732-4F17-8516-92EE82C34A8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DD33"/>
                </a:solidFill>
              </a14:hiddenFill>
            </a:ext>
          </a:extLst>
        </p:spPr>
        <p:txBody>
          <a:bodyPr/>
          <a:lstStyle/>
          <a:p>
            <a:r>
              <a:rPr lang="en-US" altLang="zh-CN" dirty="0" smtClean="0"/>
              <a:t>Part I Warm Up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 smtClean="0"/>
              <a:t>Answer these questions with a partner.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323850" y="1320817"/>
            <a:ext cx="4319587" cy="5251455"/>
          </a:xfrm>
        </p:spPr>
        <p:txBody>
          <a:bodyPr>
            <a:noAutofit/>
          </a:bodyPr>
          <a:lstStyle/>
          <a:p>
            <a:pPr marL="355600" indent="-355600">
              <a:spcAft>
                <a:spcPts val="600"/>
              </a:spcAft>
              <a:buNone/>
            </a:pPr>
            <a:r>
              <a:rPr lang="en-US" altLang="zh-CN" sz="2800" dirty="0" smtClean="0"/>
              <a:t>1.  Look at the photo. What do you know about the Loch Ness monster? Do you believe it exists?</a:t>
            </a:r>
            <a:endParaRPr lang="en-US" altLang="zh-CN" sz="2800" dirty="0" smtClean="0"/>
          </a:p>
          <a:p>
            <a:pPr marL="355600" indent="-355600">
              <a:spcAft>
                <a:spcPts val="600"/>
              </a:spcAft>
              <a:buNone/>
            </a:pPr>
            <a:r>
              <a:rPr lang="en-US" altLang="zh-CN" sz="2800" dirty="0" smtClean="0"/>
              <a:t>2.  Do you know any mysteries?</a:t>
            </a:r>
            <a:endParaRPr lang="en-US" altLang="zh-CN" sz="2800" dirty="0" smtClean="0"/>
          </a:p>
          <a:p>
            <a:pPr marL="355600" indent="-355600">
              <a:spcAft>
                <a:spcPts val="600"/>
              </a:spcAft>
              <a:buNone/>
            </a:pPr>
            <a:r>
              <a:rPr lang="en-US" altLang="zh-CN" sz="2800" dirty="0" smtClean="0"/>
              <a:t>3.  Do you believe there is life on other planets?</a:t>
            </a:r>
            <a:endParaRPr lang="zh-CN" altLang="en-US" sz="2800" u="sng" dirty="0">
              <a:solidFill>
                <a:schemeClr val="accent1"/>
              </a:solidFill>
            </a:endParaRPr>
          </a:p>
        </p:txBody>
      </p:sp>
      <p:pic>
        <p:nvPicPr>
          <p:cNvPr id="11" name="图片 10" descr="b1u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7753" y="997555"/>
            <a:ext cx="4110000" cy="4394201"/>
          </a:xfrm>
          <a:prstGeom prst="rect">
            <a:avLst/>
          </a:prstGeom>
        </p:spPr>
      </p:pic>
      <p:sp>
        <p:nvSpPr>
          <p:cNvPr id="29" name="图片标题"/>
          <p:cNvSpPr txBox="1"/>
          <p:nvPr/>
        </p:nvSpPr>
        <p:spPr>
          <a:xfrm>
            <a:off x="4929190" y="1000109"/>
            <a:ext cx="2857520" cy="714380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r>
              <a:rPr lang="en-US" altLang="zh-CN" sz="4800" b="1" dirty="0" smtClean="0">
                <a:solidFill>
                  <a:schemeClr val="bg1"/>
                </a:solidFill>
                <a:latin typeface="+mj-lt"/>
              </a:rPr>
              <a:t>Mysteries</a:t>
            </a:r>
            <a:endParaRPr lang="en-US" altLang="zh-CN" sz="4800" b="1" dirty="0" smtClean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2" name="图片说明"/>
          <p:cNvSpPr txBox="1"/>
          <p:nvPr/>
        </p:nvSpPr>
        <p:spPr>
          <a:xfrm>
            <a:off x="4857752" y="5357826"/>
            <a:ext cx="4213670" cy="7928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dirty="0" smtClean="0"/>
              <a:t>Two men took this photo of a monster in Loch Ness, Scotland, in 1934. Many years later, one of the men said that it was a fake.</a:t>
            </a:r>
            <a:endParaRPr lang="zh-CN" altLang="en-US" dirty="0">
              <a:latin typeface="+mj-lt"/>
            </a:endParaRPr>
          </a:p>
        </p:txBody>
      </p:sp>
      <p:grpSp>
        <p:nvGrpSpPr>
          <p:cNvPr id="47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48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热区">
              <a:hlinkClick r:id="" action="ppaction://hlinkshowjump?jump=endshow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1" name="按钮-Language Note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5143504" y="1687662"/>
            <a:ext cx="1211307" cy="241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27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28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热区"/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4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35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热区"/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6" name="按钮-Content Note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4935241" y="6258438"/>
            <a:ext cx="1136957" cy="242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/>
        <p:txBody>
          <a:bodyPr/>
          <a:p>
            <a:endParaRPr lang="zh-CN" altLang="en-US"/>
          </a:p>
        </p:txBody>
      </p:sp>
      <p:grpSp>
        <p:nvGrpSpPr>
          <p:cNvPr id="30" name="Content Note"/>
          <p:cNvGrpSpPr/>
          <p:nvPr/>
        </p:nvGrpSpPr>
        <p:grpSpPr>
          <a:xfrm>
            <a:off x="755576" y="494674"/>
            <a:ext cx="6816820" cy="5291780"/>
            <a:chOff x="1475656" y="1268760"/>
            <a:chExt cx="7632848" cy="5670630"/>
          </a:xfrm>
        </p:grpSpPr>
        <p:sp>
          <p:nvSpPr>
            <p:cNvPr id="40" name="矩形 39"/>
            <p:cNvSpPr/>
            <p:nvPr/>
          </p:nvSpPr>
          <p:spPr>
            <a:xfrm>
              <a:off x="1475656" y="1268760"/>
              <a:ext cx="7632848" cy="567063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CB8B02"/>
              </a:solidFill>
            </a:ln>
            <a:effectLst>
              <a:outerShdw blurRad="279400" dist="63500" dir="7800000" sx="101000" sy="101000" algn="t" rotWithShape="0">
                <a:prstClr val="black">
                  <a:alpha val="6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475656" y="1268760"/>
              <a:ext cx="7632848" cy="369332"/>
            </a:xfrm>
            <a:prstGeom prst="rect">
              <a:avLst/>
            </a:prstGeom>
            <a:solidFill>
              <a:srgbClr val="CB8B02"/>
            </a:solidFill>
          </p:spPr>
          <p:txBody>
            <a:bodyPr wrap="square" rtlCol="0">
              <a:noAutofit/>
            </a:bodyPr>
            <a:lstStyle/>
            <a:p>
              <a:r>
                <a:rPr lang="en-US" altLang="zh-CN" b="1" dirty="0" smtClean="0">
                  <a:solidFill>
                    <a:schemeClr val="bg1"/>
                  </a:solidFill>
                  <a:latin typeface="+mj-lt"/>
                </a:rPr>
                <a:t>Content Note</a:t>
              </a:r>
              <a:endParaRPr lang="zh-CN" altLang="en-US" b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669462" y="1788874"/>
              <a:ext cx="7279063" cy="47677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200"/>
                </a:spcAft>
                <a:buClr>
                  <a:schemeClr val="accent3"/>
                </a:buClr>
                <a:buSzPct val="50000"/>
              </a:pPr>
              <a:r>
                <a:rPr lang="en-US" altLang="zh-CN" sz="2400" b="1" dirty="0" smtClean="0"/>
                <a:t>The Loch Ness monster</a:t>
              </a:r>
              <a:r>
                <a:rPr lang="en-US" altLang="zh-CN" sz="2400" dirty="0" smtClean="0"/>
                <a:t>, also called </a:t>
              </a:r>
              <a:r>
                <a:rPr lang="en-US" altLang="zh-CN" sz="2400" dirty="0" err="1" smtClean="0"/>
                <a:t>Nessie</a:t>
              </a:r>
              <a:r>
                <a:rPr lang="en-US" altLang="zh-CN" sz="2400" dirty="0" smtClean="0"/>
                <a:t>, is a creature that possibly exists in a lake in Scotland. Some people believe that </a:t>
              </a:r>
              <a:r>
                <a:rPr lang="en-US" altLang="zh-CN" sz="2400" dirty="0" err="1" smtClean="0"/>
                <a:t>Nessie</a:t>
              </a:r>
              <a:r>
                <a:rPr lang="en-US" altLang="zh-CN" sz="2400" dirty="0" smtClean="0"/>
                <a:t> is a dinosaur that survived extinction. The legend is mostly supported by eyewitness stories, but </a:t>
              </a:r>
              <a:r>
                <a:rPr lang="en-US" altLang="zh-CN" sz="2400" b="1" dirty="0" smtClean="0"/>
                <a:t>no proof has been found</a:t>
              </a:r>
              <a:r>
                <a:rPr lang="en-US" altLang="zh-CN" sz="2400" dirty="0" smtClean="0"/>
                <a:t> to show that </a:t>
              </a:r>
              <a:r>
                <a:rPr lang="en-US" altLang="zh-CN" sz="2400" dirty="0" err="1" smtClean="0"/>
                <a:t>Nessie</a:t>
              </a:r>
              <a:r>
                <a:rPr lang="en-US" altLang="zh-CN" sz="2400" dirty="0" smtClean="0"/>
                <a:t> really exists. </a:t>
              </a:r>
              <a:endParaRPr lang="en-US" altLang="zh-CN" sz="2400" dirty="0" smtClean="0"/>
            </a:p>
            <a:p>
              <a:pPr>
                <a:spcAft>
                  <a:spcPts val="1200"/>
                </a:spcAft>
                <a:buClr>
                  <a:schemeClr val="accent3"/>
                </a:buClr>
                <a:buSzPct val="50000"/>
              </a:pPr>
              <a:r>
                <a:rPr lang="en-US" altLang="zh-CN" sz="2400" dirty="0" smtClean="0"/>
                <a:t>The photo from 1934 caused worldwide excitement about the monster. The photo appeared again and again in newspapers and books. However, sixty years later, </a:t>
              </a:r>
              <a:r>
                <a:rPr lang="en-US" altLang="zh-CN" sz="2400" b="1" dirty="0" smtClean="0"/>
                <a:t>it was found out to be a fake</a:t>
              </a:r>
              <a:r>
                <a:rPr lang="en-US" altLang="zh-CN" sz="2400" dirty="0" smtClean="0"/>
                <a:t>. Still, the mystery of </a:t>
              </a:r>
              <a:r>
                <a:rPr lang="en-US" altLang="zh-CN" sz="2400" dirty="0" err="1" smtClean="0"/>
                <a:t>Nessie</a:t>
              </a:r>
              <a:r>
                <a:rPr lang="en-US" altLang="zh-CN" sz="2400" dirty="0" smtClean="0"/>
                <a:t> brings many tourists to Loch Ness every year.</a:t>
              </a:r>
              <a:endParaRPr lang="en-US" altLang="zh-CN" sz="2400" dirty="0" smtClean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/>
        <p:txBody>
          <a:bodyPr/>
          <a:p>
            <a:endParaRPr lang="zh-CN" altLang="en-US"/>
          </a:p>
        </p:txBody>
      </p:sp>
      <p:grpSp>
        <p:nvGrpSpPr>
          <p:cNvPr id="50" name="Language Note"/>
          <p:cNvGrpSpPr/>
          <p:nvPr/>
        </p:nvGrpSpPr>
        <p:grpSpPr>
          <a:xfrm>
            <a:off x="928662" y="1214422"/>
            <a:ext cx="5929354" cy="3571900"/>
            <a:chOff x="2699792" y="1268760"/>
            <a:chExt cx="5184576" cy="6000792"/>
          </a:xfrm>
        </p:grpSpPr>
        <p:sp>
          <p:nvSpPr>
            <p:cNvPr id="51" name="矩形 50"/>
            <p:cNvSpPr/>
            <p:nvPr/>
          </p:nvSpPr>
          <p:spPr>
            <a:xfrm>
              <a:off x="2699792" y="1268760"/>
              <a:ext cx="5184576" cy="600079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  <a:effectLst>
              <a:outerShdw blurRad="279400" dist="63500" dir="7800000" sx="101000" sy="101000" algn="t" rotWithShape="0">
                <a:prstClr val="black">
                  <a:alpha val="6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2699792" y="1268760"/>
              <a:ext cx="5184576" cy="600079"/>
            </a:xfrm>
            <a:prstGeom prst="rect">
              <a:avLst/>
            </a:prstGeom>
            <a:solidFill>
              <a:schemeClr val="accent3"/>
            </a:solidFill>
          </p:spPr>
          <p:txBody>
            <a:bodyPr wrap="square" rtlCol="0">
              <a:noAutofit/>
            </a:bodyPr>
            <a:lstStyle/>
            <a:p>
              <a:r>
                <a:rPr lang="en-US" altLang="zh-CN" b="1" dirty="0" smtClean="0">
                  <a:solidFill>
                    <a:schemeClr val="bg1"/>
                  </a:solidFill>
                  <a:latin typeface="+mj-lt"/>
                </a:rPr>
                <a:t>Language Note</a:t>
              </a:r>
              <a:endParaRPr lang="zh-CN" altLang="en-US" b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2859165" y="2014777"/>
              <a:ext cx="4837809" cy="39346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200"/>
                </a:spcAft>
                <a:buClr>
                  <a:schemeClr val="accent3"/>
                </a:buClr>
                <a:buSzPct val="50000"/>
              </a:pPr>
              <a:r>
                <a:rPr lang="en-US" altLang="zh-CN" sz="2400" dirty="0" smtClean="0"/>
                <a:t>The term </a:t>
              </a:r>
              <a:r>
                <a:rPr lang="en-US" altLang="zh-CN" sz="2400" b="1" i="1" dirty="0" smtClean="0"/>
                <a:t>mystery </a:t>
              </a:r>
              <a:r>
                <a:rPr lang="en-US" altLang="zh-CN" sz="2400" dirty="0" smtClean="0"/>
                <a:t> describes a situation in which we don’t know whether a story is true or not. For this unit, the word refers to unusual stories that seem untrue but might be true. </a:t>
              </a:r>
              <a:r>
                <a:rPr lang="en-US" altLang="zh-CN" sz="2400" b="1" dirty="0" smtClean="0"/>
                <a:t>They cannot be proven true or false, so they are </a:t>
              </a:r>
              <a:r>
                <a:rPr lang="en-US" altLang="zh-CN" sz="2400" b="1" i="1" dirty="0" smtClean="0"/>
                <a:t>mysteries</a:t>
              </a:r>
              <a:r>
                <a:rPr lang="en-US" altLang="zh-CN" sz="2400" b="1" dirty="0" smtClean="0"/>
                <a:t>.</a:t>
              </a:r>
              <a:endParaRPr lang="en-US" altLang="zh-CN" sz="2400" b="1" i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oZGlkIjoiZWNhNzhjZGJkMzMzZjhhNWJmN2E2YWM2ZDMyYWYwN2YifQ=="/>
</p:tagLst>
</file>

<file path=ppt/theme/theme1.xml><?xml version="1.0" encoding="utf-8"?>
<a:theme xmlns:a="http://schemas.openxmlformats.org/drawingml/2006/main" name="Office 主题">
  <a:themeElements>
    <a:clrScheme name="自定义 1">
      <a:dk1>
        <a:sysClr val="windowText" lastClr="000000"/>
      </a:dk1>
      <a:lt1>
        <a:sysClr val="window" lastClr="FFFFFF"/>
      </a:lt1>
      <a:dk2>
        <a:srgbClr val="582957"/>
      </a:dk2>
      <a:lt2>
        <a:srgbClr val="EEECE1"/>
      </a:lt2>
      <a:accent1>
        <a:srgbClr val="4F81BD"/>
      </a:accent1>
      <a:accent2>
        <a:srgbClr val="C0504D"/>
      </a:accent2>
      <a:accent3>
        <a:srgbClr val="88BB16"/>
      </a:accent3>
      <a:accent4>
        <a:srgbClr val="D496D3"/>
      </a:accent4>
      <a:accent5>
        <a:srgbClr val="4BACC6"/>
      </a:accent5>
      <a:accent6>
        <a:srgbClr val="FEE200"/>
      </a:accent6>
      <a:hlink>
        <a:srgbClr val="0000FF"/>
      </a:hlink>
      <a:folHlink>
        <a:srgbClr val="800080"/>
      </a:folHlink>
    </a:clrScheme>
    <a:fontScheme name="进阶试听说">
      <a:majorFont>
        <a:latin typeface="Roboto Condensed"/>
        <a:ea typeface="微软雅黑"/>
        <a:cs typeface=""/>
      </a:majorFont>
      <a:minorFont>
        <a:latin typeface="Neuto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1177</Words>
  <Application>WPS 演示</Application>
  <PresentationFormat>全屏显示(4:3)</PresentationFormat>
  <Paragraphs>21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宋体</vt:lpstr>
      <vt:lpstr>Wingdings</vt:lpstr>
      <vt:lpstr>Neuton</vt:lpstr>
      <vt:lpstr>Roboto Condensed</vt:lpstr>
      <vt:lpstr>微软雅黑</vt:lpstr>
      <vt:lpstr>Arial Unicode MS</vt:lpstr>
      <vt:lpstr>Calibri</vt:lpstr>
      <vt:lpstr>Office 主题</vt:lpstr>
      <vt:lpstr>Part I Warm Up</vt:lpstr>
      <vt:lpstr>PowerPoint 演示文稿</vt:lpstr>
      <vt:lpstr>PowerPoint 演示文稿</vt:lpstr>
    </vt:vector>
  </TitlesOfParts>
  <Company>cmet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old9</dc:creator>
  <cp:lastModifiedBy>别急躁</cp:lastModifiedBy>
  <cp:revision>136</cp:revision>
  <dcterms:created xsi:type="dcterms:W3CDTF">2017-12-23T09:29:00Z</dcterms:created>
  <dcterms:modified xsi:type="dcterms:W3CDTF">2024-08-27T06:53:03Z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B6F0939249B74246A7560E3BBED3EED6_13</vt:lpwstr>
  </property>
  <property fmtid="{D5CDD505-2E9C-101B-9397-08002B2CF9AE}" pid="3" name="KSOProductBuildVer">
    <vt:lpwstr>2052-12.1.0.17857</vt:lpwstr>
  </property>
</Properties>
</file>