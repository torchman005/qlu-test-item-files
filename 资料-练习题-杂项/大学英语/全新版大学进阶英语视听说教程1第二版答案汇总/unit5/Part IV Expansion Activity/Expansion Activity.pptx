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1" r:id="rId4"/>
    <p:sldId id="262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</p:showPr>
  <p:clrMru>
    <a:srgbClr val="515672"/>
    <a:srgbClr val="FFDD33"/>
    <a:srgbClr val="FFFFFF"/>
    <a:srgbClr val="3C153B"/>
    <a:srgbClr val="AF88B6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6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22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2.jpe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image" Target="../media/image3.jpeg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Present a green home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2000240"/>
            <a:ext cx="8569325" cy="428628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A. Think about the house. </a:t>
            </a:r>
            <a:r>
              <a:rPr lang="en-US" altLang="zh-CN" dirty="0" smtClean="0"/>
              <a:t>Work with a partner. Answer the questions below.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4"/>
          </p:nvPr>
        </p:nvSpPr>
        <p:spPr>
          <a:xfrm>
            <a:off x="323528" y="2500306"/>
            <a:ext cx="8569325" cy="2786082"/>
          </a:xfrm>
        </p:spPr>
        <p:txBody>
          <a:bodyPr numCol="1">
            <a:noAutofit/>
          </a:bodyPr>
          <a:lstStyle/>
          <a:p>
            <a:pPr>
              <a:buNone/>
            </a:pPr>
            <a:r>
              <a:rPr lang="en-US" altLang="zh-CN" sz="2400" dirty="0" smtClean="0"/>
              <a:t>1. What kind of house is it: a tree house, an underground house, a tiny house, a container house, a suburban house, an apartment, or something else?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2. How is the home eco-friendly? Use two or three ideas in your home.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      It has solar panels.      It has a vegetable garden.                         It recycles water.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      It’s small.                            It has big windows for natural light.       ___________ </a:t>
            </a:r>
            <a:endParaRPr lang="zh-CN" altLang="en-US" sz="2400" dirty="0"/>
          </a:p>
        </p:txBody>
      </p:sp>
      <p:sp>
        <p:nvSpPr>
          <p:cNvPr id="21" name="btn-Part 1">
            <a:hlinkClick r:id="rId1" action="ppaction://hlinksldjump"/>
          </p:cNvPr>
          <p:cNvSpPr/>
          <p:nvPr/>
        </p:nvSpPr>
        <p:spPr>
          <a:xfrm>
            <a:off x="2232242" y="482615"/>
            <a:ext cx="69668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57158" y="5435758"/>
            <a:ext cx="8643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B. Design the house. </a:t>
            </a:r>
            <a:r>
              <a:rPr lang="en-US" altLang="zh-CN" sz="2000" dirty="0" smtClean="0">
                <a:latin typeface="+mj-lt"/>
              </a:rPr>
              <a:t>Work in pairs. Draw a floor plan for the green house. Use the information in</a:t>
            </a:r>
            <a:r>
              <a:rPr lang="en-US" altLang="zh-CN" sz="2000" b="1" dirty="0" smtClean="0">
                <a:latin typeface="+mj-lt"/>
              </a:rPr>
              <a:t> A.</a:t>
            </a:r>
            <a:endParaRPr lang="zh-CN" altLang="en-US" sz="2000" b="1" dirty="0" smtClean="0">
              <a:latin typeface="+mj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8596" y="1000108"/>
            <a:ext cx="83582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You and your partner are architects. You are going to design and present an eco-friendly house.</a:t>
            </a:r>
            <a:endParaRPr lang="zh-CN" altLang="en-US" sz="2800" dirty="0"/>
          </a:p>
        </p:txBody>
      </p:sp>
      <p:sp>
        <p:nvSpPr>
          <p:cNvPr id="18" name="btn-Part 1">
            <a:hlinkClick r:id="rId2" action="ppaction://hlinksldjump"/>
          </p:cNvPr>
          <p:cNvSpPr/>
          <p:nvPr/>
        </p:nvSpPr>
        <p:spPr>
          <a:xfrm>
            <a:off x="0" y="500042"/>
            <a:ext cx="2000232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Present a green home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57158" y="1857364"/>
            <a:ext cx="8569325" cy="446868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D. Choose a plan. </a:t>
            </a:r>
            <a:r>
              <a:rPr lang="en-US" altLang="zh-CN" dirty="0" smtClean="0"/>
              <a:t>In your group of six, choose the best plan.</a:t>
            </a:r>
            <a:endParaRPr lang="en-US" altLang="zh-CN" dirty="0" smtClean="0"/>
          </a:p>
        </p:txBody>
      </p:sp>
      <p:grpSp>
        <p:nvGrpSpPr>
          <p:cNvPr id="2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2232242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57158" y="1000108"/>
            <a:ext cx="8569325" cy="857256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C. Present your plan. </a:t>
            </a:r>
            <a:r>
              <a:rPr lang="en-US" altLang="zh-CN" dirty="0" smtClean="0"/>
              <a:t>Work with two other pairs. Take turns explaining your design to the others. Tell them how your house is green.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31" name="图片 30" descr="P05-10_14388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4480" y="2484114"/>
            <a:ext cx="4857784" cy="3873844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1714480" y="5434628"/>
            <a:ext cx="2428892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 green roof decreases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energy costs for this house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in London, England.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btn-Part 1">
            <a:hlinkClick r:id="rId3" action="ppaction://hlinksldjump"/>
          </p:cNvPr>
          <p:cNvSpPr/>
          <p:nvPr/>
        </p:nvSpPr>
        <p:spPr>
          <a:xfrm>
            <a:off x="63500" y="482615"/>
            <a:ext cx="20016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Present a green home  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3"/>
            <a:ext cx="8569325" cy="1089811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Design a home for your friend. </a:t>
            </a:r>
            <a:r>
              <a:rPr lang="en-US" altLang="zh-CN" dirty="0" smtClean="0"/>
              <a:t>Interview your friend or classmate about his or her dream home (e.g. </a:t>
            </a:r>
            <a:r>
              <a:rPr lang="en-US" altLang="zh-CN" i="1" dirty="0" smtClean="0"/>
              <a:t>Where is it? How many rooms are there?). </a:t>
            </a:r>
            <a:r>
              <a:rPr lang="en-US" altLang="zh-CN" dirty="0" smtClean="0"/>
              <a:t>Draw the floor plan. Explain your plan to the class.</a:t>
            </a:r>
            <a:endParaRPr lang="zh-CN" altLang="en-US" dirty="0"/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btn-Part 1">
            <a:hlinkClick r:id="rId1" action="ppaction://hlinksldjump"/>
          </p:cNvPr>
          <p:cNvSpPr/>
          <p:nvPr/>
        </p:nvSpPr>
        <p:spPr>
          <a:xfrm>
            <a:off x="63500" y="482615"/>
            <a:ext cx="20016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P05-12_7007837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24557" y="2643182"/>
            <a:ext cx="4790583" cy="3206497"/>
          </a:xfrm>
          <a:prstGeom prst="rect">
            <a:avLst/>
          </a:prstGeom>
        </p:spPr>
      </p:pic>
      <p:sp>
        <p:nvSpPr>
          <p:cNvPr id="18" name="btn-Part 1">
            <a:hlinkClick r:id="rId3" action="ppaction://hlinksldjump"/>
          </p:cNvPr>
          <p:cNvSpPr/>
          <p:nvPr/>
        </p:nvSpPr>
        <p:spPr>
          <a:xfrm>
            <a:off x="2214546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1247</Words>
  <Application>WPS 演示</Application>
  <PresentationFormat>全屏显示(4:3)</PresentationFormat>
  <Paragraphs>35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210</cp:revision>
  <dcterms:created xsi:type="dcterms:W3CDTF">2017-12-23T09:29:00Z</dcterms:created>
  <dcterms:modified xsi:type="dcterms:W3CDTF">2024-08-27T05:59:12Z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2A105F1E46DC4094BF68F685D8A9EF5C_13</vt:lpwstr>
  </property>
  <property fmtid="{D5CDD505-2E9C-101B-9397-08002B2CF9AE}" pid="3" name="KSOProductBuildVer">
    <vt:lpwstr>2052-12.1.0.17857</vt:lpwstr>
  </property>
</Properties>
</file>