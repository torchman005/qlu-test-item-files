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
  </p:notesMasterIdLst>
  <p:handoutMasterIdLst>
    <p:handoutMasterId r:id="rId5"/>
  </p:handoutMasterIdLst>
  <p:sldIdLst>
    <p:sldId id="256" r:id="rId3"/>
  </p:sldIdLst>
  <p:sldSz cx="9144000" cy="6858000" type="screen4x3"/>
  <p:notesSz cx="6858000" cy="9144000"/>
  <p:embeddedFontLst>
    <p:embeddedFont>
      <p:font typeface="Neuton" panose="00000500000000000000" charset="0"/>
      <p:regular r:id="rId9"/>
      <p:bold r:id="rId10"/>
      <p:italic r:id="rId11"/>
    </p:embeddedFont>
    <p:embeddedFont>
      <p:font typeface="Roboto Condensed" panose="02000000000000000000" charset="0"/>
      <p:regular r:id="rId12"/>
      <p:bold r:id="rId13"/>
      <p:italic r:id="rId14"/>
    </p:embeddedFont>
    <p:embeddedFont>
      <p:font typeface="微软雅黑" panose="020B0503020204020204" charset="-122"/>
      <p:regular r:id="rId15"/>
    </p:embeddedFont>
    <p:embeddedFont>
      <p:font typeface="Calibri" panose="020F0502020204030204" charset="0"/>
      <p:regular r:id="rId16"/>
      <p:bold r:id="rId17"/>
      <p:italic r:id="rId18"/>
      <p:boldItalic r:id="rId19"/>
    </p:embeddedFont>
  </p:embeddedFontLst>
  <p:custDataLst>
    <p:tags r:id="rId2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26" userDrawn="1">
          <p15:clr>
            <a:srgbClr val="A4A3A4"/>
          </p15:clr>
        </p15:guide>
        <p15:guide id="2" pos="287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DD33"/>
    <a:srgbClr val="F3B700"/>
    <a:srgbClr val="515672"/>
    <a:srgbClr val="FFFFFF"/>
    <a:srgbClr val="CB8B02"/>
    <a:srgbClr val="F3FC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356" autoAdjust="0"/>
    <p:restoredTop sz="94273" autoAdjust="0"/>
  </p:normalViewPr>
  <p:slideViewPr>
    <p:cSldViewPr showGuides="1">
      <p:cViewPr varScale="1">
        <p:scale>
          <a:sx n="100" d="100"/>
          <a:sy n="100" d="100"/>
        </p:scale>
        <p:origin x="2250" y="90"/>
      </p:cViewPr>
      <p:guideLst>
        <p:guide orient="horz" pos="2126"/>
        <p:guide pos="2873"/>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65" d="100"/>
          <a:sy n="65" d="100"/>
        </p:scale>
        <p:origin x="-2844" y="-120"/>
      </p:cViewPr>
      <p:guideLst>
        <p:guide orient="horz" pos="2834"/>
        <p:guide pos="2155"/>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font" Target="fonts/font1.fntdata"/><Relationship Id="rId8" Type="http://schemas.openxmlformats.org/officeDocument/2006/relationships/tableStyles" Target="tableStyles.xml"/><Relationship Id="rId7" Type="http://schemas.openxmlformats.org/officeDocument/2006/relationships/viewProps" Target="viewProps.xml"/><Relationship Id="rId6" Type="http://schemas.openxmlformats.org/officeDocument/2006/relationships/presProps" Target="presProps.xml"/><Relationship Id="rId5" Type="http://schemas.openxmlformats.org/officeDocument/2006/relationships/handoutMaster" Target="handoutMasters/handoutMaster1.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tags" Target="tags/tag1.xml"/><Relationship Id="rId2" Type="http://schemas.openxmlformats.org/officeDocument/2006/relationships/theme" Target="theme/theme1.xml"/><Relationship Id="rId19" Type="http://schemas.openxmlformats.org/officeDocument/2006/relationships/font" Target="fonts/font11.fntdata"/><Relationship Id="rId18" Type="http://schemas.openxmlformats.org/officeDocument/2006/relationships/font" Target="fonts/font10.fntdata"/><Relationship Id="rId17" Type="http://schemas.openxmlformats.org/officeDocument/2006/relationships/font" Target="fonts/font9.fntdata"/><Relationship Id="rId16" Type="http://schemas.openxmlformats.org/officeDocument/2006/relationships/font" Target="fonts/font8.fntdata"/><Relationship Id="rId15" Type="http://schemas.openxmlformats.org/officeDocument/2006/relationships/font" Target="fonts/font7.fntdata"/><Relationship Id="rId14" Type="http://schemas.openxmlformats.org/officeDocument/2006/relationships/font" Target="fonts/font6.fntdata"/><Relationship Id="rId13" Type="http://schemas.openxmlformats.org/officeDocument/2006/relationships/font" Target="fonts/font5.fntdata"/><Relationship Id="rId12" Type="http://schemas.openxmlformats.org/officeDocument/2006/relationships/font" Target="fonts/font4.fntdata"/><Relationship Id="rId11" Type="http://schemas.openxmlformats.org/officeDocument/2006/relationships/font" Target="fonts/font3.fntdata"/><Relationship Id="rId10" Type="http://schemas.openxmlformats.org/officeDocument/2006/relationships/font" Target="fonts/font2.fntdata"/><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E1A6FA5-9299-4CE1-A327-CB3C60321AD6}"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DB14E66-D570-4D12-8DDD-93D4BD4AE2FC}"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D831D2C-B22C-4903-8B3C-903F91599D35}"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1063C93-9101-4F51-B1E6-A3BBF9E38CCE}"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带翻页">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79512" y="0"/>
            <a:ext cx="1872208" cy="476672"/>
          </a:xfrm>
          <a:solidFill>
            <a:srgbClr val="FFDD33"/>
          </a:solidFill>
        </p:spPr>
        <p:txBody>
          <a:bodyPr lIns="144000">
            <a:noAutofit/>
          </a:bodyPr>
          <a:lstStyle>
            <a:lvl1pPr algn="l">
              <a:defRPr sz="2000" b="1">
                <a:solidFill>
                  <a:srgbClr val="515672"/>
                </a:solidFill>
                <a:latin typeface="+mj-lt"/>
              </a:defRPr>
            </a:lvl1pPr>
          </a:lstStyle>
          <a:p>
            <a:r>
              <a:rPr lang="en-US" altLang="zh-CN" dirty="0" smtClean="0"/>
              <a:t>Part I Warm Up</a:t>
            </a:r>
            <a:endParaRPr lang="zh-CN" altLang="en-US" dirty="0"/>
          </a:p>
        </p:txBody>
      </p:sp>
      <p:sp>
        <p:nvSpPr>
          <p:cNvPr id="6" name="矩形 5"/>
          <p:cNvSpPr/>
          <p:nvPr userDrawn="1"/>
        </p:nvSpPr>
        <p:spPr>
          <a:xfrm>
            <a:off x="0" y="0"/>
            <a:ext cx="179512" cy="47667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Directions"/>
          <p:cNvSpPr>
            <a:spLocks noGrp="1"/>
          </p:cNvSpPr>
          <p:nvPr>
            <p:ph type="body" sz="quarter" idx="13" hasCustomPrompt="1"/>
          </p:nvPr>
        </p:nvSpPr>
        <p:spPr>
          <a:xfrm>
            <a:off x="323850" y="836613"/>
            <a:ext cx="8569325" cy="576262"/>
          </a:xfrm>
        </p:spPr>
        <p:txBody>
          <a:bodyPr>
            <a:normAutofit/>
          </a:bodyPr>
          <a:lstStyle>
            <a:lvl1pPr>
              <a:buNone/>
              <a:defRPr sz="2000" baseline="0">
                <a:latin typeface="+mj-lt"/>
              </a:defRPr>
            </a:lvl1pPr>
          </a:lstStyle>
          <a:p>
            <a:pPr lvl="0"/>
            <a:r>
              <a:rPr lang="en-US" altLang="zh-CN" smtClean="0"/>
              <a:t>Directions here</a:t>
            </a:r>
            <a:endParaRPr lang="zh-CN" altLang="en-US"/>
          </a:p>
        </p:txBody>
      </p:sp>
      <p:sp>
        <p:nvSpPr>
          <p:cNvPr id="14" name="主体内容"/>
          <p:cNvSpPr>
            <a:spLocks noGrp="1"/>
          </p:cNvSpPr>
          <p:nvPr>
            <p:ph type="body" sz="quarter" idx="14"/>
          </p:nvPr>
        </p:nvSpPr>
        <p:spPr>
          <a:xfrm>
            <a:off x="323850" y="1628775"/>
            <a:ext cx="8569325" cy="45370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普通">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79512" y="0"/>
            <a:ext cx="1872208" cy="476672"/>
          </a:xfrm>
          <a:solidFill>
            <a:schemeClr val="tx2"/>
          </a:solidFill>
        </p:spPr>
        <p:txBody>
          <a:bodyPr lIns="144000">
            <a:noAutofit/>
          </a:bodyPr>
          <a:lstStyle>
            <a:lvl1pPr algn="l">
              <a:defRPr sz="2000" b="1">
                <a:solidFill>
                  <a:schemeClr val="bg1"/>
                </a:solidFill>
                <a:latin typeface="+mj-lt"/>
              </a:defRPr>
            </a:lvl1pPr>
          </a:lstStyle>
          <a:p>
            <a:r>
              <a:rPr lang="en-US" altLang="zh-CN" smtClean="0"/>
              <a:t>Part I Warm Up</a:t>
            </a:r>
            <a:endParaRPr lang="zh-CN" altLang="en-US"/>
          </a:p>
        </p:txBody>
      </p:sp>
      <p:sp>
        <p:nvSpPr>
          <p:cNvPr id="6" name="矩形 5"/>
          <p:cNvSpPr/>
          <p:nvPr userDrawn="1"/>
        </p:nvSpPr>
        <p:spPr>
          <a:xfrm>
            <a:off x="0" y="0"/>
            <a:ext cx="179512" cy="47667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Directions"/>
          <p:cNvSpPr>
            <a:spLocks noGrp="1"/>
          </p:cNvSpPr>
          <p:nvPr>
            <p:ph type="body" sz="quarter" idx="13" hasCustomPrompt="1"/>
          </p:nvPr>
        </p:nvSpPr>
        <p:spPr>
          <a:xfrm>
            <a:off x="323850" y="836613"/>
            <a:ext cx="8569325" cy="576262"/>
          </a:xfrm>
        </p:spPr>
        <p:txBody>
          <a:bodyPr>
            <a:normAutofit/>
          </a:bodyPr>
          <a:lstStyle>
            <a:lvl1pPr>
              <a:buNone/>
              <a:defRPr sz="2000" baseline="0">
                <a:latin typeface="+mj-lt"/>
              </a:defRPr>
            </a:lvl1pPr>
          </a:lstStyle>
          <a:p>
            <a:pPr lvl="0"/>
            <a:r>
              <a:rPr lang="en-US" altLang="zh-CN" smtClean="0"/>
              <a:t>Directions here</a:t>
            </a:r>
            <a:endParaRPr lang="zh-CN" altLang="en-US"/>
          </a:p>
        </p:txBody>
      </p:sp>
      <p:sp>
        <p:nvSpPr>
          <p:cNvPr id="14" name="主体内容"/>
          <p:cNvSpPr>
            <a:spLocks noGrp="1"/>
          </p:cNvSpPr>
          <p:nvPr>
            <p:ph type="body" sz="quarter" idx="14"/>
          </p:nvPr>
        </p:nvSpPr>
        <p:spPr>
          <a:xfrm>
            <a:off x="323850" y="1628775"/>
            <a:ext cx="8569325" cy="45370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C3FACB-9944-46C7-BB15-79BEA3D61AE3}" type="datetimeFigureOut">
              <a:rPr lang="zh-CN" altLang="en-US" smtClean="0"/>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93EA13-C732-4F17-8516-92EE82C34A8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extLst>
            <a:ext uri="{909E8E84-426E-40DD-AFC4-6F175D3DCCD1}">
              <a14:hiddenFill xmlns:a14="http://schemas.microsoft.com/office/drawing/2010/main">
                <a:solidFill>
                  <a:srgbClr val="FFDD33"/>
                </a:solidFill>
              </a14:hiddenFill>
            </a:ext>
          </a:extLst>
        </p:spPr>
        <p:txBody>
          <a:bodyPr/>
          <a:lstStyle/>
          <a:p>
            <a:r>
              <a:rPr lang="en-US" altLang="zh-CN" dirty="0" smtClean="0">
                <a:solidFill>
                  <a:srgbClr val="515672"/>
                </a:solidFill>
              </a:rPr>
              <a:t>Part I Warm Up</a:t>
            </a:r>
            <a:endParaRPr lang="zh-CN" altLang="en-US" dirty="0">
              <a:solidFill>
                <a:srgbClr val="515672"/>
              </a:solidFill>
            </a:endParaRPr>
          </a:p>
        </p:txBody>
      </p:sp>
      <p:sp>
        <p:nvSpPr>
          <p:cNvPr id="8" name="文本占位符 7"/>
          <p:cNvSpPr>
            <a:spLocks noGrp="1"/>
          </p:cNvSpPr>
          <p:nvPr>
            <p:ph type="body" sz="quarter" idx="13"/>
          </p:nvPr>
        </p:nvSpPr>
        <p:spPr/>
        <p:txBody>
          <a:bodyPr/>
          <a:lstStyle/>
          <a:p>
            <a:r>
              <a:rPr lang="en-US" altLang="zh-CN" dirty="0" smtClean="0"/>
              <a:t>Answer these questions with a partner.</a:t>
            </a:r>
            <a:endParaRPr lang="zh-CN" altLang="en-US" dirty="0"/>
          </a:p>
        </p:txBody>
      </p:sp>
      <p:sp>
        <p:nvSpPr>
          <p:cNvPr id="9" name="文本占位符 8"/>
          <p:cNvSpPr>
            <a:spLocks noGrp="1"/>
          </p:cNvSpPr>
          <p:nvPr>
            <p:ph type="body" sz="quarter" idx="14"/>
          </p:nvPr>
        </p:nvSpPr>
        <p:spPr>
          <a:xfrm>
            <a:off x="323850" y="1357298"/>
            <a:ext cx="4533902" cy="5000659"/>
          </a:xfrm>
        </p:spPr>
        <p:txBody>
          <a:bodyPr>
            <a:noAutofit/>
          </a:bodyPr>
          <a:lstStyle/>
          <a:p>
            <a:pPr marL="361950" indent="-361950">
              <a:buFont typeface="+mj-lt"/>
              <a:buAutoNum type="arabicPeriod"/>
            </a:pPr>
            <a:r>
              <a:rPr lang="en-US" sz="2200" dirty="0" smtClean="0"/>
              <a:t>What sport is in the photo?</a:t>
            </a:r>
            <a:br>
              <a:rPr lang="en-US" altLang="zh-CN" sz="2200" dirty="0" smtClean="0"/>
            </a:br>
            <a:r>
              <a:rPr lang="en-US" altLang="zh-CN" sz="2200" u="sng" dirty="0" smtClean="0">
                <a:solidFill>
                  <a:schemeClr val="accent1"/>
                </a:solidFill>
              </a:rPr>
              <a:t>Soccer/Football.</a:t>
            </a:r>
            <a:endParaRPr lang="en-US" altLang="zh-CN" sz="2200" u="sng" dirty="0" smtClean="0">
              <a:solidFill>
                <a:schemeClr val="accent1"/>
              </a:solidFill>
            </a:endParaRPr>
          </a:p>
          <a:p>
            <a:pPr marL="361950" indent="-361950">
              <a:buFont typeface="+mj-lt"/>
              <a:buAutoNum type="arabicPeriod" startAt="2"/>
            </a:pPr>
            <a:r>
              <a:rPr lang="en-US" altLang="zh-CN" sz="2200" dirty="0" smtClean="0"/>
              <a:t>Is this sport popular in your country? </a:t>
            </a:r>
            <a:br>
              <a:rPr lang="en-US" altLang="zh-CN" sz="2200" dirty="0" smtClean="0"/>
            </a:br>
            <a:r>
              <a:rPr lang="en-US" altLang="zh-CN" sz="2200" u="sng" dirty="0" smtClean="0">
                <a:solidFill>
                  <a:schemeClr val="accent1"/>
                </a:solidFill>
              </a:rPr>
              <a:t>Yes. (or No. Then propose a sport which is popular in your country.)</a:t>
            </a:r>
            <a:endParaRPr lang="en-US" altLang="zh-CN" sz="2200" u="sng" dirty="0" smtClean="0">
              <a:solidFill>
                <a:schemeClr val="accent1"/>
              </a:solidFill>
            </a:endParaRPr>
          </a:p>
          <a:p>
            <a:pPr marL="361950" indent="-361950">
              <a:buFont typeface="+mj-lt"/>
              <a:buAutoNum type="arabicPeriod" startAt="3"/>
            </a:pPr>
            <a:r>
              <a:rPr lang="en-US" altLang="zh-CN" sz="2200" dirty="0" smtClean="0"/>
              <a:t>What is your favorite sport?</a:t>
            </a:r>
            <a:br>
              <a:rPr lang="en-US" altLang="zh-CN" sz="2200" dirty="0" smtClean="0"/>
            </a:br>
            <a:r>
              <a:rPr lang="en-US" altLang="zh-CN" sz="2200" u="sng" dirty="0" smtClean="0">
                <a:solidFill>
                  <a:schemeClr val="accent1"/>
                </a:solidFill>
              </a:rPr>
              <a:t> Answers will vary. Some popular sports include: soccer (or football in British English), baseball, cricket, rugby, basketball, volleyball, hockey, football (or American football in British English), tennis, table tennis, wrestling, martial arts, cycling, running, golf, skiing, swimming, skateboarding, bowling.</a:t>
            </a:r>
            <a:endParaRPr lang="zh-CN" altLang="en-US" sz="2200" u="sng" dirty="0">
              <a:solidFill>
                <a:schemeClr val="accent1"/>
              </a:solidFill>
            </a:endParaRPr>
          </a:p>
        </p:txBody>
      </p:sp>
      <p:pic>
        <p:nvPicPr>
          <p:cNvPr id="11" name="图片 10" descr="b1u1.jpg"/>
          <p:cNvPicPr>
            <a:picLocks noChangeAspect="1"/>
          </p:cNvPicPr>
          <p:nvPr/>
        </p:nvPicPr>
        <p:blipFill>
          <a:blip r:embed="rId1"/>
          <a:stretch>
            <a:fillRect/>
          </a:stretch>
        </p:blipFill>
        <p:spPr>
          <a:xfrm>
            <a:off x="4968918" y="714356"/>
            <a:ext cx="3595046" cy="4874884"/>
          </a:xfrm>
          <a:prstGeom prst="rect">
            <a:avLst/>
          </a:prstGeom>
        </p:spPr>
      </p:pic>
      <p:sp>
        <p:nvSpPr>
          <p:cNvPr id="34" name="填空热区-点击消失"/>
          <p:cNvSpPr>
            <a:spLocks noChangeArrowheads="1"/>
          </p:cNvSpPr>
          <p:nvPr/>
        </p:nvSpPr>
        <p:spPr bwMode="auto">
          <a:xfrm>
            <a:off x="756880" y="2494800"/>
            <a:ext cx="3815120" cy="650582"/>
          </a:xfrm>
          <a:prstGeom prst="rect">
            <a:avLst/>
          </a:prstGeom>
          <a:noFill/>
          <a:ln w="9525">
            <a:noFill/>
            <a:miter lim="800000"/>
          </a:ln>
          <a:extLst>
            <a:ext uri="{909E8E84-426E-40DD-AFC4-6F175D3DCCD1}">
              <a14:hiddenFill xmlns:a14="http://schemas.microsoft.com/office/drawing/2010/main">
                <a:solidFill>
                  <a:schemeClr val="bg1"/>
                </a:solidFill>
              </a14:hiddenFill>
            </a:ext>
          </a:extLst>
        </p:spPr>
        <p:txBody>
          <a:bodyPr wrap="square" lIns="0" tIns="0" rIns="0" bIns="0" anchor="b"/>
          <a:lstStyle/>
          <a:p>
            <a:pPr algn="dist">
              <a:lnSpc>
                <a:spcPct val="100000"/>
              </a:lnSpc>
              <a:defRPr/>
            </a:pPr>
            <a:r>
              <a:rPr lang="en-US" altLang="zh-CN" sz="2200" u="sng" dirty="0" smtClean="0">
                <a:solidFill>
                  <a:schemeClr val="bg1"/>
                </a:solidFill>
                <a:uFill>
                  <a:solidFill>
                    <a:schemeClr val="tx1"/>
                  </a:solidFill>
                </a:uFill>
              </a:rPr>
              <a:t>y.)</a:t>
            </a:r>
            <a:endParaRPr lang="en-US" altLang="zh-CN" sz="2200" u="sng" dirty="0">
              <a:solidFill>
                <a:schemeClr val="bg1"/>
              </a:solidFill>
              <a:uFill>
                <a:solidFill>
                  <a:schemeClr val="tx1"/>
                </a:solidFill>
              </a:uFill>
            </a:endParaRPr>
          </a:p>
        </p:txBody>
      </p:sp>
      <p:sp>
        <p:nvSpPr>
          <p:cNvPr id="35" name="填空热区-点击消失"/>
          <p:cNvSpPr>
            <a:spLocks noChangeArrowheads="1"/>
          </p:cNvSpPr>
          <p:nvPr/>
        </p:nvSpPr>
        <p:spPr bwMode="auto">
          <a:xfrm>
            <a:off x="753887" y="3590149"/>
            <a:ext cx="3816000" cy="2979130"/>
          </a:xfrm>
          <a:prstGeom prst="rect">
            <a:avLst/>
          </a:prstGeom>
          <a:noFill/>
          <a:ln w="9525">
            <a:noFill/>
            <a:miter lim="800000"/>
          </a:ln>
          <a:extLst>
            <a:ext uri="{909E8E84-426E-40DD-AFC4-6F175D3DCCD1}">
              <a14:hiddenFill xmlns:a14="http://schemas.microsoft.com/office/drawing/2010/main">
                <a:solidFill>
                  <a:schemeClr val="bg1"/>
                </a:solidFill>
              </a14:hiddenFill>
            </a:ext>
          </a:extLst>
        </p:spPr>
        <p:txBody>
          <a:bodyPr wrap="square" lIns="0" tIns="0" rIns="0" bIns="0" anchor="b">
            <a:noAutofit/>
          </a:bodyPr>
          <a:lstStyle/>
          <a:p>
            <a:pPr algn="dist">
              <a:lnSpc>
                <a:spcPct val="100000"/>
              </a:lnSpc>
              <a:defRPr/>
            </a:pPr>
            <a:r>
              <a:rPr lang="en-US" altLang="zh-CN" sz="2200" u="sng" dirty="0" smtClean="0">
                <a:solidFill>
                  <a:schemeClr val="bg1"/>
                </a:solidFill>
                <a:uFill>
                  <a:solidFill>
                    <a:schemeClr val="tx1"/>
                  </a:solidFill>
                </a:uFill>
              </a:rPr>
              <a:t>bowling.</a:t>
            </a:r>
            <a:endParaRPr lang="en-US" altLang="zh-CN" sz="2200" u="sng" dirty="0">
              <a:solidFill>
                <a:schemeClr val="bg1"/>
              </a:solidFill>
              <a:uFill>
                <a:solidFill>
                  <a:schemeClr val="tx1"/>
                </a:solidFill>
              </a:uFill>
            </a:endParaRPr>
          </a:p>
        </p:txBody>
      </p:sp>
      <p:sp>
        <p:nvSpPr>
          <p:cNvPr id="10" name="填空热区-点击消失"/>
          <p:cNvSpPr>
            <a:spLocks noChangeArrowheads="1"/>
          </p:cNvSpPr>
          <p:nvPr/>
        </p:nvSpPr>
        <p:spPr bwMode="auto">
          <a:xfrm>
            <a:off x="746245" y="1731456"/>
            <a:ext cx="3816000" cy="340222"/>
          </a:xfrm>
          <a:prstGeom prst="rect">
            <a:avLst/>
          </a:prstGeom>
          <a:noFill/>
          <a:ln w="9525">
            <a:noFill/>
            <a:miter lim="800000"/>
          </a:ln>
          <a:extLst>
            <a:ext uri="{909E8E84-426E-40DD-AFC4-6F175D3DCCD1}">
              <a14:hiddenFill xmlns:a14="http://schemas.microsoft.com/office/drawing/2010/main">
                <a:solidFill>
                  <a:schemeClr val="bg1"/>
                </a:solidFill>
              </a14:hiddenFill>
            </a:ext>
          </a:extLst>
        </p:spPr>
        <p:txBody>
          <a:bodyPr wrap="none" lIns="0" tIns="0" rIns="0" bIns="0" anchor="b"/>
          <a:lstStyle/>
          <a:p>
            <a:pPr algn="just">
              <a:lnSpc>
                <a:spcPct val="100000"/>
              </a:lnSpc>
              <a:defRPr/>
            </a:pPr>
            <a:r>
              <a:rPr lang="en-US" altLang="zh-CN" sz="2200" u="sng" dirty="0" smtClean="0">
                <a:solidFill>
                  <a:schemeClr val="bg1"/>
                </a:solidFill>
                <a:uFill>
                  <a:solidFill>
                    <a:schemeClr val="tx1"/>
                  </a:solidFill>
                </a:uFill>
              </a:rPr>
              <a:t>                                                .</a:t>
            </a:r>
            <a:endParaRPr lang="en-US" altLang="zh-CN" sz="2200" u="sng" dirty="0">
              <a:solidFill>
                <a:schemeClr val="bg1"/>
              </a:solidFill>
              <a:uFill>
                <a:solidFill>
                  <a:schemeClr val="tx1"/>
                </a:solidFill>
              </a:uFill>
            </a:endParaRPr>
          </a:p>
        </p:txBody>
      </p:sp>
      <p:sp>
        <p:nvSpPr>
          <p:cNvPr id="29" name="图片标题"/>
          <p:cNvSpPr txBox="1"/>
          <p:nvPr/>
        </p:nvSpPr>
        <p:spPr>
          <a:xfrm>
            <a:off x="5000628" y="714356"/>
            <a:ext cx="3540001" cy="735646"/>
          </a:xfrm>
          <a:prstGeom prst="rect">
            <a:avLst/>
          </a:prstGeom>
          <a:noFill/>
        </p:spPr>
        <p:txBody>
          <a:bodyPr wrap="square" rtlCol="0" anchor="b">
            <a:noAutofit/>
          </a:bodyPr>
          <a:lstStyle/>
          <a:p>
            <a:r>
              <a:rPr lang="en-US" altLang="zh-CN" sz="4800" b="1" dirty="0" smtClean="0">
                <a:solidFill>
                  <a:schemeClr val="bg1"/>
                </a:solidFill>
                <a:latin typeface="+mj-lt"/>
              </a:rPr>
              <a:t>Sports</a:t>
            </a:r>
            <a:endParaRPr lang="zh-CN" altLang="en-US" sz="4800" b="1" dirty="0">
              <a:solidFill>
                <a:schemeClr val="bg1"/>
              </a:solidFill>
              <a:latin typeface="+mj-lt"/>
            </a:endParaRPr>
          </a:p>
        </p:txBody>
      </p:sp>
      <p:sp>
        <p:nvSpPr>
          <p:cNvPr id="32" name="图片说明"/>
          <p:cNvSpPr txBox="1"/>
          <p:nvPr/>
        </p:nvSpPr>
        <p:spPr>
          <a:xfrm>
            <a:off x="4950456" y="5589241"/>
            <a:ext cx="3713636" cy="648072"/>
          </a:xfrm>
          <a:prstGeom prst="rect">
            <a:avLst/>
          </a:prstGeom>
          <a:noFill/>
        </p:spPr>
        <p:txBody>
          <a:bodyPr wrap="square" rtlCol="0" anchor="t">
            <a:noAutofit/>
          </a:bodyPr>
          <a:lstStyle/>
          <a:p>
            <a:r>
              <a:rPr lang="en-US" altLang="zh-CN" sz="1600" dirty="0" smtClean="0">
                <a:latin typeface="+mj-lt"/>
              </a:rPr>
              <a:t>Soccer player Andres </a:t>
            </a:r>
            <a:r>
              <a:rPr lang="en-US" altLang="zh-CN" sz="1600" dirty="0" err="1" smtClean="0">
                <a:latin typeface="+mj-lt"/>
              </a:rPr>
              <a:t>Iniesta</a:t>
            </a:r>
            <a:r>
              <a:rPr lang="en-US" altLang="zh-CN" sz="1600" dirty="0" smtClean="0">
                <a:latin typeface="+mj-lt"/>
              </a:rPr>
              <a:t> of Spain holds a trophy after his team wins the World Cup.</a:t>
            </a:r>
            <a:endParaRPr lang="zh-CN" altLang="en-US" sz="1600" dirty="0">
              <a:latin typeface="+mj-lt"/>
            </a:endParaRPr>
          </a:p>
        </p:txBody>
      </p:sp>
      <p:pic>
        <p:nvPicPr>
          <p:cNvPr id="30" name="按钮-Content Note"/>
          <p:cNvPicPr>
            <a:picLocks noChangeAspect="1" noChangeArrowheads="1"/>
          </p:cNvPicPr>
          <p:nvPr/>
        </p:nvPicPr>
        <p:blipFill>
          <a:blip r:embed="rId2"/>
          <a:stretch>
            <a:fillRect/>
          </a:stretch>
        </p:blipFill>
        <p:spPr bwMode="auto">
          <a:xfrm>
            <a:off x="5061432" y="6143644"/>
            <a:ext cx="1350862" cy="288000"/>
          </a:xfrm>
          <a:prstGeom prst="rect">
            <a:avLst/>
          </a:prstGeom>
          <a:noFill/>
          <a:ln w="9525">
            <a:noFill/>
            <a:miter lim="800000"/>
            <a:headEnd/>
            <a:tailEnd/>
          </a:ln>
          <a:effectLst/>
        </p:spPr>
      </p:pic>
      <p:pic>
        <p:nvPicPr>
          <p:cNvPr id="31" name="按钮-Language Note"/>
          <p:cNvPicPr>
            <a:picLocks noChangeAspect="1" noChangeArrowheads="1"/>
          </p:cNvPicPr>
          <p:nvPr/>
        </p:nvPicPr>
        <p:blipFill>
          <a:blip r:embed="rId3"/>
          <a:stretch>
            <a:fillRect/>
          </a:stretch>
        </p:blipFill>
        <p:spPr bwMode="auto">
          <a:xfrm>
            <a:off x="6982955" y="878786"/>
            <a:ext cx="1446697" cy="288000"/>
          </a:xfrm>
          <a:prstGeom prst="rect">
            <a:avLst/>
          </a:prstGeom>
          <a:noFill/>
          <a:ln w="9525">
            <a:noFill/>
            <a:miter lim="800000"/>
            <a:headEnd/>
            <a:tailEnd/>
          </a:ln>
          <a:effectLst/>
        </p:spPr>
      </p:pic>
      <p:grpSp>
        <p:nvGrpSpPr>
          <p:cNvPr id="50" name="Language Note"/>
          <p:cNvGrpSpPr/>
          <p:nvPr/>
        </p:nvGrpSpPr>
        <p:grpSpPr>
          <a:xfrm>
            <a:off x="5884327" y="-171425"/>
            <a:ext cx="5184576" cy="3546394"/>
            <a:chOff x="2699792" y="1268760"/>
            <a:chExt cx="5184576" cy="3546394"/>
          </a:xfrm>
        </p:grpSpPr>
        <p:sp>
          <p:nvSpPr>
            <p:cNvPr id="51" name="矩形 50"/>
            <p:cNvSpPr/>
            <p:nvPr/>
          </p:nvSpPr>
          <p:spPr>
            <a:xfrm>
              <a:off x="2699792" y="1268760"/>
              <a:ext cx="5184576" cy="3546394"/>
            </a:xfrm>
            <a:prstGeom prst="rect">
              <a:avLst/>
            </a:prstGeom>
            <a:solidFill>
              <a:schemeClr val="accent3">
                <a:lumMod val="20000"/>
                <a:lumOff val="80000"/>
              </a:schemeClr>
            </a:solidFill>
            <a:ln>
              <a:solidFill>
                <a:schemeClr val="accent3"/>
              </a:solidFill>
            </a:ln>
            <a:effectLst>
              <a:outerShdw blurRad="279400" dist="63500" dir="7800000" sx="101000" sy="101000" algn="t" rotWithShape="0">
                <a:prstClr val="black">
                  <a:alpha val="6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TextBox 51"/>
            <p:cNvSpPr txBox="1"/>
            <p:nvPr/>
          </p:nvSpPr>
          <p:spPr>
            <a:xfrm>
              <a:off x="2699792" y="1268760"/>
              <a:ext cx="5184576" cy="369332"/>
            </a:xfrm>
            <a:prstGeom prst="rect">
              <a:avLst/>
            </a:prstGeom>
            <a:solidFill>
              <a:schemeClr val="accent3"/>
            </a:solidFill>
          </p:spPr>
          <p:txBody>
            <a:bodyPr wrap="square" rtlCol="0">
              <a:noAutofit/>
            </a:bodyPr>
            <a:lstStyle/>
            <a:p>
              <a:r>
                <a:rPr lang="en-US" altLang="zh-CN" b="1" dirty="0" smtClean="0">
                  <a:solidFill>
                    <a:schemeClr val="bg1"/>
                  </a:solidFill>
                  <a:latin typeface="+mj-lt"/>
                </a:rPr>
                <a:t>Language Note</a:t>
              </a:r>
              <a:endParaRPr lang="zh-CN" altLang="en-US" b="1">
                <a:solidFill>
                  <a:schemeClr val="bg1"/>
                </a:solidFill>
                <a:latin typeface="+mj-lt"/>
              </a:endParaRPr>
            </a:p>
          </p:txBody>
        </p:sp>
        <p:sp>
          <p:nvSpPr>
            <p:cNvPr id="53" name="TextBox 52"/>
            <p:cNvSpPr txBox="1"/>
            <p:nvPr/>
          </p:nvSpPr>
          <p:spPr>
            <a:xfrm>
              <a:off x="2771800" y="1854691"/>
              <a:ext cx="4968552" cy="2677656"/>
            </a:xfrm>
            <a:prstGeom prst="rect">
              <a:avLst/>
            </a:prstGeom>
            <a:noFill/>
          </p:spPr>
          <p:txBody>
            <a:bodyPr wrap="square" rtlCol="0">
              <a:spAutoFit/>
            </a:bodyPr>
            <a:lstStyle/>
            <a:p>
              <a:pPr marL="176530" indent="-176530">
                <a:spcAft>
                  <a:spcPts val="1200"/>
                </a:spcAft>
                <a:buClr>
                  <a:schemeClr val="accent3"/>
                </a:buClr>
                <a:buSzPct val="50000"/>
                <a:buFont typeface="Wingdings" panose="05000000000000000000" pitchFamily="2" charset="2"/>
                <a:buChar char="l"/>
              </a:pPr>
              <a:r>
                <a:rPr lang="en-US" sz="2400" dirty="0" smtClean="0"/>
                <a:t>Some popular sports include: </a:t>
              </a:r>
              <a:r>
                <a:rPr lang="en-US" sz="2400" i="1" dirty="0" smtClean="0"/>
                <a:t>soccer (or football in British English), baseball, cricket, rugby, basketball, volleyball, hockey, football (or American football in British English), tennis, table tennis, wrestling, martial arts, cycling, running, golf, skiing, swimming, skateboarding, bowling.</a:t>
              </a:r>
              <a:endParaRPr lang="en-US" altLang="zh-CN" sz="2400" dirty="0"/>
            </a:p>
          </p:txBody>
        </p:sp>
      </p:grpSp>
      <p:grpSp>
        <p:nvGrpSpPr>
          <p:cNvPr id="54" name="Content Note"/>
          <p:cNvGrpSpPr/>
          <p:nvPr/>
        </p:nvGrpSpPr>
        <p:grpSpPr>
          <a:xfrm>
            <a:off x="5507916" y="3335638"/>
            <a:ext cx="7632848" cy="4286280"/>
            <a:chOff x="1475656" y="1268760"/>
            <a:chExt cx="7632848" cy="5670630"/>
          </a:xfrm>
        </p:grpSpPr>
        <p:sp>
          <p:nvSpPr>
            <p:cNvPr id="55" name="矩形 54"/>
            <p:cNvSpPr/>
            <p:nvPr/>
          </p:nvSpPr>
          <p:spPr>
            <a:xfrm>
              <a:off x="1475656" y="1268760"/>
              <a:ext cx="7632848" cy="5670630"/>
            </a:xfrm>
            <a:prstGeom prst="rect">
              <a:avLst/>
            </a:prstGeom>
            <a:solidFill>
              <a:schemeClr val="accent6">
                <a:lumMod val="20000"/>
                <a:lumOff val="80000"/>
              </a:schemeClr>
            </a:solidFill>
            <a:ln>
              <a:solidFill>
                <a:srgbClr val="CB8B02"/>
              </a:solidFill>
            </a:ln>
            <a:effectLst>
              <a:outerShdw blurRad="279400" dist="63500" dir="7800000" sx="101000" sy="101000" algn="t" rotWithShape="0">
                <a:prstClr val="black">
                  <a:alpha val="6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TextBox 55"/>
            <p:cNvSpPr txBox="1"/>
            <p:nvPr/>
          </p:nvSpPr>
          <p:spPr>
            <a:xfrm>
              <a:off x="1475656" y="1268760"/>
              <a:ext cx="7632848" cy="485533"/>
            </a:xfrm>
            <a:prstGeom prst="rect">
              <a:avLst/>
            </a:prstGeom>
            <a:solidFill>
              <a:srgbClr val="CB8B02"/>
            </a:solidFill>
          </p:spPr>
          <p:txBody>
            <a:bodyPr wrap="square" rtlCol="0" anchor="ctr" anchorCtr="0">
              <a:noAutofit/>
            </a:bodyPr>
            <a:lstStyle/>
            <a:p>
              <a:r>
                <a:rPr lang="en-US" altLang="zh-CN" b="1" dirty="0" smtClean="0">
                  <a:solidFill>
                    <a:schemeClr val="bg1"/>
                  </a:solidFill>
                  <a:latin typeface="+mj-lt"/>
                </a:rPr>
                <a:t>Content Note</a:t>
              </a:r>
              <a:endParaRPr lang="zh-CN" altLang="en-US" b="1" dirty="0">
                <a:solidFill>
                  <a:schemeClr val="bg1"/>
                </a:solidFill>
                <a:latin typeface="+mj-lt"/>
              </a:endParaRPr>
            </a:p>
          </p:txBody>
        </p:sp>
        <p:sp>
          <p:nvSpPr>
            <p:cNvPr id="57" name="TextBox 56"/>
            <p:cNvSpPr txBox="1"/>
            <p:nvPr/>
          </p:nvSpPr>
          <p:spPr>
            <a:xfrm>
              <a:off x="1648742" y="1930333"/>
              <a:ext cx="7172870" cy="4031081"/>
            </a:xfrm>
            <a:prstGeom prst="rect">
              <a:avLst/>
            </a:prstGeom>
            <a:noFill/>
          </p:spPr>
          <p:txBody>
            <a:bodyPr wrap="square" rtlCol="0">
              <a:spAutoFit/>
            </a:bodyPr>
            <a:lstStyle/>
            <a:p>
              <a:pPr>
                <a:spcAft>
                  <a:spcPts val="1200"/>
                </a:spcAft>
                <a:buClr>
                  <a:schemeClr val="accent3"/>
                </a:buClr>
                <a:buSzPct val="50000"/>
              </a:pPr>
              <a:r>
                <a:rPr lang="en-US" altLang="zh-CN" sz="2400" dirty="0" smtClean="0"/>
                <a:t>The picture shows members of </a:t>
              </a:r>
              <a:r>
                <a:rPr lang="en-US" altLang="zh-CN" sz="2400" b="1" dirty="0" smtClean="0"/>
                <a:t>Spain’s national soccer team </a:t>
              </a:r>
              <a:r>
                <a:rPr lang="en-US" altLang="zh-CN" sz="2400" dirty="0" smtClean="0"/>
                <a:t>immediately after </a:t>
              </a:r>
              <a:r>
                <a:rPr lang="en-US" altLang="zh-CN" sz="2400" b="1" dirty="0" smtClean="0"/>
                <a:t>winning the FIFA World Cup in 2010 in South Africa</a:t>
              </a:r>
              <a:r>
                <a:rPr lang="en-US" altLang="zh-CN" sz="2400" dirty="0" smtClean="0"/>
                <a:t>. Although Spain’s team had participated in twelve World Cup tournaments since 1930, it wasn’t until their thirteenth tournament in 2010 that they finally won the championship. The win was historic both for Spain and for the European community of soccer players and fans.</a:t>
              </a:r>
              <a:endParaRPr lang="en-US" altLang="zh-CN" sz="2400" b="1" dirty="0"/>
            </a:p>
          </p:txBody>
        </p:sp>
      </p:grpSp>
      <p:grpSp>
        <p:nvGrpSpPr>
          <p:cNvPr id="41" name="下一页"/>
          <p:cNvGrpSpPr/>
          <p:nvPr/>
        </p:nvGrpSpPr>
        <p:grpSpPr>
          <a:xfrm>
            <a:off x="8750845" y="6578304"/>
            <a:ext cx="264567" cy="210642"/>
            <a:chOff x="8750845" y="6578304"/>
            <a:chExt cx="264567" cy="210642"/>
          </a:xfrm>
        </p:grpSpPr>
        <p:sp>
          <p:nvSpPr>
            <p:cNvPr id="42" name="右箭头">
              <a:hlinkClick r:id="" action="ppaction://hlinkshowjump?jump=nextslide"/>
            </p:cNvPr>
            <p:cNvSpPr/>
            <p:nvPr/>
          </p:nvSpPr>
          <p:spPr bwMode="auto">
            <a:xfrm>
              <a:off x="8786568" y="6604402"/>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alpha val="30196"/>
              </a:srgbClr>
            </a:solidFill>
            <a:ln w="9525">
              <a:noFill/>
              <a:round/>
            </a:ln>
          </p:spPr>
          <p:txBody>
            <a:bodyPr vert="horz" wrap="square" lIns="91440" tIns="45720" rIns="91440" bIns="45720" numCol="1" anchor="t" anchorCtr="0" compatLnSpc="1"/>
            <a:lstStyle/>
            <a:p>
              <a:endParaRPr lang="zh-CN" altLang="en-US"/>
            </a:p>
          </p:txBody>
        </p:sp>
        <p:sp>
          <p:nvSpPr>
            <p:cNvPr id="43" name="热区"/>
            <p:cNvSpPr/>
            <p:nvPr/>
          </p:nvSpPr>
          <p:spPr>
            <a:xfrm>
              <a:off x="8750845" y="6578304"/>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4" name="上一页"/>
          <p:cNvGrpSpPr/>
          <p:nvPr/>
        </p:nvGrpSpPr>
        <p:grpSpPr>
          <a:xfrm>
            <a:off x="8335464" y="6580685"/>
            <a:ext cx="264567" cy="210642"/>
            <a:chOff x="8335464" y="6580685"/>
            <a:chExt cx="264567" cy="210642"/>
          </a:xfrm>
        </p:grpSpPr>
        <p:sp>
          <p:nvSpPr>
            <p:cNvPr id="45" name="左箭头"/>
            <p:cNvSpPr/>
            <p:nvPr/>
          </p:nvSpPr>
          <p:spPr bwMode="auto">
            <a:xfrm rot="10800000">
              <a:off x="8380612" y="6604401"/>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alpha val="30196"/>
              </a:srgbClr>
            </a:solidFill>
            <a:ln w="9525">
              <a:noFill/>
              <a:round/>
            </a:ln>
          </p:spPr>
          <p:txBody>
            <a:bodyPr vert="horz" wrap="square" lIns="91440" tIns="45720" rIns="91440" bIns="45720" numCol="1" anchor="t" anchorCtr="0" compatLnSpc="1"/>
            <a:lstStyle/>
            <a:p>
              <a:endParaRPr lang="zh-CN" altLang="en-US"/>
            </a:p>
          </p:txBody>
        </p:sp>
        <p:sp>
          <p:nvSpPr>
            <p:cNvPr id="46" name="热区"/>
            <p:cNvSpPr/>
            <p:nvPr/>
          </p:nvSpPr>
          <p:spPr>
            <a:xfrm>
              <a:off x="8335464" y="6580685"/>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7" name="返回按钮"/>
          <p:cNvGrpSpPr/>
          <p:nvPr/>
        </p:nvGrpSpPr>
        <p:grpSpPr>
          <a:xfrm>
            <a:off x="7875422" y="6585447"/>
            <a:ext cx="264567" cy="210642"/>
            <a:chOff x="7875422" y="6585447"/>
            <a:chExt cx="264567" cy="210642"/>
          </a:xfrm>
        </p:grpSpPr>
        <p:sp>
          <p:nvSpPr>
            <p:cNvPr id="48" name="返回箭头">
              <a:hlinkClick r:id="" action="ppaction://hlinkshowjump?jump=endshow"/>
            </p:cNvPr>
            <p:cNvSpPr/>
            <p:nvPr/>
          </p:nvSpPr>
          <p:spPr bwMode="auto">
            <a:xfrm>
              <a:off x="7919210" y="6598497"/>
              <a:ext cx="182307" cy="180975"/>
            </a:xfrm>
            <a:custGeom>
              <a:avLst/>
              <a:gdLst/>
              <a:ahLst/>
              <a:cxnLst>
                <a:cxn ang="0">
                  <a:pos x="1780" y="1910"/>
                </a:cxn>
                <a:cxn ang="0">
                  <a:pos x="856" y="1910"/>
                </a:cxn>
                <a:cxn ang="0">
                  <a:pos x="850" y="1911"/>
                </a:cxn>
                <a:cxn ang="0">
                  <a:pos x="710" y="1776"/>
                </a:cxn>
                <a:cxn ang="0">
                  <a:pos x="710" y="476"/>
                </a:cxn>
                <a:cxn ang="0">
                  <a:pos x="251" y="922"/>
                </a:cxn>
                <a:cxn ang="0">
                  <a:pos x="54" y="922"/>
                </a:cxn>
                <a:cxn ang="0">
                  <a:pos x="54" y="731"/>
                </a:cxn>
                <a:cxn ang="0">
                  <a:pos x="751" y="53"/>
                </a:cxn>
                <a:cxn ang="0">
                  <a:pos x="948" y="53"/>
                </a:cxn>
                <a:cxn ang="0">
                  <a:pos x="1645" y="731"/>
                </a:cxn>
                <a:cxn ang="0">
                  <a:pos x="1645" y="922"/>
                </a:cxn>
                <a:cxn ang="0">
                  <a:pos x="1546" y="962"/>
                </a:cxn>
                <a:cxn ang="0">
                  <a:pos x="1448" y="922"/>
                </a:cxn>
                <a:cxn ang="0">
                  <a:pos x="989" y="476"/>
                </a:cxn>
                <a:cxn ang="0">
                  <a:pos x="989" y="1608"/>
                </a:cxn>
                <a:cxn ang="0">
                  <a:pos x="1780" y="1608"/>
                </a:cxn>
                <a:cxn ang="0">
                  <a:pos x="1916" y="1759"/>
                </a:cxn>
                <a:cxn ang="0">
                  <a:pos x="1780" y="1910"/>
                </a:cxn>
              </a:cxnLst>
              <a:rect l="0" t="0" r="r" b="b"/>
              <a:pathLst>
                <a:path w="1916" h="1911">
                  <a:moveTo>
                    <a:pt x="1780" y="1910"/>
                  </a:moveTo>
                  <a:cubicBezTo>
                    <a:pt x="856" y="1910"/>
                    <a:pt x="856" y="1910"/>
                    <a:pt x="856" y="1910"/>
                  </a:cubicBezTo>
                  <a:cubicBezTo>
                    <a:pt x="854" y="1910"/>
                    <a:pt x="852" y="1911"/>
                    <a:pt x="850" y="1911"/>
                  </a:cubicBezTo>
                  <a:cubicBezTo>
                    <a:pt x="773" y="1911"/>
                    <a:pt x="710" y="1851"/>
                    <a:pt x="710" y="1776"/>
                  </a:cubicBezTo>
                  <a:cubicBezTo>
                    <a:pt x="710" y="476"/>
                    <a:pt x="710" y="476"/>
                    <a:pt x="710" y="476"/>
                  </a:cubicBezTo>
                  <a:cubicBezTo>
                    <a:pt x="251" y="922"/>
                    <a:pt x="251" y="922"/>
                    <a:pt x="251" y="922"/>
                  </a:cubicBezTo>
                  <a:cubicBezTo>
                    <a:pt x="197" y="975"/>
                    <a:pt x="109" y="975"/>
                    <a:pt x="54" y="922"/>
                  </a:cubicBezTo>
                  <a:cubicBezTo>
                    <a:pt x="0" y="869"/>
                    <a:pt x="0" y="784"/>
                    <a:pt x="54" y="731"/>
                  </a:cubicBezTo>
                  <a:cubicBezTo>
                    <a:pt x="751" y="53"/>
                    <a:pt x="751" y="53"/>
                    <a:pt x="751" y="53"/>
                  </a:cubicBezTo>
                  <a:cubicBezTo>
                    <a:pt x="806" y="0"/>
                    <a:pt x="894" y="0"/>
                    <a:pt x="948" y="53"/>
                  </a:cubicBezTo>
                  <a:cubicBezTo>
                    <a:pt x="1645" y="731"/>
                    <a:pt x="1645" y="731"/>
                    <a:pt x="1645" y="731"/>
                  </a:cubicBezTo>
                  <a:cubicBezTo>
                    <a:pt x="1699" y="784"/>
                    <a:pt x="1699" y="869"/>
                    <a:pt x="1645" y="922"/>
                  </a:cubicBezTo>
                  <a:cubicBezTo>
                    <a:pt x="1618" y="949"/>
                    <a:pt x="1582" y="962"/>
                    <a:pt x="1546" y="962"/>
                  </a:cubicBezTo>
                  <a:cubicBezTo>
                    <a:pt x="1511" y="962"/>
                    <a:pt x="1475" y="949"/>
                    <a:pt x="1448" y="922"/>
                  </a:cubicBezTo>
                  <a:cubicBezTo>
                    <a:pt x="989" y="476"/>
                    <a:pt x="989" y="476"/>
                    <a:pt x="989" y="476"/>
                  </a:cubicBezTo>
                  <a:cubicBezTo>
                    <a:pt x="989" y="1608"/>
                    <a:pt x="989" y="1608"/>
                    <a:pt x="989" y="1608"/>
                  </a:cubicBezTo>
                  <a:cubicBezTo>
                    <a:pt x="1780" y="1608"/>
                    <a:pt x="1780" y="1608"/>
                    <a:pt x="1780" y="1608"/>
                  </a:cubicBezTo>
                  <a:cubicBezTo>
                    <a:pt x="1855" y="1608"/>
                    <a:pt x="1916" y="1675"/>
                    <a:pt x="1916" y="1759"/>
                  </a:cubicBezTo>
                  <a:cubicBezTo>
                    <a:pt x="1916" y="1842"/>
                    <a:pt x="1855" y="1910"/>
                    <a:pt x="1780" y="1910"/>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49" name="热区">
              <a:hlinkClick r:id="" action="ppaction://hlinkshowjump?jump=endshow"/>
            </p:cNvPr>
            <p:cNvSpPr/>
            <p:nvPr/>
          </p:nvSpPr>
          <p:spPr>
            <a:xfrm>
              <a:off x="7875422" y="6585447"/>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ransition advClick="0"/>
  <p:timing>
    <p:tnLst>
      <p:par>
        <p:cTn id="1" dur="indefinite" restart="never" nodeType="tmRoot"/>
      </p:par>
    </p:tnLst>
    <p:bldLst>
      <p:bldP spid="34" grpId="0" animBg="1"/>
      <p:bldP spid="35" grpId="0" animBg="1"/>
      <p:bldP spid="10" grpId="0" animBg="1"/>
    </p:bldLst>
  </p:timing>
</p:sld>
</file>

<file path=ppt/tags/tag1.xml><?xml version="1.0" encoding="utf-8"?>
<p:tagLst xmlns:p="http://schemas.openxmlformats.org/presentationml/2006/main">
  <p:tag name="commondata" val="eyJoZGlkIjoiZWNhNzhjZGJkMzMzZjhhNWJmN2E2YWM2ZDMyYWYwN2YifQ=="/>
</p:tagLst>
</file>

<file path=ppt/theme/theme1.xml><?xml version="1.0" encoding="utf-8"?>
<a:theme xmlns:a="http://schemas.openxmlformats.org/drawingml/2006/main" name="Office 主题">
  <a:themeElements>
    <a:clrScheme name="自定义 1">
      <a:dk1>
        <a:sysClr val="windowText" lastClr="000000"/>
      </a:dk1>
      <a:lt1>
        <a:sysClr val="window" lastClr="FFFFFF"/>
      </a:lt1>
      <a:dk2>
        <a:srgbClr val="582957"/>
      </a:dk2>
      <a:lt2>
        <a:srgbClr val="EEECE1"/>
      </a:lt2>
      <a:accent1>
        <a:srgbClr val="4F81BD"/>
      </a:accent1>
      <a:accent2>
        <a:srgbClr val="C0504D"/>
      </a:accent2>
      <a:accent3>
        <a:srgbClr val="88BB16"/>
      </a:accent3>
      <a:accent4>
        <a:srgbClr val="D496D3"/>
      </a:accent4>
      <a:accent5>
        <a:srgbClr val="4BACC6"/>
      </a:accent5>
      <a:accent6>
        <a:srgbClr val="FEE200"/>
      </a:accent6>
      <a:hlink>
        <a:srgbClr val="0000FF"/>
      </a:hlink>
      <a:folHlink>
        <a:srgbClr val="800080"/>
      </a:folHlink>
    </a:clrScheme>
    <a:fontScheme name="进阶试听说">
      <a:majorFont>
        <a:latin typeface="Roboto Condensed"/>
        <a:ea typeface="微软雅黑"/>
        <a:cs typeface=""/>
      </a:majorFont>
      <a:minorFont>
        <a:latin typeface="Neuto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1412</Words>
  <Application>WPS 演示</Application>
  <PresentationFormat>全屏显示(4:3)</PresentationFormat>
  <Paragraphs>26</Paragraphs>
  <Slides>1</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vt:i4>
      </vt:variant>
    </vt:vector>
  </HeadingPairs>
  <TitlesOfParts>
    <vt:vector size="10" baseType="lpstr">
      <vt:lpstr>Arial</vt:lpstr>
      <vt:lpstr>宋体</vt:lpstr>
      <vt:lpstr>Wingdings</vt:lpstr>
      <vt:lpstr>Neuton</vt:lpstr>
      <vt:lpstr>Roboto Condensed</vt:lpstr>
      <vt:lpstr>微软雅黑</vt:lpstr>
      <vt:lpstr>Arial Unicode MS</vt:lpstr>
      <vt:lpstr>Calibri</vt:lpstr>
      <vt:lpstr>Office 主题</vt:lpstr>
      <vt:lpstr>Part I Warm Up</vt:lpstr>
    </vt:vector>
  </TitlesOfParts>
  <Company>cmet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old9</dc:creator>
  <cp:lastModifiedBy>别急躁</cp:lastModifiedBy>
  <cp:revision>164</cp:revision>
  <dcterms:created xsi:type="dcterms:W3CDTF">2017-12-23T09:29:00Z</dcterms:created>
  <dcterms:modified xsi:type="dcterms:W3CDTF">2024-08-27T04:32:50Z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EC71965C62FF4E99A81210C361BEBC41_13</vt:lpwstr>
  </property>
  <property fmtid="{D5CDD505-2E9C-101B-9397-08002B2CF9AE}" pid="3" name="KSOProductBuildVer">
    <vt:lpwstr>2052-12.1.0.17857</vt:lpwstr>
  </property>
</Properties>
</file>