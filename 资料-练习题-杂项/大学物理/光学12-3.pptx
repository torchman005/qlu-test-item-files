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ctiveX/activeX1.xml" ContentType="application/vnd.ms-office.activeX+xml"/>
  <Override PartName="/ppt/activeX/activeX1.bin" ContentType="application/vnd.ms-office.activeX"/>
  <Override PartName="/ppt/activeX/activeX2.xml" ContentType="application/vnd.ms-office.activeX+xml"/>
  <Override PartName="/ppt/activeX/activeX2.bin" ContentType="application/vnd.ms-office.activeX"/>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8"/>
  </p:notesMasterIdLst>
  <p:handoutMasterIdLst>
    <p:handoutMasterId r:id="rId39"/>
  </p:handoutMasterIdLst>
  <p:sldIdLst>
    <p:sldId id="256" r:id="rId2"/>
    <p:sldId id="326" r:id="rId3"/>
    <p:sldId id="331" r:id="rId4"/>
    <p:sldId id="333" r:id="rId5"/>
    <p:sldId id="334" r:id="rId6"/>
    <p:sldId id="354" r:id="rId7"/>
    <p:sldId id="335" r:id="rId8"/>
    <p:sldId id="336" r:id="rId9"/>
    <p:sldId id="337" r:id="rId10"/>
    <p:sldId id="339" r:id="rId11"/>
    <p:sldId id="341" r:id="rId12"/>
    <p:sldId id="343" r:id="rId13"/>
    <p:sldId id="344" r:id="rId14"/>
    <p:sldId id="345" r:id="rId15"/>
    <p:sldId id="355" r:id="rId16"/>
    <p:sldId id="346" r:id="rId17"/>
    <p:sldId id="349" r:id="rId18"/>
    <p:sldId id="357" r:id="rId19"/>
    <p:sldId id="358" r:id="rId20"/>
    <p:sldId id="359" r:id="rId21"/>
    <p:sldId id="360" r:id="rId22"/>
    <p:sldId id="361" r:id="rId23"/>
    <p:sldId id="362" r:id="rId24"/>
    <p:sldId id="363" r:id="rId25"/>
    <p:sldId id="364" r:id="rId26"/>
    <p:sldId id="365" r:id="rId27"/>
    <p:sldId id="366" r:id="rId28"/>
    <p:sldId id="367" r:id="rId29"/>
    <p:sldId id="368" r:id="rId30"/>
    <p:sldId id="369" r:id="rId31"/>
    <p:sldId id="370" r:id="rId32"/>
    <p:sldId id="371" r:id="rId33"/>
    <p:sldId id="373" r:id="rId34"/>
    <p:sldId id="374" r:id="rId35"/>
    <p:sldId id="375" r:id="rId36"/>
    <p:sldId id="376" r:id="rId37"/>
  </p:sldIdLst>
  <p:sldSz cx="9144000" cy="6858000" type="screen4x3"/>
  <p:notesSz cx="6858000" cy="9144000"/>
  <p:defaultTextStyle>
    <a:defPPr>
      <a:defRPr lang="en-US"/>
    </a:defPPr>
    <a:lvl1pPr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sz="2800" b="1" kern="1200">
        <a:solidFill>
          <a:schemeClr val="tx1"/>
        </a:solidFill>
        <a:latin typeface="Times New Roman" pitchFamily="18" charset="0"/>
        <a:ea typeface="宋体" pitchFamily="2" charset="-122"/>
        <a:cs typeface="+mn-cs"/>
      </a:defRPr>
    </a:lvl5pPr>
    <a:lvl6pPr marL="2286000" algn="l" defTabSz="914400" rtl="0" eaLnBrk="1" latinLnBrk="0" hangingPunct="1">
      <a:defRPr sz="2800" b="1" kern="1200">
        <a:solidFill>
          <a:schemeClr val="tx1"/>
        </a:solidFill>
        <a:latin typeface="Times New Roman" pitchFamily="18" charset="0"/>
        <a:ea typeface="宋体" pitchFamily="2" charset="-122"/>
        <a:cs typeface="+mn-cs"/>
      </a:defRPr>
    </a:lvl6pPr>
    <a:lvl7pPr marL="2743200" algn="l" defTabSz="914400" rtl="0" eaLnBrk="1" latinLnBrk="0" hangingPunct="1">
      <a:defRPr sz="2800" b="1" kern="1200">
        <a:solidFill>
          <a:schemeClr val="tx1"/>
        </a:solidFill>
        <a:latin typeface="Times New Roman" pitchFamily="18" charset="0"/>
        <a:ea typeface="宋体" pitchFamily="2" charset="-122"/>
        <a:cs typeface="+mn-cs"/>
      </a:defRPr>
    </a:lvl7pPr>
    <a:lvl8pPr marL="3200400" algn="l" defTabSz="914400" rtl="0" eaLnBrk="1" latinLnBrk="0" hangingPunct="1">
      <a:defRPr sz="2800" b="1" kern="1200">
        <a:solidFill>
          <a:schemeClr val="tx1"/>
        </a:solidFill>
        <a:latin typeface="Times New Roman" pitchFamily="18" charset="0"/>
        <a:ea typeface="宋体" pitchFamily="2" charset="-122"/>
        <a:cs typeface="+mn-cs"/>
      </a:defRPr>
    </a:lvl8pPr>
    <a:lvl9pPr marL="3657600" algn="l" defTabSz="914400" rtl="0" eaLnBrk="1" latinLnBrk="0" hangingPunct="1">
      <a:defRPr sz="2800" b="1" kern="1200">
        <a:solidFill>
          <a:schemeClr val="tx1"/>
        </a:solidFill>
        <a:latin typeface="Times New Roman" pitchFamily="18"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FF0000"/>
    <a:srgbClr val="FFFFFF"/>
    <a:srgbClr val="000000"/>
    <a:srgbClr val="CC0000"/>
    <a:srgbClr val="494A51"/>
    <a:srgbClr val="4D4E55"/>
    <a:srgbClr val="FFFF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8546" autoAdjust="0"/>
    <p:restoredTop sz="94660" autoAdjust="0"/>
  </p:normalViewPr>
  <p:slideViewPr>
    <p:cSldViewPr snapToGrid="0">
      <p:cViewPr varScale="1">
        <p:scale>
          <a:sx n="112" d="100"/>
          <a:sy n="112" d="100"/>
        </p:scale>
        <p:origin x="2244"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60"/>
    </p:cViewPr>
  </p:sorterViewPr>
  <p:notesViewPr>
    <p:cSldViewPr snapToGrid="0">
      <p:cViewPr varScale="1">
        <p:scale>
          <a:sx n="37" d="100"/>
          <a:sy n="37" d="100"/>
        </p:scale>
        <p:origin x="-1090" y="-58"/>
      </p:cViewPr>
      <p:guideLst>
        <p:guide orient="horz" pos="2880"/>
        <p:guide pos="2160"/>
      </p:guideLst>
    </p:cSldViewPr>
  </p:notes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8" Type="http://schemas.openxmlformats.org/officeDocument/2006/relationships/image" Target="../media/image14.emf"/><Relationship Id="rId3" Type="http://schemas.openxmlformats.org/officeDocument/2006/relationships/image" Target="../media/image9.wmf"/><Relationship Id="rId7" Type="http://schemas.openxmlformats.org/officeDocument/2006/relationships/image" Target="../media/image13.wmf"/><Relationship Id="rId2" Type="http://schemas.openxmlformats.org/officeDocument/2006/relationships/image" Target="../media/image8.emf"/><Relationship Id="rId1" Type="http://schemas.openxmlformats.org/officeDocument/2006/relationships/image" Target="../media/image7.wmf"/><Relationship Id="rId6" Type="http://schemas.openxmlformats.org/officeDocument/2006/relationships/image" Target="../media/image12.wmf"/><Relationship Id="rId5" Type="http://schemas.openxmlformats.org/officeDocument/2006/relationships/image" Target="../media/image11.wmf"/><Relationship Id="rId10" Type="http://schemas.openxmlformats.org/officeDocument/2006/relationships/image" Target="../media/image16.emf"/><Relationship Id="rId4" Type="http://schemas.openxmlformats.org/officeDocument/2006/relationships/image" Target="../media/image10.emf"/><Relationship Id="rId9" Type="http://schemas.openxmlformats.org/officeDocument/2006/relationships/image" Target="../media/image15.e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7.emf"/><Relationship Id="rId13" Type="http://schemas.openxmlformats.org/officeDocument/2006/relationships/image" Target="../media/image32.wmf"/><Relationship Id="rId3" Type="http://schemas.openxmlformats.org/officeDocument/2006/relationships/image" Target="../media/image22.wmf"/><Relationship Id="rId7" Type="http://schemas.openxmlformats.org/officeDocument/2006/relationships/image" Target="../media/image26.wmf"/><Relationship Id="rId12" Type="http://schemas.openxmlformats.org/officeDocument/2006/relationships/image" Target="../media/image31.emf"/><Relationship Id="rId2" Type="http://schemas.openxmlformats.org/officeDocument/2006/relationships/image" Target="../media/image21.wmf"/><Relationship Id="rId1" Type="http://schemas.openxmlformats.org/officeDocument/2006/relationships/image" Target="../media/image20.wmf"/><Relationship Id="rId6" Type="http://schemas.openxmlformats.org/officeDocument/2006/relationships/image" Target="../media/image25.wmf"/><Relationship Id="rId11" Type="http://schemas.openxmlformats.org/officeDocument/2006/relationships/image" Target="../media/image30.wmf"/><Relationship Id="rId5" Type="http://schemas.openxmlformats.org/officeDocument/2006/relationships/image" Target="../media/image24.wmf"/><Relationship Id="rId15" Type="http://schemas.openxmlformats.org/officeDocument/2006/relationships/image" Target="../media/image34.emf"/><Relationship Id="rId10" Type="http://schemas.openxmlformats.org/officeDocument/2006/relationships/image" Target="../media/image29.emf"/><Relationship Id="rId4" Type="http://schemas.openxmlformats.org/officeDocument/2006/relationships/image" Target="../media/image23.wmf"/><Relationship Id="rId9" Type="http://schemas.openxmlformats.org/officeDocument/2006/relationships/image" Target="../media/image28.emf"/><Relationship Id="rId14" Type="http://schemas.openxmlformats.org/officeDocument/2006/relationships/image" Target="../media/image33.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37.emf"/><Relationship Id="rId7" Type="http://schemas.openxmlformats.org/officeDocument/2006/relationships/image" Target="../media/image41.wmf"/><Relationship Id="rId2" Type="http://schemas.openxmlformats.org/officeDocument/2006/relationships/image" Target="../media/image36.wmf"/><Relationship Id="rId1" Type="http://schemas.openxmlformats.org/officeDocument/2006/relationships/image" Target="../media/image35.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8.wmf"/><Relationship Id="rId9" Type="http://schemas.openxmlformats.org/officeDocument/2006/relationships/image" Target="../media/image43.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image" Target="../media/image30.wmf"/><Relationship Id="rId18" Type="http://schemas.openxmlformats.org/officeDocument/2006/relationships/image" Target="../media/image33.wmf"/><Relationship Id="rId3" Type="http://schemas.openxmlformats.org/officeDocument/2006/relationships/image" Target="../media/image46.emf"/><Relationship Id="rId7" Type="http://schemas.openxmlformats.org/officeDocument/2006/relationships/image" Target="../media/image50.emf"/><Relationship Id="rId12" Type="http://schemas.openxmlformats.org/officeDocument/2006/relationships/image" Target="../media/image22.wmf"/><Relationship Id="rId17" Type="http://schemas.openxmlformats.org/officeDocument/2006/relationships/image" Target="../media/image58.wmf"/><Relationship Id="rId2" Type="http://schemas.openxmlformats.org/officeDocument/2006/relationships/image" Target="../media/image45.wmf"/><Relationship Id="rId16" Type="http://schemas.openxmlformats.org/officeDocument/2006/relationships/image" Target="../media/image57.wmf"/><Relationship Id="rId20" Type="http://schemas.openxmlformats.org/officeDocument/2006/relationships/image" Target="../media/image60.emf"/><Relationship Id="rId1" Type="http://schemas.openxmlformats.org/officeDocument/2006/relationships/image" Target="../media/image44.wmf"/><Relationship Id="rId6" Type="http://schemas.openxmlformats.org/officeDocument/2006/relationships/image" Target="../media/image49.wmf"/><Relationship Id="rId11" Type="http://schemas.openxmlformats.org/officeDocument/2006/relationships/image" Target="../media/image54.emf"/><Relationship Id="rId5" Type="http://schemas.openxmlformats.org/officeDocument/2006/relationships/image" Target="../media/image48.wmf"/><Relationship Id="rId15" Type="http://schemas.openxmlformats.org/officeDocument/2006/relationships/image" Target="../media/image56.wmf"/><Relationship Id="rId10" Type="http://schemas.openxmlformats.org/officeDocument/2006/relationships/image" Target="../media/image53.wmf"/><Relationship Id="rId19" Type="http://schemas.openxmlformats.org/officeDocument/2006/relationships/image" Target="../media/image59.emf"/><Relationship Id="rId4" Type="http://schemas.openxmlformats.org/officeDocument/2006/relationships/image" Target="../media/image47.wmf"/><Relationship Id="rId9" Type="http://schemas.openxmlformats.org/officeDocument/2006/relationships/image" Target="../media/image52.wmf"/><Relationship Id="rId14" Type="http://schemas.openxmlformats.org/officeDocument/2006/relationships/image" Target="../media/image55.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image" Target="../media/image22.wmf"/><Relationship Id="rId18" Type="http://schemas.openxmlformats.org/officeDocument/2006/relationships/image" Target="../media/image57.wmf"/><Relationship Id="rId3" Type="http://schemas.openxmlformats.org/officeDocument/2006/relationships/image" Target="../media/image63.wmf"/><Relationship Id="rId7" Type="http://schemas.openxmlformats.org/officeDocument/2006/relationships/image" Target="../media/image67.wmf"/><Relationship Id="rId12" Type="http://schemas.openxmlformats.org/officeDocument/2006/relationships/image" Target="../media/image69.emf"/><Relationship Id="rId17" Type="http://schemas.openxmlformats.org/officeDocument/2006/relationships/image" Target="../media/image56.wmf"/><Relationship Id="rId2" Type="http://schemas.openxmlformats.org/officeDocument/2006/relationships/image" Target="../media/image62.wmf"/><Relationship Id="rId16" Type="http://schemas.openxmlformats.org/officeDocument/2006/relationships/image" Target="../media/image47.wmf"/><Relationship Id="rId20" Type="http://schemas.openxmlformats.org/officeDocument/2006/relationships/image" Target="../media/image33.wmf"/><Relationship Id="rId1" Type="http://schemas.openxmlformats.org/officeDocument/2006/relationships/image" Target="../media/image61.wmf"/><Relationship Id="rId6" Type="http://schemas.openxmlformats.org/officeDocument/2006/relationships/image" Target="../media/image66.wmf"/><Relationship Id="rId11" Type="http://schemas.openxmlformats.org/officeDocument/2006/relationships/image" Target="../media/image53.wmf"/><Relationship Id="rId5" Type="http://schemas.openxmlformats.org/officeDocument/2006/relationships/image" Target="../media/image65.wmf"/><Relationship Id="rId15" Type="http://schemas.openxmlformats.org/officeDocument/2006/relationships/image" Target="../media/image55.wmf"/><Relationship Id="rId10" Type="http://schemas.openxmlformats.org/officeDocument/2006/relationships/image" Target="../media/image52.wmf"/><Relationship Id="rId19" Type="http://schemas.openxmlformats.org/officeDocument/2006/relationships/image" Target="../media/image58.wmf"/><Relationship Id="rId4" Type="http://schemas.openxmlformats.org/officeDocument/2006/relationships/image" Target="../media/image64.wmf"/><Relationship Id="rId9" Type="http://schemas.openxmlformats.org/officeDocument/2006/relationships/image" Target="../media/image51.wmf"/><Relationship Id="rId14" Type="http://schemas.openxmlformats.org/officeDocument/2006/relationships/image" Target="../media/image30.wmf"/></Relationships>
</file>

<file path=ppt/drawings/_rels/vmlDrawing7.v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72.wmf"/><Relationship Id="rId7" Type="http://schemas.openxmlformats.org/officeDocument/2006/relationships/image" Target="../media/image76.wmf"/><Relationship Id="rId2" Type="http://schemas.openxmlformats.org/officeDocument/2006/relationships/image" Target="../media/image71.wmf"/><Relationship Id="rId1" Type="http://schemas.openxmlformats.org/officeDocument/2006/relationships/image" Target="../media/image70.wmf"/><Relationship Id="rId6" Type="http://schemas.openxmlformats.org/officeDocument/2006/relationships/image" Target="../media/image75.wmf"/><Relationship Id="rId11" Type="http://schemas.openxmlformats.org/officeDocument/2006/relationships/image" Target="../media/image80.wmf"/><Relationship Id="rId5" Type="http://schemas.openxmlformats.org/officeDocument/2006/relationships/image" Target="../media/image74.wmf"/><Relationship Id="rId10" Type="http://schemas.openxmlformats.org/officeDocument/2006/relationships/image" Target="../media/image79.wmf"/><Relationship Id="rId4" Type="http://schemas.openxmlformats.org/officeDocument/2006/relationships/image" Target="../media/image73.wmf"/><Relationship Id="rId9" Type="http://schemas.openxmlformats.org/officeDocument/2006/relationships/image" Target="../media/image78.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86.wmf"/><Relationship Id="rId3" Type="http://schemas.openxmlformats.org/officeDocument/2006/relationships/image" Target="../media/image83.wmf"/><Relationship Id="rId7" Type="http://schemas.openxmlformats.org/officeDocument/2006/relationships/image" Target="../media/image57.wmf"/><Relationship Id="rId12" Type="http://schemas.openxmlformats.org/officeDocument/2006/relationships/image" Target="../media/image33.wmf"/><Relationship Id="rId2" Type="http://schemas.openxmlformats.org/officeDocument/2006/relationships/image" Target="../media/image82.wmf"/><Relationship Id="rId1" Type="http://schemas.openxmlformats.org/officeDocument/2006/relationships/image" Target="../media/image81.wmf"/><Relationship Id="rId6" Type="http://schemas.openxmlformats.org/officeDocument/2006/relationships/image" Target="../media/image58.wmf"/><Relationship Id="rId11" Type="http://schemas.openxmlformats.org/officeDocument/2006/relationships/image" Target="../media/image88.wmf"/><Relationship Id="rId5" Type="http://schemas.openxmlformats.org/officeDocument/2006/relationships/image" Target="../media/image85.wmf"/><Relationship Id="rId10" Type="http://schemas.openxmlformats.org/officeDocument/2006/relationships/image" Target="../media/image23.wmf"/><Relationship Id="rId4" Type="http://schemas.openxmlformats.org/officeDocument/2006/relationships/image" Target="../media/image84.wmf"/><Relationship Id="rId9" Type="http://schemas.openxmlformats.org/officeDocument/2006/relationships/image" Target="../media/image87.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91.wmf"/><Relationship Id="rId7" Type="http://schemas.openxmlformats.org/officeDocument/2006/relationships/image" Target="../media/image94.wmf"/><Relationship Id="rId2" Type="http://schemas.openxmlformats.org/officeDocument/2006/relationships/image" Target="../media/image90.wmf"/><Relationship Id="rId1" Type="http://schemas.openxmlformats.org/officeDocument/2006/relationships/image" Target="../media/image89.wmf"/><Relationship Id="rId6" Type="http://schemas.openxmlformats.org/officeDocument/2006/relationships/image" Target="../media/image93.wmf"/><Relationship Id="rId5" Type="http://schemas.openxmlformats.org/officeDocument/2006/relationships/image" Target="../media/image92.wmf"/><Relationship Id="rId4"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96.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image" Target="../media/image99.wmf"/><Relationship Id="rId1" Type="http://schemas.openxmlformats.org/officeDocument/2006/relationships/image" Target="../media/image98.wmf"/><Relationship Id="rId5" Type="http://schemas.openxmlformats.org/officeDocument/2006/relationships/image" Target="../media/image102.wmf"/><Relationship Id="rId4" Type="http://schemas.openxmlformats.org/officeDocument/2006/relationships/image" Target="../media/image101.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107.emf"/><Relationship Id="rId13" Type="http://schemas.openxmlformats.org/officeDocument/2006/relationships/image" Target="../media/image112.wmf"/><Relationship Id="rId18" Type="http://schemas.openxmlformats.org/officeDocument/2006/relationships/image" Target="../media/image117.wmf"/><Relationship Id="rId3" Type="http://schemas.openxmlformats.org/officeDocument/2006/relationships/image" Target="../media/image45.wmf"/><Relationship Id="rId7" Type="http://schemas.openxmlformats.org/officeDocument/2006/relationships/image" Target="../media/image106.emf"/><Relationship Id="rId12" Type="http://schemas.openxmlformats.org/officeDocument/2006/relationships/image" Target="../media/image111.wmf"/><Relationship Id="rId17" Type="http://schemas.openxmlformats.org/officeDocument/2006/relationships/image" Target="../media/image116.emf"/><Relationship Id="rId2" Type="http://schemas.openxmlformats.org/officeDocument/2006/relationships/image" Target="../media/image23.wmf"/><Relationship Id="rId16" Type="http://schemas.openxmlformats.org/officeDocument/2006/relationships/image" Target="../media/image115.emf"/><Relationship Id="rId1" Type="http://schemas.openxmlformats.org/officeDocument/2006/relationships/image" Target="../media/image22.wmf"/><Relationship Id="rId6" Type="http://schemas.openxmlformats.org/officeDocument/2006/relationships/image" Target="../media/image105.emf"/><Relationship Id="rId11" Type="http://schemas.openxmlformats.org/officeDocument/2006/relationships/image" Target="../media/image110.wmf"/><Relationship Id="rId5" Type="http://schemas.openxmlformats.org/officeDocument/2006/relationships/image" Target="../media/image104.wmf"/><Relationship Id="rId15" Type="http://schemas.openxmlformats.org/officeDocument/2006/relationships/image" Target="../media/image114.emf"/><Relationship Id="rId10" Type="http://schemas.openxmlformats.org/officeDocument/2006/relationships/image" Target="../media/image109.wmf"/><Relationship Id="rId19" Type="http://schemas.openxmlformats.org/officeDocument/2006/relationships/image" Target="../media/image118.wmf"/><Relationship Id="rId4" Type="http://schemas.openxmlformats.org/officeDocument/2006/relationships/image" Target="../media/image103.wmf"/><Relationship Id="rId9" Type="http://schemas.openxmlformats.org/officeDocument/2006/relationships/image" Target="../media/image108.emf"/><Relationship Id="rId14" Type="http://schemas.openxmlformats.org/officeDocument/2006/relationships/image" Target="../media/image113.e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120.wmf"/><Relationship Id="rId1" Type="http://schemas.openxmlformats.org/officeDocument/2006/relationships/image" Target="../media/image11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 Id="rId6" Type="http://schemas.openxmlformats.org/officeDocument/2006/relationships/image" Target="../media/image126.emf"/><Relationship Id="rId5" Type="http://schemas.openxmlformats.org/officeDocument/2006/relationships/image" Target="../media/image125.wmf"/><Relationship Id="rId4" Type="http://schemas.openxmlformats.org/officeDocument/2006/relationships/image" Target="../media/image124.wmf"/></Relationships>
</file>

<file path=ppt/drawings/_rels/vmlDrawing16.vml.rels><?xml version="1.0" encoding="UTF-8" standalone="yes"?>
<Relationships xmlns="http://schemas.openxmlformats.org/package/2006/relationships"><Relationship Id="rId8" Type="http://schemas.openxmlformats.org/officeDocument/2006/relationships/image" Target="../media/image134.emf"/><Relationship Id="rId3" Type="http://schemas.openxmlformats.org/officeDocument/2006/relationships/image" Target="../media/image129.emf"/><Relationship Id="rId7" Type="http://schemas.openxmlformats.org/officeDocument/2006/relationships/image" Target="../media/image133.emf"/><Relationship Id="rId2" Type="http://schemas.openxmlformats.org/officeDocument/2006/relationships/image" Target="../media/image128.emf"/><Relationship Id="rId1" Type="http://schemas.openxmlformats.org/officeDocument/2006/relationships/image" Target="../media/image127.emf"/><Relationship Id="rId6" Type="http://schemas.openxmlformats.org/officeDocument/2006/relationships/image" Target="../media/image132.emf"/><Relationship Id="rId5" Type="http://schemas.openxmlformats.org/officeDocument/2006/relationships/image" Target="../media/image131.emf"/><Relationship Id="rId4" Type="http://schemas.openxmlformats.org/officeDocument/2006/relationships/image" Target="../media/image130.emf"/><Relationship Id="rId9" Type="http://schemas.openxmlformats.org/officeDocument/2006/relationships/image" Target="../media/image135.e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38.emf"/><Relationship Id="rId2" Type="http://schemas.openxmlformats.org/officeDocument/2006/relationships/image" Target="../media/image137.emf"/><Relationship Id="rId1" Type="http://schemas.openxmlformats.org/officeDocument/2006/relationships/image" Target="../media/image136.emf"/><Relationship Id="rId6" Type="http://schemas.openxmlformats.org/officeDocument/2006/relationships/image" Target="../media/image141.emf"/><Relationship Id="rId5" Type="http://schemas.openxmlformats.org/officeDocument/2006/relationships/image" Target="../media/image140.emf"/><Relationship Id="rId4" Type="http://schemas.openxmlformats.org/officeDocument/2006/relationships/image" Target="../media/image139.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image" Target="../media/image153.emf"/><Relationship Id="rId3" Type="http://schemas.openxmlformats.org/officeDocument/2006/relationships/image" Target="../media/image144.wmf"/><Relationship Id="rId7" Type="http://schemas.openxmlformats.org/officeDocument/2006/relationships/image" Target="../media/image148.wmf"/><Relationship Id="rId12" Type="http://schemas.openxmlformats.org/officeDocument/2006/relationships/image" Target="../media/image152.e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wmf"/><Relationship Id="rId11" Type="http://schemas.openxmlformats.org/officeDocument/2006/relationships/image" Target="../media/image151.wmf"/><Relationship Id="rId5" Type="http://schemas.openxmlformats.org/officeDocument/2006/relationships/image" Target="../media/image146.wmf"/><Relationship Id="rId10" Type="http://schemas.openxmlformats.org/officeDocument/2006/relationships/image" Target="../media/image150.wmf"/><Relationship Id="rId4" Type="http://schemas.openxmlformats.org/officeDocument/2006/relationships/image" Target="../media/image145.wmf"/><Relationship Id="rId9" Type="http://schemas.openxmlformats.org/officeDocument/2006/relationships/image" Target="../media/image149.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162.wmf"/><Relationship Id="rId2" Type="http://schemas.openxmlformats.org/officeDocument/2006/relationships/image" Target="../media/image161.wmf"/><Relationship Id="rId1" Type="http://schemas.openxmlformats.org/officeDocument/2006/relationships/image" Target="../media/image160.wmf"/><Relationship Id="rId4" Type="http://schemas.openxmlformats.org/officeDocument/2006/relationships/image" Target="../media/image163.e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 Id="rId5" Type="http://schemas.openxmlformats.org/officeDocument/2006/relationships/image" Target="../media/image168.wmf"/><Relationship Id="rId4" Type="http://schemas.openxmlformats.org/officeDocument/2006/relationships/image" Target="../media/image16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71.wmf"/><Relationship Id="rId2" Type="http://schemas.openxmlformats.org/officeDocument/2006/relationships/image" Target="../media/image170.wmf"/><Relationship Id="rId1" Type="http://schemas.openxmlformats.org/officeDocument/2006/relationships/image" Target="../media/image169.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76.wmf"/><Relationship Id="rId2" Type="http://schemas.openxmlformats.org/officeDocument/2006/relationships/image" Target="../media/image175.wmf"/><Relationship Id="rId1" Type="http://schemas.openxmlformats.org/officeDocument/2006/relationships/image" Target="../media/image174.wmf"/><Relationship Id="rId5" Type="http://schemas.openxmlformats.org/officeDocument/2006/relationships/image" Target="../media/image178.wmf"/><Relationship Id="rId4" Type="http://schemas.openxmlformats.org/officeDocument/2006/relationships/image" Target="../media/image177.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81.emf"/><Relationship Id="rId2" Type="http://schemas.openxmlformats.org/officeDocument/2006/relationships/image" Target="../media/image180.wmf"/><Relationship Id="rId1" Type="http://schemas.openxmlformats.org/officeDocument/2006/relationships/image" Target="../media/image179.wmf"/><Relationship Id="rId6" Type="http://schemas.openxmlformats.org/officeDocument/2006/relationships/image" Target="../media/image184.emf"/><Relationship Id="rId5" Type="http://schemas.openxmlformats.org/officeDocument/2006/relationships/image" Target="../media/image183.wmf"/><Relationship Id="rId4" Type="http://schemas.openxmlformats.org/officeDocument/2006/relationships/image" Target="../media/image182.e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187.emf"/><Relationship Id="rId2" Type="http://schemas.openxmlformats.org/officeDocument/2006/relationships/image" Target="../media/image186.emf"/><Relationship Id="rId1" Type="http://schemas.openxmlformats.org/officeDocument/2006/relationships/image" Target="../media/image185.emf"/><Relationship Id="rId6" Type="http://schemas.openxmlformats.org/officeDocument/2006/relationships/image" Target="../media/image190.emf"/><Relationship Id="rId5" Type="http://schemas.openxmlformats.org/officeDocument/2006/relationships/image" Target="../media/image189.emf"/><Relationship Id="rId4" Type="http://schemas.openxmlformats.org/officeDocument/2006/relationships/image" Target="../media/image188.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97.emf"/><Relationship Id="rId3" Type="http://schemas.openxmlformats.org/officeDocument/2006/relationships/image" Target="../media/image192.emf"/><Relationship Id="rId7" Type="http://schemas.openxmlformats.org/officeDocument/2006/relationships/image" Target="../media/image196.emf"/><Relationship Id="rId12" Type="http://schemas.openxmlformats.org/officeDocument/2006/relationships/image" Target="../media/image201.emf"/><Relationship Id="rId2" Type="http://schemas.openxmlformats.org/officeDocument/2006/relationships/image" Target="../media/image191.wmf"/><Relationship Id="rId1" Type="http://schemas.openxmlformats.org/officeDocument/2006/relationships/image" Target="../media/image33.wmf"/><Relationship Id="rId6" Type="http://schemas.openxmlformats.org/officeDocument/2006/relationships/image" Target="../media/image195.wmf"/><Relationship Id="rId11" Type="http://schemas.openxmlformats.org/officeDocument/2006/relationships/image" Target="../media/image200.emf"/><Relationship Id="rId5" Type="http://schemas.openxmlformats.org/officeDocument/2006/relationships/image" Target="../media/image194.wmf"/><Relationship Id="rId10" Type="http://schemas.openxmlformats.org/officeDocument/2006/relationships/image" Target="../media/image199.emf"/><Relationship Id="rId4" Type="http://schemas.openxmlformats.org/officeDocument/2006/relationships/image" Target="../media/image193.wmf"/><Relationship Id="rId9" Type="http://schemas.openxmlformats.org/officeDocument/2006/relationships/image" Target="../media/image198.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b="0"/>
            </a:lvl1pPr>
          </a:lstStyle>
          <a:p>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b="0"/>
            </a:lvl1pPr>
          </a:lstStyle>
          <a:p>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fld id="{21206618-7E0D-41B8-A2CB-F90FE4F0CC84}" type="slidenum">
              <a:rPr lang="zh-CN" altLang="en-US"/>
              <a:pPr/>
              <a:t>‹#›</a:t>
            </a:fld>
            <a:endParaRPr lang="en-US" altLang="zh-CN"/>
          </a:p>
        </p:txBody>
      </p:sp>
    </p:spTree>
    <p:extLst>
      <p:ext uri="{BB962C8B-B14F-4D97-AF65-F5344CB8AC3E}">
        <p14:creationId xmlns:p14="http://schemas.microsoft.com/office/powerpoint/2010/main" val="3105354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b="0"/>
            </a:lvl1pPr>
          </a:lstStyle>
          <a:p>
            <a:endParaRPr lang="zh-CN" alt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b="0"/>
            </a:lvl1pPr>
          </a:lstStyle>
          <a:p>
            <a:endParaRPr lang="en-US" altLang="zh-CN"/>
          </a:p>
        </p:txBody>
      </p:sp>
      <p:sp>
        <p:nvSpPr>
          <p:cNvPr id="4100"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b="0"/>
            </a:lvl1pPr>
          </a:lstStyle>
          <a:p>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fld id="{3D363105-8E01-46E2-80C5-2FCE4F331708}" type="slidenum">
              <a:rPr lang="zh-CN" altLang="en-US"/>
              <a:pPr/>
              <a:t>‹#›</a:t>
            </a:fld>
            <a:endParaRPr lang="en-US" altLang="zh-CN"/>
          </a:p>
        </p:txBody>
      </p:sp>
    </p:spTree>
    <p:extLst>
      <p:ext uri="{BB962C8B-B14F-4D97-AF65-F5344CB8AC3E}">
        <p14:creationId xmlns:p14="http://schemas.microsoft.com/office/powerpoint/2010/main" val="2132149432"/>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074" name="Freeform 2"/>
          <p:cNvSpPr>
            <a:spLocks/>
          </p:cNvSpPr>
          <p:nvPr/>
        </p:nvSpPr>
        <p:spPr bwMode="gray">
          <a:xfrm>
            <a:off x="690563" y="3340100"/>
            <a:ext cx="7653337" cy="485775"/>
          </a:xfrm>
          <a:custGeom>
            <a:avLst/>
            <a:gdLst/>
            <a:ahLst/>
            <a:cxnLst>
              <a:cxn ang="0">
                <a:pos x="163" y="200"/>
              </a:cxn>
              <a:cxn ang="0">
                <a:pos x="4128" y="200"/>
              </a:cxn>
              <a:cxn ang="0">
                <a:pos x="4128" y="429"/>
              </a:cxn>
              <a:cxn ang="0">
                <a:pos x="0" y="441"/>
              </a:cxn>
              <a:cxn ang="0">
                <a:pos x="163" y="200"/>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000"/>
            </a:schemeClr>
          </a:solidFill>
          <a:ln w="9525">
            <a:noFill/>
            <a:round/>
            <a:headEnd/>
            <a:tailEnd/>
          </a:ln>
        </p:spPr>
        <p:txBody>
          <a:bodyPr wrap="none" anchor="ctr"/>
          <a:lstStyle/>
          <a:p>
            <a:endParaRPr lang="zh-CN" altLang="en-US"/>
          </a:p>
        </p:txBody>
      </p:sp>
      <p:sp>
        <p:nvSpPr>
          <p:cNvPr id="3075" name="Rectangle 3"/>
          <p:cNvSpPr>
            <a:spLocks noGrp="1" noChangeArrowheads="1"/>
          </p:cNvSpPr>
          <p:nvPr>
            <p:ph type="ctrTitle"/>
          </p:nvPr>
        </p:nvSpPr>
        <p:spPr>
          <a:xfrm>
            <a:off x="685800" y="2286000"/>
            <a:ext cx="7772400" cy="1143000"/>
          </a:xfrm>
        </p:spPr>
        <p:txBody>
          <a:bodyPr/>
          <a:lstStyle>
            <a:lvl1pPr>
              <a:defRPr kumimoji="0" sz="4800"/>
            </a:lvl1pPr>
          </a:lstStyle>
          <a:p>
            <a:r>
              <a:rPr lang="zh-CN" altLang="en-US"/>
              <a:t>单击此处编辑母版标题样式</a:t>
            </a:r>
            <a:endParaRPr lang="zh-CN" altLang="zh-CN"/>
          </a:p>
        </p:txBody>
      </p:sp>
      <p:sp>
        <p:nvSpPr>
          <p:cNvPr id="3076" name="Rectangle 4"/>
          <p:cNvSpPr>
            <a:spLocks noGrp="1" noChangeArrowheads="1"/>
          </p:cNvSpPr>
          <p:nvPr>
            <p:ph type="subTitle" idx="1"/>
          </p:nvPr>
        </p:nvSpPr>
        <p:spPr>
          <a:xfrm>
            <a:off x="1371600" y="3886200"/>
            <a:ext cx="6400800" cy="1752600"/>
          </a:xfrm>
        </p:spPr>
        <p:txBody>
          <a:bodyPr/>
          <a:lstStyle>
            <a:lvl1pPr marL="0" indent="0">
              <a:spcBef>
                <a:spcPct val="0"/>
              </a:spcBef>
              <a:buClrTx/>
              <a:buFontTx/>
              <a:buNone/>
              <a:defRPr kumimoji="0">
                <a:solidFill>
                  <a:srgbClr val="333333"/>
                </a:solidFill>
              </a:defRPr>
            </a:lvl1pPr>
          </a:lstStyle>
          <a:p>
            <a:r>
              <a:rPr lang="zh-CN" altLang="en-US"/>
              <a:t>单击此处编辑母版副标题样式</a:t>
            </a:r>
          </a:p>
        </p:txBody>
      </p:sp>
      <p:sp>
        <p:nvSpPr>
          <p:cNvPr id="3077" name="Rectangle 5"/>
          <p:cNvSpPr>
            <a:spLocks noGrp="1" noChangeArrowheads="1"/>
          </p:cNvSpPr>
          <p:nvPr>
            <p:ph type="dt" sz="half" idx="2"/>
          </p:nvPr>
        </p:nvSpPr>
        <p:spPr/>
        <p:txBody>
          <a:bodyPr/>
          <a:lstStyle>
            <a:lvl1pPr>
              <a:defRPr>
                <a:solidFill>
                  <a:srgbClr val="578963"/>
                </a:solidFill>
              </a:defRPr>
            </a:lvl1pPr>
          </a:lstStyle>
          <a:p>
            <a:endParaRPr lang="en-US" altLang="zh-CN"/>
          </a:p>
        </p:txBody>
      </p:sp>
      <p:sp>
        <p:nvSpPr>
          <p:cNvPr id="3078" name="Rectangle 6"/>
          <p:cNvSpPr>
            <a:spLocks noGrp="1" noChangeArrowheads="1"/>
          </p:cNvSpPr>
          <p:nvPr>
            <p:ph type="ftr" sz="quarter" idx="3"/>
          </p:nvPr>
        </p:nvSpPr>
        <p:spPr/>
        <p:txBody>
          <a:bodyPr/>
          <a:lstStyle>
            <a:lvl1pPr>
              <a:defRPr>
                <a:solidFill>
                  <a:srgbClr val="578963"/>
                </a:solidFill>
              </a:defRPr>
            </a:lvl1pPr>
          </a:lstStyle>
          <a:p>
            <a:endParaRPr lang="en-US" altLang="zh-CN"/>
          </a:p>
        </p:txBody>
      </p:sp>
      <p:sp>
        <p:nvSpPr>
          <p:cNvPr id="3079" name="Rectangle 7"/>
          <p:cNvSpPr>
            <a:spLocks noGrp="1" noChangeArrowheads="1"/>
          </p:cNvSpPr>
          <p:nvPr>
            <p:ph type="sldNum" sz="quarter" idx="4"/>
          </p:nvPr>
        </p:nvSpPr>
        <p:spPr/>
        <p:txBody>
          <a:bodyPr/>
          <a:lstStyle>
            <a:lvl1pPr>
              <a:defRPr>
                <a:solidFill>
                  <a:srgbClr val="578963"/>
                </a:solidFill>
              </a:defRPr>
            </a:lvl1pPr>
          </a:lstStyle>
          <a:p>
            <a:fld id="{49BBC94F-7796-43B8-AC05-F150CCE94DC1}" type="slidenum">
              <a:rPr lang="zh-CN" altLang="en-US"/>
              <a:pPr/>
              <a:t>‹#›</a:t>
            </a:fld>
            <a:endParaRPr lang="en-US" altLang="zh-CN"/>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945F6BBB-49D1-464C-96C8-A81B6FA48A8C}" type="slidenum">
              <a:rPr lang="zh-CN" altLang="en-US"/>
              <a:pPr/>
              <a:t>‹#›</a:t>
            </a:fld>
            <a:endParaRPr lang="en-US" altLang="zh-CN"/>
          </a:p>
        </p:txBody>
      </p:sp>
    </p:spTree>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AD1C0E00-FC3B-4901-995C-BA14AF47AC44}" type="slidenum">
              <a:rPr lang="zh-CN" altLang="en-US"/>
              <a:pPr/>
              <a:t>‹#›</a:t>
            </a:fld>
            <a:endParaRPr lang="en-US" altLang="zh-CN"/>
          </a:p>
        </p:txBody>
      </p:sp>
    </p:spTree>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A53F7DFB-5E5C-4D47-BD84-FD4A4F8F91B6}" type="slidenum">
              <a:rPr lang="zh-CN" altLang="en-US"/>
              <a:pPr/>
              <a:t>‹#›</a:t>
            </a:fld>
            <a:endParaRPr lang="en-US" altLang="zh-CN"/>
          </a:p>
        </p:txBody>
      </p:sp>
    </p:spTree>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
        <p:nvSpPr>
          <p:cNvPr id="9" name="灯片编号占位符 8"/>
          <p:cNvSpPr>
            <a:spLocks noGrp="1"/>
          </p:cNvSpPr>
          <p:nvPr>
            <p:ph type="sldNum" sz="quarter" idx="12"/>
          </p:nvPr>
        </p:nvSpPr>
        <p:spPr/>
        <p:txBody>
          <a:bodyPr/>
          <a:lstStyle>
            <a:lvl1pPr>
              <a:defRPr/>
            </a:lvl1pPr>
          </a:lstStyle>
          <a:p>
            <a:fld id="{8467F5CF-8F1F-4A15-A383-CB37533A4F0A}" type="slidenum">
              <a:rPr lang="zh-CN" altLang="en-US"/>
              <a:pPr/>
              <a:t>‹#›</a:t>
            </a:fld>
            <a:endParaRPr lang="en-US" altLang="zh-CN"/>
          </a:p>
        </p:txBody>
      </p:sp>
    </p:spTree>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
        <p:nvSpPr>
          <p:cNvPr id="5" name="灯片编号占位符 4"/>
          <p:cNvSpPr>
            <a:spLocks noGrp="1"/>
          </p:cNvSpPr>
          <p:nvPr>
            <p:ph type="sldNum" sz="quarter" idx="12"/>
          </p:nvPr>
        </p:nvSpPr>
        <p:spPr/>
        <p:txBody>
          <a:bodyPr/>
          <a:lstStyle>
            <a:lvl1pPr>
              <a:defRPr/>
            </a:lvl1pPr>
          </a:lstStyle>
          <a:p>
            <a:fld id="{0BE2C788-5832-4F51-997F-A60290499B38}" type="slidenum">
              <a:rPr lang="zh-CN" altLang="en-US"/>
              <a:pPr/>
              <a:t>‹#›</a:t>
            </a:fld>
            <a:endParaRPr lang="en-US" altLang="zh-CN"/>
          </a:p>
        </p:txBody>
      </p:sp>
    </p:spTree>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
        <p:nvSpPr>
          <p:cNvPr id="4" name="灯片编号占位符 3"/>
          <p:cNvSpPr>
            <a:spLocks noGrp="1"/>
          </p:cNvSpPr>
          <p:nvPr>
            <p:ph type="sldNum" sz="quarter" idx="12"/>
          </p:nvPr>
        </p:nvSpPr>
        <p:spPr/>
        <p:txBody>
          <a:bodyPr/>
          <a:lstStyle>
            <a:lvl1pPr>
              <a:defRPr/>
            </a:lvl1pPr>
          </a:lstStyle>
          <a:p>
            <a:fld id="{3A343B77-645C-42BC-A83A-02728DB2563B}" type="slidenum">
              <a:rPr lang="zh-CN" altLang="en-US"/>
              <a:pPr/>
              <a:t>‹#›</a:t>
            </a:fld>
            <a:endParaRPr lang="en-US" altLang="zh-CN"/>
          </a:p>
        </p:txBody>
      </p:sp>
    </p:spTree>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78D3FC9B-A3B4-42EB-A477-294537225ED8}" type="slidenum">
              <a:rPr lang="zh-CN" altLang="en-US"/>
              <a:pPr/>
              <a:t>‹#›</a:t>
            </a:fld>
            <a:endParaRPr lang="en-US" altLang="zh-CN"/>
          </a:p>
        </p:txBody>
      </p:sp>
    </p:spTree>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
        <p:nvSpPr>
          <p:cNvPr id="7" name="灯片编号占位符 6"/>
          <p:cNvSpPr>
            <a:spLocks noGrp="1"/>
          </p:cNvSpPr>
          <p:nvPr>
            <p:ph type="sldNum" sz="quarter" idx="12"/>
          </p:nvPr>
        </p:nvSpPr>
        <p:spPr/>
        <p:txBody>
          <a:bodyPr/>
          <a:lstStyle>
            <a:lvl1pPr>
              <a:defRPr/>
            </a:lvl1pPr>
          </a:lstStyle>
          <a:p>
            <a:fld id="{CF57B0E9-181A-4CA2-9E18-B43256B74BFA}" type="slidenum">
              <a:rPr lang="zh-CN" altLang="en-US"/>
              <a:pPr/>
              <a:t>‹#›</a:t>
            </a:fld>
            <a:endParaRPr lang="en-US" altLang="zh-CN"/>
          </a:p>
        </p:txBody>
      </p:sp>
    </p:spTree>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BC0E9E2F-7884-4035-B036-CE75B3A24EE1}" type="slidenum">
              <a:rPr lang="zh-CN" altLang="en-US"/>
              <a:pPr/>
              <a:t>‹#›</a:t>
            </a:fld>
            <a:endParaRPr lang="en-US" altLang="zh-CN"/>
          </a:p>
        </p:txBody>
      </p:sp>
    </p:spTree>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
        <p:nvSpPr>
          <p:cNvPr id="6" name="灯片编号占位符 5"/>
          <p:cNvSpPr>
            <a:spLocks noGrp="1"/>
          </p:cNvSpPr>
          <p:nvPr>
            <p:ph type="sldNum" sz="quarter" idx="12"/>
          </p:nvPr>
        </p:nvSpPr>
        <p:spPr/>
        <p:txBody>
          <a:bodyPr/>
          <a:lstStyle>
            <a:lvl1pPr>
              <a:defRPr/>
            </a:lvl1pPr>
          </a:lstStyle>
          <a:p>
            <a:fld id="{27B44B44-A0DC-4456-9FF9-BB25F27CBBB9}" type="slidenum">
              <a:rPr lang="zh-CN" altLang="en-US"/>
              <a:pPr/>
              <a:t>‹#›</a:t>
            </a:fld>
            <a:endParaRPr lang="en-US" altLang="zh-CN"/>
          </a:p>
        </p:txBody>
      </p:sp>
    </p:spTree>
  </p:cSld>
  <p:clrMapOvr>
    <a:masterClrMapping/>
  </p:clrMapOvr>
  <p:transition>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45720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a:xfrm>
            <a:off x="685800" y="6248400"/>
            <a:ext cx="1905000" cy="457200"/>
          </a:xfrm>
        </p:spPr>
        <p:txBody>
          <a:bodyPr/>
          <a:lstStyle>
            <a:lvl1pPr>
              <a:defRPr/>
            </a:lvl1pPr>
          </a:lstStyle>
          <a:p>
            <a:endParaRPr lang="en-US" altLang="zh-CN"/>
          </a:p>
        </p:txBody>
      </p:sp>
      <p:sp>
        <p:nvSpPr>
          <p:cNvPr id="6" name="页脚占位符 5"/>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7" name="灯片编号占位符 6"/>
          <p:cNvSpPr>
            <a:spLocks noGrp="1"/>
          </p:cNvSpPr>
          <p:nvPr>
            <p:ph type="sldNum" sz="quarter" idx="12"/>
          </p:nvPr>
        </p:nvSpPr>
        <p:spPr>
          <a:xfrm>
            <a:off x="6553200" y="6248400"/>
            <a:ext cx="1905000" cy="457200"/>
          </a:xfrm>
        </p:spPr>
        <p:txBody>
          <a:bodyPr/>
          <a:lstStyle>
            <a:lvl1pPr>
              <a:defRPr/>
            </a:lvl1pPr>
          </a:lstStyle>
          <a:p>
            <a:fld id="{D6FE8523-EB81-4D5F-9BB3-90A5CA402410}" type="slidenum">
              <a:rPr lang="zh-CN" altLang="en-US"/>
              <a:pPr/>
              <a:t>‹#›</a:t>
            </a:fld>
            <a:endParaRPr lang="en-US"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4572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1"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eaLnBrk="1" hangingPunct="1">
              <a:spcBef>
                <a:spcPct val="50000"/>
              </a:spcBef>
              <a:defRPr sz="1400" b="0">
                <a:solidFill>
                  <a:schemeClr val="bg2"/>
                </a:solidFill>
              </a:defRPr>
            </a:lvl1pPr>
          </a:lstStyle>
          <a:p>
            <a:endParaRPr lang="en-US" altLang="zh-CN"/>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ctr" eaLnBrk="1" hangingPunct="1">
              <a:spcBef>
                <a:spcPct val="50000"/>
              </a:spcBef>
              <a:defRPr sz="1400" b="0">
                <a:solidFill>
                  <a:schemeClr val="bg2"/>
                </a:solidFill>
              </a:defRPr>
            </a:lvl1pPr>
          </a:lstStyle>
          <a:p>
            <a:endParaRPr lang="en-US" altLang="zh-CN"/>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eaLnBrk="1" hangingPunct="1">
              <a:spcBef>
                <a:spcPct val="50000"/>
              </a:spcBef>
              <a:defRPr sz="1400" b="0">
                <a:solidFill>
                  <a:schemeClr val="bg2"/>
                </a:solidFill>
              </a:defRPr>
            </a:lvl1pPr>
          </a:lstStyle>
          <a:p>
            <a:fld id="{21E2176C-5AF5-494B-899A-8D30E0B6F72D}" type="slidenum">
              <a:rPr lang="zh-CN" altLang="en-US"/>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random/>
  </p:transition>
  <p:timing>
    <p:tnLst>
      <p:par>
        <p:cTn id="1" dur="indefinite" restart="never" nodeType="tmRoot"/>
      </p:par>
    </p:tnLst>
  </p:timing>
  <p:hf hdr="0" ftr="0" dt="0"/>
  <p:txStyles>
    <p:titleStyle>
      <a:lvl1pPr algn="l" rtl="0" fontAlgn="base">
        <a:spcBef>
          <a:spcPct val="0"/>
        </a:spcBef>
        <a:spcAft>
          <a:spcPct val="0"/>
        </a:spcAft>
        <a:defRPr kumimoji="1" sz="4400">
          <a:solidFill>
            <a:schemeClr val="tx2"/>
          </a:solidFill>
          <a:latin typeface="+mj-lt"/>
          <a:ea typeface="+mj-ea"/>
          <a:cs typeface="+mj-cs"/>
        </a:defRPr>
      </a:lvl1pPr>
      <a:lvl2pPr algn="l" rtl="0" fontAlgn="base">
        <a:spcBef>
          <a:spcPct val="0"/>
        </a:spcBef>
        <a:spcAft>
          <a:spcPct val="0"/>
        </a:spcAft>
        <a:defRPr kumimoji="1" sz="4400">
          <a:solidFill>
            <a:schemeClr val="tx2"/>
          </a:solidFill>
          <a:latin typeface="Times New Roman" pitchFamily="18" charset="0"/>
          <a:ea typeface="宋体" pitchFamily="2" charset="-122"/>
        </a:defRPr>
      </a:lvl2pPr>
      <a:lvl3pPr algn="l" rtl="0" fontAlgn="base">
        <a:spcBef>
          <a:spcPct val="0"/>
        </a:spcBef>
        <a:spcAft>
          <a:spcPct val="0"/>
        </a:spcAft>
        <a:defRPr kumimoji="1" sz="4400">
          <a:solidFill>
            <a:schemeClr val="tx2"/>
          </a:solidFill>
          <a:latin typeface="Times New Roman" pitchFamily="18" charset="0"/>
          <a:ea typeface="宋体" pitchFamily="2" charset="-122"/>
        </a:defRPr>
      </a:lvl3pPr>
      <a:lvl4pPr algn="l" rtl="0" fontAlgn="base">
        <a:spcBef>
          <a:spcPct val="0"/>
        </a:spcBef>
        <a:spcAft>
          <a:spcPct val="0"/>
        </a:spcAft>
        <a:defRPr kumimoji="1" sz="4400">
          <a:solidFill>
            <a:schemeClr val="tx2"/>
          </a:solidFill>
          <a:latin typeface="Times New Roman" pitchFamily="18" charset="0"/>
          <a:ea typeface="宋体" pitchFamily="2" charset="-122"/>
        </a:defRPr>
      </a:lvl4pPr>
      <a:lvl5pPr algn="l" rtl="0" fontAlgn="base">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fontAlgn="base">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fontAlgn="base">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http://202.205.107.80/wangshangjiaoxue/kejian/daxuewuli/daxuewuli-fanshixi/wuli/17-2.files/slide0129_image011.gif" TargetMode="External"/><Relationship Id="rId3" Type="http://schemas.openxmlformats.org/officeDocument/2006/relationships/image" Target="http://202.205.107.80/wangshangjiaoxue/kejian/daxuewuli/daxuewuli-fanshixi/wuli/17-2.files/slide0129_image007.gif" TargetMode="External"/><Relationship Id="rId7" Type="http://schemas.openxmlformats.org/officeDocument/2006/relationships/image" Target="http://202.205.107.80/wangshangjiaoxue/kejian/daxuewuli/daxuewuli-fanshixi/wuli/17-2.files/slide0129_image013.gif" TargetMode="External"/><Relationship Id="rId12"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png"/><Relationship Id="rId11" Type="http://schemas.openxmlformats.org/officeDocument/2006/relationships/image" Target="http://202.205.107.80/wangshangjiaoxue/kejian/daxuewuli/daxuewuli-fanshixi/wuli/17-2.files/slide0129_image012.gif" TargetMode="External"/><Relationship Id="rId5" Type="http://schemas.openxmlformats.org/officeDocument/2006/relationships/image" Target="http://202.205.107.80/wangshangjiaoxue/kejian/daxuewuli/daxuewuli-fanshixi/wuli/17-2.files/slide0129_image009.gif" TargetMode="External"/><Relationship Id="rId10"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http://202.205.107.80/wangshangjiaoxue/kejian/daxuewuli/daxuewuli-fanshixi/wuli/17-2.files/slide0129_image010.gif"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9.wmf"/><Relationship Id="rId13" Type="http://schemas.openxmlformats.org/officeDocument/2006/relationships/oleObject" Target="../embeddings/oleObject6.bin"/><Relationship Id="rId18" Type="http://schemas.openxmlformats.org/officeDocument/2006/relationships/image" Target="../media/image14.emf"/><Relationship Id="rId3" Type="http://schemas.openxmlformats.org/officeDocument/2006/relationships/oleObject" Target="../embeddings/oleObject1.bin"/><Relationship Id="rId21" Type="http://schemas.openxmlformats.org/officeDocument/2006/relationships/oleObject" Target="../embeddings/oleObject10.bin"/><Relationship Id="rId7" Type="http://schemas.openxmlformats.org/officeDocument/2006/relationships/oleObject" Target="../embeddings/oleObject3.bin"/><Relationship Id="rId12" Type="http://schemas.openxmlformats.org/officeDocument/2006/relationships/image" Target="../media/image11.wmf"/><Relationship Id="rId17" Type="http://schemas.openxmlformats.org/officeDocument/2006/relationships/oleObject" Target="../embeddings/oleObject8.bin"/><Relationship Id="rId2" Type="http://schemas.openxmlformats.org/officeDocument/2006/relationships/slideLayout" Target="../slideLayouts/slideLayout7.xml"/><Relationship Id="rId16" Type="http://schemas.openxmlformats.org/officeDocument/2006/relationships/image" Target="../media/image13.wmf"/><Relationship Id="rId20" Type="http://schemas.openxmlformats.org/officeDocument/2006/relationships/image" Target="../media/image15.emf"/><Relationship Id="rId1" Type="http://schemas.openxmlformats.org/officeDocument/2006/relationships/vmlDrawing" Target="../drawings/vmlDrawing1.vml"/><Relationship Id="rId6" Type="http://schemas.openxmlformats.org/officeDocument/2006/relationships/image" Target="../media/image8.emf"/><Relationship Id="rId11" Type="http://schemas.openxmlformats.org/officeDocument/2006/relationships/oleObject" Target="../embeddings/oleObject5.bin"/><Relationship Id="rId5" Type="http://schemas.openxmlformats.org/officeDocument/2006/relationships/oleObject" Target="../embeddings/oleObject2.bin"/><Relationship Id="rId15" Type="http://schemas.openxmlformats.org/officeDocument/2006/relationships/oleObject" Target="../embeddings/oleObject7.bin"/><Relationship Id="rId10" Type="http://schemas.openxmlformats.org/officeDocument/2006/relationships/image" Target="../media/image10.emf"/><Relationship Id="rId19" Type="http://schemas.openxmlformats.org/officeDocument/2006/relationships/oleObject" Target="../embeddings/oleObject9.bin"/><Relationship Id="rId4" Type="http://schemas.openxmlformats.org/officeDocument/2006/relationships/image" Target="../media/image7.wmf"/><Relationship Id="rId9" Type="http://schemas.openxmlformats.org/officeDocument/2006/relationships/oleObject" Target="../embeddings/oleObject4.bin"/><Relationship Id="rId14" Type="http://schemas.openxmlformats.org/officeDocument/2006/relationships/image" Target="../media/image12.wmf"/><Relationship Id="rId22" Type="http://schemas.openxmlformats.org/officeDocument/2006/relationships/image" Target="../media/image16.emf"/></Relationships>
</file>

<file path=ppt/slides/_rels/slide4.xml.rels><?xml version="1.0" encoding="UTF-8" standalone="yes"?>
<Relationships xmlns="http://schemas.openxmlformats.org/package/2006/relationships"><Relationship Id="rId3" Type="http://schemas.openxmlformats.org/officeDocument/2006/relationships/image" Target="../media/image19.jpeg"/><Relationship Id="rId7" Type="http://schemas.openxmlformats.org/officeDocument/2006/relationships/image" Target="../media/image18.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12.bin"/><Relationship Id="rId5" Type="http://schemas.openxmlformats.org/officeDocument/2006/relationships/image" Target="../media/image17.wmf"/><Relationship Id="rId4" Type="http://schemas.openxmlformats.org/officeDocument/2006/relationships/oleObject" Target="../embeddings/oleObject11.bin"/></Relationships>
</file>

<file path=ppt/slides/_rels/slide5.xml.rels><?xml version="1.0" encoding="UTF-8" standalone="yes"?>
<Relationships xmlns="http://schemas.openxmlformats.org/package/2006/relationships"><Relationship Id="rId8" Type="http://schemas.openxmlformats.org/officeDocument/2006/relationships/image" Target="../media/image22.wmf"/><Relationship Id="rId13" Type="http://schemas.openxmlformats.org/officeDocument/2006/relationships/oleObject" Target="../embeddings/oleObject18.bin"/><Relationship Id="rId18" Type="http://schemas.openxmlformats.org/officeDocument/2006/relationships/oleObject" Target="../embeddings/oleObject20.bin"/><Relationship Id="rId26" Type="http://schemas.openxmlformats.org/officeDocument/2006/relationships/oleObject" Target="../embeddings/oleObject24.bin"/><Relationship Id="rId3" Type="http://schemas.openxmlformats.org/officeDocument/2006/relationships/oleObject" Target="../embeddings/oleObject13.bin"/><Relationship Id="rId21" Type="http://schemas.openxmlformats.org/officeDocument/2006/relationships/image" Target="../media/image28.emf"/><Relationship Id="rId7" Type="http://schemas.openxmlformats.org/officeDocument/2006/relationships/oleObject" Target="../embeddings/oleObject15.bin"/><Relationship Id="rId12" Type="http://schemas.openxmlformats.org/officeDocument/2006/relationships/image" Target="../media/image24.wmf"/><Relationship Id="rId17" Type="http://schemas.openxmlformats.org/officeDocument/2006/relationships/image" Target="../media/image26.wmf"/><Relationship Id="rId25" Type="http://schemas.openxmlformats.org/officeDocument/2006/relationships/image" Target="../media/image30.wmf"/><Relationship Id="rId33" Type="http://schemas.openxmlformats.org/officeDocument/2006/relationships/image" Target="../media/image34.emf"/><Relationship Id="rId2" Type="http://schemas.openxmlformats.org/officeDocument/2006/relationships/slideLayout" Target="../slideLayouts/slideLayout7.xml"/><Relationship Id="rId16" Type="http://schemas.openxmlformats.org/officeDocument/2006/relationships/oleObject" Target="../embeddings/oleObject19.bin"/><Relationship Id="rId20" Type="http://schemas.openxmlformats.org/officeDocument/2006/relationships/oleObject" Target="../embeddings/oleObject21.bin"/><Relationship Id="rId29" Type="http://schemas.openxmlformats.org/officeDocument/2006/relationships/image" Target="../media/image32.wmf"/><Relationship Id="rId1" Type="http://schemas.openxmlformats.org/officeDocument/2006/relationships/vmlDrawing" Target="../drawings/vmlDrawing3.vml"/><Relationship Id="rId6" Type="http://schemas.openxmlformats.org/officeDocument/2006/relationships/image" Target="../media/image21.wmf"/><Relationship Id="rId11" Type="http://schemas.openxmlformats.org/officeDocument/2006/relationships/oleObject" Target="../embeddings/oleObject17.bin"/><Relationship Id="rId24" Type="http://schemas.openxmlformats.org/officeDocument/2006/relationships/oleObject" Target="../embeddings/oleObject23.bin"/><Relationship Id="rId32" Type="http://schemas.openxmlformats.org/officeDocument/2006/relationships/oleObject" Target="../embeddings/oleObject27.bin"/><Relationship Id="rId5" Type="http://schemas.openxmlformats.org/officeDocument/2006/relationships/oleObject" Target="../embeddings/oleObject14.bin"/><Relationship Id="rId15" Type="http://schemas.openxmlformats.org/officeDocument/2006/relationships/image" Target="../media/image19.jpeg"/><Relationship Id="rId23" Type="http://schemas.openxmlformats.org/officeDocument/2006/relationships/image" Target="../media/image29.emf"/><Relationship Id="rId28" Type="http://schemas.openxmlformats.org/officeDocument/2006/relationships/oleObject" Target="../embeddings/oleObject25.bin"/><Relationship Id="rId10" Type="http://schemas.openxmlformats.org/officeDocument/2006/relationships/image" Target="../media/image23.wmf"/><Relationship Id="rId19" Type="http://schemas.openxmlformats.org/officeDocument/2006/relationships/image" Target="../media/image27.emf"/><Relationship Id="rId31" Type="http://schemas.openxmlformats.org/officeDocument/2006/relationships/image" Target="../media/image33.wmf"/><Relationship Id="rId4" Type="http://schemas.openxmlformats.org/officeDocument/2006/relationships/image" Target="../media/image20.wmf"/><Relationship Id="rId9" Type="http://schemas.openxmlformats.org/officeDocument/2006/relationships/oleObject" Target="../embeddings/oleObject16.bin"/><Relationship Id="rId14" Type="http://schemas.openxmlformats.org/officeDocument/2006/relationships/image" Target="../media/image25.wmf"/><Relationship Id="rId22" Type="http://schemas.openxmlformats.org/officeDocument/2006/relationships/oleObject" Target="../embeddings/oleObject22.bin"/><Relationship Id="rId27" Type="http://schemas.openxmlformats.org/officeDocument/2006/relationships/image" Target="../media/image31.emf"/><Relationship Id="rId30" Type="http://schemas.openxmlformats.org/officeDocument/2006/relationships/oleObject" Target="../embeddings/oleObject26.bin"/></Relationships>
</file>

<file path=ppt/slides/_rels/slide6.xml.rels><?xml version="1.0" encoding="UTF-8" standalone="yes"?>
<Relationships xmlns="http://schemas.openxmlformats.org/package/2006/relationships"><Relationship Id="rId8" Type="http://schemas.openxmlformats.org/officeDocument/2006/relationships/image" Target="../media/image37.emf"/><Relationship Id="rId13" Type="http://schemas.openxmlformats.org/officeDocument/2006/relationships/oleObject" Target="../embeddings/oleObject33.bin"/><Relationship Id="rId18" Type="http://schemas.openxmlformats.org/officeDocument/2006/relationships/image" Target="../media/image42.wmf"/><Relationship Id="rId3" Type="http://schemas.openxmlformats.org/officeDocument/2006/relationships/oleObject" Target="../embeddings/oleObject28.bin"/><Relationship Id="rId7" Type="http://schemas.openxmlformats.org/officeDocument/2006/relationships/oleObject" Target="../embeddings/oleObject30.bin"/><Relationship Id="rId12" Type="http://schemas.openxmlformats.org/officeDocument/2006/relationships/image" Target="../media/image39.wmf"/><Relationship Id="rId17" Type="http://schemas.openxmlformats.org/officeDocument/2006/relationships/oleObject" Target="../embeddings/oleObject35.bin"/><Relationship Id="rId2" Type="http://schemas.openxmlformats.org/officeDocument/2006/relationships/slideLayout" Target="../slideLayouts/slideLayout7.xml"/><Relationship Id="rId16" Type="http://schemas.openxmlformats.org/officeDocument/2006/relationships/image" Target="../media/image41.wmf"/><Relationship Id="rId20" Type="http://schemas.openxmlformats.org/officeDocument/2006/relationships/image" Target="../media/image43.wmf"/><Relationship Id="rId1" Type="http://schemas.openxmlformats.org/officeDocument/2006/relationships/vmlDrawing" Target="../drawings/vmlDrawing4.vml"/><Relationship Id="rId6" Type="http://schemas.openxmlformats.org/officeDocument/2006/relationships/image" Target="../media/image36.wmf"/><Relationship Id="rId11" Type="http://schemas.openxmlformats.org/officeDocument/2006/relationships/oleObject" Target="../embeddings/oleObject32.bin"/><Relationship Id="rId5" Type="http://schemas.openxmlformats.org/officeDocument/2006/relationships/oleObject" Target="../embeddings/oleObject29.bin"/><Relationship Id="rId15" Type="http://schemas.openxmlformats.org/officeDocument/2006/relationships/oleObject" Target="../embeddings/oleObject34.bin"/><Relationship Id="rId10" Type="http://schemas.openxmlformats.org/officeDocument/2006/relationships/image" Target="../media/image38.wmf"/><Relationship Id="rId19" Type="http://schemas.openxmlformats.org/officeDocument/2006/relationships/oleObject" Target="../embeddings/oleObject36.bin"/><Relationship Id="rId4" Type="http://schemas.openxmlformats.org/officeDocument/2006/relationships/image" Target="../media/image35.wmf"/><Relationship Id="rId9" Type="http://schemas.openxmlformats.org/officeDocument/2006/relationships/oleObject" Target="../embeddings/oleObject31.bin"/><Relationship Id="rId14" Type="http://schemas.openxmlformats.org/officeDocument/2006/relationships/image" Target="../media/image40.wmf"/></Relationships>
</file>

<file path=ppt/slides/_rels/slide7.xml.rels><?xml version="1.0" encoding="UTF-8" standalone="yes"?>
<Relationships xmlns="http://schemas.openxmlformats.org/package/2006/relationships"><Relationship Id="rId13" Type="http://schemas.openxmlformats.org/officeDocument/2006/relationships/oleObject" Target="../embeddings/oleObject42.bin"/><Relationship Id="rId18" Type="http://schemas.openxmlformats.org/officeDocument/2006/relationships/oleObject" Target="../embeddings/oleObject45.bin"/><Relationship Id="rId26" Type="http://schemas.openxmlformats.org/officeDocument/2006/relationships/image" Target="../media/image54.emf"/><Relationship Id="rId39" Type="http://schemas.openxmlformats.org/officeDocument/2006/relationships/image" Target="../media/image58.wmf"/><Relationship Id="rId3" Type="http://schemas.openxmlformats.org/officeDocument/2006/relationships/oleObject" Target="../embeddings/oleObject37.bin"/><Relationship Id="rId21" Type="http://schemas.openxmlformats.org/officeDocument/2006/relationships/oleObject" Target="../embeddings/oleObject47.bin"/><Relationship Id="rId34" Type="http://schemas.openxmlformats.org/officeDocument/2006/relationships/oleObject" Target="../embeddings/oleObject54.bin"/><Relationship Id="rId42" Type="http://schemas.openxmlformats.org/officeDocument/2006/relationships/oleObject" Target="../embeddings/oleObject58.bin"/><Relationship Id="rId47" Type="http://schemas.openxmlformats.org/officeDocument/2006/relationships/oleObject" Target="../embeddings/oleObject62.bin"/><Relationship Id="rId50" Type="http://schemas.openxmlformats.org/officeDocument/2006/relationships/oleObject" Target="../embeddings/oleObject65.bin"/><Relationship Id="rId7" Type="http://schemas.openxmlformats.org/officeDocument/2006/relationships/oleObject" Target="../embeddings/oleObject39.bin"/><Relationship Id="rId12" Type="http://schemas.openxmlformats.org/officeDocument/2006/relationships/image" Target="../media/image48.wmf"/><Relationship Id="rId17" Type="http://schemas.openxmlformats.org/officeDocument/2006/relationships/image" Target="../media/image50.emf"/><Relationship Id="rId25" Type="http://schemas.openxmlformats.org/officeDocument/2006/relationships/oleObject" Target="../embeddings/oleObject49.bin"/><Relationship Id="rId33" Type="http://schemas.openxmlformats.org/officeDocument/2006/relationships/oleObject" Target="../embeddings/oleObject53.bin"/><Relationship Id="rId38" Type="http://schemas.openxmlformats.org/officeDocument/2006/relationships/oleObject" Target="../embeddings/oleObject56.bin"/><Relationship Id="rId46" Type="http://schemas.openxmlformats.org/officeDocument/2006/relationships/image" Target="../media/image59.emf"/><Relationship Id="rId2" Type="http://schemas.openxmlformats.org/officeDocument/2006/relationships/slideLayout" Target="../slideLayouts/slideLayout7.xml"/><Relationship Id="rId16" Type="http://schemas.openxmlformats.org/officeDocument/2006/relationships/oleObject" Target="../embeddings/oleObject44.bin"/><Relationship Id="rId20" Type="http://schemas.openxmlformats.org/officeDocument/2006/relationships/image" Target="../media/image51.wmf"/><Relationship Id="rId29" Type="http://schemas.openxmlformats.org/officeDocument/2006/relationships/oleObject" Target="../embeddings/oleObject51.bin"/><Relationship Id="rId41" Type="http://schemas.openxmlformats.org/officeDocument/2006/relationships/image" Target="../media/image33.wmf"/><Relationship Id="rId1" Type="http://schemas.openxmlformats.org/officeDocument/2006/relationships/vmlDrawing" Target="../drawings/vmlDrawing5.vml"/><Relationship Id="rId6" Type="http://schemas.openxmlformats.org/officeDocument/2006/relationships/image" Target="../media/image45.wmf"/><Relationship Id="rId11" Type="http://schemas.openxmlformats.org/officeDocument/2006/relationships/oleObject" Target="../embeddings/oleObject41.bin"/><Relationship Id="rId24" Type="http://schemas.openxmlformats.org/officeDocument/2006/relationships/image" Target="../media/image53.wmf"/><Relationship Id="rId32" Type="http://schemas.openxmlformats.org/officeDocument/2006/relationships/image" Target="../media/image55.wmf"/><Relationship Id="rId37" Type="http://schemas.openxmlformats.org/officeDocument/2006/relationships/image" Target="../media/image57.wmf"/><Relationship Id="rId40" Type="http://schemas.openxmlformats.org/officeDocument/2006/relationships/oleObject" Target="../embeddings/oleObject57.bin"/><Relationship Id="rId45" Type="http://schemas.openxmlformats.org/officeDocument/2006/relationships/oleObject" Target="../embeddings/oleObject61.bin"/><Relationship Id="rId53" Type="http://schemas.openxmlformats.org/officeDocument/2006/relationships/image" Target="../media/image60.emf"/><Relationship Id="rId5" Type="http://schemas.openxmlformats.org/officeDocument/2006/relationships/oleObject" Target="../embeddings/oleObject38.bin"/><Relationship Id="rId15" Type="http://schemas.openxmlformats.org/officeDocument/2006/relationships/oleObject" Target="../embeddings/oleObject43.bin"/><Relationship Id="rId23" Type="http://schemas.openxmlformats.org/officeDocument/2006/relationships/oleObject" Target="../embeddings/oleObject48.bin"/><Relationship Id="rId28" Type="http://schemas.openxmlformats.org/officeDocument/2006/relationships/image" Target="../media/image22.wmf"/><Relationship Id="rId36" Type="http://schemas.openxmlformats.org/officeDocument/2006/relationships/oleObject" Target="../embeddings/oleObject55.bin"/><Relationship Id="rId49" Type="http://schemas.openxmlformats.org/officeDocument/2006/relationships/oleObject" Target="../embeddings/oleObject64.bin"/><Relationship Id="rId10" Type="http://schemas.openxmlformats.org/officeDocument/2006/relationships/image" Target="../media/image47.wmf"/><Relationship Id="rId19" Type="http://schemas.openxmlformats.org/officeDocument/2006/relationships/oleObject" Target="../embeddings/oleObject46.bin"/><Relationship Id="rId31" Type="http://schemas.openxmlformats.org/officeDocument/2006/relationships/oleObject" Target="../embeddings/oleObject52.bin"/><Relationship Id="rId44" Type="http://schemas.openxmlformats.org/officeDocument/2006/relationships/oleObject" Target="../embeddings/oleObject60.bin"/><Relationship Id="rId52" Type="http://schemas.openxmlformats.org/officeDocument/2006/relationships/oleObject" Target="../embeddings/oleObject67.bin"/><Relationship Id="rId4" Type="http://schemas.openxmlformats.org/officeDocument/2006/relationships/image" Target="../media/image44.wmf"/><Relationship Id="rId9" Type="http://schemas.openxmlformats.org/officeDocument/2006/relationships/oleObject" Target="../embeddings/oleObject40.bin"/><Relationship Id="rId14" Type="http://schemas.openxmlformats.org/officeDocument/2006/relationships/image" Target="../media/image49.wmf"/><Relationship Id="rId22" Type="http://schemas.openxmlformats.org/officeDocument/2006/relationships/image" Target="../media/image52.wmf"/><Relationship Id="rId27" Type="http://schemas.openxmlformats.org/officeDocument/2006/relationships/oleObject" Target="../embeddings/oleObject50.bin"/><Relationship Id="rId30" Type="http://schemas.openxmlformats.org/officeDocument/2006/relationships/image" Target="../media/image30.wmf"/><Relationship Id="rId35" Type="http://schemas.openxmlformats.org/officeDocument/2006/relationships/image" Target="../media/image56.wmf"/><Relationship Id="rId43" Type="http://schemas.openxmlformats.org/officeDocument/2006/relationships/oleObject" Target="../embeddings/oleObject59.bin"/><Relationship Id="rId48" Type="http://schemas.openxmlformats.org/officeDocument/2006/relationships/oleObject" Target="../embeddings/oleObject63.bin"/><Relationship Id="rId8" Type="http://schemas.openxmlformats.org/officeDocument/2006/relationships/image" Target="../media/image46.emf"/><Relationship Id="rId51" Type="http://schemas.openxmlformats.org/officeDocument/2006/relationships/oleObject" Target="../embeddings/oleObject66.bin"/></Relationships>
</file>

<file path=ppt/slides/_rels/slide8.xml.rels><?xml version="1.0" encoding="UTF-8" standalone="yes"?>
<Relationships xmlns="http://schemas.openxmlformats.org/package/2006/relationships"><Relationship Id="rId8" Type="http://schemas.openxmlformats.org/officeDocument/2006/relationships/image" Target="../media/image63.wmf"/><Relationship Id="rId13" Type="http://schemas.openxmlformats.org/officeDocument/2006/relationships/oleObject" Target="../embeddings/oleObject73.bin"/><Relationship Id="rId18" Type="http://schemas.openxmlformats.org/officeDocument/2006/relationships/image" Target="../media/image68.wmf"/><Relationship Id="rId26" Type="http://schemas.openxmlformats.org/officeDocument/2006/relationships/image" Target="../media/image69.emf"/><Relationship Id="rId39" Type="http://schemas.openxmlformats.org/officeDocument/2006/relationships/oleObject" Target="../embeddings/oleObject86.bin"/><Relationship Id="rId3" Type="http://schemas.openxmlformats.org/officeDocument/2006/relationships/oleObject" Target="../embeddings/oleObject68.bin"/><Relationship Id="rId21" Type="http://schemas.openxmlformats.org/officeDocument/2006/relationships/oleObject" Target="../embeddings/oleObject77.bin"/><Relationship Id="rId34" Type="http://schemas.openxmlformats.org/officeDocument/2006/relationships/image" Target="../media/image47.wmf"/><Relationship Id="rId42" Type="http://schemas.openxmlformats.org/officeDocument/2006/relationships/image" Target="../media/image33.wmf"/><Relationship Id="rId7" Type="http://schemas.openxmlformats.org/officeDocument/2006/relationships/oleObject" Target="../embeddings/oleObject70.bin"/><Relationship Id="rId12" Type="http://schemas.openxmlformats.org/officeDocument/2006/relationships/image" Target="../media/image65.wmf"/><Relationship Id="rId17" Type="http://schemas.openxmlformats.org/officeDocument/2006/relationships/oleObject" Target="../embeddings/oleObject75.bin"/><Relationship Id="rId25" Type="http://schemas.openxmlformats.org/officeDocument/2006/relationships/oleObject" Target="../embeddings/oleObject79.bin"/><Relationship Id="rId33" Type="http://schemas.openxmlformats.org/officeDocument/2006/relationships/oleObject" Target="../embeddings/oleObject83.bin"/><Relationship Id="rId38" Type="http://schemas.openxmlformats.org/officeDocument/2006/relationships/image" Target="../media/image57.wmf"/><Relationship Id="rId2" Type="http://schemas.openxmlformats.org/officeDocument/2006/relationships/slideLayout" Target="../slideLayouts/slideLayout7.xml"/><Relationship Id="rId16" Type="http://schemas.openxmlformats.org/officeDocument/2006/relationships/image" Target="../media/image67.wmf"/><Relationship Id="rId20" Type="http://schemas.openxmlformats.org/officeDocument/2006/relationships/image" Target="../media/image51.wmf"/><Relationship Id="rId29" Type="http://schemas.openxmlformats.org/officeDocument/2006/relationships/oleObject" Target="../embeddings/oleObject81.bin"/><Relationship Id="rId41" Type="http://schemas.openxmlformats.org/officeDocument/2006/relationships/oleObject" Target="../embeddings/oleObject87.bin"/><Relationship Id="rId1" Type="http://schemas.openxmlformats.org/officeDocument/2006/relationships/vmlDrawing" Target="../drawings/vmlDrawing6.vml"/><Relationship Id="rId6" Type="http://schemas.openxmlformats.org/officeDocument/2006/relationships/image" Target="../media/image62.wmf"/><Relationship Id="rId11" Type="http://schemas.openxmlformats.org/officeDocument/2006/relationships/oleObject" Target="../embeddings/oleObject72.bin"/><Relationship Id="rId24" Type="http://schemas.openxmlformats.org/officeDocument/2006/relationships/image" Target="../media/image53.wmf"/><Relationship Id="rId32" Type="http://schemas.openxmlformats.org/officeDocument/2006/relationships/image" Target="../media/image55.wmf"/><Relationship Id="rId37" Type="http://schemas.openxmlformats.org/officeDocument/2006/relationships/oleObject" Target="../embeddings/oleObject85.bin"/><Relationship Id="rId40" Type="http://schemas.openxmlformats.org/officeDocument/2006/relationships/image" Target="../media/image58.wmf"/><Relationship Id="rId5" Type="http://schemas.openxmlformats.org/officeDocument/2006/relationships/oleObject" Target="../embeddings/oleObject69.bin"/><Relationship Id="rId15" Type="http://schemas.openxmlformats.org/officeDocument/2006/relationships/oleObject" Target="../embeddings/oleObject74.bin"/><Relationship Id="rId23" Type="http://schemas.openxmlformats.org/officeDocument/2006/relationships/oleObject" Target="../embeddings/oleObject78.bin"/><Relationship Id="rId28" Type="http://schemas.openxmlformats.org/officeDocument/2006/relationships/image" Target="../media/image22.wmf"/><Relationship Id="rId36" Type="http://schemas.openxmlformats.org/officeDocument/2006/relationships/image" Target="../media/image56.wmf"/><Relationship Id="rId10" Type="http://schemas.openxmlformats.org/officeDocument/2006/relationships/image" Target="../media/image64.wmf"/><Relationship Id="rId19" Type="http://schemas.openxmlformats.org/officeDocument/2006/relationships/oleObject" Target="../embeddings/oleObject76.bin"/><Relationship Id="rId31" Type="http://schemas.openxmlformats.org/officeDocument/2006/relationships/oleObject" Target="../embeddings/oleObject82.bin"/><Relationship Id="rId4" Type="http://schemas.openxmlformats.org/officeDocument/2006/relationships/image" Target="../media/image61.wmf"/><Relationship Id="rId9" Type="http://schemas.openxmlformats.org/officeDocument/2006/relationships/oleObject" Target="../embeddings/oleObject71.bin"/><Relationship Id="rId14" Type="http://schemas.openxmlformats.org/officeDocument/2006/relationships/image" Target="../media/image66.wmf"/><Relationship Id="rId22" Type="http://schemas.openxmlformats.org/officeDocument/2006/relationships/image" Target="../media/image52.wmf"/><Relationship Id="rId27" Type="http://schemas.openxmlformats.org/officeDocument/2006/relationships/oleObject" Target="../embeddings/oleObject80.bin"/><Relationship Id="rId30" Type="http://schemas.openxmlformats.org/officeDocument/2006/relationships/image" Target="../media/image30.wmf"/><Relationship Id="rId35" Type="http://schemas.openxmlformats.org/officeDocument/2006/relationships/oleObject" Target="../embeddings/oleObject84.bin"/></Relationships>
</file>

<file path=ppt/slides/_rels/slide9.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93.bin"/><Relationship Id="rId18" Type="http://schemas.openxmlformats.org/officeDocument/2006/relationships/image" Target="../media/image77.wmf"/><Relationship Id="rId3" Type="http://schemas.openxmlformats.org/officeDocument/2006/relationships/oleObject" Target="../embeddings/oleObject88.bin"/><Relationship Id="rId21" Type="http://schemas.openxmlformats.org/officeDocument/2006/relationships/oleObject" Target="../embeddings/oleObject97.bin"/><Relationship Id="rId7" Type="http://schemas.openxmlformats.org/officeDocument/2006/relationships/oleObject" Target="../embeddings/oleObject90.bin"/><Relationship Id="rId12" Type="http://schemas.openxmlformats.org/officeDocument/2006/relationships/image" Target="../media/image74.wmf"/><Relationship Id="rId17" Type="http://schemas.openxmlformats.org/officeDocument/2006/relationships/oleObject" Target="../embeddings/oleObject95.bin"/><Relationship Id="rId2" Type="http://schemas.openxmlformats.org/officeDocument/2006/relationships/slideLayout" Target="../slideLayouts/slideLayout7.xml"/><Relationship Id="rId16" Type="http://schemas.openxmlformats.org/officeDocument/2006/relationships/image" Target="../media/image76.wmf"/><Relationship Id="rId20" Type="http://schemas.openxmlformats.org/officeDocument/2006/relationships/image" Target="../media/image78.wmf"/><Relationship Id="rId1" Type="http://schemas.openxmlformats.org/officeDocument/2006/relationships/vmlDrawing" Target="../drawings/vmlDrawing7.vml"/><Relationship Id="rId6" Type="http://schemas.openxmlformats.org/officeDocument/2006/relationships/image" Target="../media/image71.wmf"/><Relationship Id="rId11" Type="http://schemas.openxmlformats.org/officeDocument/2006/relationships/oleObject" Target="../embeddings/oleObject92.bin"/><Relationship Id="rId24" Type="http://schemas.openxmlformats.org/officeDocument/2006/relationships/image" Target="../media/image80.wmf"/><Relationship Id="rId5" Type="http://schemas.openxmlformats.org/officeDocument/2006/relationships/oleObject" Target="../embeddings/oleObject89.bin"/><Relationship Id="rId15" Type="http://schemas.openxmlformats.org/officeDocument/2006/relationships/oleObject" Target="../embeddings/oleObject94.bin"/><Relationship Id="rId23" Type="http://schemas.openxmlformats.org/officeDocument/2006/relationships/oleObject" Target="../embeddings/oleObject98.bin"/><Relationship Id="rId10" Type="http://schemas.openxmlformats.org/officeDocument/2006/relationships/image" Target="../media/image73.wmf"/><Relationship Id="rId19" Type="http://schemas.openxmlformats.org/officeDocument/2006/relationships/oleObject" Target="../embeddings/oleObject96.bin"/><Relationship Id="rId4" Type="http://schemas.openxmlformats.org/officeDocument/2006/relationships/image" Target="../media/image70.wmf"/><Relationship Id="rId9" Type="http://schemas.openxmlformats.org/officeDocument/2006/relationships/oleObject" Target="../embeddings/oleObject91.bin"/><Relationship Id="rId14" Type="http://schemas.openxmlformats.org/officeDocument/2006/relationships/image" Target="../media/image75.wmf"/><Relationship Id="rId22" Type="http://schemas.openxmlformats.org/officeDocument/2006/relationships/image" Target="../media/image79.wmf"/></Relationships>
</file>

<file path=ppt/slides/_rels/slide10.xml.rels><?xml version="1.0" encoding="UTF-8" standalone="yes"?>
<Relationships xmlns="http://schemas.openxmlformats.org/package/2006/relationships"><Relationship Id="rId8" Type="http://schemas.openxmlformats.org/officeDocument/2006/relationships/image" Target="../media/image83.wmf"/><Relationship Id="rId13" Type="http://schemas.openxmlformats.org/officeDocument/2006/relationships/oleObject" Target="../embeddings/oleObject104.bin"/><Relationship Id="rId18" Type="http://schemas.openxmlformats.org/officeDocument/2006/relationships/image" Target="../media/image86.wmf"/><Relationship Id="rId26" Type="http://schemas.openxmlformats.org/officeDocument/2006/relationships/image" Target="../media/image33.wmf"/><Relationship Id="rId3" Type="http://schemas.openxmlformats.org/officeDocument/2006/relationships/oleObject" Target="../embeddings/oleObject99.bin"/><Relationship Id="rId21" Type="http://schemas.openxmlformats.org/officeDocument/2006/relationships/oleObject" Target="../embeddings/oleObject108.bin"/><Relationship Id="rId7" Type="http://schemas.openxmlformats.org/officeDocument/2006/relationships/oleObject" Target="../embeddings/oleObject101.bin"/><Relationship Id="rId12" Type="http://schemas.openxmlformats.org/officeDocument/2006/relationships/image" Target="../media/image85.wmf"/><Relationship Id="rId17" Type="http://schemas.openxmlformats.org/officeDocument/2006/relationships/oleObject" Target="../embeddings/oleObject106.bin"/><Relationship Id="rId25" Type="http://schemas.openxmlformats.org/officeDocument/2006/relationships/oleObject" Target="../embeddings/oleObject110.bin"/><Relationship Id="rId2" Type="http://schemas.openxmlformats.org/officeDocument/2006/relationships/slideLayout" Target="../slideLayouts/slideLayout7.xml"/><Relationship Id="rId16" Type="http://schemas.openxmlformats.org/officeDocument/2006/relationships/image" Target="../media/image57.wmf"/><Relationship Id="rId20" Type="http://schemas.openxmlformats.org/officeDocument/2006/relationships/image" Target="../media/image87.wmf"/><Relationship Id="rId1" Type="http://schemas.openxmlformats.org/officeDocument/2006/relationships/vmlDrawing" Target="../drawings/vmlDrawing8.vml"/><Relationship Id="rId6" Type="http://schemas.openxmlformats.org/officeDocument/2006/relationships/image" Target="../media/image82.wmf"/><Relationship Id="rId11" Type="http://schemas.openxmlformats.org/officeDocument/2006/relationships/oleObject" Target="../embeddings/oleObject103.bin"/><Relationship Id="rId24" Type="http://schemas.openxmlformats.org/officeDocument/2006/relationships/image" Target="../media/image88.wmf"/><Relationship Id="rId5" Type="http://schemas.openxmlformats.org/officeDocument/2006/relationships/oleObject" Target="../embeddings/oleObject100.bin"/><Relationship Id="rId15" Type="http://schemas.openxmlformats.org/officeDocument/2006/relationships/oleObject" Target="../embeddings/oleObject105.bin"/><Relationship Id="rId23" Type="http://schemas.openxmlformats.org/officeDocument/2006/relationships/oleObject" Target="../embeddings/oleObject109.bin"/><Relationship Id="rId10" Type="http://schemas.openxmlformats.org/officeDocument/2006/relationships/image" Target="../media/image84.wmf"/><Relationship Id="rId19" Type="http://schemas.openxmlformats.org/officeDocument/2006/relationships/oleObject" Target="../embeddings/oleObject107.bin"/><Relationship Id="rId4" Type="http://schemas.openxmlformats.org/officeDocument/2006/relationships/image" Target="../media/image81.wmf"/><Relationship Id="rId9" Type="http://schemas.openxmlformats.org/officeDocument/2006/relationships/oleObject" Target="../embeddings/oleObject102.bin"/><Relationship Id="rId14" Type="http://schemas.openxmlformats.org/officeDocument/2006/relationships/image" Target="../media/image58.wmf"/><Relationship Id="rId22" Type="http://schemas.openxmlformats.org/officeDocument/2006/relationships/image" Target="../media/image2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113.bin"/><Relationship Id="rId13" Type="http://schemas.openxmlformats.org/officeDocument/2006/relationships/oleObject" Target="../embeddings/oleObject116.bin"/><Relationship Id="rId18" Type="http://schemas.openxmlformats.org/officeDocument/2006/relationships/oleObject" Target="../embeddings/oleObject119.bin"/><Relationship Id="rId3" Type="http://schemas.openxmlformats.org/officeDocument/2006/relationships/image" Target="../media/image95.png"/><Relationship Id="rId21" Type="http://schemas.openxmlformats.org/officeDocument/2006/relationships/image" Target="../media/image94.wmf"/><Relationship Id="rId7" Type="http://schemas.openxmlformats.org/officeDocument/2006/relationships/image" Target="../media/image90.wmf"/><Relationship Id="rId12" Type="http://schemas.openxmlformats.org/officeDocument/2006/relationships/oleObject" Target="../embeddings/oleObject115.bin"/><Relationship Id="rId17" Type="http://schemas.openxmlformats.org/officeDocument/2006/relationships/image" Target="../media/image93.wmf"/><Relationship Id="rId2" Type="http://schemas.openxmlformats.org/officeDocument/2006/relationships/slideLayout" Target="../slideLayouts/slideLayout7.xml"/><Relationship Id="rId16" Type="http://schemas.openxmlformats.org/officeDocument/2006/relationships/oleObject" Target="../embeddings/oleObject118.bin"/><Relationship Id="rId20" Type="http://schemas.openxmlformats.org/officeDocument/2006/relationships/oleObject" Target="../embeddings/oleObject121.bin"/><Relationship Id="rId1" Type="http://schemas.openxmlformats.org/officeDocument/2006/relationships/vmlDrawing" Target="../drawings/vmlDrawing9.vml"/><Relationship Id="rId6" Type="http://schemas.openxmlformats.org/officeDocument/2006/relationships/oleObject" Target="../embeddings/oleObject112.bin"/><Relationship Id="rId11" Type="http://schemas.openxmlformats.org/officeDocument/2006/relationships/image" Target="../media/image45.wmf"/><Relationship Id="rId5" Type="http://schemas.openxmlformats.org/officeDocument/2006/relationships/image" Target="../media/image89.wmf"/><Relationship Id="rId15" Type="http://schemas.openxmlformats.org/officeDocument/2006/relationships/image" Target="../media/image92.wmf"/><Relationship Id="rId10" Type="http://schemas.openxmlformats.org/officeDocument/2006/relationships/oleObject" Target="../embeddings/oleObject114.bin"/><Relationship Id="rId19" Type="http://schemas.openxmlformats.org/officeDocument/2006/relationships/oleObject" Target="../embeddings/oleObject120.bin"/><Relationship Id="rId4" Type="http://schemas.openxmlformats.org/officeDocument/2006/relationships/oleObject" Target="../embeddings/oleObject111.bin"/><Relationship Id="rId9" Type="http://schemas.openxmlformats.org/officeDocument/2006/relationships/image" Target="../media/image91.wmf"/><Relationship Id="rId14" Type="http://schemas.openxmlformats.org/officeDocument/2006/relationships/oleObject" Target="../embeddings/oleObject117.bin"/></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1.xml"/><Relationship Id="rId1" Type="http://schemas.openxmlformats.org/officeDocument/2006/relationships/vmlDrawing" Target="../drawings/vmlDrawing10.vml"/><Relationship Id="rId5" Type="http://schemas.openxmlformats.org/officeDocument/2006/relationships/image" Target="../media/image96.wmf"/><Relationship Id="rId4" Type="http://schemas.openxmlformats.org/officeDocument/2006/relationships/image" Target="../media/image9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control" Target="../activeX/activeX2.xml"/><Relationship Id="rId1" Type="http://schemas.openxmlformats.org/officeDocument/2006/relationships/vmlDrawing" Target="../drawings/vmlDrawing11.vml"/><Relationship Id="rId5" Type="http://schemas.openxmlformats.org/officeDocument/2006/relationships/image" Target="../media/image97.wmf"/><Relationship Id="rId4" Type="http://schemas.openxmlformats.org/officeDocument/2006/relationships/image" Target="../media/image95.png"/></Relationships>
</file>

<file path=ppt/slides/_rels/slide14.xml.rels><?xml version="1.0" encoding="UTF-8" standalone="yes"?>
<Relationships xmlns="http://schemas.openxmlformats.org/package/2006/relationships"><Relationship Id="rId8" Type="http://schemas.openxmlformats.org/officeDocument/2006/relationships/image" Target="../media/image100.wmf"/><Relationship Id="rId3" Type="http://schemas.openxmlformats.org/officeDocument/2006/relationships/oleObject" Target="../embeddings/oleObject122.bin"/><Relationship Id="rId7" Type="http://schemas.openxmlformats.org/officeDocument/2006/relationships/oleObject" Target="../embeddings/oleObject124.bin"/><Relationship Id="rId12" Type="http://schemas.openxmlformats.org/officeDocument/2006/relationships/image" Target="../media/image102.wmf"/><Relationship Id="rId2" Type="http://schemas.openxmlformats.org/officeDocument/2006/relationships/slideLayout" Target="../slideLayouts/slideLayout7.xml"/><Relationship Id="rId1" Type="http://schemas.openxmlformats.org/officeDocument/2006/relationships/vmlDrawing" Target="../drawings/vmlDrawing12.vml"/><Relationship Id="rId6" Type="http://schemas.openxmlformats.org/officeDocument/2006/relationships/image" Target="../media/image99.wmf"/><Relationship Id="rId11" Type="http://schemas.openxmlformats.org/officeDocument/2006/relationships/oleObject" Target="../embeddings/oleObject126.bin"/><Relationship Id="rId5" Type="http://schemas.openxmlformats.org/officeDocument/2006/relationships/oleObject" Target="../embeddings/oleObject123.bin"/><Relationship Id="rId10" Type="http://schemas.openxmlformats.org/officeDocument/2006/relationships/image" Target="../media/image101.wmf"/><Relationship Id="rId4" Type="http://schemas.openxmlformats.org/officeDocument/2006/relationships/image" Target="../media/image98.wmf"/><Relationship Id="rId9" Type="http://schemas.openxmlformats.org/officeDocument/2006/relationships/oleObject" Target="../embeddings/oleObject125.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30.bin"/><Relationship Id="rId13" Type="http://schemas.openxmlformats.org/officeDocument/2006/relationships/oleObject" Target="../embeddings/oleObject133.bin"/><Relationship Id="rId18" Type="http://schemas.openxmlformats.org/officeDocument/2006/relationships/image" Target="../media/image106.emf"/><Relationship Id="rId26" Type="http://schemas.openxmlformats.org/officeDocument/2006/relationships/image" Target="../media/image110.wmf"/><Relationship Id="rId39" Type="http://schemas.openxmlformats.org/officeDocument/2006/relationships/oleObject" Target="../embeddings/oleObject146.bin"/><Relationship Id="rId3" Type="http://schemas.openxmlformats.org/officeDocument/2006/relationships/oleObject" Target="../embeddings/oleObject127.bin"/><Relationship Id="rId21" Type="http://schemas.openxmlformats.org/officeDocument/2006/relationships/oleObject" Target="../embeddings/oleObject137.bin"/><Relationship Id="rId34" Type="http://schemas.openxmlformats.org/officeDocument/2006/relationships/image" Target="../media/image114.emf"/><Relationship Id="rId42" Type="http://schemas.openxmlformats.org/officeDocument/2006/relationships/image" Target="../media/image118.wmf"/><Relationship Id="rId7" Type="http://schemas.openxmlformats.org/officeDocument/2006/relationships/oleObject" Target="../embeddings/oleObject129.bin"/><Relationship Id="rId12" Type="http://schemas.openxmlformats.org/officeDocument/2006/relationships/image" Target="../media/image103.wmf"/><Relationship Id="rId17" Type="http://schemas.openxmlformats.org/officeDocument/2006/relationships/oleObject" Target="../embeddings/oleObject135.bin"/><Relationship Id="rId25" Type="http://schemas.openxmlformats.org/officeDocument/2006/relationships/oleObject" Target="../embeddings/oleObject139.bin"/><Relationship Id="rId33" Type="http://schemas.openxmlformats.org/officeDocument/2006/relationships/oleObject" Target="../embeddings/oleObject143.bin"/><Relationship Id="rId38" Type="http://schemas.openxmlformats.org/officeDocument/2006/relationships/image" Target="../media/image116.emf"/><Relationship Id="rId2" Type="http://schemas.openxmlformats.org/officeDocument/2006/relationships/slideLayout" Target="../slideLayouts/slideLayout7.xml"/><Relationship Id="rId16" Type="http://schemas.openxmlformats.org/officeDocument/2006/relationships/image" Target="../media/image105.emf"/><Relationship Id="rId20" Type="http://schemas.openxmlformats.org/officeDocument/2006/relationships/image" Target="../media/image107.emf"/><Relationship Id="rId29" Type="http://schemas.openxmlformats.org/officeDocument/2006/relationships/oleObject" Target="../embeddings/oleObject141.bin"/><Relationship Id="rId41" Type="http://schemas.openxmlformats.org/officeDocument/2006/relationships/oleObject" Target="../embeddings/oleObject147.bin"/><Relationship Id="rId1" Type="http://schemas.openxmlformats.org/officeDocument/2006/relationships/vmlDrawing" Target="../drawings/vmlDrawing13.vml"/><Relationship Id="rId6" Type="http://schemas.openxmlformats.org/officeDocument/2006/relationships/image" Target="../media/image23.wmf"/><Relationship Id="rId11" Type="http://schemas.openxmlformats.org/officeDocument/2006/relationships/oleObject" Target="../embeddings/oleObject132.bin"/><Relationship Id="rId24" Type="http://schemas.openxmlformats.org/officeDocument/2006/relationships/image" Target="../media/image109.wmf"/><Relationship Id="rId32" Type="http://schemas.openxmlformats.org/officeDocument/2006/relationships/image" Target="../media/image113.emf"/><Relationship Id="rId37" Type="http://schemas.openxmlformats.org/officeDocument/2006/relationships/oleObject" Target="../embeddings/oleObject145.bin"/><Relationship Id="rId40" Type="http://schemas.openxmlformats.org/officeDocument/2006/relationships/image" Target="../media/image117.wmf"/><Relationship Id="rId5" Type="http://schemas.openxmlformats.org/officeDocument/2006/relationships/oleObject" Target="../embeddings/oleObject128.bin"/><Relationship Id="rId15" Type="http://schemas.openxmlformats.org/officeDocument/2006/relationships/oleObject" Target="../embeddings/oleObject134.bin"/><Relationship Id="rId23" Type="http://schemas.openxmlformats.org/officeDocument/2006/relationships/oleObject" Target="../embeddings/oleObject138.bin"/><Relationship Id="rId28" Type="http://schemas.openxmlformats.org/officeDocument/2006/relationships/image" Target="../media/image111.wmf"/><Relationship Id="rId36" Type="http://schemas.openxmlformats.org/officeDocument/2006/relationships/image" Target="../media/image115.emf"/><Relationship Id="rId10" Type="http://schemas.openxmlformats.org/officeDocument/2006/relationships/image" Target="../media/image45.wmf"/><Relationship Id="rId19" Type="http://schemas.openxmlformats.org/officeDocument/2006/relationships/oleObject" Target="../embeddings/oleObject136.bin"/><Relationship Id="rId31" Type="http://schemas.openxmlformats.org/officeDocument/2006/relationships/oleObject" Target="../embeddings/oleObject142.bin"/><Relationship Id="rId4" Type="http://schemas.openxmlformats.org/officeDocument/2006/relationships/image" Target="../media/image22.wmf"/><Relationship Id="rId9" Type="http://schemas.openxmlformats.org/officeDocument/2006/relationships/oleObject" Target="../embeddings/oleObject131.bin"/><Relationship Id="rId14" Type="http://schemas.openxmlformats.org/officeDocument/2006/relationships/image" Target="../media/image104.wmf"/><Relationship Id="rId22" Type="http://schemas.openxmlformats.org/officeDocument/2006/relationships/image" Target="../media/image108.emf"/><Relationship Id="rId27" Type="http://schemas.openxmlformats.org/officeDocument/2006/relationships/oleObject" Target="../embeddings/oleObject140.bin"/><Relationship Id="rId30" Type="http://schemas.openxmlformats.org/officeDocument/2006/relationships/image" Target="../media/image112.wmf"/><Relationship Id="rId35" Type="http://schemas.openxmlformats.org/officeDocument/2006/relationships/oleObject" Target="../embeddings/oleObject14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Layout" Target="../slideLayouts/slideLayout7.xml"/><Relationship Id="rId1" Type="http://schemas.openxmlformats.org/officeDocument/2006/relationships/vmlDrawing" Target="../drawings/vmlDrawing14.vml"/><Relationship Id="rId6" Type="http://schemas.openxmlformats.org/officeDocument/2006/relationships/image" Target="../media/image120.wmf"/><Relationship Id="rId5" Type="http://schemas.openxmlformats.org/officeDocument/2006/relationships/oleObject" Target="../embeddings/oleObject149.bin"/><Relationship Id="rId4" Type="http://schemas.openxmlformats.org/officeDocument/2006/relationships/image" Target="../media/image119.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image" Target="../media/image125.wmf"/><Relationship Id="rId3" Type="http://schemas.openxmlformats.org/officeDocument/2006/relationships/oleObject" Target="../embeddings/oleObject150.bin"/><Relationship Id="rId7" Type="http://schemas.openxmlformats.org/officeDocument/2006/relationships/image" Target="../media/image122.wmf"/><Relationship Id="rId12" Type="http://schemas.openxmlformats.org/officeDocument/2006/relationships/oleObject" Target="../embeddings/oleObject154.bin"/><Relationship Id="rId2" Type="http://schemas.openxmlformats.org/officeDocument/2006/relationships/slideLayout" Target="../slideLayouts/slideLayout7.xml"/><Relationship Id="rId1" Type="http://schemas.openxmlformats.org/officeDocument/2006/relationships/vmlDrawing" Target="../drawings/vmlDrawing15.vml"/><Relationship Id="rId6" Type="http://schemas.openxmlformats.org/officeDocument/2006/relationships/oleObject" Target="../embeddings/oleObject151.bin"/><Relationship Id="rId11" Type="http://schemas.openxmlformats.org/officeDocument/2006/relationships/image" Target="../media/image124.wmf"/><Relationship Id="rId5" Type="http://schemas.openxmlformats.org/officeDocument/2006/relationships/image" Target="../media/image19.jpeg"/><Relationship Id="rId15" Type="http://schemas.openxmlformats.org/officeDocument/2006/relationships/image" Target="../media/image126.emf"/><Relationship Id="rId10" Type="http://schemas.openxmlformats.org/officeDocument/2006/relationships/oleObject" Target="../embeddings/oleObject153.bin"/><Relationship Id="rId4" Type="http://schemas.openxmlformats.org/officeDocument/2006/relationships/image" Target="../media/image121.wmf"/><Relationship Id="rId9" Type="http://schemas.openxmlformats.org/officeDocument/2006/relationships/image" Target="../media/image123.wmf"/><Relationship Id="rId14" Type="http://schemas.openxmlformats.org/officeDocument/2006/relationships/oleObject" Target="../embeddings/oleObject155.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58.bin"/><Relationship Id="rId13" Type="http://schemas.openxmlformats.org/officeDocument/2006/relationships/image" Target="../media/image131.emf"/><Relationship Id="rId18" Type="http://schemas.openxmlformats.org/officeDocument/2006/relationships/oleObject" Target="../embeddings/oleObject163.bin"/><Relationship Id="rId3" Type="http://schemas.openxmlformats.org/officeDocument/2006/relationships/image" Target="../media/image19.jpeg"/><Relationship Id="rId21" Type="http://schemas.openxmlformats.org/officeDocument/2006/relationships/image" Target="../media/image135.emf"/><Relationship Id="rId7" Type="http://schemas.openxmlformats.org/officeDocument/2006/relationships/image" Target="../media/image128.emf"/><Relationship Id="rId12" Type="http://schemas.openxmlformats.org/officeDocument/2006/relationships/oleObject" Target="../embeddings/oleObject160.bin"/><Relationship Id="rId17" Type="http://schemas.openxmlformats.org/officeDocument/2006/relationships/image" Target="../media/image133.emf"/><Relationship Id="rId2" Type="http://schemas.openxmlformats.org/officeDocument/2006/relationships/slideLayout" Target="../slideLayouts/slideLayout7.xml"/><Relationship Id="rId16" Type="http://schemas.openxmlformats.org/officeDocument/2006/relationships/oleObject" Target="../embeddings/oleObject162.bin"/><Relationship Id="rId20" Type="http://schemas.openxmlformats.org/officeDocument/2006/relationships/oleObject" Target="../embeddings/oleObject164.bin"/><Relationship Id="rId1" Type="http://schemas.openxmlformats.org/officeDocument/2006/relationships/vmlDrawing" Target="../drawings/vmlDrawing16.vml"/><Relationship Id="rId6" Type="http://schemas.openxmlformats.org/officeDocument/2006/relationships/oleObject" Target="../embeddings/oleObject157.bin"/><Relationship Id="rId11" Type="http://schemas.openxmlformats.org/officeDocument/2006/relationships/image" Target="../media/image130.emf"/><Relationship Id="rId5" Type="http://schemas.openxmlformats.org/officeDocument/2006/relationships/image" Target="../media/image127.emf"/><Relationship Id="rId15" Type="http://schemas.openxmlformats.org/officeDocument/2006/relationships/image" Target="../media/image132.emf"/><Relationship Id="rId10" Type="http://schemas.openxmlformats.org/officeDocument/2006/relationships/oleObject" Target="../embeddings/oleObject159.bin"/><Relationship Id="rId19" Type="http://schemas.openxmlformats.org/officeDocument/2006/relationships/image" Target="../media/image134.emf"/><Relationship Id="rId4" Type="http://schemas.openxmlformats.org/officeDocument/2006/relationships/oleObject" Target="../embeddings/oleObject156.bin"/><Relationship Id="rId9" Type="http://schemas.openxmlformats.org/officeDocument/2006/relationships/image" Target="../media/image129.emf"/><Relationship Id="rId14" Type="http://schemas.openxmlformats.org/officeDocument/2006/relationships/oleObject" Target="../embeddings/oleObject161.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40.emf"/><Relationship Id="rId3" Type="http://schemas.openxmlformats.org/officeDocument/2006/relationships/image" Target="../media/image19.jpeg"/><Relationship Id="rId7" Type="http://schemas.openxmlformats.org/officeDocument/2006/relationships/image" Target="../media/image137.emf"/><Relationship Id="rId12"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17.vml"/><Relationship Id="rId6" Type="http://schemas.openxmlformats.org/officeDocument/2006/relationships/oleObject" Target="../embeddings/oleObject166.bin"/><Relationship Id="rId11" Type="http://schemas.openxmlformats.org/officeDocument/2006/relationships/image" Target="../media/image139.emf"/><Relationship Id="rId5" Type="http://schemas.openxmlformats.org/officeDocument/2006/relationships/image" Target="../media/image136.emf"/><Relationship Id="rId15" Type="http://schemas.openxmlformats.org/officeDocument/2006/relationships/image" Target="../media/image141.e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38.emf"/><Relationship Id="rId14" Type="http://schemas.openxmlformats.org/officeDocument/2006/relationships/oleObject" Target="../embeddings/oleObject170.bin"/></Relationships>
</file>

<file path=ppt/slides/_rels/slide23.xml.rels><?xml version="1.0" encoding="UTF-8" standalone="yes"?>
<Relationships xmlns="http://schemas.openxmlformats.org/package/2006/relationships"><Relationship Id="rId8" Type="http://schemas.openxmlformats.org/officeDocument/2006/relationships/image" Target="../media/image144.wmf"/><Relationship Id="rId13" Type="http://schemas.openxmlformats.org/officeDocument/2006/relationships/oleObject" Target="../embeddings/oleObject176.bin"/><Relationship Id="rId18" Type="http://schemas.openxmlformats.org/officeDocument/2006/relationships/image" Target="../media/image71.wmf"/><Relationship Id="rId26" Type="http://schemas.openxmlformats.org/officeDocument/2006/relationships/oleObject" Target="../embeddings/oleObject182.bin"/><Relationship Id="rId3" Type="http://schemas.openxmlformats.org/officeDocument/2006/relationships/oleObject" Target="../embeddings/oleObject171.bin"/><Relationship Id="rId21" Type="http://schemas.openxmlformats.org/officeDocument/2006/relationships/image" Target="../media/image95.png"/><Relationship Id="rId7" Type="http://schemas.openxmlformats.org/officeDocument/2006/relationships/oleObject" Target="../embeddings/oleObject173.bin"/><Relationship Id="rId12" Type="http://schemas.openxmlformats.org/officeDocument/2006/relationships/image" Target="../media/image146.wmf"/><Relationship Id="rId17" Type="http://schemas.openxmlformats.org/officeDocument/2006/relationships/oleObject" Target="../embeddings/oleObject178.bin"/><Relationship Id="rId25" Type="http://schemas.openxmlformats.org/officeDocument/2006/relationships/image" Target="../media/image151.wmf"/><Relationship Id="rId2" Type="http://schemas.openxmlformats.org/officeDocument/2006/relationships/slideLayout" Target="../slideLayouts/slideLayout7.xml"/><Relationship Id="rId16" Type="http://schemas.openxmlformats.org/officeDocument/2006/relationships/image" Target="../media/image148.wmf"/><Relationship Id="rId20" Type="http://schemas.openxmlformats.org/officeDocument/2006/relationships/image" Target="../media/image149.wmf"/><Relationship Id="rId29" Type="http://schemas.openxmlformats.org/officeDocument/2006/relationships/image" Target="../media/image153.emf"/><Relationship Id="rId1" Type="http://schemas.openxmlformats.org/officeDocument/2006/relationships/vmlDrawing" Target="../drawings/vmlDrawing18.vml"/><Relationship Id="rId6" Type="http://schemas.openxmlformats.org/officeDocument/2006/relationships/image" Target="../media/image143.wmf"/><Relationship Id="rId11" Type="http://schemas.openxmlformats.org/officeDocument/2006/relationships/oleObject" Target="../embeddings/oleObject175.bin"/><Relationship Id="rId24" Type="http://schemas.openxmlformats.org/officeDocument/2006/relationships/oleObject" Target="../embeddings/oleObject181.bin"/><Relationship Id="rId5" Type="http://schemas.openxmlformats.org/officeDocument/2006/relationships/oleObject" Target="../embeddings/oleObject172.bin"/><Relationship Id="rId15" Type="http://schemas.openxmlformats.org/officeDocument/2006/relationships/oleObject" Target="../embeddings/oleObject177.bin"/><Relationship Id="rId23" Type="http://schemas.openxmlformats.org/officeDocument/2006/relationships/image" Target="../media/image150.wmf"/><Relationship Id="rId28" Type="http://schemas.openxmlformats.org/officeDocument/2006/relationships/oleObject" Target="../embeddings/oleObject183.bin"/><Relationship Id="rId10" Type="http://schemas.openxmlformats.org/officeDocument/2006/relationships/image" Target="../media/image145.wmf"/><Relationship Id="rId19" Type="http://schemas.openxmlformats.org/officeDocument/2006/relationships/oleObject" Target="../embeddings/oleObject179.bin"/><Relationship Id="rId4" Type="http://schemas.openxmlformats.org/officeDocument/2006/relationships/image" Target="../media/image142.wmf"/><Relationship Id="rId9" Type="http://schemas.openxmlformats.org/officeDocument/2006/relationships/oleObject" Target="../embeddings/oleObject174.bin"/><Relationship Id="rId14" Type="http://schemas.openxmlformats.org/officeDocument/2006/relationships/image" Target="../media/image147.wmf"/><Relationship Id="rId22" Type="http://schemas.openxmlformats.org/officeDocument/2006/relationships/oleObject" Target="../embeddings/oleObject180.bin"/><Relationship Id="rId27" Type="http://schemas.openxmlformats.org/officeDocument/2006/relationships/image" Target="../media/image152.emf"/></Relationships>
</file>

<file path=ppt/slides/_rels/slide24.xml.rels><?xml version="1.0" encoding="UTF-8" standalone="yes"?>
<Relationships xmlns="http://schemas.openxmlformats.org/package/2006/relationships"><Relationship Id="rId8" Type="http://schemas.openxmlformats.org/officeDocument/2006/relationships/image" Target="../media/image159.jpeg"/><Relationship Id="rId3" Type="http://schemas.openxmlformats.org/officeDocument/2006/relationships/image" Target="../media/image154.jpeg"/><Relationship Id="rId7" Type="http://schemas.openxmlformats.org/officeDocument/2006/relationships/image" Target="../media/image158.jpeg"/><Relationship Id="rId2" Type="http://schemas.openxmlformats.org/officeDocument/2006/relationships/image" Target="../media/image95.png"/><Relationship Id="rId1" Type="http://schemas.openxmlformats.org/officeDocument/2006/relationships/slideLayout" Target="../slideLayouts/slideLayout2.xml"/><Relationship Id="rId6" Type="http://schemas.openxmlformats.org/officeDocument/2006/relationships/image" Target="../media/image157.jpeg"/><Relationship Id="rId5" Type="http://schemas.openxmlformats.org/officeDocument/2006/relationships/image" Target="../media/image156.jpeg"/><Relationship Id="rId4" Type="http://schemas.openxmlformats.org/officeDocument/2006/relationships/image" Target="../media/image155.jpeg"/></Relationships>
</file>

<file path=ppt/slides/_rels/slide2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openxmlformats.org/officeDocument/2006/relationships/image" Target="../media/image162.wmf"/><Relationship Id="rId3" Type="http://schemas.openxmlformats.org/officeDocument/2006/relationships/oleObject" Target="../embeddings/oleObject184.bin"/><Relationship Id="rId7" Type="http://schemas.openxmlformats.org/officeDocument/2006/relationships/oleObject" Target="../embeddings/oleObject186.bin"/><Relationship Id="rId2" Type="http://schemas.openxmlformats.org/officeDocument/2006/relationships/slideLayout" Target="../slideLayouts/slideLayout7.xml"/><Relationship Id="rId1" Type="http://schemas.openxmlformats.org/officeDocument/2006/relationships/vmlDrawing" Target="../drawings/vmlDrawing19.vml"/><Relationship Id="rId6" Type="http://schemas.openxmlformats.org/officeDocument/2006/relationships/image" Target="../media/image161.wmf"/><Relationship Id="rId5" Type="http://schemas.openxmlformats.org/officeDocument/2006/relationships/oleObject" Target="../embeddings/oleObject185.bin"/><Relationship Id="rId10" Type="http://schemas.openxmlformats.org/officeDocument/2006/relationships/image" Target="../media/image163.emf"/><Relationship Id="rId4" Type="http://schemas.openxmlformats.org/officeDocument/2006/relationships/image" Target="../media/image160.wmf"/><Relationship Id="rId9" Type="http://schemas.openxmlformats.org/officeDocument/2006/relationships/oleObject" Target="../embeddings/oleObject187.bin"/></Relationships>
</file>

<file path=ppt/slides/_rels/slide2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oleObject" Target="../embeddings/oleObject188.bin"/><Relationship Id="rId7" Type="http://schemas.openxmlformats.org/officeDocument/2006/relationships/oleObject" Target="../embeddings/oleObject190.bin"/><Relationship Id="rId12" Type="http://schemas.openxmlformats.org/officeDocument/2006/relationships/image" Target="../media/image168.wmf"/><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image" Target="../media/image165.wmf"/><Relationship Id="rId11" Type="http://schemas.openxmlformats.org/officeDocument/2006/relationships/oleObject" Target="../embeddings/oleObject192.bin"/><Relationship Id="rId5" Type="http://schemas.openxmlformats.org/officeDocument/2006/relationships/oleObject" Target="../embeddings/oleObject189.bin"/><Relationship Id="rId10" Type="http://schemas.openxmlformats.org/officeDocument/2006/relationships/image" Target="../media/image167.wmf"/><Relationship Id="rId4" Type="http://schemas.openxmlformats.org/officeDocument/2006/relationships/image" Target="../media/image164.wmf"/><Relationship Id="rId9" Type="http://schemas.openxmlformats.org/officeDocument/2006/relationships/oleObject" Target="../embeddings/oleObject191.bin"/></Relationships>
</file>

<file path=ppt/slides/_rels/slide29.xml.rels><?xml version="1.0" encoding="UTF-8" standalone="yes"?>
<Relationships xmlns="http://schemas.openxmlformats.org/package/2006/relationships"><Relationship Id="rId8" Type="http://schemas.openxmlformats.org/officeDocument/2006/relationships/image" Target="../media/image171.wmf"/><Relationship Id="rId3" Type="http://schemas.openxmlformats.org/officeDocument/2006/relationships/oleObject" Target="../embeddings/oleObject193.bin"/><Relationship Id="rId7" Type="http://schemas.openxmlformats.org/officeDocument/2006/relationships/oleObject" Target="../embeddings/oleObject195.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image" Target="../media/image170.wmf"/><Relationship Id="rId5" Type="http://schemas.openxmlformats.org/officeDocument/2006/relationships/oleObject" Target="../embeddings/oleObject194.bin"/><Relationship Id="rId10" Type="http://schemas.openxmlformats.org/officeDocument/2006/relationships/image" Target="../media/image173.jpeg"/><Relationship Id="rId4" Type="http://schemas.openxmlformats.org/officeDocument/2006/relationships/image" Target="../media/image169.wmf"/><Relationship Id="rId9" Type="http://schemas.openxmlformats.org/officeDocument/2006/relationships/image" Target="../media/image172.jpeg"/></Relationships>
</file>

<file path=ppt/slides/_rels/slide30.xml.rels><?xml version="1.0" encoding="UTF-8" standalone="yes"?>
<Relationships xmlns="http://schemas.openxmlformats.org/package/2006/relationships"><Relationship Id="rId8" Type="http://schemas.openxmlformats.org/officeDocument/2006/relationships/image" Target="../media/image176.wmf"/><Relationship Id="rId3" Type="http://schemas.openxmlformats.org/officeDocument/2006/relationships/oleObject" Target="../embeddings/oleObject196.bin"/><Relationship Id="rId7" Type="http://schemas.openxmlformats.org/officeDocument/2006/relationships/oleObject" Target="../embeddings/oleObject198.bin"/><Relationship Id="rId12" Type="http://schemas.openxmlformats.org/officeDocument/2006/relationships/image" Target="../media/image178.wmf"/><Relationship Id="rId2" Type="http://schemas.openxmlformats.org/officeDocument/2006/relationships/slideLayout" Target="../slideLayouts/slideLayout7.xml"/><Relationship Id="rId1" Type="http://schemas.openxmlformats.org/officeDocument/2006/relationships/vmlDrawing" Target="../drawings/vmlDrawing22.vml"/><Relationship Id="rId6" Type="http://schemas.openxmlformats.org/officeDocument/2006/relationships/image" Target="../media/image175.wmf"/><Relationship Id="rId11" Type="http://schemas.openxmlformats.org/officeDocument/2006/relationships/oleObject" Target="../embeddings/oleObject200.bin"/><Relationship Id="rId5" Type="http://schemas.openxmlformats.org/officeDocument/2006/relationships/oleObject" Target="../embeddings/oleObject197.bin"/><Relationship Id="rId10" Type="http://schemas.openxmlformats.org/officeDocument/2006/relationships/image" Target="../media/image177.wmf"/><Relationship Id="rId4" Type="http://schemas.openxmlformats.org/officeDocument/2006/relationships/image" Target="../media/image174.wmf"/><Relationship Id="rId9" Type="http://schemas.openxmlformats.org/officeDocument/2006/relationships/oleObject" Target="../embeddings/oleObject199.bin"/></Relationships>
</file>

<file path=ppt/slides/_rels/slide31.xml.rels><?xml version="1.0" encoding="UTF-8" standalone="yes"?>
<Relationships xmlns="http://schemas.openxmlformats.org/package/2006/relationships"><Relationship Id="rId8" Type="http://schemas.openxmlformats.org/officeDocument/2006/relationships/image" Target="../media/image181.emf"/><Relationship Id="rId13"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3.bin"/><Relationship Id="rId12" Type="http://schemas.openxmlformats.org/officeDocument/2006/relationships/image" Target="../media/image183.wmf"/><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image" Target="../media/image180.wmf"/><Relationship Id="rId11" Type="http://schemas.openxmlformats.org/officeDocument/2006/relationships/oleObject" Target="../embeddings/oleObject205.bin"/><Relationship Id="rId5" Type="http://schemas.openxmlformats.org/officeDocument/2006/relationships/oleObject" Target="../embeddings/oleObject202.bin"/><Relationship Id="rId10" Type="http://schemas.openxmlformats.org/officeDocument/2006/relationships/image" Target="../media/image182.emf"/><Relationship Id="rId4" Type="http://schemas.openxmlformats.org/officeDocument/2006/relationships/image" Target="../media/image179.wmf"/><Relationship Id="rId9" Type="http://schemas.openxmlformats.org/officeDocument/2006/relationships/oleObject" Target="../embeddings/oleObject204.bin"/><Relationship Id="rId14" Type="http://schemas.openxmlformats.org/officeDocument/2006/relationships/image" Target="../media/image184.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187.emf"/><Relationship Id="rId13" Type="http://schemas.openxmlformats.org/officeDocument/2006/relationships/oleObject" Target="../embeddings/oleObject212.bin"/><Relationship Id="rId3" Type="http://schemas.openxmlformats.org/officeDocument/2006/relationships/oleObject" Target="../embeddings/oleObject207.bin"/><Relationship Id="rId7" Type="http://schemas.openxmlformats.org/officeDocument/2006/relationships/oleObject" Target="../embeddings/oleObject209.bin"/><Relationship Id="rId12" Type="http://schemas.openxmlformats.org/officeDocument/2006/relationships/image" Target="../media/image189.emf"/><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image" Target="../media/image186.emf"/><Relationship Id="rId11" Type="http://schemas.openxmlformats.org/officeDocument/2006/relationships/oleObject" Target="../embeddings/oleObject211.bin"/><Relationship Id="rId5" Type="http://schemas.openxmlformats.org/officeDocument/2006/relationships/oleObject" Target="../embeddings/oleObject208.bin"/><Relationship Id="rId10" Type="http://schemas.openxmlformats.org/officeDocument/2006/relationships/image" Target="../media/image188.emf"/><Relationship Id="rId4" Type="http://schemas.openxmlformats.org/officeDocument/2006/relationships/image" Target="../media/image185.emf"/><Relationship Id="rId9" Type="http://schemas.openxmlformats.org/officeDocument/2006/relationships/oleObject" Target="../embeddings/oleObject210.bin"/><Relationship Id="rId14" Type="http://schemas.openxmlformats.org/officeDocument/2006/relationships/image" Target="../media/image190.emf"/></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215.bin"/><Relationship Id="rId13" Type="http://schemas.openxmlformats.org/officeDocument/2006/relationships/image" Target="../media/image194.wmf"/><Relationship Id="rId18" Type="http://schemas.openxmlformats.org/officeDocument/2006/relationships/oleObject" Target="../embeddings/oleObject220.bin"/><Relationship Id="rId26" Type="http://schemas.openxmlformats.org/officeDocument/2006/relationships/oleObject" Target="../embeddings/oleObject224.bin"/><Relationship Id="rId3" Type="http://schemas.openxmlformats.org/officeDocument/2006/relationships/oleObject" Target="../embeddings/oleObject213.bin"/><Relationship Id="rId21" Type="http://schemas.openxmlformats.org/officeDocument/2006/relationships/image" Target="../media/image198.emf"/><Relationship Id="rId7" Type="http://schemas.openxmlformats.org/officeDocument/2006/relationships/image" Target="../media/image95.png"/><Relationship Id="rId12" Type="http://schemas.openxmlformats.org/officeDocument/2006/relationships/oleObject" Target="../embeddings/oleObject217.bin"/><Relationship Id="rId17" Type="http://schemas.openxmlformats.org/officeDocument/2006/relationships/image" Target="../media/image196.emf"/><Relationship Id="rId25" Type="http://schemas.openxmlformats.org/officeDocument/2006/relationships/image" Target="../media/image200.emf"/><Relationship Id="rId2" Type="http://schemas.openxmlformats.org/officeDocument/2006/relationships/slideLayout" Target="../slideLayouts/slideLayout7.xml"/><Relationship Id="rId16" Type="http://schemas.openxmlformats.org/officeDocument/2006/relationships/oleObject" Target="../embeddings/oleObject219.bin"/><Relationship Id="rId20" Type="http://schemas.openxmlformats.org/officeDocument/2006/relationships/oleObject" Target="../embeddings/oleObject221.bin"/><Relationship Id="rId1" Type="http://schemas.openxmlformats.org/officeDocument/2006/relationships/vmlDrawing" Target="../drawings/vmlDrawing25.vml"/><Relationship Id="rId6" Type="http://schemas.openxmlformats.org/officeDocument/2006/relationships/image" Target="../media/image191.wmf"/><Relationship Id="rId11" Type="http://schemas.openxmlformats.org/officeDocument/2006/relationships/image" Target="../media/image193.wmf"/><Relationship Id="rId24" Type="http://schemas.openxmlformats.org/officeDocument/2006/relationships/oleObject" Target="../embeddings/oleObject223.bin"/><Relationship Id="rId5" Type="http://schemas.openxmlformats.org/officeDocument/2006/relationships/oleObject" Target="../embeddings/oleObject214.bin"/><Relationship Id="rId15" Type="http://schemas.openxmlformats.org/officeDocument/2006/relationships/image" Target="../media/image195.wmf"/><Relationship Id="rId23" Type="http://schemas.openxmlformats.org/officeDocument/2006/relationships/image" Target="../media/image199.emf"/><Relationship Id="rId28" Type="http://schemas.openxmlformats.org/officeDocument/2006/relationships/oleObject" Target="../embeddings/oleObject225.bin"/><Relationship Id="rId10" Type="http://schemas.openxmlformats.org/officeDocument/2006/relationships/oleObject" Target="../embeddings/oleObject216.bin"/><Relationship Id="rId19" Type="http://schemas.openxmlformats.org/officeDocument/2006/relationships/image" Target="../media/image197.emf"/><Relationship Id="rId4" Type="http://schemas.openxmlformats.org/officeDocument/2006/relationships/image" Target="../media/image33.wmf"/><Relationship Id="rId9" Type="http://schemas.openxmlformats.org/officeDocument/2006/relationships/image" Target="../media/image192.emf"/><Relationship Id="rId14" Type="http://schemas.openxmlformats.org/officeDocument/2006/relationships/oleObject" Target="../embeddings/oleObject218.bin"/><Relationship Id="rId22" Type="http://schemas.openxmlformats.org/officeDocument/2006/relationships/oleObject" Target="../embeddings/oleObject222.bin"/><Relationship Id="rId27" Type="http://schemas.openxmlformats.org/officeDocument/2006/relationships/image" Target="../media/image201.emf"/></Relationships>
</file>

<file path=ppt/slides/_rels/slide36.xml.rels><?xml version="1.0" encoding="UTF-8" standalone="yes"?>
<Relationships xmlns="http://schemas.openxmlformats.org/package/2006/relationships"><Relationship Id="rId3" Type="http://schemas.openxmlformats.org/officeDocument/2006/relationships/image" Target="../media/image203.jpeg"/><Relationship Id="rId2" Type="http://schemas.openxmlformats.org/officeDocument/2006/relationships/image" Target="../media/image202.jpeg"/><Relationship Id="rId1" Type="http://schemas.openxmlformats.org/officeDocument/2006/relationships/slideLayout" Target="../slideLayouts/slideLayout7.xml"/><Relationship Id="rId4" Type="http://schemas.openxmlformats.org/officeDocument/2006/relationships/image" Target="../media/image20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3"/>
          <p:cNvSpPr>
            <a:spLocks noGrp="1"/>
          </p:cNvSpPr>
          <p:nvPr>
            <p:ph type="sldNum" sz="quarter" idx="12"/>
          </p:nvPr>
        </p:nvSpPr>
        <p:spPr/>
        <p:txBody>
          <a:bodyPr/>
          <a:lstStyle/>
          <a:p>
            <a:fld id="{8C09EA25-68D7-4A6F-9219-3DE7D0C85371}" type="slidenum">
              <a:rPr lang="zh-CN" altLang="en-US"/>
              <a:pPr/>
              <a:t>1</a:t>
            </a:fld>
            <a:endParaRPr lang="en-US" altLang="zh-CN"/>
          </a:p>
        </p:txBody>
      </p:sp>
      <p:grpSp>
        <p:nvGrpSpPr>
          <p:cNvPr id="8230" name="Group 38"/>
          <p:cNvGrpSpPr>
            <a:grpSpLocks/>
          </p:cNvGrpSpPr>
          <p:nvPr/>
        </p:nvGrpSpPr>
        <p:grpSpPr bwMode="auto">
          <a:xfrm>
            <a:off x="1436688" y="765175"/>
            <a:ext cx="7345362" cy="2644775"/>
            <a:chOff x="905" y="482"/>
            <a:chExt cx="4627" cy="1666"/>
          </a:xfrm>
        </p:grpSpPr>
        <p:sp>
          <p:nvSpPr>
            <p:cNvPr id="8222" name="Text Box 30"/>
            <p:cNvSpPr txBox="1">
              <a:spLocks noChangeArrowheads="1"/>
            </p:cNvSpPr>
            <p:nvPr/>
          </p:nvSpPr>
          <p:spPr bwMode="auto">
            <a:xfrm>
              <a:off x="905" y="993"/>
              <a:ext cx="4037" cy="327"/>
            </a:xfrm>
            <a:prstGeom prst="rect">
              <a:avLst/>
            </a:prstGeom>
            <a:noFill/>
            <a:ln w="9525">
              <a:noFill/>
              <a:miter lim="800000"/>
              <a:headEnd/>
              <a:tailEnd/>
            </a:ln>
            <a:effectLst/>
          </p:spPr>
          <p:txBody>
            <a:bodyPr>
              <a:spAutoFit/>
            </a:bodyPr>
            <a:lstStyle/>
            <a:p>
              <a:pPr eaLnBrk="1" hangingPunct="1"/>
              <a:r>
                <a:rPr kumimoji="1" lang="en-US" altLang="zh-CN" dirty="0">
                  <a:solidFill>
                    <a:srgbClr val="000000"/>
                  </a:solidFill>
                </a:rPr>
                <a:t>§</a:t>
              </a:r>
              <a:r>
                <a:rPr kumimoji="1" lang="en-US" altLang="zh-CN" dirty="0" smtClean="0">
                  <a:solidFill>
                    <a:srgbClr val="000000"/>
                  </a:solidFill>
                </a:rPr>
                <a:t>12.3  </a:t>
              </a:r>
              <a:r>
                <a:rPr kumimoji="1" lang="zh-CN" altLang="en-US" dirty="0" smtClean="0">
                  <a:solidFill>
                    <a:srgbClr val="000000"/>
                  </a:solidFill>
                </a:rPr>
                <a:t>光的单缝衍射</a:t>
              </a:r>
              <a:endParaRPr kumimoji="1" lang="en-US" altLang="zh-CN" dirty="0">
                <a:solidFill>
                  <a:srgbClr val="000000"/>
                </a:solidFill>
              </a:endParaRPr>
            </a:p>
          </p:txBody>
        </p:sp>
        <p:sp>
          <p:nvSpPr>
            <p:cNvPr id="8225" name="Text Box 33"/>
            <p:cNvSpPr txBox="1">
              <a:spLocks noChangeArrowheads="1"/>
            </p:cNvSpPr>
            <p:nvPr/>
          </p:nvSpPr>
          <p:spPr bwMode="auto">
            <a:xfrm>
              <a:off x="1271" y="482"/>
              <a:ext cx="2782" cy="365"/>
            </a:xfrm>
            <a:prstGeom prst="rect">
              <a:avLst/>
            </a:prstGeom>
            <a:noFill/>
            <a:ln w="9525">
              <a:noFill/>
              <a:miter lim="800000"/>
              <a:headEnd/>
              <a:tailEnd/>
            </a:ln>
            <a:effectLst/>
          </p:spPr>
          <p:txBody>
            <a:bodyPr>
              <a:spAutoFit/>
            </a:bodyPr>
            <a:lstStyle/>
            <a:p>
              <a:pPr algn="ctr"/>
              <a:r>
                <a:rPr lang="zh-CN" altLang="en-US" sz="3200" dirty="0" smtClean="0">
                  <a:solidFill>
                    <a:srgbClr val="000000"/>
                  </a:solidFill>
                </a:rPr>
                <a:t>第十二章   波动光学</a:t>
              </a:r>
              <a:endParaRPr kumimoji="1" lang="zh-CN" altLang="en-US" sz="3200" dirty="0">
                <a:solidFill>
                  <a:srgbClr val="000000"/>
                </a:solidFill>
              </a:endParaRPr>
            </a:p>
          </p:txBody>
        </p:sp>
        <p:sp>
          <p:nvSpPr>
            <p:cNvPr id="8228" name="Text Box 36"/>
            <p:cNvSpPr txBox="1">
              <a:spLocks noChangeArrowheads="1"/>
            </p:cNvSpPr>
            <p:nvPr/>
          </p:nvSpPr>
          <p:spPr bwMode="auto">
            <a:xfrm>
              <a:off x="1495" y="1415"/>
              <a:ext cx="4037" cy="327"/>
            </a:xfrm>
            <a:prstGeom prst="rect">
              <a:avLst/>
            </a:prstGeom>
            <a:noFill/>
            <a:ln w="9525">
              <a:noFill/>
              <a:miter lim="800000"/>
              <a:headEnd/>
              <a:tailEnd/>
            </a:ln>
            <a:effectLst/>
          </p:spPr>
          <p:txBody>
            <a:bodyPr>
              <a:spAutoFit/>
            </a:bodyPr>
            <a:lstStyle/>
            <a:p>
              <a:pPr eaLnBrk="1" hangingPunct="1">
                <a:buFontTx/>
                <a:buChar char="•"/>
              </a:pPr>
              <a:r>
                <a:rPr kumimoji="1" lang="en-US" altLang="zh-CN">
                  <a:solidFill>
                    <a:srgbClr val="000000"/>
                  </a:solidFill>
                </a:rPr>
                <a:t> </a:t>
              </a:r>
              <a:r>
                <a:rPr kumimoji="1" lang="zh-CN" altLang="en-US">
                  <a:solidFill>
                    <a:srgbClr val="000000"/>
                  </a:solidFill>
                </a:rPr>
                <a:t>衍射光强分布</a:t>
              </a:r>
              <a:endParaRPr kumimoji="1" lang="en-US" altLang="zh-CN">
                <a:solidFill>
                  <a:srgbClr val="000000"/>
                </a:solidFill>
              </a:endParaRPr>
            </a:p>
          </p:txBody>
        </p:sp>
        <p:sp>
          <p:nvSpPr>
            <p:cNvPr id="8229" name="Text Box 37"/>
            <p:cNvSpPr txBox="1">
              <a:spLocks noChangeArrowheads="1"/>
            </p:cNvSpPr>
            <p:nvPr/>
          </p:nvSpPr>
          <p:spPr bwMode="auto">
            <a:xfrm>
              <a:off x="1495" y="1821"/>
              <a:ext cx="4037" cy="327"/>
            </a:xfrm>
            <a:prstGeom prst="rect">
              <a:avLst/>
            </a:prstGeom>
            <a:noFill/>
            <a:ln w="9525">
              <a:noFill/>
              <a:miter lim="800000"/>
              <a:headEnd/>
              <a:tailEnd/>
            </a:ln>
            <a:effectLst/>
          </p:spPr>
          <p:txBody>
            <a:bodyPr>
              <a:spAutoFit/>
            </a:bodyPr>
            <a:lstStyle/>
            <a:p>
              <a:pPr eaLnBrk="1" hangingPunct="1">
                <a:buFontTx/>
                <a:buChar char="•"/>
              </a:pPr>
              <a:r>
                <a:rPr kumimoji="1" lang="en-US" altLang="zh-CN" dirty="0">
                  <a:solidFill>
                    <a:srgbClr val="000000"/>
                  </a:solidFill>
                </a:rPr>
                <a:t> </a:t>
              </a:r>
              <a:r>
                <a:rPr kumimoji="1" lang="zh-CN" altLang="en-US" dirty="0">
                  <a:solidFill>
                    <a:srgbClr val="000000"/>
                  </a:solidFill>
                </a:rPr>
                <a:t>衍射条纹的宽度</a:t>
              </a:r>
              <a:endParaRPr kumimoji="1" lang="en-US" altLang="zh-CN" dirty="0">
                <a:solidFill>
                  <a:srgbClr val="000000"/>
                </a:solidFill>
              </a:endParaRPr>
            </a:p>
          </p:txBody>
        </p:sp>
      </p:grpSp>
      <p:sp>
        <p:nvSpPr>
          <p:cNvPr id="13" name="Text Box 25"/>
          <p:cNvSpPr txBox="1">
            <a:spLocks noChangeArrowheads="1"/>
          </p:cNvSpPr>
          <p:nvPr/>
        </p:nvSpPr>
        <p:spPr bwMode="auto">
          <a:xfrm>
            <a:off x="1546774" y="3462501"/>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en-US" altLang="zh-CN" dirty="0">
                <a:solidFill>
                  <a:srgbClr val="000000"/>
                </a:solidFill>
              </a:rPr>
              <a:t>§</a:t>
            </a:r>
            <a:r>
              <a:rPr lang="en-US" altLang="zh-CN" dirty="0" smtClean="0">
                <a:solidFill>
                  <a:srgbClr val="000000"/>
                </a:solidFill>
              </a:rPr>
              <a:t>12.4  </a:t>
            </a:r>
            <a:r>
              <a:rPr lang="zh-CN" altLang="en-US" dirty="0">
                <a:solidFill>
                  <a:srgbClr val="000000"/>
                </a:solidFill>
              </a:rPr>
              <a:t>衍射光栅</a:t>
            </a:r>
            <a:endParaRPr lang="zh-CN" altLang="en-US" sz="2400" b="0" dirty="0"/>
          </a:p>
        </p:txBody>
      </p:sp>
      <p:sp>
        <p:nvSpPr>
          <p:cNvPr id="14" name="Text Box 32"/>
          <p:cNvSpPr txBox="1">
            <a:spLocks noChangeArrowheads="1"/>
          </p:cNvSpPr>
          <p:nvPr/>
        </p:nvSpPr>
        <p:spPr bwMode="auto">
          <a:xfrm>
            <a:off x="2503406" y="4649242"/>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buFontTx/>
              <a:buChar char="•"/>
            </a:pPr>
            <a:r>
              <a:rPr kumimoji="1" lang="en-US" altLang="zh-CN" dirty="0">
                <a:solidFill>
                  <a:srgbClr val="000000"/>
                </a:solidFill>
              </a:rPr>
              <a:t> </a:t>
            </a:r>
            <a:r>
              <a:rPr kumimoji="1" lang="zh-CN" altLang="en-US" dirty="0">
                <a:solidFill>
                  <a:srgbClr val="000000"/>
                </a:solidFill>
              </a:rPr>
              <a:t>衍射条纹的形成</a:t>
            </a:r>
            <a:endParaRPr kumimoji="1" lang="en-US" altLang="zh-CN" dirty="0">
              <a:solidFill>
                <a:srgbClr val="000000"/>
              </a:solidFill>
            </a:endParaRPr>
          </a:p>
        </p:txBody>
      </p:sp>
      <p:sp>
        <p:nvSpPr>
          <p:cNvPr id="15" name="Text Box 33"/>
          <p:cNvSpPr txBox="1">
            <a:spLocks noChangeArrowheads="1"/>
          </p:cNvSpPr>
          <p:nvPr/>
        </p:nvSpPr>
        <p:spPr bwMode="auto">
          <a:xfrm>
            <a:off x="2503406" y="4078231"/>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buFontTx/>
              <a:buChar char="•"/>
            </a:pPr>
            <a:r>
              <a:rPr kumimoji="1" lang="en-US" altLang="zh-CN" dirty="0">
                <a:solidFill>
                  <a:srgbClr val="000000"/>
                </a:solidFill>
              </a:rPr>
              <a:t> </a:t>
            </a:r>
            <a:r>
              <a:rPr kumimoji="1" lang="zh-CN" altLang="en-US" dirty="0">
                <a:solidFill>
                  <a:srgbClr val="000000"/>
                </a:solidFill>
              </a:rPr>
              <a:t>光栅的构造</a:t>
            </a:r>
            <a:endParaRPr kumimoji="1" lang="en-US" altLang="zh-CN" dirty="0">
              <a:solidFill>
                <a:srgbClr val="000000"/>
              </a:solidFill>
            </a:endParaRPr>
          </a:p>
        </p:txBody>
      </p:sp>
      <p:sp>
        <p:nvSpPr>
          <p:cNvPr id="16" name="Text Box 34"/>
          <p:cNvSpPr txBox="1">
            <a:spLocks noChangeArrowheads="1"/>
          </p:cNvSpPr>
          <p:nvPr/>
        </p:nvSpPr>
        <p:spPr bwMode="auto">
          <a:xfrm>
            <a:off x="2572847" y="5218445"/>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buFontTx/>
              <a:buChar char="•"/>
            </a:pPr>
            <a:r>
              <a:rPr kumimoji="1" lang="en-US" altLang="zh-CN" dirty="0">
                <a:solidFill>
                  <a:srgbClr val="000000"/>
                </a:solidFill>
              </a:rPr>
              <a:t> </a:t>
            </a:r>
            <a:r>
              <a:rPr kumimoji="1" lang="zh-CN" altLang="en-US" dirty="0">
                <a:solidFill>
                  <a:srgbClr val="000000"/>
                </a:solidFill>
              </a:rPr>
              <a:t>衍射光谱</a:t>
            </a:r>
          </a:p>
        </p:txBody>
      </p:sp>
      <p:sp>
        <p:nvSpPr>
          <p:cNvPr id="17" name="Text Box 35"/>
          <p:cNvSpPr txBox="1">
            <a:spLocks noChangeArrowheads="1"/>
          </p:cNvSpPr>
          <p:nvPr/>
        </p:nvSpPr>
        <p:spPr bwMode="auto">
          <a:xfrm>
            <a:off x="2568140" y="5777140"/>
            <a:ext cx="4527550" cy="51911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buFontTx/>
              <a:buChar char="•"/>
            </a:pPr>
            <a:r>
              <a:rPr kumimoji="1" lang="en-US" altLang="zh-CN" dirty="0">
                <a:solidFill>
                  <a:srgbClr val="000000"/>
                </a:solidFill>
              </a:rPr>
              <a:t> X</a:t>
            </a:r>
            <a:r>
              <a:rPr kumimoji="1" lang="zh-CN" altLang="en-US" dirty="0">
                <a:solidFill>
                  <a:srgbClr val="000000"/>
                </a:solidFill>
              </a:rPr>
              <a:t>射线的衍射</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8230"/>
                                        </p:tgtEl>
                                        <p:attrNameLst>
                                          <p:attrName>style.visibility</p:attrName>
                                        </p:attrNameLst>
                                      </p:cBhvr>
                                      <p:to>
                                        <p:strVal val="visible"/>
                                      </p:to>
                                    </p:set>
                                    <p:animEffect transition="in" filter="wipe(up)">
                                      <p:cBhvr>
                                        <p:cTn id="7" dur="500"/>
                                        <p:tgtEl>
                                          <p:spTgt spid="82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fld id="{BD22DE59-6131-42FF-9045-4405584AE7E9}" type="slidenum">
              <a:rPr lang="zh-CN" altLang="en-US"/>
              <a:pPr/>
              <a:t>2</a:t>
            </a:fld>
            <a:endParaRPr lang="en-US" altLang="zh-CN"/>
          </a:p>
        </p:txBody>
      </p:sp>
      <p:sp>
        <p:nvSpPr>
          <p:cNvPr id="91138" name="Text Box 2"/>
          <p:cNvSpPr txBox="1">
            <a:spLocks noChangeArrowheads="1"/>
          </p:cNvSpPr>
          <p:nvPr/>
        </p:nvSpPr>
        <p:spPr bwMode="auto">
          <a:xfrm>
            <a:off x="685800" y="1335088"/>
            <a:ext cx="4419600" cy="519112"/>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FF"/>
                </a:solidFill>
              </a:rPr>
              <a:t>一 、光的衍射现象</a:t>
            </a:r>
          </a:p>
        </p:txBody>
      </p:sp>
      <p:grpSp>
        <p:nvGrpSpPr>
          <p:cNvPr id="91139" name="Group 3"/>
          <p:cNvGrpSpPr>
            <a:grpSpLocks/>
          </p:cNvGrpSpPr>
          <p:nvPr/>
        </p:nvGrpSpPr>
        <p:grpSpPr bwMode="auto">
          <a:xfrm>
            <a:off x="1581150" y="2033588"/>
            <a:ext cx="2286000" cy="2286000"/>
            <a:chOff x="4581" y="2140"/>
            <a:chExt cx="2535" cy="2835"/>
          </a:xfrm>
        </p:grpSpPr>
        <p:pic>
          <p:nvPicPr>
            <p:cNvPr id="91140" name="Picture 4" descr="http://202.205.107.80/wangshangjiaoxue/kejian/daxuewuli/daxuewuli-fanshixi/wuli/17-2.files/slide0129_image007.gif"/>
            <p:cNvPicPr>
              <a:picLocks noChangeAspect="1" noChangeArrowheads="1"/>
            </p:cNvPicPr>
            <p:nvPr/>
          </p:nvPicPr>
          <p:blipFill>
            <a:blip r:embed="rId2" r:link="rId3" cstate="print"/>
            <a:srcRect/>
            <a:stretch>
              <a:fillRect/>
            </a:stretch>
          </p:blipFill>
          <p:spPr bwMode="auto">
            <a:xfrm>
              <a:off x="6021" y="2608"/>
              <a:ext cx="1095" cy="1965"/>
            </a:xfrm>
            <a:prstGeom prst="rect">
              <a:avLst/>
            </a:prstGeom>
            <a:noFill/>
          </p:spPr>
        </p:pic>
        <p:pic>
          <p:nvPicPr>
            <p:cNvPr id="91141" name="Picture 5" descr="http://202.205.107.80/wangshangjiaoxue/kejian/daxuewuli/daxuewuli-fanshixi/wuli/17-2.files/slide0129_image009.gif"/>
            <p:cNvPicPr>
              <a:picLocks noChangeAspect="1" noChangeArrowheads="1"/>
            </p:cNvPicPr>
            <p:nvPr/>
          </p:nvPicPr>
          <p:blipFill>
            <a:blip r:embed="rId4" r:link="rId5" cstate="print"/>
            <a:srcRect/>
            <a:stretch>
              <a:fillRect/>
            </a:stretch>
          </p:blipFill>
          <p:spPr bwMode="auto">
            <a:xfrm>
              <a:off x="5121" y="2140"/>
              <a:ext cx="795" cy="2835"/>
            </a:xfrm>
            <a:prstGeom prst="rect">
              <a:avLst/>
            </a:prstGeom>
            <a:noFill/>
          </p:spPr>
        </p:pic>
        <p:pic>
          <p:nvPicPr>
            <p:cNvPr id="91142" name="Picture 6" descr="http://202.205.107.80/wangshangjiaoxue/kejian/daxuewuli/daxuewuli-fanshixi/wuli/17-2.files/slide0129_image013.gif"/>
            <p:cNvPicPr>
              <a:picLocks noChangeAspect="1" noChangeArrowheads="1"/>
            </p:cNvPicPr>
            <p:nvPr/>
          </p:nvPicPr>
          <p:blipFill>
            <a:blip r:embed="rId6" r:link="rId7" cstate="print"/>
            <a:srcRect/>
            <a:stretch>
              <a:fillRect/>
            </a:stretch>
          </p:blipFill>
          <p:spPr bwMode="auto">
            <a:xfrm>
              <a:off x="4581" y="2919"/>
              <a:ext cx="1320" cy="1245"/>
            </a:xfrm>
            <a:prstGeom prst="rect">
              <a:avLst/>
            </a:prstGeom>
            <a:noFill/>
          </p:spPr>
        </p:pic>
      </p:grpSp>
      <p:sp>
        <p:nvSpPr>
          <p:cNvPr id="91143" name="Text Box 7"/>
          <p:cNvSpPr txBox="1">
            <a:spLocks noChangeArrowheads="1"/>
          </p:cNvSpPr>
          <p:nvPr/>
        </p:nvSpPr>
        <p:spPr bwMode="auto">
          <a:xfrm>
            <a:off x="660400" y="4373563"/>
            <a:ext cx="7961313" cy="1630362"/>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zh-CN" altLang="en-US" dirty="0">
                <a:solidFill>
                  <a:srgbClr val="000000"/>
                </a:solidFill>
              </a:rPr>
              <a:t>        光在传播过程中若遇到尺寸比光的波长大得不多的障碍物时，光会传到障碍物的阴影区并形成明暗变化的光强分布的现象叫做</a:t>
            </a:r>
            <a:r>
              <a:rPr lang="zh-CN" altLang="en-US" dirty="0">
                <a:solidFill>
                  <a:srgbClr val="FF0000"/>
                </a:solidFill>
              </a:rPr>
              <a:t>光的衍射</a:t>
            </a:r>
            <a:endParaRPr lang="en-US" altLang="zh-CN" dirty="0">
              <a:solidFill>
                <a:srgbClr val="FF0000"/>
              </a:solidFill>
            </a:endParaRPr>
          </a:p>
        </p:txBody>
      </p:sp>
      <p:grpSp>
        <p:nvGrpSpPr>
          <p:cNvPr id="91144" name="Group 8"/>
          <p:cNvGrpSpPr>
            <a:grpSpLocks/>
          </p:cNvGrpSpPr>
          <p:nvPr/>
        </p:nvGrpSpPr>
        <p:grpSpPr bwMode="auto">
          <a:xfrm>
            <a:off x="4705350" y="2097088"/>
            <a:ext cx="2971800" cy="2209800"/>
            <a:chOff x="2928" y="1048"/>
            <a:chExt cx="1872" cy="1392"/>
          </a:xfrm>
        </p:grpSpPr>
        <p:pic>
          <p:nvPicPr>
            <p:cNvPr id="91145" name="Picture 9" descr="http://202.205.107.80/wangshangjiaoxue/kejian/daxuewuli/daxuewuli-fanshixi/wuli/17-2.files/slide0129_image010.gif"/>
            <p:cNvPicPr>
              <a:picLocks noChangeAspect="1" noChangeArrowheads="1"/>
            </p:cNvPicPr>
            <p:nvPr/>
          </p:nvPicPr>
          <p:blipFill>
            <a:blip r:embed="rId8" r:link="rId9" cstate="print"/>
            <a:srcRect/>
            <a:stretch>
              <a:fillRect/>
            </a:stretch>
          </p:blipFill>
          <p:spPr bwMode="auto">
            <a:xfrm>
              <a:off x="3327" y="1123"/>
              <a:ext cx="498" cy="1262"/>
            </a:xfrm>
            <a:prstGeom prst="rect">
              <a:avLst/>
            </a:prstGeom>
            <a:noFill/>
          </p:spPr>
        </p:pic>
        <p:pic>
          <p:nvPicPr>
            <p:cNvPr id="91146" name="Picture 10" descr="http://202.205.107.80/wangshangjiaoxue/kejian/daxuewuli/daxuewuli-fanshixi/wuli/17-2.files/slide0129_image012.gif"/>
            <p:cNvPicPr>
              <a:picLocks noChangeAspect="1" noChangeArrowheads="1"/>
            </p:cNvPicPr>
            <p:nvPr/>
          </p:nvPicPr>
          <p:blipFill>
            <a:blip r:embed="rId10" r:link="rId11" cstate="print"/>
            <a:srcRect/>
            <a:stretch>
              <a:fillRect/>
            </a:stretch>
          </p:blipFill>
          <p:spPr bwMode="auto">
            <a:xfrm>
              <a:off x="2928" y="1320"/>
              <a:ext cx="875" cy="757"/>
            </a:xfrm>
            <a:prstGeom prst="rect">
              <a:avLst/>
            </a:prstGeom>
            <a:noFill/>
          </p:spPr>
        </p:pic>
        <p:pic>
          <p:nvPicPr>
            <p:cNvPr id="91147" name="Picture 11" descr="http://202.205.107.80/wangshangjiaoxue/kejian/daxuewuli/daxuewuli-fanshixi/wuli/17-2.files/slide0129_image011.gif"/>
            <p:cNvPicPr>
              <a:picLocks noChangeAspect="1" noChangeArrowheads="1"/>
            </p:cNvPicPr>
            <p:nvPr/>
          </p:nvPicPr>
          <p:blipFill>
            <a:blip r:embed="rId12" r:link="rId13" cstate="print"/>
            <a:srcRect/>
            <a:stretch>
              <a:fillRect/>
            </a:stretch>
          </p:blipFill>
          <p:spPr bwMode="auto">
            <a:xfrm>
              <a:off x="3991" y="1048"/>
              <a:ext cx="809" cy="1392"/>
            </a:xfrm>
            <a:prstGeom prst="rect">
              <a:avLst/>
            </a:prstGeom>
            <a:noFill/>
          </p:spPr>
        </p:pic>
        <p:pic>
          <p:nvPicPr>
            <p:cNvPr id="91148" name="Picture 12" descr="http://202.205.107.80/wangshangjiaoxue/kejian/daxuewuli/daxuewuli-fanshixi/wuli/17-2.files/slide0129_image012.gif"/>
            <p:cNvPicPr>
              <a:picLocks noChangeAspect="1" noChangeArrowheads="1"/>
            </p:cNvPicPr>
            <p:nvPr/>
          </p:nvPicPr>
          <p:blipFill>
            <a:blip r:embed="rId10" r:link="rId11" cstate="print"/>
            <a:srcRect/>
            <a:stretch>
              <a:fillRect/>
            </a:stretch>
          </p:blipFill>
          <p:spPr bwMode="auto">
            <a:xfrm>
              <a:off x="2928" y="1395"/>
              <a:ext cx="875" cy="757"/>
            </a:xfrm>
            <a:prstGeom prst="rect">
              <a:avLst/>
            </a:prstGeom>
            <a:noFill/>
          </p:spPr>
        </p:pic>
      </p:grpSp>
      <p:sp>
        <p:nvSpPr>
          <p:cNvPr id="91149" name="Text Box 13"/>
          <p:cNvSpPr txBox="1">
            <a:spLocks noChangeArrowheads="1"/>
          </p:cNvSpPr>
          <p:nvPr/>
        </p:nvSpPr>
        <p:spPr bwMode="auto">
          <a:xfrm>
            <a:off x="1981200" y="503238"/>
            <a:ext cx="4616450" cy="519112"/>
          </a:xfrm>
          <a:prstGeom prst="rect">
            <a:avLst/>
          </a:prstGeom>
          <a:noFill/>
          <a:ln w="9525">
            <a:noFill/>
            <a:miter lim="800000"/>
            <a:headEnd/>
            <a:tailEnd/>
          </a:ln>
          <a:effectLst/>
        </p:spPr>
        <p:txBody>
          <a:bodyPr>
            <a:spAutoFit/>
          </a:bodyPr>
          <a:lstStyle/>
          <a:p>
            <a:pPr algn="ctr" eaLnBrk="1" hangingPunct="1"/>
            <a:r>
              <a:rPr kumimoji="1" lang="en-US" altLang="zh-CN" dirty="0">
                <a:solidFill>
                  <a:srgbClr val="000000"/>
                </a:solidFill>
              </a:rPr>
              <a:t>§</a:t>
            </a:r>
            <a:r>
              <a:rPr kumimoji="1" lang="en-US" altLang="zh-CN" dirty="0" smtClean="0">
                <a:solidFill>
                  <a:srgbClr val="000000"/>
                </a:solidFill>
              </a:rPr>
              <a:t>12.3  </a:t>
            </a:r>
            <a:r>
              <a:rPr kumimoji="1" lang="zh-CN" altLang="en-US" dirty="0">
                <a:solidFill>
                  <a:srgbClr val="000000"/>
                </a:solidFill>
              </a:rPr>
              <a:t>光</a:t>
            </a:r>
            <a:r>
              <a:rPr kumimoji="1" lang="zh-CN" altLang="en-US" dirty="0" smtClean="0">
                <a:solidFill>
                  <a:srgbClr val="000000"/>
                </a:solidFill>
              </a:rPr>
              <a:t>的单缝衍射</a:t>
            </a:r>
            <a:endParaRPr kumimoji="1" lang="en-US" altLang="zh-CN" dirty="0">
              <a:solidFill>
                <a:srgbClr val="000000"/>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1144"/>
                                        </p:tgtEl>
                                        <p:attrNameLst>
                                          <p:attrName>style.visibility</p:attrName>
                                        </p:attrNameLst>
                                      </p:cBhvr>
                                      <p:to>
                                        <p:strVal val="visible"/>
                                      </p:to>
                                    </p:set>
                                    <p:animEffect transition="in" filter="wipe(left)">
                                      <p:cBhvr>
                                        <p:cTn id="7" dur="500"/>
                                        <p:tgtEl>
                                          <p:spTgt spid="9114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91143"/>
                                        </p:tgtEl>
                                        <p:attrNameLst>
                                          <p:attrName>style.visibility</p:attrName>
                                        </p:attrNameLst>
                                      </p:cBhvr>
                                      <p:to>
                                        <p:strVal val="visible"/>
                                      </p:to>
                                    </p:set>
                                    <p:animEffect transition="in" filter="blinds(vertical)">
                                      <p:cBhvr>
                                        <p:cTn id="12" dur="500"/>
                                        <p:tgtEl>
                                          <p:spTgt spid="911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3"/>
          <p:cNvSpPr>
            <a:spLocks noGrp="1"/>
          </p:cNvSpPr>
          <p:nvPr>
            <p:ph type="sldNum" sz="quarter" idx="12"/>
          </p:nvPr>
        </p:nvSpPr>
        <p:spPr/>
        <p:txBody>
          <a:bodyPr/>
          <a:lstStyle/>
          <a:p>
            <a:fld id="{990EC57E-730A-4CEE-8FFA-D246403C460C}" type="slidenum">
              <a:rPr lang="zh-CN" altLang="en-US"/>
              <a:pPr/>
              <a:t>3</a:t>
            </a:fld>
            <a:endParaRPr lang="en-US" altLang="zh-CN"/>
          </a:p>
        </p:txBody>
      </p:sp>
      <p:grpSp>
        <p:nvGrpSpPr>
          <p:cNvPr id="96325" name="Group 69"/>
          <p:cNvGrpSpPr>
            <a:grpSpLocks/>
          </p:cNvGrpSpPr>
          <p:nvPr/>
        </p:nvGrpSpPr>
        <p:grpSpPr bwMode="auto">
          <a:xfrm>
            <a:off x="746125" y="1133475"/>
            <a:ext cx="7626350" cy="4408488"/>
            <a:chOff x="499" y="759"/>
            <a:chExt cx="4804" cy="2777"/>
          </a:xfrm>
        </p:grpSpPr>
        <p:sp>
          <p:nvSpPr>
            <p:cNvPr id="96259" name="Text Box 3"/>
            <p:cNvSpPr txBox="1">
              <a:spLocks noChangeArrowheads="1"/>
            </p:cNvSpPr>
            <p:nvPr/>
          </p:nvSpPr>
          <p:spPr bwMode="auto">
            <a:xfrm>
              <a:off x="499" y="759"/>
              <a:ext cx="4804" cy="2777"/>
            </a:xfrm>
            <a:prstGeom prst="rect">
              <a:avLst/>
            </a:prstGeom>
            <a:noFill/>
            <a:ln w="9525">
              <a:noFill/>
              <a:miter lim="800000"/>
              <a:headEnd/>
              <a:tailEnd/>
            </a:ln>
            <a:effectLst/>
          </p:spPr>
          <p:txBody>
            <a:bodyPr>
              <a:spAutoFit/>
            </a:bodyPr>
            <a:lstStyle/>
            <a:p>
              <a:pPr>
                <a:lnSpc>
                  <a:spcPct val="120000"/>
                </a:lnSpc>
                <a:spcBef>
                  <a:spcPct val="50000"/>
                </a:spcBef>
              </a:pPr>
              <a:r>
                <a:rPr lang="zh-CN" altLang="en-US">
                  <a:solidFill>
                    <a:srgbClr val="000000"/>
                  </a:solidFill>
                </a:rPr>
                <a:t>         从同一波面上各点发出的子波，在传播到空间某点时，各个子波间也可以相互叠加而产生</a:t>
              </a:r>
              <a:r>
                <a:rPr lang="zh-CN" altLang="en-US">
                  <a:solidFill>
                    <a:srgbClr val="FF0000"/>
                  </a:solidFill>
                </a:rPr>
                <a:t>干涉现象</a:t>
              </a:r>
              <a:r>
                <a:rPr lang="zh-CN" altLang="en-US"/>
                <a:t>。</a:t>
              </a:r>
              <a:r>
                <a:rPr lang="zh-CN" altLang="en-US">
                  <a:solidFill>
                    <a:srgbClr val="000000"/>
                  </a:solidFill>
                </a:rPr>
                <a:t>图中</a:t>
              </a:r>
              <a:r>
                <a:rPr lang="en-US" altLang="zh-CN" i="1">
                  <a:solidFill>
                    <a:srgbClr val="000000"/>
                  </a:solidFill>
                </a:rPr>
                <a:t>     </a:t>
              </a:r>
              <a:r>
                <a:rPr lang="zh-CN" altLang="en-US">
                  <a:solidFill>
                    <a:srgbClr val="000000"/>
                  </a:solidFill>
                </a:rPr>
                <a:t>为发出球面波的子波源，</a:t>
              </a:r>
              <a:r>
                <a:rPr lang="en-US" altLang="zh-CN" i="1">
                  <a:solidFill>
                    <a:srgbClr val="000000"/>
                  </a:solidFill>
                </a:rPr>
                <a:t>P</a:t>
              </a:r>
              <a:r>
                <a:rPr lang="zh-CN" altLang="en-US">
                  <a:solidFill>
                    <a:srgbClr val="000000"/>
                  </a:solidFill>
                </a:rPr>
                <a:t>点的光振动取决于                                                波振面</a:t>
              </a:r>
              <a:r>
                <a:rPr lang="en-US" altLang="zh-CN" i="1">
                  <a:solidFill>
                    <a:srgbClr val="000000"/>
                  </a:solidFill>
                </a:rPr>
                <a:t>S</a:t>
              </a:r>
              <a:r>
                <a:rPr lang="zh-CN" altLang="en-US">
                  <a:solidFill>
                    <a:srgbClr val="000000"/>
                  </a:solidFill>
                </a:rPr>
                <a:t>上所有面源                                                        发出的子波在该点                                                        </a:t>
              </a:r>
              <a:r>
                <a:rPr lang="zh-CN" altLang="en-US">
                  <a:solidFill>
                    <a:srgbClr val="FF0000"/>
                  </a:solidFill>
                </a:rPr>
                <a:t>相互干涉的总效应。</a:t>
              </a:r>
            </a:p>
            <a:p>
              <a:pPr>
                <a:lnSpc>
                  <a:spcPct val="120000"/>
                </a:lnSpc>
                <a:spcBef>
                  <a:spcPct val="50000"/>
                </a:spcBef>
              </a:pPr>
              <a:endParaRPr lang="zh-CN" altLang="en-US"/>
            </a:p>
          </p:txBody>
        </p:sp>
        <p:graphicFrame>
          <p:nvGraphicFramePr>
            <p:cNvPr id="96321" name="Object 65"/>
            <p:cNvGraphicFramePr>
              <a:graphicFrameLocks noChangeAspect="1"/>
            </p:cNvGraphicFramePr>
            <p:nvPr/>
          </p:nvGraphicFramePr>
          <p:xfrm>
            <a:off x="2326" y="1457"/>
            <a:ext cx="346" cy="254"/>
          </p:xfrm>
          <a:graphic>
            <a:graphicData uri="http://schemas.openxmlformats.org/presentationml/2006/ole">
              <mc:AlternateContent xmlns:mc="http://schemas.openxmlformats.org/markup-compatibility/2006">
                <mc:Choice xmlns:v="urn:schemas-microsoft-com:vml" Requires="v">
                  <p:oleObj spid="_x0000_s96392" name="公式" r:id="rId3" imgW="241091" imgH="177646" progId="Equation.3">
                    <p:embed/>
                  </p:oleObj>
                </mc:Choice>
                <mc:Fallback>
                  <p:oleObj name="公式" r:id="rId3" imgW="241091" imgH="177646" progId="Equation.3">
                    <p:embed/>
                    <p:pic>
                      <p:nvPicPr>
                        <p:cNvPr id="0" name="Picture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6" y="1457"/>
                          <a:ext cx="34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6258" name="Text Box 2"/>
          <p:cNvSpPr txBox="1">
            <a:spLocks noChangeArrowheads="1"/>
          </p:cNvSpPr>
          <p:nvPr/>
        </p:nvSpPr>
        <p:spPr bwMode="auto">
          <a:xfrm>
            <a:off x="766763" y="503238"/>
            <a:ext cx="4953000" cy="604837"/>
          </a:xfrm>
          <a:prstGeom prst="rect">
            <a:avLst/>
          </a:prstGeom>
          <a:noFill/>
          <a:ln w="9525">
            <a:noFill/>
            <a:miter lim="800000"/>
            <a:headEnd/>
            <a:tailEnd/>
          </a:ln>
          <a:effectLst/>
        </p:spPr>
        <p:txBody>
          <a:bodyPr>
            <a:spAutoFit/>
          </a:bodyPr>
          <a:lstStyle/>
          <a:p>
            <a:pPr>
              <a:lnSpc>
                <a:spcPct val="120000"/>
              </a:lnSpc>
              <a:spcBef>
                <a:spcPct val="50000"/>
              </a:spcBef>
            </a:pPr>
            <a:r>
              <a:rPr kumimoji="1" lang="zh-CN" altLang="en-US">
                <a:solidFill>
                  <a:srgbClr val="0000FF"/>
                </a:solidFill>
              </a:rPr>
              <a:t>二、 惠更斯-菲涅耳原理</a:t>
            </a:r>
          </a:p>
        </p:txBody>
      </p:sp>
      <p:grpSp>
        <p:nvGrpSpPr>
          <p:cNvPr id="96320" name="Group 64"/>
          <p:cNvGrpSpPr>
            <a:grpSpLocks/>
          </p:cNvGrpSpPr>
          <p:nvPr/>
        </p:nvGrpSpPr>
        <p:grpSpPr bwMode="auto">
          <a:xfrm>
            <a:off x="4295775" y="2908300"/>
            <a:ext cx="3941763" cy="2136775"/>
            <a:chOff x="549" y="1806"/>
            <a:chExt cx="2483" cy="1346"/>
          </a:xfrm>
        </p:grpSpPr>
        <p:grpSp>
          <p:nvGrpSpPr>
            <p:cNvPr id="96287" name="Group 31"/>
            <p:cNvGrpSpPr>
              <a:grpSpLocks/>
            </p:cNvGrpSpPr>
            <p:nvPr/>
          </p:nvGrpSpPr>
          <p:grpSpPr bwMode="auto">
            <a:xfrm>
              <a:off x="549" y="1866"/>
              <a:ext cx="1479" cy="1286"/>
              <a:chOff x="352" y="920"/>
              <a:chExt cx="1615" cy="1503"/>
            </a:xfrm>
          </p:grpSpPr>
          <p:sp>
            <p:nvSpPr>
              <p:cNvPr id="96288" name="Freeform 32"/>
              <p:cNvSpPr>
                <a:spLocks/>
              </p:cNvSpPr>
              <p:nvPr/>
            </p:nvSpPr>
            <p:spPr bwMode="auto">
              <a:xfrm>
                <a:off x="352" y="920"/>
                <a:ext cx="1615" cy="1503"/>
              </a:xfrm>
              <a:custGeom>
                <a:avLst/>
                <a:gdLst/>
                <a:ahLst/>
                <a:cxnLst>
                  <a:cxn ang="0">
                    <a:pos x="9" y="711"/>
                  </a:cxn>
                  <a:cxn ang="0">
                    <a:pos x="278" y="322"/>
                  </a:cxn>
                  <a:cxn ang="0">
                    <a:pos x="518" y="105"/>
                  </a:cxn>
                  <a:cxn ang="0">
                    <a:pos x="712" y="8"/>
                  </a:cxn>
                  <a:cxn ang="0">
                    <a:pos x="934" y="55"/>
                  </a:cxn>
                  <a:cxn ang="0">
                    <a:pos x="1198" y="217"/>
                  </a:cxn>
                  <a:cxn ang="0">
                    <a:pos x="1460" y="584"/>
                  </a:cxn>
                  <a:cxn ang="0">
                    <a:pos x="1580" y="1122"/>
                  </a:cxn>
                  <a:cxn ang="0">
                    <a:pos x="1580" y="1175"/>
                  </a:cxn>
                  <a:cxn ang="0">
                    <a:pos x="1370" y="1130"/>
                  </a:cxn>
                  <a:cxn ang="0">
                    <a:pos x="1131" y="1190"/>
                  </a:cxn>
                  <a:cxn ang="0">
                    <a:pos x="892" y="1369"/>
                  </a:cxn>
                  <a:cxn ang="0">
                    <a:pos x="735" y="1481"/>
                  </a:cxn>
                  <a:cxn ang="0">
                    <a:pos x="712" y="1234"/>
                  </a:cxn>
                  <a:cxn ang="0">
                    <a:pos x="630" y="973"/>
                  </a:cxn>
                  <a:cxn ang="0">
                    <a:pos x="331" y="733"/>
                  </a:cxn>
                  <a:cxn ang="0">
                    <a:pos x="9" y="711"/>
                  </a:cxn>
                </a:cxnLst>
                <a:rect l="0" t="0" r="r" b="b"/>
                <a:pathLst>
                  <a:path w="1615" h="1503">
                    <a:moveTo>
                      <a:pt x="9" y="711"/>
                    </a:moveTo>
                    <a:cubicBezTo>
                      <a:pt x="0" y="646"/>
                      <a:pt x="193" y="423"/>
                      <a:pt x="278" y="322"/>
                    </a:cubicBezTo>
                    <a:cubicBezTo>
                      <a:pt x="363" y="221"/>
                      <a:pt x="446" y="157"/>
                      <a:pt x="518" y="105"/>
                    </a:cubicBezTo>
                    <a:cubicBezTo>
                      <a:pt x="590" y="53"/>
                      <a:pt x="643" y="16"/>
                      <a:pt x="712" y="8"/>
                    </a:cubicBezTo>
                    <a:cubicBezTo>
                      <a:pt x="781" y="0"/>
                      <a:pt x="853" y="20"/>
                      <a:pt x="934" y="55"/>
                    </a:cubicBezTo>
                    <a:cubicBezTo>
                      <a:pt x="1015" y="90"/>
                      <a:pt x="1110" y="129"/>
                      <a:pt x="1198" y="217"/>
                    </a:cubicBezTo>
                    <a:cubicBezTo>
                      <a:pt x="1286" y="305"/>
                      <a:pt x="1396" y="433"/>
                      <a:pt x="1460" y="584"/>
                    </a:cubicBezTo>
                    <a:cubicBezTo>
                      <a:pt x="1524" y="735"/>
                      <a:pt x="1560" y="1024"/>
                      <a:pt x="1580" y="1122"/>
                    </a:cubicBezTo>
                    <a:cubicBezTo>
                      <a:pt x="1600" y="1220"/>
                      <a:pt x="1615" y="1174"/>
                      <a:pt x="1580" y="1175"/>
                    </a:cubicBezTo>
                    <a:cubicBezTo>
                      <a:pt x="1545" y="1176"/>
                      <a:pt x="1445" y="1128"/>
                      <a:pt x="1370" y="1130"/>
                    </a:cubicBezTo>
                    <a:cubicBezTo>
                      <a:pt x="1295" y="1132"/>
                      <a:pt x="1211" y="1150"/>
                      <a:pt x="1131" y="1190"/>
                    </a:cubicBezTo>
                    <a:cubicBezTo>
                      <a:pt x="1051" y="1230"/>
                      <a:pt x="958" y="1321"/>
                      <a:pt x="892" y="1369"/>
                    </a:cubicBezTo>
                    <a:cubicBezTo>
                      <a:pt x="826" y="1417"/>
                      <a:pt x="765" y="1503"/>
                      <a:pt x="735" y="1481"/>
                    </a:cubicBezTo>
                    <a:cubicBezTo>
                      <a:pt x="705" y="1459"/>
                      <a:pt x="729" y="1319"/>
                      <a:pt x="712" y="1234"/>
                    </a:cubicBezTo>
                    <a:cubicBezTo>
                      <a:pt x="695" y="1149"/>
                      <a:pt x="693" y="1056"/>
                      <a:pt x="630" y="973"/>
                    </a:cubicBezTo>
                    <a:cubicBezTo>
                      <a:pt x="567" y="890"/>
                      <a:pt x="434" y="777"/>
                      <a:pt x="331" y="733"/>
                    </a:cubicBezTo>
                    <a:cubicBezTo>
                      <a:pt x="228" y="689"/>
                      <a:pt x="76" y="716"/>
                      <a:pt x="9" y="711"/>
                    </a:cubicBezTo>
                    <a:close/>
                  </a:path>
                </a:pathLst>
              </a:custGeom>
              <a:gradFill rotWithShape="0">
                <a:gsLst>
                  <a:gs pos="0">
                    <a:srgbClr val="99CCFF">
                      <a:gamma/>
                      <a:tint val="0"/>
                      <a:invGamma/>
                    </a:srgbClr>
                  </a:gs>
                  <a:gs pos="100000">
                    <a:srgbClr val="99CCFF"/>
                  </a:gs>
                </a:gsLst>
                <a:path path="rect">
                  <a:fillToRect l="50000" t="50000" r="50000" b="50000"/>
                </a:path>
              </a:gradFill>
              <a:ln w="19050" cap="flat" cmpd="sng">
                <a:solidFill>
                  <a:srgbClr val="0066FF"/>
                </a:solidFill>
                <a:prstDash val="solid"/>
                <a:round/>
                <a:headEnd type="none" w="med" len="med"/>
                <a:tailEnd type="none" w="sm" len="lg"/>
              </a:ln>
              <a:effectLst/>
            </p:spPr>
            <p:txBody>
              <a:bodyPr wrap="none"/>
              <a:lstStyle/>
              <a:p>
                <a:endParaRPr lang="zh-CN" altLang="en-US"/>
              </a:p>
            </p:txBody>
          </p:sp>
          <p:graphicFrame>
            <p:nvGraphicFramePr>
              <p:cNvPr id="96289" name="Object 33"/>
              <p:cNvGraphicFramePr>
                <a:graphicFrameLocks noChangeAspect="1"/>
              </p:cNvGraphicFramePr>
              <p:nvPr/>
            </p:nvGraphicFramePr>
            <p:xfrm>
              <a:off x="1104" y="1870"/>
              <a:ext cx="269" cy="336"/>
            </p:xfrm>
            <a:graphic>
              <a:graphicData uri="http://schemas.openxmlformats.org/presentationml/2006/ole">
                <mc:AlternateContent xmlns:mc="http://schemas.openxmlformats.org/markup-compatibility/2006">
                  <mc:Choice xmlns:v="urn:schemas-microsoft-com:vml" Requires="v">
                    <p:oleObj spid="_x0000_s96393" name="公式" r:id="rId5" imgW="3650047" imgH="4625314" progId="Equation.3">
                      <p:embed/>
                    </p:oleObj>
                  </mc:Choice>
                  <mc:Fallback>
                    <p:oleObj name="公式" r:id="rId5" imgW="3650047" imgH="4625314" progId="Equation.3">
                      <p:embed/>
                      <p:pic>
                        <p:nvPicPr>
                          <p:cNvPr id="0" name="Picture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4" y="1870"/>
                            <a:ext cx="26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CC9900"/>
                                </a:solidFill>
                                <a:miter lim="800000"/>
                                <a:headEnd/>
                                <a:tailEnd/>
                              </a14:hiddenLine>
                            </a:ext>
                          </a:extLst>
                        </p:spPr>
                      </p:pic>
                    </p:oleObj>
                  </mc:Fallback>
                </mc:AlternateContent>
              </a:graphicData>
            </a:graphic>
          </p:graphicFrame>
        </p:grpSp>
        <p:grpSp>
          <p:nvGrpSpPr>
            <p:cNvPr id="96318" name="Group 62"/>
            <p:cNvGrpSpPr>
              <a:grpSpLocks/>
            </p:cNvGrpSpPr>
            <p:nvPr/>
          </p:nvGrpSpPr>
          <p:grpSpPr bwMode="auto">
            <a:xfrm>
              <a:off x="933" y="1806"/>
              <a:ext cx="1802" cy="751"/>
              <a:chOff x="933" y="1806"/>
              <a:chExt cx="1802" cy="751"/>
            </a:xfrm>
          </p:grpSpPr>
          <p:sp>
            <p:nvSpPr>
              <p:cNvPr id="96301" name="Line 45"/>
              <p:cNvSpPr>
                <a:spLocks noChangeShapeType="1"/>
              </p:cNvSpPr>
              <p:nvPr/>
            </p:nvSpPr>
            <p:spPr bwMode="auto">
              <a:xfrm>
                <a:off x="1428" y="2476"/>
                <a:ext cx="1307" cy="0"/>
              </a:xfrm>
              <a:prstGeom prst="line">
                <a:avLst/>
              </a:prstGeom>
              <a:noFill/>
              <a:ln w="28575">
                <a:solidFill>
                  <a:srgbClr val="CC0099"/>
                </a:solidFill>
                <a:round/>
                <a:headEnd/>
                <a:tailEnd type="triangle" w="sm" len="lg"/>
              </a:ln>
              <a:effectLst/>
            </p:spPr>
            <p:txBody>
              <a:bodyPr wrap="none" anchor="ctr"/>
              <a:lstStyle/>
              <a:p>
                <a:endParaRPr lang="zh-CN" altLang="en-US"/>
              </a:p>
            </p:txBody>
          </p:sp>
          <p:grpSp>
            <p:nvGrpSpPr>
              <p:cNvPr id="96317" name="Group 61"/>
              <p:cNvGrpSpPr>
                <a:grpSpLocks/>
              </p:cNvGrpSpPr>
              <p:nvPr/>
            </p:nvGrpSpPr>
            <p:grpSpPr bwMode="auto">
              <a:xfrm>
                <a:off x="933" y="1806"/>
                <a:ext cx="1493" cy="751"/>
                <a:chOff x="933" y="1806"/>
                <a:chExt cx="1493" cy="751"/>
              </a:xfrm>
            </p:grpSpPr>
            <p:sp>
              <p:nvSpPr>
                <p:cNvPr id="96303" name="Oval 47" descr="宽下对角线"/>
                <p:cNvSpPr>
                  <a:spLocks noChangeArrowheads="1"/>
                </p:cNvSpPr>
                <p:nvPr/>
              </p:nvSpPr>
              <p:spPr bwMode="auto">
                <a:xfrm rot="1151328">
                  <a:off x="1335" y="2412"/>
                  <a:ext cx="184" cy="145"/>
                </a:xfrm>
                <a:prstGeom prst="ellipse">
                  <a:avLst/>
                </a:prstGeom>
                <a:pattFill prst="wdDnDiag">
                  <a:fgClr>
                    <a:srgbClr val="FF0000"/>
                  </a:fgClr>
                  <a:bgClr>
                    <a:schemeClr val="bg1"/>
                  </a:bgClr>
                </a:pattFill>
                <a:ln w="19050">
                  <a:solidFill>
                    <a:srgbClr val="FF0000"/>
                  </a:solidFill>
                  <a:round/>
                  <a:headEnd/>
                  <a:tailEnd/>
                </a:ln>
                <a:effectLst/>
              </p:spPr>
              <p:txBody>
                <a:bodyPr wrap="none" anchor="ctr"/>
                <a:lstStyle/>
                <a:p>
                  <a:endParaRPr lang="zh-CN" altLang="en-US"/>
                </a:p>
              </p:txBody>
            </p:sp>
            <p:sp>
              <p:nvSpPr>
                <p:cNvPr id="96304" name="Line 48"/>
                <p:cNvSpPr>
                  <a:spLocks noChangeShapeType="1"/>
                </p:cNvSpPr>
                <p:nvPr/>
              </p:nvSpPr>
              <p:spPr bwMode="auto">
                <a:xfrm flipV="1">
                  <a:off x="1428" y="1948"/>
                  <a:ext cx="316" cy="528"/>
                </a:xfrm>
                <a:prstGeom prst="line">
                  <a:avLst/>
                </a:prstGeom>
                <a:noFill/>
                <a:ln w="28575">
                  <a:solidFill>
                    <a:srgbClr val="CC00CC"/>
                  </a:solidFill>
                  <a:round/>
                  <a:headEnd/>
                  <a:tailEnd type="triangle" w="sm" len="lg"/>
                </a:ln>
                <a:effectLst/>
              </p:spPr>
              <p:txBody>
                <a:bodyPr wrap="none" anchor="ctr"/>
                <a:lstStyle/>
                <a:p>
                  <a:endParaRPr lang="zh-CN" altLang="en-US"/>
                </a:p>
              </p:txBody>
            </p:sp>
            <p:sp>
              <p:nvSpPr>
                <p:cNvPr id="96305" name="Arc 49"/>
                <p:cNvSpPr>
                  <a:spLocks/>
                </p:cNvSpPr>
                <p:nvPr/>
              </p:nvSpPr>
              <p:spPr bwMode="auto">
                <a:xfrm>
                  <a:off x="1519" y="2238"/>
                  <a:ext cx="135" cy="289"/>
                </a:xfrm>
                <a:custGeom>
                  <a:avLst/>
                  <a:gdLst>
                    <a:gd name="G0" fmla="+- 0 0 0"/>
                    <a:gd name="G1" fmla="+- 20387 0 0"/>
                    <a:gd name="G2" fmla="+- 21600 0 0"/>
                    <a:gd name="T0" fmla="*/ 7138 w 21271"/>
                    <a:gd name="T1" fmla="*/ 0 h 20387"/>
                    <a:gd name="T2" fmla="*/ 21271 w 21271"/>
                    <a:gd name="T3" fmla="*/ 16633 h 20387"/>
                    <a:gd name="T4" fmla="*/ 0 w 21271"/>
                    <a:gd name="T5" fmla="*/ 20387 h 20387"/>
                  </a:gdLst>
                  <a:ahLst/>
                  <a:cxnLst>
                    <a:cxn ang="0">
                      <a:pos x="T0" y="T1"/>
                    </a:cxn>
                    <a:cxn ang="0">
                      <a:pos x="T2" y="T3"/>
                    </a:cxn>
                    <a:cxn ang="0">
                      <a:pos x="T4" y="T5"/>
                    </a:cxn>
                  </a:cxnLst>
                  <a:rect l="0" t="0" r="r" b="b"/>
                  <a:pathLst>
                    <a:path w="21271" h="20387" fill="none" extrusionOk="0">
                      <a:moveTo>
                        <a:pt x="7137" y="0"/>
                      </a:moveTo>
                      <a:cubicBezTo>
                        <a:pt x="14509" y="2581"/>
                        <a:pt x="19913" y="8941"/>
                        <a:pt x="21271" y="16632"/>
                      </a:cubicBezTo>
                    </a:path>
                    <a:path w="21271" h="20387" stroke="0" extrusionOk="0">
                      <a:moveTo>
                        <a:pt x="7137" y="0"/>
                      </a:moveTo>
                      <a:cubicBezTo>
                        <a:pt x="14509" y="2581"/>
                        <a:pt x="19913" y="8941"/>
                        <a:pt x="21271" y="16632"/>
                      </a:cubicBezTo>
                      <a:lnTo>
                        <a:pt x="0" y="20387"/>
                      </a:lnTo>
                      <a:close/>
                    </a:path>
                  </a:pathLst>
                </a:custGeom>
                <a:noFill/>
                <a:ln w="38100">
                  <a:solidFill>
                    <a:schemeClr val="tx1"/>
                  </a:solidFill>
                  <a:round/>
                  <a:headEnd/>
                  <a:tailEnd/>
                </a:ln>
                <a:effectLst/>
              </p:spPr>
              <p:txBody>
                <a:bodyPr wrap="none" anchor="ctr"/>
                <a:lstStyle/>
                <a:p>
                  <a:endParaRPr lang="zh-CN" altLang="en-US"/>
                </a:p>
              </p:txBody>
            </p:sp>
            <p:graphicFrame>
              <p:nvGraphicFramePr>
                <p:cNvPr id="96306" name="Object 50"/>
                <p:cNvGraphicFramePr>
                  <a:graphicFrameLocks noChangeAspect="1"/>
                </p:cNvGraphicFramePr>
                <p:nvPr/>
              </p:nvGraphicFramePr>
              <p:xfrm>
                <a:off x="1674" y="2227"/>
                <a:ext cx="143" cy="211"/>
              </p:xfrm>
              <a:graphic>
                <a:graphicData uri="http://schemas.openxmlformats.org/presentationml/2006/ole">
                  <mc:AlternateContent xmlns:mc="http://schemas.openxmlformats.org/markup-compatibility/2006">
                    <mc:Choice xmlns:v="urn:schemas-microsoft-com:vml" Requires="v">
                      <p:oleObj spid="_x0000_s96394" name="Equation" r:id="rId7" imgW="126725" imgH="177415" progId="Equation.3">
                        <p:embed/>
                      </p:oleObj>
                    </mc:Choice>
                    <mc:Fallback>
                      <p:oleObj name="Equation" r:id="rId7" imgW="126725" imgH="177415" progId="Equation.3">
                        <p:embed/>
                        <p:pic>
                          <p:nvPicPr>
                            <p:cNvPr id="0" name="Picture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74" y="2227"/>
                              <a:ext cx="143" cy="21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307" name="Object 51"/>
                <p:cNvGraphicFramePr>
                  <a:graphicFrameLocks noChangeAspect="1"/>
                </p:cNvGraphicFramePr>
                <p:nvPr/>
              </p:nvGraphicFramePr>
              <p:xfrm>
                <a:off x="933" y="2254"/>
                <a:ext cx="336" cy="249"/>
              </p:xfrm>
              <a:graphic>
                <a:graphicData uri="http://schemas.openxmlformats.org/presentationml/2006/ole">
                  <mc:AlternateContent xmlns:mc="http://schemas.openxmlformats.org/markup-compatibility/2006">
                    <mc:Choice xmlns:v="urn:schemas-microsoft-com:vml" Requires="v">
                      <p:oleObj spid="_x0000_s96395" name="公式" r:id="rId9" imgW="6576127" imgH="4625314" progId="Equation.3">
                        <p:embed/>
                      </p:oleObj>
                    </mc:Choice>
                    <mc:Fallback>
                      <p:oleObj name="公式" r:id="rId9" imgW="6576127" imgH="4625314" progId="Equation.3">
                        <p:embed/>
                        <p:pic>
                          <p:nvPicPr>
                            <p:cNvPr id="0" name="Picture 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3" y="2254"/>
                              <a:ext cx="336"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308" name="Object 52"/>
                <p:cNvGraphicFramePr>
                  <a:graphicFrameLocks noChangeAspect="1"/>
                </p:cNvGraphicFramePr>
                <p:nvPr/>
              </p:nvGraphicFramePr>
              <p:xfrm>
                <a:off x="2193" y="2238"/>
                <a:ext cx="233" cy="190"/>
              </p:xfrm>
              <a:graphic>
                <a:graphicData uri="http://schemas.openxmlformats.org/presentationml/2006/ole">
                  <mc:AlternateContent xmlns:mc="http://schemas.openxmlformats.org/markup-compatibility/2006">
                    <mc:Choice xmlns:v="urn:schemas-microsoft-com:vml" Requires="v">
                      <p:oleObj spid="_x0000_s96396" name="公式" r:id="rId11" imgW="152202" imgH="177569" progId="Equation.3">
                        <p:embed/>
                      </p:oleObj>
                    </mc:Choice>
                    <mc:Fallback>
                      <p:oleObj name="公式" r:id="rId11" imgW="152202" imgH="177569" progId="Equation.3">
                        <p:embed/>
                        <p:pic>
                          <p:nvPicPr>
                            <p:cNvPr id="0" name="Picture 7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93" y="2238"/>
                              <a:ext cx="233"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309" name="Text Box 53"/>
                <p:cNvSpPr txBox="1">
                  <a:spLocks noChangeArrowheads="1"/>
                </p:cNvSpPr>
                <p:nvPr/>
              </p:nvSpPr>
              <p:spPr bwMode="auto">
                <a:xfrm>
                  <a:off x="1749" y="1806"/>
                  <a:ext cx="240" cy="381"/>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en-US" altLang="zh-CN" i="1"/>
                    <a:t>e</a:t>
                  </a:r>
                </a:p>
              </p:txBody>
            </p:sp>
          </p:grpSp>
        </p:grpSp>
        <p:grpSp>
          <p:nvGrpSpPr>
            <p:cNvPr id="96319" name="Group 63"/>
            <p:cNvGrpSpPr>
              <a:grpSpLocks/>
            </p:cNvGrpSpPr>
            <p:nvPr/>
          </p:nvGrpSpPr>
          <p:grpSpPr bwMode="auto">
            <a:xfrm>
              <a:off x="2710" y="2075"/>
              <a:ext cx="322" cy="513"/>
              <a:chOff x="2735" y="2096"/>
              <a:chExt cx="322" cy="513"/>
            </a:xfrm>
          </p:grpSpPr>
          <p:graphicFrame>
            <p:nvGraphicFramePr>
              <p:cNvPr id="96299" name="Object 43"/>
              <p:cNvGraphicFramePr>
                <a:graphicFrameLocks noChangeAspect="1"/>
              </p:cNvGraphicFramePr>
              <p:nvPr/>
            </p:nvGraphicFramePr>
            <p:xfrm>
              <a:off x="2735" y="2096"/>
              <a:ext cx="322" cy="268"/>
            </p:xfrm>
            <a:graphic>
              <a:graphicData uri="http://schemas.openxmlformats.org/presentationml/2006/ole">
                <mc:AlternateContent xmlns:mc="http://schemas.openxmlformats.org/markup-compatibility/2006">
                  <mc:Choice xmlns:v="urn:schemas-microsoft-com:vml" Requires="v">
                    <p:oleObj spid="_x0000_s96397" name="Equation" r:id="rId13" imgW="152268" imgH="164957" progId="Equation.3">
                      <p:embed/>
                    </p:oleObj>
                  </mc:Choice>
                  <mc:Fallback>
                    <p:oleObj name="Equation" r:id="rId13" imgW="152268" imgH="164957" progId="Equation.3">
                      <p:embed/>
                      <p:pic>
                        <p:nvPicPr>
                          <p:cNvPr id="0" name="Picture 7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5" y="2096"/>
                            <a:ext cx="322" cy="2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311" name="Object 55"/>
              <p:cNvGraphicFramePr>
                <a:graphicFrameLocks noChangeAspect="1"/>
              </p:cNvGraphicFramePr>
              <p:nvPr/>
            </p:nvGraphicFramePr>
            <p:xfrm>
              <a:off x="2735" y="2403"/>
              <a:ext cx="206" cy="206"/>
            </p:xfrm>
            <a:graphic>
              <a:graphicData uri="http://schemas.openxmlformats.org/presentationml/2006/ole">
                <mc:AlternateContent xmlns:mc="http://schemas.openxmlformats.org/markup-compatibility/2006">
                  <mc:Choice xmlns:v="urn:schemas-microsoft-com:vml" Requires="v">
                    <p:oleObj spid="_x0000_s96398" name="公式" r:id="rId15" imgW="114102" imgH="114102" progId="Equation.3">
                      <p:embed/>
                    </p:oleObj>
                  </mc:Choice>
                  <mc:Fallback>
                    <p:oleObj name="公式" r:id="rId15" imgW="114102" imgH="114102" progId="Equation.3">
                      <p:embed/>
                      <p:pic>
                        <p:nvPicPr>
                          <p:cNvPr id="0" name="Picture 7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35" y="2403"/>
                            <a:ext cx="206" cy="2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96324" name="Group 68"/>
          <p:cNvGrpSpPr>
            <a:grpSpLocks/>
          </p:cNvGrpSpPr>
          <p:nvPr/>
        </p:nvGrpSpPr>
        <p:grpSpPr bwMode="auto">
          <a:xfrm>
            <a:off x="766763" y="4984750"/>
            <a:ext cx="6934200" cy="1117600"/>
            <a:chOff x="512" y="3157"/>
            <a:chExt cx="4368" cy="704"/>
          </a:xfrm>
        </p:grpSpPr>
        <p:sp>
          <p:nvSpPr>
            <p:cNvPr id="96261" name="Text Box 5"/>
            <p:cNvSpPr txBox="1">
              <a:spLocks noChangeArrowheads="1"/>
            </p:cNvSpPr>
            <p:nvPr/>
          </p:nvSpPr>
          <p:spPr bwMode="auto">
            <a:xfrm>
              <a:off x="512" y="3157"/>
              <a:ext cx="4368" cy="704"/>
            </a:xfrm>
            <a:prstGeom prst="rect">
              <a:avLst/>
            </a:prstGeom>
            <a:noFill/>
            <a:ln w="9525">
              <a:noFill/>
              <a:miter lim="800000"/>
              <a:headEnd/>
              <a:tailEnd/>
            </a:ln>
            <a:effectLst/>
          </p:spPr>
          <p:txBody>
            <a:bodyPr>
              <a:spAutoFit/>
            </a:bodyPr>
            <a:lstStyle/>
            <a:p>
              <a:pPr>
                <a:lnSpc>
                  <a:spcPct val="120000"/>
                </a:lnSpc>
                <a:spcBef>
                  <a:spcPct val="50000"/>
                </a:spcBef>
              </a:pPr>
              <a:r>
                <a:rPr lang="en-US" altLang="zh-CN" i="1">
                  <a:solidFill>
                    <a:srgbClr val="0000FF"/>
                  </a:solidFill>
                </a:rPr>
                <a:t>P</a:t>
              </a:r>
              <a:r>
                <a:rPr lang="zh-CN" altLang="en-US">
                  <a:solidFill>
                    <a:srgbClr val="0000FF"/>
                  </a:solidFill>
                </a:rPr>
                <a:t>点的振幅与 </a:t>
              </a:r>
              <a:r>
                <a:rPr lang="en-US" altLang="zh-CN" i="1">
                  <a:solidFill>
                    <a:srgbClr val="0000FF"/>
                  </a:solidFill>
                </a:rPr>
                <a:t>   </a:t>
              </a:r>
              <a:r>
                <a:rPr lang="en-US" altLang="zh-CN">
                  <a:solidFill>
                    <a:srgbClr val="0000FF"/>
                  </a:solidFill>
                </a:rPr>
                <a:t> </a:t>
              </a:r>
              <a:r>
                <a:rPr lang="zh-CN" altLang="en-US">
                  <a:solidFill>
                    <a:srgbClr val="0000FF"/>
                  </a:solidFill>
                </a:rPr>
                <a:t>成正比，与      成反比。     </a:t>
              </a:r>
              <a:r>
                <a:rPr lang="en-US" altLang="zh-CN" i="1">
                  <a:solidFill>
                    <a:srgbClr val="0000FF"/>
                  </a:solidFill>
                </a:rPr>
                <a:t>P</a:t>
              </a:r>
              <a:r>
                <a:rPr lang="zh-CN" altLang="en-US">
                  <a:solidFill>
                    <a:srgbClr val="0000FF"/>
                  </a:solidFill>
                </a:rPr>
                <a:t>点的相位由 </a:t>
              </a:r>
              <a:r>
                <a:rPr lang="en-US" altLang="zh-CN" i="1">
                  <a:solidFill>
                    <a:srgbClr val="0000FF"/>
                  </a:solidFill>
                </a:rPr>
                <a:t>   </a:t>
              </a:r>
              <a:r>
                <a:rPr lang="en-US" altLang="zh-CN">
                  <a:solidFill>
                    <a:srgbClr val="0000FF"/>
                  </a:solidFill>
                </a:rPr>
                <a:t> </a:t>
              </a:r>
              <a:r>
                <a:rPr lang="zh-CN" altLang="en-US">
                  <a:solidFill>
                    <a:srgbClr val="0000FF"/>
                  </a:solidFill>
                </a:rPr>
                <a:t>到 </a:t>
              </a:r>
              <a:r>
                <a:rPr lang="en-US" altLang="zh-CN" i="1">
                  <a:solidFill>
                    <a:srgbClr val="0000FF"/>
                  </a:solidFill>
                </a:rPr>
                <a:t>P </a:t>
              </a:r>
              <a:r>
                <a:rPr lang="zh-CN" altLang="en-US">
                  <a:solidFill>
                    <a:srgbClr val="0000FF"/>
                  </a:solidFill>
                </a:rPr>
                <a:t>点的光程决定。</a:t>
              </a:r>
            </a:p>
          </p:txBody>
        </p:sp>
        <p:graphicFrame>
          <p:nvGraphicFramePr>
            <p:cNvPr id="96313" name="Object 57"/>
            <p:cNvGraphicFramePr>
              <a:graphicFrameLocks noChangeAspect="1"/>
            </p:cNvGraphicFramePr>
            <p:nvPr/>
          </p:nvGraphicFramePr>
          <p:xfrm>
            <a:off x="1816" y="3250"/>
            <a:ext cx="346" cy="254"/>
          </p:xfrm>
          <a:graphic>
            <a:graphicData uri="http://schemas.openxmlformats.org/presentationml/2006/ole">
              <mc:AlternateContent xmlns:mc="http://schemas.openxmlformats.org/markup-compatibility/2006">
                <mc:Choice xmlns:v="urn:schemas-microsoft-com:vml" Requires="v">
                  <p:oleObj spid="_x0000_s96399" name="公式" r:id="rId17" imgW="4625407" imgH="3406033" progId="Equation.3">
                    <p:embed/>
                  </p:oleObj>
                </mc:Choice>
                <mc:Fallback>
                  <p:oleObj name="公式" r:id="rId17" imgW="4625407" imgH="3406033" progId="Equation.3">
                    <p:embed/>
                    <p:pic>
                      <p:nvPicPr>
                        <p:cNvPr id="0" name="Picture 7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16" y="3250"/>
                          <a:ext cx="34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314" name="Object 58"/>
            <p:cNvGraphicFramePr>
              <a:graphicFrameLocks noChangeAspect="1"/>
            </p:cNvGraphicFramePr>
            <p:nvPr/>
          </p:nvGraphicFramePr>
          <p:xfrm>
            <a:off x="3200" y="3232"/>
            <a:ext cx="382" cy="290"/>
          </p:xfrm>
          <a:graphic>
            <a:graphicData uri="http://schemas.openxmlformats.org/presentationml/2006/ole">
              <mc:AlternateContent xmlns:mc="http://schemas.openxmlformats.org/markup-compatibility/2006">
                <mc:Choice xmlns:v="urn:schemas-microsoft-com:vml" Requires="v">
                  <p:oleObj spid="_x0000_s96400" name="公式" r:id="rId19" imgW="5113087" imgH="3893875" progId="Equation.3">
                    <p:embed/>
                  </p:oleObj>
                </mc:Choice>
                <mc:Fallback>
                  <p:oleObj name="公式" r:id="rId19" imgW="5113087" imgH="3893875" progId="Equation.3">
                    <p:embed/>
                    <p:pic>
                      <p:nvPicPr>
                        <p:cNvPr id="0" name="Picture 7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00" y="3232"/>
                          <a:ext cx="382" cy="2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315" name="Object 59"/>
            <p:cNvGraphicFramePr>
              <a:graphicFrameLocks noChangeAspect="1"/>
            </p:cNvGraphicFramePr>
            <p:nvPr/>
          </p:nvGraphicFramePr>
          <p:xfrm>
            <a:off x="1788" y="3562"/>
            <a:ext cx="346" cy="254"/>
          </p:xfrm>
          <a:graphic>
            <a:graphicData uri="http://schemas.openxmlformats.org/presentationml/2006/ole">
              <mc:AlternateContent xmlns:mc="http://schemas.openxmlformats.org/markup-compatibility/2006">
                <mc:Choice xmlns:v="urn:schemas-microsoft-com:vml" Requires="v">
                  <p:oleObj spid="_x0000_s96401" name="公式" r:id="rId21" imgW="4625407" imgH="3406033" progId="Equation.3">
                    <p:embed/>
                  </p:oleObj>
                </mc:Choice>
                <mc:Fallback>
                  <p:oleObj name="公式" r:id="rId21" imgW="4625407" imgH="3406033" progId="Equation.3">
                    <p:embed/>
                    <p:pic>
                      <p:nvPicPr>
                        <p:cNvPr id="0" name="Picture 7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88" y="3562"/>
                          <a:ext cx="346"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6324"/>
                                        </p:tgtEl>
                                        <p:attrNameLst>
                                          <p:attrName>style.visibility</p:attrName>
                                        </p:attrNameLst>
                                      </p:cBhvr>
                                      <p:to>
                                        <p:strVal val="visible"/>
                                      </p:to>
                                    </p:set>
                                    <p:animEffect transition="in" filter="wipe(left)">
                                      <p:cBhvr>
                                        <p:cTn id="7" dur="500"/>
                                        <p:tgtEl>
                                          <p:spTgt spid="96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灯片编号占位符 3"/>
          <p:cNvSpPr>
            <a:spLocks noGrp="1"/>
          </p:cNvSpPr>
          <p:nvPr>
            <p:ph type="sldNum" sz="quarter" idx="12"/>
          </p:nvPr>
        </p:nvSpPr>
        <p:spPr/>
        <p:txBody>
          <a:bodyPr/>
          <a:lstStyle/>
          <a:p>
            <a:fld id="{4E00144D-135B-45B9-82A1-66762DF48E6B}" type="slidenum">
              <a:rPr lang="zh-CN" altLang="en-US"/>
              <a:pPr/>
              <a:t>4</a:t>
            </a:fld>
            <a:endParaRPr lang="en-US" altLang="zh-CN"/>
          </a:p>
        </p:txBody>
      </p:sp>
      <p:sp>
        <p:nvSpPr>
          <p:cNvPr id="98321" name="Text Box 17"/>
          <p:cNvSpPr txBox="1">
            <a:spLocks noChangeArrowheads="1"/>
          </p:cNvSpPr>
          <p:nvPr/>
        </p:nvSpPr>
        <p:spPr bwMode="auto">
          <a:xfrm>
            <a:off x="701675" y="503238"/>
            <a:ext cx="3729038" cy="676275"/>
          </a:xfrm>
          <a:prstGeom prst="rect">
            <a:avLst/>
          </a:prstGeom>
          <a:noFill/>
          <a:ln w="9525">
            <a:noFill/>
            <a:miter lim="800000"/>
            <a:headEnd/>
            <a:tailEnd/>
          </a:ln>
          <a:effectLst/>
        </p:spPr>
        <p:txBody>
          <a:bodyPr>
            <a:spAutoFit/>
          </a:bodyPr>
          <a:lstStyle/>
          <a:p>
            <a:pPr eaLnBrk="1" hangingPunct="1">
              <a:lnSpc>
                <a:spcPct val="120000"/>
              </a:lnSpc>
            </a:pPr>
            <a:r>
              <a:rPr kumimoji="1" lang="zh-CN" altLang="en-US" sz="3200">
                <a:solidFill>
                  <a:srgbClr val="0000FF"/>
                </a:solidFill>
              </a:rPr>
              <a:t>三、</a:t>
            </a:r>
            <a:r>
              <a:rPr kumimoji="1" lang="zh-CN" altLang="en-US">
                <a:solidFill>
                  <a:srgbClr val="0000FF"/>
                </a:solidFill>
              </a:rPr>
              <a:t> 衍射的分类</a:t>
            </a:r>
          </a:p>
        </p:txBody>
      </p:sp>
      <p:grpSp>
        <p:nvGrpSpPr>
          <p:cNvPr id="98401" name="Group 97"/>
          <p:cNvGrpSpPr>
            <a:grpSpLocks/>
          </p:cNvGrpSpPr>
          <p:nvPr/>
        </p:nvGrpSpPr>
        <p:grpSpPr bwMode="auto">
          <a:xfrm>
            <a:off x="611188" y="1366838"/>
            <a:ext cx="7875587" cy="2016125"/>
            <a:chOff x="385" y="861"/>
            <a:chExt cx="4961" cy="1270"/>
          </a:xfrm>
        </p:grpSpPr>
        <p:grpSp>
          <p:nvGrpSpPr>
            <p:cNvPr id="98399" name="Group 95"/>
            <p:cNvGrpSpPr>
              <a:grpSpLocks/>
            </p:cNvGrpSpPr>
            <p:nvPr/>
          </p:nvGrpSpPr>
          <p:grpSpPr bwMode="auto">
            <a:xfrm>
              <a:off x="385" y="901"/>
              <a:ext cx="2592" cy="1060"/>
              <a:chOff x="385" y="901"/>
              <a:chExt cx="2592" cy="1060"/>
            </a:xfrm>
          </p:grpSpPr>
          <p:sp>
            <p:nvSpPr>
              <p:cNvPr id="98322" name="Text Box 18"/>
              <p:cNvSpPr txBox="1">
                <a:spLocks noChangeArrowheads="1"/>
              </p:cNvSpPr>
              <p:nvPr/>
            </p:nvSpPr>
            <p:spPr bwMode="auto">
              <a:xfrm>
                <a:off x="385" y="901"/>
                <a:ext cx="1400" cy="381"/>
              </a:xfrm>
              <a:prstGeom prst="rect">
                <a:avLst/>
              </a:prstGeom>
              <a:noFill/>
              <a:ln w="9525">
                <a:noFill/>
                <a:miter lim="800000"/>
                <a:headEnd/>
                <a:tailEnd/>
              </a:ln>
              <a:effectLst/>
            </p:spPr>
            <p:txBody>
              <a:bodyPr wrap="none">
                <a:spAutoFit/>
              </a:bodyPr>
              <a:lstStyle/>
              <a:p>
                <a:pPr eaLnBrk="1" hangingPunct="1">
                  <a:lnSpc>
                    <a:spcPct val="120000"/>
                  </a:lnSpc>
                </a:pPr>
                <a:r>
                  <a:rPr kumimoji="1" lang="zh-CN" altLang="en-US">
                    <a:solidFill>
                      <a:srgbClr val="CC0000"/>
                    </a:solidFill>
                    <a:sym typeface="Symbol" pitchFamily="18" charset="2"/>
                  </a:rPr>
                  <a:t> </a:t>
                </a:r>
                <a:r>
                  <a:rPr kumimoji="1" lang="zh-CN" altLang="en-US">
                    <a:solidFill>
                      <a:srgbClr val="CC0000"/>
                    </a:solidFill>
                  </a:rPr>
                  <a:t>菲涅耳衍射</a:t>
                </a:r>
              </a:p>
            </p:txBody>
          </p:sp>
          <p:sp>
            <p:nvSpPr>
              <p:cNvPr id="98324" name="Text Box 20"/>
              <p:cNvSpPr txBox="1">
                <a:spLocks noChangeArrowheads="1"/>
              </p:cNvSpPr>
              <p:nvPr/>
            </p:nvSpPr>
            <p:spPr bwMode="auto">
              <a:xfrm>
                <a:off x="385" y="1257"/>
                <a:ext cx="2592" cy="704"/>
              </a:xfrm>
              <a:prstGeom prst="rect">
                <a:avLst/>
              </a:prstGeom>
              <a:noFill/>
              <a:ln w="9525">
                <a:noFill/>
                <a:miter lim="800000"/>
                <a:headEnd/>
                <a:tailEnd/>
              </a:ln>
              <a:effectLst/>
            </p:spPr>
            <p:txBody>
              <a:bodyPr>
                <a:spAutoFit/>
              </a:bodyPr>
              <a:lstStyle/>
              <a:p>
                <a:pPr eaLnBrk="1" hangingPunct="1">
                  <a:lnSpc>
                    <a:spcPct val="120000"/>
                  </a:lnSpc>
                </a:pPr>
                <a:r>
                  <a:rPr kumimoji="1" lang="zh-CN" altLang="en-US"/>
                  <a:t>光源—障碍物—接收屏</a:t>
                </a:r>
              </a:p>
              <a:p>
                <a:pPr eaLnBrk="1" hangingPunct="1">
                  <a:lnSpc>
                    <a:spcPct val="120000"/>
                  </a:lnSpc>
                </a:pPr>
                <a:r>
                  <a:rPr kumimoji="1" lang="zh-CN" altLang="en-US"/>
                  <a:t>距离为有限远。</a:t>
                </a:r>
              </a:p>
            </p:txBody>
          </p:sp>
        </p:grpSp>
        <p:grpSp>
          <p:nvGrpSpPr>
            <p:cNvPr id="98350" name="Group 46"/>
            <p:cNvGrpSpPr>
              <a:grpSpLocks/>
            </p:cNvGrpSpPr>
            <p:nvPr/>
          </p:nvGrpSpPr>
          <p:grpSpPr bwMode="auto">
            <a:xfrm>
              <a:off x="3029" y="861"/>
              <a:ext cx="2317" cy="1270"/>
              <a:chOff x="421" y="1056"/>
              <a:chExt cx="2140" cy="1056"/>
            </a:xfrm>
          </p:grpSpPr>
          <p:grpSp>
            <p:nvGrpSpPr>
              <p:cNvPr id="98351" name="Group 47"/>
              <p:cNvGrpSpPr>
                <a:grpSpLocks/>
              </p:cNvGrpSpPr>
              <p:nvPr/>
            </p:nvGrpSpPr>
            <p:grpSpPr bwMode="auto">
              <a:xfrm>
                <a:off x="1296" y="1200"/>
                <a:ext cx="48" cy="864"/>
                <a:chOff x="1296" y="1200"/>
                <a:chExt cx="48" cy="864"/>
              </a:xfrm>
            </p:grpSpPr>
            <p:sp>
              <p:nvSpPr>
                <p:cNvPr id="98352" name="Rectangle 48" descr="栎木"/>
                <p:cNvSpPr>
                  <a:spLocks noChangeArrowheads="1"/>
                </p:cNvSpPr>
                <p:nvPr/>
              </p:nvSpPr>
              <p:spPr bwMode="auto">
                <a:xfrm>
                  <a:off x="1296" y="1200"/>
                  <a:ext cx="48" cy="336"/>
                </a:xfrm>
                <a:prstGeom prst="rect">
                  <a:avLst/>
                </a:prstGeom>
                <a:blipFill dpi="0" rotWithShape="0">
                  <a:blip r:embed="rId3"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sp>
              <p:nvSpPr>
                <p:cNvPr id="98353" name="Rectangle 49" descr="栎木"/>
                <p:cNvSpPr>
                  <a:spLocks noChangeArrowheads="1"/>
                </p:cNvSpPr>
                <p:nvPr/>
              </p:nvSpPr>
              <p:spPr bwMode="auto">
                <a:xfrm>
                  <a:off x="1296" y="1728"/>
                  <a:ext cx="48" cy="336"/>
                </a:xfrm>
                <a:prstGeom prst="rect">
                  <a:avLst/>
                </a:prstGeom>
                <a:blipFill dpi="0" rotWithShape="0">
                  <a:blip r:embed="rId3"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grpSp>
          <p:grpSp>
            <p:nvGrpSpPr>
              <p:cNvPr id="98354" name="Group 50"/>
              <p:cNvGrpSpPr>
                <a:grpSpLocks/>
              </p:cNvGrpSpPr>
              <p:nvPr/>
            </p:nvGrpSpPr>
            <p:grpSpPr bwMode="auto">
              <a:xfrm>
                <a:off x="576" y="1440"/>
                <a:ext cx="768" cy="384"/>
                <a:chOff x="576" y="1440"/>
                <a:chExt cx="768" cy="384"/>
              </a:xfrm>
            </p:grpSpPr>
            <p:sp>
              <p:nvSpPr>
                <p:cNvPr id="98355" name="Line 51"/>
                <p:cNvSpPr>
                  <a:spLocks noChangeShapeType="1"/>
                </p:cNvSpPr>
                <p:nvPr/>
              </p:nvSpPr>
              <p:spPr bwMode="auto">
                <a:xfrm>
                  <a:off x="672" y="1632"/>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56" name="Line 52"/>
                <p:cNvSpPr>
                  <a:spLocks noChangeShapeType="1"/>
                </p:cNvSpPr>
                <p:nvPr/>
              </p:nvSpPr>
              <p:spPr bwMode="auto">
                <a:xfrm>
                  <a:off x="960" y="1632"/>
                  <a:ext cx="384"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57" name="Line 53"/>
                <p:cNvSpPr>
                  <a:spLocks noChangeShapeType="1"/>
                </p:cNvSpPr>
                <p:nvPr/>
              </p:nvSpPr>
              <p:spPr bwMode="auto">
                <a:xfrm>
                  <a:off x="576" y="1632"/>
                  <a:ext cx="720" cy="192"/>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58" name="Line 54"/>
                <p:cNvSpPr>
                  <a:spLocks noChangeShapeType="1"/>
                </p:cNvSpPr>
                <p:nvPr/>
              </p:nvSpPr>
              <p:spPr bwMode="auto">
                <a:xfrm flipV="1">
                  <a:off x="576" y="1440"/>
                  <a:ext cx="720" cy="192"/>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59" name="Line 55"/>
                <p:cNvSpPr>
                  <a:spLocks noChangeShapeType="1"/>
                </p:cNvSpPr>
                <p:nvPr/>
              </p:nvSpPr>
              <p:spPr bwMode="auto">
                <a:xfrm flipV="1">
                  <a:off x="576" y="1536"/>
                  <a:ext cx="720" cy="96"/>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60" name="Line 56"/>
                <p:cNvSpPr>
                  <a:spLocks noChangeShapeType="1"/>
                </p:cNvSpPr>
                <p:nvPr/>
              </p:nvSpPr>
              <p:spPr bwMode="auto">
                <a:xfrm>
                  <a:off x="576" y="1632"/>
                  <a:ext cx="720" cy="96"/>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61" name="Line 57"/>
                <p:cNvSpPr>
                  <a:spLocks noChangeShapeType="1"/>
                </p:cNvSpPr>
                <p:nvPr/>
              </p:nvSpPr>
              <p:spPr bwMode="auto">
                <a:xfrm flipV="1">
                  <a:off x="720" y="1488"/>
                  <a:ext cx="384" cy="96"/>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62" name="Line 58"/>
                <p:cNvSpPr>
                  <a:spLocks noChangeShapeType="1"/>
                </p:cNvSpPr>
                <p:nvPr/>
              </p:nvSpPr>
              <p:spPr bwMode="auto">
                <a:xfrm>
                  <a:off x="768" y="1680"/>
                  <a:ext cx="336" cy="96"/>
                </a:xfrm>
                <a:prstGeom prst="line">
                  <a:avLst/>
                </a:prstGeom>
                <a:noFill/>
                <a:ln w="28575">
                  <a:solidFill>
                    <a:srgbClr val="0000FF"/>
                  </a:solidFill>
                  <a:round/>
                  <a:headEnd/>
                  <a:tailEnd type="triangle" w="sm" len="lg"/>
                </a:ln>
                <a:effectLst/>
              </p:spPr>
              <p:txBody>
                <a:bodyPr wrap="none" anchor="ctr"/>
                <a:lstStyle/>
                <a:p>
                  <a:endParaRPr lang="zh-CN" altLang="en-US"/>
                </a:p>
              </p:txBody>
            </p:sp>
          </p:grpSp>
          <p:grpSp>
            <p:nvGrpSpPr>
              <p:cNvPr id="98363" name="Group 59"/>
              <p:cNvGrpSpPr>
                <a:grpSpLocks/>
              </p:cNvGrpSpPr>
              <p:nvPr/>
            </p:nvGrpSpPr>
            <p:grpSpPr bwMode="auto">
              <a:xfrm>
                <a:off x="1296" y="1344"/>
                <a:ext cx="864" cy="384"/>
                <a:chOff x="1296" y="1344"/>
                <a:chExt cx="864" cy="384"/>
              </a:xfrm>
            </p:grpSpPr>
            <p:sp>
              <p:nvSpPr>
                <p:cNvPr id="98364" name="Line 60"/>
                <p:cNvSpPr>
                  <a:spLocks noChangeShapeType="1"/>
                </p:cNvSpPr>
                <p:nvPr/>
              </p:nvSpPr>
              <p:spPr bwMode="auto">
                <a:xfrm flipV="1">
                  <a:off x="1344" y="1344"/>
                  <a:ext cx="816" cy="288"/>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65" name="Line 61"/>
                <p:cNvSpPr>
                  <a:spLocks noChangeShapeType="1"/>
                </p:cNvSpPr>
                <p:nvPr/>
              </p:nvSpPr>
              <p:spPr bwMode="auto">
                <a:xfrm flipV="1">
                  <a:off x="1296" y="1344"/>
                  <a:ext cx="864" cy="192"/>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66" name="Line 62"/>
                <p:cNvSpPr>
                  <a:spLocks noChangeShapeType="1"/>
                </p:cNvSpPr>
                <p:nvPr/>
              </p:nvSpPr>
              <p:spPr bwMode="auto">
                <a:xfrm flipV="1">
                  <a:off x="1296" y="1344"/>
                  <a:ext cx="864" cy="384"/>
                </a:xfrm>
                <a:prstGeom prst="line">
                  <a:avLst/>
                </a:prstGeom>
                <a:noFill/>
                <a:ln w="28575">
                  <a:solidFill>
                    <a:srgbClr val="0000FF"/>
                  </a:solidFill>
                  <a:round/>
                  <a:headEnd/>
                  <a:tailEnd type="none" w="sm" len="lg"/>
                </a:ln>
                <a:effectLst/>
              </p:spPr>
              <p:txBody>
                <a:bodyPr wrap="none" anchor="ctr"/>
                <a:lstStyle/>
                <a:p>
                  <a:endParaRPr lang="zh-CN" altLang="en-US"/>
                </a:p>
              </p:txBody>
            </p:sp>
          </p:grpSp>
          <p:sp>
            <p:nvSpPr>
              <p:cNvPr id="98367" name="Text Box 63"/>
              <p:cNvSpPr txBox="1">
                <a:spLocks noChangeArrowheads="1"/>
              </p:cNvSpPr>
              <p:nvPr/>
            </p:nvSpPr>
            <p:spPr bwMode="auto">
              <a:xfrm>
                <a:off x="1344" y="1056"/>
                <a:ext cx="315" cy="317"/>
              </a:xfrm>
              <a:prstGeom prst="rect">
                <a:avLst/>
              </a:prstGeom>
              <a:noFill/>
              <a:ln w="9525">
                <a:noFill/>
                <a:miter lim="800000"/>
                <a:headEnd/>
                <a:tailEnd/>
              </a:ln>
              <a:effectLst/>
            </p:spPr>
            <p:txBody>
              <a:bodyPr wrap="none">
                <a:spAutoFit/>
              </a:bodyPr>
              <a:lstStyle/>
              <a:p>
                <a:pPr eaLnBrk="1" hangingPunct="1">
                  <a:lnSpc>
                    <a:spcPct val="120000"/>
                  </a:lnSpc>
                  <a:spcBef>
                    <a:spcPct val="50000"/>
                  </a:spcBef>
                </a:pPr>
                <a:r>
                  <a:rPr lang="zh-CN" altLang="zh-CN"/>
                  <a:t>缝</a:t>
                </a:r>
                <a:endParaRPr lang="zh-CN" altLang="en-US" b="0"/>
              </a:p>
            </p:txBody>
          </p:sp>
          <p:graphicFrame>
            <p:nvGraphicFramePr>
              <p:cNvPr id="98368" name="Object 64"/>
              <p:cNvGraphicFramePr>
                <a:graphicFrameLocks noChangeAspect="1"/>
              </p:cNvGraphicFramePr>
              <p:nvPr/>
            </p:nvGraphicFramePr>
            <p:xfrm>
              <a:off x="2269" y="1056"/>
              <a:ext cx="292" cy="344"/>
            </p:xfrm>
            <a:graphic>
              <a:graphicData uri="http://schemas.openxmlformats.org/presentationml/2006/ole">
                <mc:AlternateContent xmlns:mc="http://schemas.openxmlformats.org/markup-compatibility/2006">
                  <mc:Choice xmlns:v="urn:schemas-microsoft-com:vml" Requires="v">
                    <p:oleObj spid="_x0000_s98384" name="Equation" r:id="rId4" imgW="139579" imgH="164957" progId="Equation.3">
                      <p:embed/>
                    </p:oleObj>
                  </mc:Choice>
                  <mc:Fallback>
                    <p:oleObj name="Equation" r:id="rId4" imgW="139579" imgH="164957" progId="Equation.3">
                      <p:embed/>
                      <p:pic>
                        <p:nvPicPr>
                          <p:cNvPr id="0" name="Picture 6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9" y="1056"/>
                            <a:ext cx="292" cy="3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69" name="Object 65"/>
              <p:cNvGraphicFramePr>
                <a:graphicFrameLocks noChangeAspect="1"/>
              </p:cNvGraphicFramePr>
              <p:nvPr/>
            </p:nvGraphicFramePr>
            <p:xfrm>
              <a:off x="421" y="1232"/>
              <a:ext cx="251" cy="352"/>
            </p:xfrm>
            <a:graphic>
              <a:graphicData uri="http://schemas.openxmlformats.org/presentationml/2006/ole">
                <mc:AlternateContent xmlns:mc="http://schemas.openxmlformats.org/markup-compatibility/2006">
                  <mc:Choice xmlns:v="urn:schemas-microsoft-com:vml" Requires="v">
                    <p:oleObj spid="_x0000_s98385" name="Equation" r:id="rId6" imgW="126725" imgH="177415" progId="Equation.3">
                      <p:embed/>
                    </p:oleObj>
                  </mc:Choice>
                  <mc:Fallback>
                    <p:oleObj name="Equation" r:id="rId6" imgW="126725" imgH="177415" progId="Equation.3">
                      <p:embed/>
                      <p:pic>
                        <p:nvPicPr>
                          <p:cNvPr id="0" name="Picture 6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1" y="1232"/>
                            <a:ext cx="251" cy="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370" name="Rectangle 66"/>
              <p:cNvSpPr>
                <a:spLocks noChangeArrowheads="1"/>
              </p:cNvSpPr>
              <p:nvPr/>
            </p:nvSpPr>
            <p:spPr bwMode="auto">
              <a:xfrm>
                <a:off x="2160" y="1152"/>
                <a:ext cx="48" cy="960"/>
              </a:xfrm>
              <a:prstGeom prst="rect">
                <a:avLst/>
              </a:prstGeom>
              <a:gradFill rotWithShape="0">
                <a:gsLst>
                  <a:gs pos="0">
                    <a:schemeClr val="bg1"/>
                  </a:gs>
                  <a:gs pos="100000">
                    <a:schemeClr val="bg1">
                      <a:gamma/>
                      <a:shade val="80000"/>
                      <a:invGamma/>
                    </a:schemeClr>
                  </a:gs>
                </a:gsLst>
                <a:lin ang="0" scaled="1"/>
              </a:gradFill>
              <a:ln w="19050">
                <a:solidFill>
                  <a:schemeClr val="tx1"/>
                </a:solidFill>
                <a:miter lim="800000"/>
                <a:headEnd/>
                <a:tailEnd/>
              </a:ln>
              <a:effectLst/>
            </p:spPr>
            <p:txBody>
              <a:bodyPr wrap="none" anchor="ctr"/>
              <a:lstStyle/>
              <a:p>
                <a:endParaRPr lang="zh-CN" altLang="en-US"/>
              </a:p>
            </p:txBody>
          </p:sp>
        </p:grpSp>
      </p:grpSp>
      <p:grpSp>
        <p:nvGrpSpPr>
          <p:cNvPr id="98402" name="Group 98"/>
          <p:cNvGrpSpPr>
            <a:grpSpLocks/>
          </p:cNvGrpSpPr>
          <p:nvPr/>
        </p:nvGrpSpPr>
        <p:grpSpPr bwMode="auto">
          <a:xfrm>
            <a:off x="792163" y="3919538"/>
            <a:ext cx="7643812" cy="1893887"/>
            <a:chOff x="499" y="2469"/>
            <a:chExt cx="4815" cy="1193"/>
          </a:xfrm>
        </p:grpSpPr>
        <p:grpSp>
          <p:nvGrpSpPr>
            <p:cNvPr id="98400" name="Group 96"/>
            <p:cNvGrpSpPr>
              <a:grpSpLocks/>
            </p:cNvGrpSpPr>
            <p:nvPr/>
          </p:nvGrpSpPr>
          <p:grpSpPr bwMode="auto">
            <a:xfrm>
              <a:off x="499" y="2528"/>
              <a:ext cx="2364" cy="1041"/>
              <a:chOff x="499" y="2528"/>
              <a:chExt cx="2364" cy="1041"/>
            </a:xfrm>
          </p:grpSpPr>
          <p:sp>
            <p:nvSpPr>
              <p:cNvPr id="98323" name="Text Box 19"/>
              <p:cNvSpPr txBox="1">
                <a:spLocks noChangeArrowheads="1"/>
              </p:cNvSpPr>
              <p:nvPr/>
            </p:nvSpPr>
            <p:spPr bwMode="auto">
              <a:xfrm>
                <a:off x="499" y="2528"/>
                <a:ext cx="1625" cy="381"/>
              </a:xfrm>
              <a:prstGeom prst="rect">
                <a:avLst/>
              </a:prstGeom>
              <a:noFill/>
              <a:ln w="9525">
                <a:noFill/>
                <a:miter lim="800000"/>
                <a:headEnd/>
                <a:tailEnd/>
              </a:ln>
              <a:effectLst/>
            </p:spPr>
            <p:txBody>
              <a:bodyPr wrap="none">
                <a:spAutoFit/>
              </a:bodyPr>
              <a:lstStyle/>
              <a:p>
                <a:pPr eaLnBrk="1" hangingPunct="1">
                  <a:lnSpc>
                    <a:spcPct val="120000"/>
                  </a:lnSpc>
                </a:pPr>
                <a:r>
                  <a:rPr kumimoji="1" lang="zh-CN" altLang="en-US">
                    <a:solidFill>
                      <a:srgbClr val="CC0000"/>
                    </a:solidFill>
                    <a:sym typeface="Symbol" pitchFamily="18" charset="2"/>
                  </a:rPr>
                  <a:t> </a:t>
                </a:r>
                <a:r>
                  <a:rPr kumimoji="1" lang="zh-CN" altLang="en-US">
                    <a:solidFill>
                      <a:srgbClr val="CC0000"/>
                    </a:solidFill>
                  </a:rPr>
                  <a:t>夫琅和费衍射</a:t>
                </a:r>
              </a:p>
            </p:txBody>
          </p:sp>
          <p:sp>
            <p:nvSpPr>
              <p:cNvPr id="98325" name="Text Box 21"/>
              <p:cNvSpPr txBox="1">
                <a:spLocks noChangeArrowheads="1"/>
              </p:cNvSpPr>
              <p:nvPr/>
            </p:nvSpPr>
            <p:spPr bwMode="auto">
              <a:xfrm>
                <a:off x="499" y="2865"/>
                <a:ext cx="2364" cy="704"/>
              </a:xfrm>
              <a:prstGeom prst="rect">
                <a:avLst/>
              </a:prstGeom>
              <a:noFill/>
              <a:ln w="9525">
                <a:noFill/>
                <a:miter lim="800000"/>
                <a:headEnd/>
                <a:tailEnd/>
              </a:ln>
              <a:effectLst/>
            </p:spPr>
            <p:txBody>
              <a:bodyPr wrap="none">
                <a:spAutoFit/>
              </a:bodyPr>
              <a:lstStyle/>
              <a:p>
                <a:pPr eaLnBrk="1" hangingPunct="1">
                  <a:lnSpc>
                    <a:spcPct val="120000"/>
                  </a:lnSpc>
                </a:pPr>
                <a:r>
                  <a:rPr kumimoji="1" lang="zh-CN" altLang="en-US"/>
                  <a:t>光源—障碍物—接收屏</a:t>
                </a:r>
              </a:p>
              <a:p>
                <a:pPr eaLnBrk="1" hangingPunct="1">
                  <a:lnSpc>
                    <a:spcPct val="120000"/>
                  </a:lnSpc>
                </a:pPr>
                <a:r>
                  <a:rPr kumimoji="1" lang="zh-CN" altLang="en-US"/>
                  <a:t>距离为无限远。</a:t>
                </a:r>
              </a:p>
            </p:txBody>
          </p:sp>
        </p:grpSp>
        <p:grpSp>
          <p:nvGrpSpPr>
            <p:cNvPr id="98398" name="Group 94"/>
            <p:cNvGrpSpPr>
              <a:grpSpLocks/>
            </p:cNvGrpSpPr>
            <p:nvPr/>
          </p:nvGrpSpPr>
          <p:grpSpPr bwMode="auto">
            <a:xfrm>
              <a:off x="3220" y="2469"/>
              <a:ext cx="2094" cy="1193"/>
              <a:chOff x="3284" y="1440"/>
              <a:chExt cx="1770" cy="1008"/>
            </a:xfrm>
          </p:grpSpPr>
          <p:grpSp>
            <p:nvGrpSpPr>
              <p:cNvPr id="98371" name="Group 67"/>
              <p:cNvGrpSpPr>
                <a:grpSpLocks/>
              </p:cNvGrpSpPr>
              <p:nvPr/>
            </p:nvGrpSpPr>
            <p:grpSpPr bwMode="auto">
              <a:xfrm>
                <a:off x="4191" y="1584"/>
                <a:ext cx="43" cy="864"/>
                <a:chOff x="4272" y="1104"/>
                <a:chExt cx="48" cy="864"/>
              </a:xfrm>
            </p:grpSpPr>
            <p:sp>
              <p:nvSpPr>
                <p:cNvPr id="98372" name="Rectangle 68" descr="栎木"/>
                <p:cNvSpPr>
                  <a:spLocks noChangeArrowheads="1"/>
                </p:cNvSpPr>
                <p:nvPr/>
              </p:nvSpPr>
              <p:spPr bwMode="auto">
                <a:xfrm>
                  <a:off x="4272" y="1632"/>
                  <a:ext cx="48" cy="336"/>
                </a:xfrm>
                <a:prstGeom prst="rect">
                  <a:avLst/>
                </a:prstGeom>
                <a:blipFill dpi="0" rotWithShape="0">
                  <a:blip r:embed="rId3"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sp>
              <p:nvSpPr>
                <p:cNvPr id="98373" name="Rectangle 69" descr="栎木"/>
                <p:cNvSpPr>
                  <a:spLocks noChangeArrowheads="1"/>
                </p:cNvSpPr>
                <p:nvPr/>
              </p:nvSpPr>
              <p:spPr bwMode="auto">
                <a:xfrm>
                  <a:off x="4272" y="1104"/>
                  <a:ext cx="48" cy="336"/>
                </a:xfrm>
                <a:prstGeom prst="rect">
                  <a:avLst/>
                </a:prstGeom>
                <a:blipFill dpi="0" rotWithShape="0">
                  <a:blip r:embed="rId3"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grpSp>
          <p:grpSp>
            <p:nvGrpSpPr>
              <p:cNvPr id="98374" name="Group 70"/>
              <p:cNvGrpSpPr>
                <a:grpSpLocks/>
              </p:cNvGrpSpPr>
              <p:nvPr/>
            </p:nvGrpSpPr>
            <p:grpSpPr bwMode="auto">
              <a:xfrm>
                <a:off x="3284" y="1728"/>
                <a:ext cx="907" cy="576"/>
                <a:chOff x="3600" y="1248"/>
                <a:chExt cx="672" cy="576"/>
              </a:xfrm>
            </p:grpSpPr>
            <p:sp>
              <p:nvSpPr>
                <p:cNvPr id="98375" name="Line 71"/>
                <p:cNvSpPr>
                  <a:spLocks noChangeShapeType="1"/>
                </p:cNvSpPr>
                <p:nvPr/>
              </p:nvSpPr>
              <p:spPr bwMode="auto">
                <a:xfrm>
                  <a:off x="3840" y="1344"/>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76" name="Line 72"/>
                <p:cNvSpPr>
                  <a:spLocks noChangeShapeType="1"/>
                </p:cNvSpPr>
                <p:nvPr/>
              </p:nvSpPr>
              <p:spPr bwMode="auto">
                <a:xfrm>
                  <a:off x="3840" y="1440"/>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77" name="Line 73"/>
                <p:cNvSpPr>
                  <a:spLocks noChangeShapeType="1"/>
                </p:cNvSpPr>
                <p:nvPr/>
              </p:nvSpPr>
              <p:spPr bwMode="auto">
                <a:xfrm>
                  <a:off x="3840" y="1536"/>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78" name="Line 74"/>
                <p:cNvSpPr>
                  <a:spLocks noChangeShapeType="1"/>
                </p:cNvSpPr>
                <p:nvPr/>
              </p:nvSpPr>
              <p:spPr bwMode="auto">
                <a:xfrm>
                  <a:off x="3840" y="1632"/>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79" name="Line 75"/>
                <p:cNvSpPr>
                  <a:spLocks noChangeShapeType="1"/>
                </p:cNvSpPr>
                <p:nvPr/>
              </p:nvSpPr>
              <p:spPr bwMode="auto">
                <a:xfrm>
                  <a:off x="3840" y="1728"/>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80" name="Line 76"/>
                <p:cNvSpPr>
                  <a:spLocks noChangeShapeType="1"/>
                </p:cNvSpPr>
                <p:nvPr/>
              </p:nvSpPr>
              <p:spPr bwMode="auto">
                <a:xfrm>
                  <a:off x="3840" y="1824"/>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81" name="Line 77"/>
                <p:cNvSpPr>
                  <a:spLocks noChangeShapeType="1"/>
                </p:cNvSpPr>
                <p:nvPr/>
              </p:nvSpPr>
              <p:spPr bwMode="auto">
                <a:xfrm>
                  <a:off x="3840" y="1248"/>
                  <a:ext cx="432" cy="0"/>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82" name="Line 78"/>
                <p:cNvSpPr>
                  <a:spLocks noChangeShapeType="1"/>
                </p:cNvSpPr>
                <p:nvPr/>
              </p:nvSpPr>
              <p:spPr bwMode="auto">
                <a:xfrm>
                  <a:off x="3600" y="1344"/>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3" name="Line 79"/>
                <p:cNvSpPr>
                  <a:spLocks noChangeShapeType="1"/>
                </p:cNvSpPr>
                <p:nvPr/>
              </p:nvSpPr>
              <p:spPr bwMode="auto">
                <a:xfrm>
                  <a:off x="3600" y="1440"/>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4" name="Line 80"/>
                <p:cNvSpPr>
                  <a:spLocks noChangeShapeType="1"/>
                </p:cNvSpPr>
                <p:nvPr/>
              </p:nvSpPr>
              <p:spPr bwMode="auto">
                <a:xfrm>
                  <a:off x="3600" y="1536"/>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5" name="Line 81"/>
                <p:cNvSpPr>
                  <a:spLocks noChangeShapeType="1"/>
                </p:cNvSpPr>
                <p:nvPr/>
              </p:nvSpPr>
              <p:spPr bwMode="auto">
                <a:xfrm>
                  <a:off x="3600" y="1632"/>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6" name="Line 82"/>
                <p:cNvSpPr>
                  <a:spLocks noChangeShapeType="1"/>
                </p:cNvSpPr>
                <p:nvPr/>
              </p:nvSpPr>
              <p:spPr bwMode="auto">
                <a:xfrm>
                  <a:off x="3600" y="1728"/>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7" name="Line 83"/>
                <p:cNvSpPr>
                  <a:spLocks noChangeShapeType="1"/>
                </p:cNvSpPr>
                <p:nvPr/>
              </p:nvSpPr>
              <p:spPr bwMode="auto">
                <a:xfrm>
                  <a:off x="3600" y="1824"/>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88" name="Line 84"/>
                <p:cNvSpPr>
                  <a:spLocks noChangeShapeType="1"/>
                </p:cNvSpPr>
                <p:nvPr/>
              </p:nvSpPr>
              <p:spPr bwMode="auto">
                <a:xfrm>
                  <a:off x="3600" y="1248"/>
                  <a:ext cx="432" cy="0"/>
                </a:xfrm>
                <a:prstGeom prst="line">
                  <a:avLst/>
                </a:prstGeom>
                <a:noFill/>
                <a:ln w="28575">
                  <a:solidFill>
                    <a:srgbClr val="0000FF"/>
                  </a:solidFill>
                  <a:round/>
                  <a:headEnd/>
                  <a:tailEnd type="triangle" w="sm" len="lg"/>
                </a:ln>
                <a:effectLst/>
              </p:spPr>
              <p:txBody>
                <a:bodyPr wrap="none" anchor="ctr"/>
                <a:lstStyle/>
                <a:p>
                  <a:endParaRPr lang="zh-CN" altLang="en-US"/>
                </a:p>
              </p:txBody>
            </p:sp>
          </p:grpSp>
          <p:sp>
            <p:nvSpPr>
              <p:cNvPr id="98389" name="Text Box 85"/>
              <p:cNvSpPr txBox="1">
                <a:spLocks noChangeArrowheads="1"/>
              </p:cNvSpPr>
              <p:nvPr/>
            </p:nvSpPr>
            <p:spPr bwMode="auto">
              <a:xfrm>
                <a:off x="4234" y="1440"/>
                <a:ext cx="288" cy="322"/>
              </a:xfrm>
              <a:prstGeom prst="rect">
                <a:avLst/>
              </a:prstGeom>
              <a:noFill/>
              <a:ln w="9525">
                <a:noFill/>
                <a:miter lim="800000"/>
                <a:headEnd/>
                <a:tailEnd/>
              </a:ln>
              <a:effectLst/>
            </p:spPr>
            <p:txBody>
              <a:bodyPr wrap="none">
                <a:spAutoFit/>
              </a:bodyPr>
              <a:lstStyle/>
              <a:p>
                <a:pPr eaLnBrk="1" hangingPunct="1">
                  <a:lnSpc>
                    <a:spcPct val="120000"/>
                  </a:lnSpc>
                  <a:spcBef>
                    <a:spcPct val="50000"/>
                  </a:spcBef>
                </a:pPr>
                <a:r>
                  <a:rPr lang="zh-CN" altLang="zh-CN"/>
                  <a:t>缝</a:t>
                </a:r>
                <a:endParaRPr lang="zh-CN" altLang="en-US" b="0"/>
              </a:p>
            </p:txBody>
          </p:sp>
          <p:grpSp>
            <p:nvGrpSpPr>
              <p:cNvPr id="98390" name="Group 86"/>
              <p:cNvGrpSpPr>
                <a:grpSpLocks/>
              </p:cNvGrpSpPr>
              <p:nvPr/>
            </p:nvGrpSpPr>
            <p:grpSpPr bwMode="auto">
              <a:xfrm>
                <a:off x="4191" y="1620"/>
                <a:ext cx="863" cy="492"/>
                <a:chOff x="4320" y="1236"/>
                <a:chExt cx="816" cy="492"/>
              </a:xfrm>
            </p:grpSpPr>
            <p:sp>
              <p:nvSpPr>
                <p:cNvPr id="98391" name="Line 87"/>
                <p:cNvSpPr>
                  <a:spLocks noChangeShapeType="1"/>
                </p:cNvSpPr>
                <p:nvPr/>
              </p:nvSpPr>
              <p:spPr bwMode="auto">
                <a:xfrm flipV="1">
                  <a:off x="4368" y="1344"/>
                  <a:ext cx="432" cy="192"/>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92" name="Line 88"/>
                <p:cNvSpPr>
                  <a:spLocks noChangeShapeType="1"/>
                </p:cNvSpPr>
                <p:nvPr/>
              </p:nvSpPr>
              <p:spPr bwMode="auto">
                <a:xfrm flipV="1">
                  <a:off x="4320" y="1440"/>
                  <a:ext cx="457" cy="192"/>
                </a:xfrm>
                <a:prstGeom prst="line">
                  <a:avLst/>
                </a:prstGeom>
                <a:noFill/>
                <a:ln w="28575">
                  <a:solidFill>
                    <a:srgbClr val="0000FF"/>
                  </a:solidFill>
                  <a:round/>
                  <a:headEnd/>
                  <a:tailEnd type="triangle" w="sm" len="lg"/>
                </a:ln>
                <a:effectLst/>
              </p:spPr>
              <p:txBody>
                <a:bodyPr wrap="none" anchor="ctr"/>
                <a:lstStyle/>
                <a:p>
                  <a:endParaRPr lang="zh-CN" altLang="en-US"/>
                </a:p>
              </p:txBody>
            </p:sp>
            <p:sp>
              <p:nvSpPr>
                <p:cNvPr id="98393" name="Line 89"/>
                <p:cNvSpPr>
                  <a:spLocks noChangeShapeType="1"/>
                </p:cNvSpPr>
                <p:nvPr/>
              </p:nvSpPr>
              <p:spPr bwMode="auto">
                <a:xfrm flipV="1">
                  <a:off x="4320" y="1536"/>
                  <a:ext cx="457" cy="192"/>
                </a:xfrm>
                <a:prstGeom prst="line">
                  <a:avLst/>
                </a:prstGeom>
                <a:noFill/>
                <a:ln w="28575">
                  <a:solidFill>
                    <a:srgbClr val="0000FF"/>
                  </a:solidFill>
                  <a:round/>
                  <a:headEnd/>
                  <a:tailEnd type="triangle" w="sm" len="lg"/>
                </a:ln>
                <a:effectLst/>
              </p:spPr>
              <p:txBody>
                <a:bodyPr wrap="none" anchor="ctr"/>
                <a:lstStyle/>
                <a:p>
                  <a:endParaRPr lang="zh-CN" altLang="en-US"/>
                </a:p>
              </p:txBody>
            </p:sp>
            <p:grpSp>
              <p:nvGrpSpPr>
                <p:cNvPr id="98394" name="Group 90"/>
                <p:cNvGrpSpPr>
                  <a:grpSpLocks/>
                </p:cNvGrpSpPr>
                <p:nvPr/>
              </p:nvGrpSpPr>
              <p:grpSpPr bwMode="auto">
                <a:xfrm rot="21300000">
                  <a:off x="4512" y="1236"/>
                  <a:ext cx="624" cy="384"/>
                  <a:chOff x="4272" y="1248"/>
                  <a:chExt cx="480" cy="384"/>
                </a:xfrm>
              </p:grpSpPr>
              <p:sp>
                <p:nvSpPr>
                  <p:cNvPr id="98395" name="Line 91"/>
                  <p:cNvSpPr>
                    <a:spLocks noChangeShapeType="1"/>
                  </p:cNvSpPr>
                  <p:nvPr/>
                </p:nvSpPr>
                <p:spPr bwMode="auto">
                  <a:xfrm flipV="1">
                    <a:off x="4320" y="1248"/>
                    <a:ext cx="432" cy="192"/>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96" name="Line 92"/>
                  <p:cNvSpPr>
                    <a:spLocks noChangeShapeType="1"/>
                  </p:cNvSpPr>
                  <p:nvPr/>
                </p:nvSpPr>
                <p:spPr bwMode="auto">
                  <a:xfrm flipV="1">
                    <a:off x="4272" y="1344"/>
                    <a:ext cx="457" cy="192"/>
                  </a:xfrm>
                  <a:prstGeom prst="line">
                    <a:avLst/>
                  </a:prstGeom>
                  <a:noFill/>
                  <a:ln w="28575">
                    <a:solidFill>
                      <a:srgbClr val="0000FF"/>
                    </a:solidFill>
                    <a:round/>
                    <a:headEnd/>
                    <a:tailEnd type="none" w="sm" len="lg"/>
                  </a:ln>
                  <a:effectLst/>
                </p:spPr>
                <p:txBody>
                  <a:bodyPr wrap="none" anchor="ctr"/>
                  <a:lstStyle/>
                  <a:p>
                    <a:endParaRPr lang="zh-CN" altLang="en-US"/>
                  </a:p>
                </p:txBody>
              </p:sp>
              <p:sp>
                <p:nvSpPr>
                  <p:cNvPr id="98397" name="Line 93"/>
                  <p:cNvSpPr>
                    <a:spLocks noChangeShapeType="1"/>
                  </p:cNvSpPr>
                  <p:nvPr/>
                </p:nvSpPr>
                <p:spPr bwMode="auto">
                  <a:xfrm flipV="1">
                    <a:off x="4272" y="1440"/>
                    <a:ext cx="457" cy="192"/>
                  </a:xfrm>
                  <a:prstGeom prst="line">
                    <a:avLst/>
                  </a:prstGeom>
                  <a:noFill/>
                  <a:ln w="28575">
                    <a:solidFill>
                      <a:srgbClr val="0000FF"/>
                    </a:solidFill>
                    <a:round/>
                    <a:headEnd/>
                    <a:tailEnd type="none" w="sm" len="lg"/>
                  </a:ln>
                  <a:effectLst/>
                </p:spPr>
                <p:txBody>
                  <a:bodyPr wrap="none" anchor="ctr"/>
                  <a:lstStyle/>
                  <a:p>
                    <a:endParaRPr lang="zh-CN" altLang="en-US"/>
                  </a:p>
                </p:txBody>
              </p:sp>
            </p:gr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8401"/>
                                        </p:tgtEl>
                                        <p:attrNameLst>
                                          <p:attrName>style.visibility</p:attrName>
                                        </p:attrNameLst>
                                      </p:cBhvr>
                                      <p:to>
                                        <p:strVal val="visible"/>
                                      </p:to>
                                    </p:set>
                                    <p:animEffect transition="in" filter="wipe(left)">
                                      <p:cBhvr>
                                        <p:cTn id="7" dur="500"/>
                                        <p:tgtEl>
                                          <p:spTgt spid="9840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8402"/>
                                        </p:tgtEl>
                                        <p:attrNameLst>
                                          <p:attrName>style.visibility</p:attrName>
                                        </p:attrNameLst>
                                      </p:cBhvr>
                                      <p:to>
                                        <p:strVal val="visible"/>
                                      </p:to>
                                    </p:set>
                                    <p:animEffect transition="in" filter="wipe(left)">
                                      <p:cBhvr>
                                        <p:cTn id="12" dur="500"/>
                                        <p:tgtEl>
                                          <p:spTgt spid="98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灯片编号占位符 3"/>
          <p:cNvSpPr>
            <a:spLocks noGrp="1"/>
          </p:cNvSpPr>
          <p:nvPr>
            <p:ph type="sldNum" sz="quarter" idx="12"/>
          </p:nvPr>
        </p:nvSpPr>
        <p:spPr/>
        <p:txBody>
          <a:bodyPr/>
          <a:lstStyle/>
          <a:p>
            <a:fld id="{573CDC2F-83B7-479F-B2BC-3DC18BFDC8BA}" type="slidenum">
              <a:rPr lang="zh-CN" altLang="en-US"/>
              <a:pPr/>
              <a:t>5</a:t>
            </a:fld>
            <a:endParaRPr lang="en-US" altLang="zh-CN"/>
          </a:p>
        </p:txBody>
      </p:sp>
      <p:grpSp>
        <p:nvGrpSpPr>
          <p:cNvPr id="99406" name="Group 78"/>
          <p:cNvGrpSpPr>
            <a:grpSpLocks/>
          </p:cNvGrpSpPr>
          <p:nvPr/>
        </p:nvGrpSpPr>
        <p:grpSpPr bwMode="auto">
          <a:xfrm>
            <a:off x="792163" y="1165225"/>
            <a:ext cx="7523162" cy="4165600"/>
            <a:chOff x="499" y="734"/>
            <a:chExt cx="4739" cy="2624"/>
          </a:xfrm>
        </p:grpSpPr>
        <p:sp>
          <p:nvSpPr>
            <p:cNvPr id="99331" name="Rectangle 3"/>
            <p:cNvSpPr>
              <a:spLocks noChangeArrowheads="1"/>
            </p:cNvSpPr>
            <p:nvPr/>
          </p:nvSpPr>
          <p:spPr bwMode="auto">
            <a:xfrm>
              <a:off x="509" y="734"/>
              <a:ext cx="4729" cy="2624"/>
            </a:xfrm>
            <a:prstGeom prst="rect">
              <a:avLst/>
            </a:prstGeom>
            <a:noFill/>
            <a:ln w="9525">
              <a:solidFill>
                <a:schemeClr val="tx2"/>
              </a:solidFill>
              <a:miter lim="800000"/>
              <a:headEnd/>
              <a:tailEnd type="none" w="sm" len="lg"/>
            </a:ln>
            <a:effectLst/>
          </p:spPr>
          <p:txBody>
            <a:bodyPr wrap="none" anchor="ctr"/>
            <a:lstStyle/>
            <a:p>
              <a:endParaRPr lang="zh-CN" altLang="en-US"/>
            </a:p>
          </p:txBody>
        </p:sp>
        <p:sp>
          <p:nvSpPr>
            <p:cNvPr id="99332" name="Text Box 4"/>
            <p:cNvSpPr txBox="1">
              <a:spLocks noChangeArrowheads="1"/>
            </p:cNvSpPr>
            <p:nvPr/>
          </p:nvSpPr>
          <p:spPr bwMode="auto">
            <a:xfrm>
              <a:off x="499" y="734"/>
              <a:ext cx="391" cy="2624"/>
            </a:xfrm>
            <a:prstGeom prst="rect">
              <a:avLst/>
            </a:prstGeom>
            <a:gradFill rotWithShape="0">
              <a:gsLst>
                <a:gs pos="0">
                  <a:schemeClr val="accent1"/>
                </a:gs>
                <a:gs pos="50000">
                  <a:srgbClr val="FFFFFF"/>
                </a:gs>
                <a:gs pos="100000">
                  <a:schemeClr val="accent1"/>
                </a:gs>
              </a:gsLst>
              <a:lin ang="0" scaled="1"/>
            </a:gradFill>
            <a:ln w="9525">
              <a:solidFill>
                <a:srgbClr val="006666"/>
              </a:solidFill>
              <a:miter lim="800000"/>
              <a:headEnd/>
              <a:tailEnd type="none" w="sm" len="lg"/>
            </a:ln>
            <a:effectLst/>
          </p:spPr>
          <p:txBody>
            <a:bodyPr vert="eaVert">
              <a:spAutoFit/>
            </a:bodyPr>
            <a:lstStyle/>
            <a:p>
              <a:pPr algn="ctr" eaLnBrk="1" hangingPunct="1"/>
              <a:r>
                <a:rPr lang="zh-CN" altLang="en-US">
                  <a:solidFill>
                    <a:srgbClr val="000000"/>
                  </a:solidFill>
                </a:rPr>
                <a:t>夫 琅 禾 费 单 缝 衍 射</a:t>
              </a:r>
            </a:p>
          </p:txBody>
        </p:sp>
      </p:grpSp>
      <p:grpSp>
        <p:nvGrpSpPr>
          <p:cNvPr id="99333" name="Group 5"/>
          <p:cNvGrpSpPr>
            <a:grpSpLocks/>
          </p:cNvGrpSpPr>
          <p:nvPr/>
        </p:nvGrpSpPr>
        <p:grpSpPr bwMode="auto">
          <a:xfrm>
            <a:off x="1957388" y="2624138"/>
            <a:ext cx="3449637" cy="1109662"/>
            <a:chOff x="768" y="2112"/>
            <a:chExt cx="2448" cy="768"/>
          </a:xfrm>
        </p:grpSpPr>
        <p:sp>
          <p:nvSpPr>
            <p:cNvPr id="99334" name="Line 6"/>
            <p:cNvSpPr>
              <a:spLocks noChangeShapeType="1"/>
            </p:cNvSpPr>
            <p:nvPr/>
          </p:nvSpPr>
          <p:spPr bwMode="auto">
            <a:xfrm flipV="1">
              <a:off x="1056" y="2112"/>
              <a:ext cx="2112"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35" name="Line 7"/>
            <p:cNvSpPr>
              <a:spLocks noChangeShapeType="1"/>
            </p:cNvSpPr>
            <p:nvPr/>
          </p:nvSpPr>
          <p:spPr bwMode="auto">
            <a:xfrm flipV="1">
              <a:off x="1008" y="2304"/>
              <a:ext cx="2208"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36" name="Line 8"/>
            <p:cNvSpPr>
              <a:spLocks noChangeShapeType="1"/>
            </p:cNvSpPr>
            <p:nvPr/>
          </p:nvSpPr>
          <p:spPr bwMode="auto">
            <a:xfrm>
              <a:off x="1008" y="2496"/>
              <a:ext cx="2208"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37" name="Line 9"/>
            <p:cNvSpPr>
              <a:spLocks noChangeShapeType="1"/>
            </p:cNvSpPr>
            <p:nvPr/>
          </p:nvSpPr>
          <p:spPr bwMode="auto">
            <a:xfrm flipV="1">
              <a:off x="1008" y="2688"/>
              <a:ext cx="2208"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38" name="Line 10"/>
            <p:cNvSpPr>
              <a:spLocks noChangeShapeType="1"/>
            </p:cNvSpPr>
            <p:nvPr/>
          </p:nvSpPr>
          <p:spPr bwMode="auto">
            <a:xfrm>
              <a:off x="1056" y="2880"/>
              <a:ext cx="2160"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39" name="Line 11"/>
            <p:cNvSpPr>
              <a:spLocks noChangeShapeType="1"/>
            </p:cNvSpPr>
            <p:nvPr/>
          </p:nvSpPr>
          <p:spPr bwMode="auto">
            <a:xfrm flipH="1">
              <a:off x="768" y="2112"/>
              <a:ext cx="38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99340" name="Line 12"/>
            <p:cNvSpPr>
              <a:spLocks noChangeShapeType="1"/>
            </p:cNvSpPr>
            <p:nvPr/>
          </p:nvSpPr>
          <p:spPr bwMode="auto">
            <a:xfrm flipH="1">
              <a:off x="768" y="2304"/>
              <a:ext cx="38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99341" name="Line 13"/>
            <p:cNvSpPr>
              <a:spLocks noChangeShapeType="1"/>
            </p:cNvSpPr>
            <p:nvPr/>
          </p:nvSpPr>
          <p:spPr bwMode="auto">
            <a:xfrm flipH="1">
              <a:off x="768" y="2496"/>
              <a:ext cx="38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99342" name="Line 14"/>
            <p:cNvSpPr>
              <a:spLocks noChangeShapeType="1"/>
            </p:cNvSpPr>
            <p:nvPr/>
          </p:nvSpPr>
          <p:spPr bwMode="auto">
            <a:xfrm flipH="1">
              <a:off x="768" y="2688"/>
              <a:ext cx="38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99343" name="Line 15"/>
            <p:cNvSpPr>
              <a:spLocks noChangeShapeType="1"/>
            </p:cNvSpPr>
            <p:nvPr/>
          </p:nvSpPr>
          <p:spPr bwMode="auto">
            <a:xfrm flipH="1">
              <a:off x="768" y="2880"/>
              <a:ext cx="38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grpSp>
      <p:grpSp>
        <p:nvGrpSpPr>
          <p:cNvPr id="99344" name="Group 16"/>
          <p:cNvGrpSpPr>
            <a:grpSpLocks/>
          </p:cNvGrpSpPr>
          <p:nvPr/>
        </p:nvGrpSpPr>
        <p:grpSpPr bwMode="auto">
          <a:xfrm>
            <a:off x="5340350" y="2624138"/>
            <a:ext cx="2097088" cy="1109662"/>
            <a:chOff x="3168" y="2112"/>
            <a:chExt cx="1488" cy="768"/>
          </a:xfrm>
        </p:grpSpPr>
        <p:sp>
          <p:nvSpPr>
            <p:cNvPr id="99345" name="Line 17"/>
            <p:cNvSpPr>
              <a:spLocks noChangeShapeType="1"/>
            </p:cNvSpPr>
            <p:nvPr/>
          </p:nvSpPr>
          <p:spPr bwMode="auto">
            <a:xfrm flipV="1">
              <a:off x="3168" y="2496"/>
              <a:ext cx="1488" cy="384"/>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46" name="Line 18"/>
            <p:cNvSpPr>
              <a:spLocks noChangeShapeType="1"/>
            </p:cNvSpPr>
            <p:nvPr/>
          </p:nvSpPr>
          <p:spPr bwMode="auto">
            <a:xfrm flipV="1">
              <a:off x="3168" y="2496"/>
              <a:ext cx="1488" cy="192"/>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47" name="Line 19"/>
            <p:cNvSpPr>
              <a:spLocks noChangeShapeType="1"/>
            </p:cNvSpPr>
            <p:nvPr/>
          </p:nvSpPr>
          <p:spPr bwMode="auto">
            <a:xfrm>
              <a:off x="3216" y="2304"/>
              <a:ext cx="1440" cy="192"/>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48" name="Line 20"/>
            <p:cNvSpPr>
              <a:spLocks noChangeShapeType="1"/>
            </p:cNvSpPr>
            <p:nvPr/>
          </p:nvSpPr>
          <p:spPr bwMode="auto">
            <a:xfrm>
              <a:off x="3168" y="2112"/>
              <a:ext cx="1488" cy="384"/>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99349" name="Line 21"/>
            <p:cNvSpPr>
              <a:spLocks noChangeShapeType="1"/>
            </p:cNvSpPr>
            <p:nvPr/>
          </p:nvSpPr>
          <p:spPr bwMode="auto">
            <a:xfrm>
              <a:off x="3216" y="2496"/>
              <a:ext cx="1440"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grpSp>
      <p:grpSp>
        <p:nvGrpSpPr>
          <p:cNvPr id="99350" name="Group 22"/>
          <p:cNvGrpSpPr>
            <a:grpSpLocks/>
          </p:cNvGrpSpPr>
          <p:nvPr/>
        </p:nvGrpSpPr>
        <p:grpSpPr bwMode="auto">
          <a:xfrm>
            <a:off x="3243263" y="2068513"/>
            <a:ext cx="4210050" cy="1690687"/>
            <a:chOff x="1668" y="1744"/>
            <a:chExt cx="2988" cy="1169"/>
          </a:xfrm>
        </p:grpSpPr>
        <p:sp>
          <p:nvSpPr>
            <p:cNvPr id="99351" name="Line 23"/>
            <p:cNvSpPr>
              <a:spLocks noChangeShapeType="1"/>
            </p:cNvSpPr>
            <p:nvPr/>
          </p:nvSpPr>
          <p:spPr bwMode="auto">
            <a:xfrm flipV="1">
              <a:off x="1668" y="1744"/>
              <a:ext cx="1420" cy="390"/>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2" name="Line 24"/>
            <p:cNvSpPr>
              <a:spLocks noChangeShapeType="1"/>
            </p:cNvSpPr>
            <p:nvPr/>
          </p:nvSpPr>
          <p:spPr bwMode="auto">
            <a:xfrm flipV="1">
              <a:off x="1668" y="1939"/>
              <a:ext cx="1420" cy="390"/>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3" name="Line 25"/>
            <p:cNvSpPr>
              <a:spLocks noChangeShapeType="1"/>
            </p:cNvSpPr>
            <p:nvPr/>
          </p:nvSpPr>
          <p:spPr bwMode="auto">
            <a:xfrm flipV="1">
              <a:off x="1668" y="2134"/>
              <a:ext cx="1420" cy="389"/>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4" name="Line 26"/>
            <p:cNvSpPr>
              <a:spLocks noChangeShapeType="1"/>
            </p:cNvSpPr>
            <p:nvPr/>
          </p:nvSpPr>
          <p:spPr bwMode="auto">
            <a:xfrm flipV="1">
              <a:off x="1668" y="2329"/>
              <a:ext cx="1420" cy="389"/>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5" name="Line 27"/>
            <p:cNvSpPr>
              <a:spLocks noChangeShapeType="1"/>
            </p:cNvSpPr>
            <p:nvPr/>
          </p:nvSpPr>
          <p:spPr bwMode="auto">
            <a:xfrm flipV="1">
              <a:off x="1668" y="2134"/>
              <a:ext cx="2953" cy="779"/>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grpSp>
          <p:nvGrpSpPr>
            <p:cNvPr id="99356" name="Group 28"/>
            <p:cNvGrpSpPr>
              <a:grpSpLocks/>
            </p:cNvGrpSpPr>
            <p:nvPr/>
          </p:nvGrpSpPr>
          <p:grpSpPr bwMode="auto">
            <a:xfrm>
              <a:off x="3088" y="1744"/>
              <a:ext cx="1568" cy="585"/>
              <a:chOff x="3088" y="1744"/>
              <a:chExt cx="1533" cy="585"/>
            </a:xfrm>
          </p:grpSpPr>
          <p:sp>
            <p:nvSpPr>
              <p:cNvPr id="99357" name="Line 29"/>
              <p:cNvSpPr>
                <a:spLocks noChangeShapeType="1"/>
              </p:cNvSpPr>
              <p:nvPr/>
            </p:nvSpPr>
            <p:spPr bwMode="auto">
              <a:xfrm flipV="1">
                <a:off x="3088" y="2134"/>
                <a:ext cx="1533" cy="195"/>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8" name="Line 30"/>
              <p:cNvSpPr>
                <a:spLocks noChangeShapeType="1"/>
              </p:cNvSpPr>
              <p:nvPr/>
            </p:nvSpPr>
            <p:spPr bwMode="auto">
              <a:xfrm>
                <a:off x="3088" y="2134"/>
                <a:ext cx="1533" cy="0"/>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59" name="Line 31"/>
              <p:cNvSpPr>
                <a:spLocks noChangeShapeType="1"/>
              </p:cNvSpPr>
              <p:nvPr/>
            </p:nvSpPr>
            <p:spPr bwMode="auto">
              <a:xfrm>
                <a:off x="3088" y="1939"/>
                <a:ext cx="1533" cy="195"/>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sp>
            <p:nvSpPr>
              <p:cNvPr id="99360" name="Line 32"/>
              <p:cNvSpPr>
                <a:spLocks noChangeShapeType="1"/>
              </p:cNvSpPr>
              <p:nvPr/>
            </p:nvSpPr>
            <p:spPr bwMode="auto">
              <a:xfrm>
                <a:off x="3088" y="1744"/>
                <a:ext cx="1533" cy="390"/>
              </a:xfrm>
              <a:prstGeom prst="line">
                <a:avLst/>
              </a:prstGeom>
              <a:noFill/>
              <a:ln w="19050">
                <a:solidFill>
                  <a:srgbClr val="FF6600"/>
                </a:solidFill>
                <a:round/>
                <a:headEnd type="none" w="sm" len="lg"/>
                <a:tailEnd type="none" w="sm" len="lg"/>
              </a:ln>
              <a:effectLst/>
            </p:spPr>
            <p:txBody>
              <a:bodyPr wrap="none" anchor="ctr"/>
              <a:lstStyle/>
              <a:p>
                <a:endParaRPr lang="zh-CN" altLang="en-US"/>
              </a:p>
            </p:txBody>
          </p:sp>
        </p:grpSp>
      </p:grpSp>
      <p:graphicFrame>
        <p:nvGraphicFramePr>
          <p:cNvPr id="99364" name="Object 36"/>
          <p:cNvGraphicFramePr>
            <a:graphicFrameLocks noChangeAspect="1"/>
          </p:cNvGraphicFramePr>
          <p:nvPr/>
        </p:nvGraphicFramePr>
        <p:xfrm>
          <a:off x="3048000" y="5618163"/>
          <a:ext cx="1908175" cy="469900"/>
        </p:xfrm>
        <a:graphic>
          <a:graphicData uri="http://schemas.openxmlformats.org/presentationml/2006/ole">
            <mc:AlternateContent xmlns:mc="http://schemas.openxmlformats.org/markup-compatibility/2006">
              <mc:Choice xmlns:v="urn:schemas-microsoft-com:vml" Requires="v">
                <p:oleObj spid="_x0000_s99506" name="Equation" r:id="rId3" imgW="787058" imgH="177723" progId="Equation.3">
                  <p:embed/>
                </p:oleObj>
              </mc:Choice>
              <mc:Fallback>
                <p:oleObj name="Equation" r:id="rId3" imgW="787058" imgH="177723" progId="Equation.3">
                  <p:embed/>
                  <p:pic>
                    <p:nvPicPr>
                      <p:cNvPr id="0" name="Picture 7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5618163"/>
                        <a:ext cx="190817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65" name="Object 37"/>
          <p:cNvGraphicFramePr>
            <a:graphicFrameLocks noChangeAspect="1"/>
          </p:cNvGraphicFramePr>
          <p:nvPr/>
        </p:nvGraphicFramePr>
        <p:xfrm>
          <a:off x="4914900" y="5394325"/>
          <a:ext cx="3657600" cy="960438"/>
        </p:xfrm>
        <a:graphic>
          <a:graphicData uri="http://schemas.openxmlformats.org/presentationml/2006/ole">
            <mc:AlternateContent xmlns:mc="http://schemas.openxmlformats.org/markup-compatibility/2006">
              <mc:Choice xmlns:v="urn:schemas-microsoft-com:vml" Requires="v">
                <p:oleObj spid="_x0000_s99507" name="Equation" r:id="rId5" imgW="2641600" imgH="723900" progId="Equation.3">
                  <p:embed/>
                </p:oleObj>
              </mc:Choice>
              <mc:Fallback>
                <p:oleObj name="Equation" r:id="rId5" imgW="2641600" imgH="723900" progId="Equation.3">
                  <p:embed/>
                  <p:pic>
                    <p:nvPicPr>
                      <p:cNvPr id="0" name="Picture 7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14900" y="5394325"/>
                        <a:ext cx="3657600" cy="960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9366" name="Group 38"/>
          <p:cNvGrpSpPr>
            <a:grpSpLocks/>
          </p:cNvGrpSpPr>
          <p:nvPr/>
        </p:nvGrpSpPr>
        <p:grpSpPr bwMode="auto">
          <a:xfrm>
            <a:off x="1619250" y="3178175"/>
            <a:ext cx="6426200" cy="417513"/>
            <a:chOff x="816" y="1968"/>
            <a:chExt cx="4560" cy="288"/>
          </a:xfrm>
        </p:grpSpPr>
        <p:sp>
          <p:nvSpPr>
            <p:cNvPr id="99367" name="Line 39"/>
            <p:cNvSpPr>
              <a:spLocks noChangeShapeType="1"/>
            </p:cNvSpPr>
            <p:nvPr/>
          </p:nvSpPr>
          <p:spPr bwMode="auto">
            <a:xfrm>
              <a:off x="816" y="1968"/>
              <a:ext cx="4560" cy="0"/>
            </a:xfrm>
            <a:prstGeom prst="line">
              <a:avLst/>
            </a:prstGeom>
            <a:noFill/>
            <a:ln w="19050">
              <a:solidFill>
                <a:schemeClr val="tx1"/>
              </a:solidFill>
              <a:prstDash val="lgDashDot"/>
              <a:round/>
              <a:headEnd type="none" w="sm" len="lg"/>
              <a:tailEnd type="none" w="sm" len="lg"/>
            </a:ln>
            <a:effectLst/>
          </p:spPr>
          <p:txBody>
            <a:bodyPr wrap="none" anchor="ctr"/>
            <a:lstStyle/>
            <a:p>
              <a:endParaRPr lang="zh-CN" altLang="en-US"/>
            </a:p>
          </p:txBody>
        </p:sp>
        <p:graphicFrame>
          <p:nvGraphicFramePr>
            <p:cNvPr id="99368" name="Object 40"/>
            <p:cNvGraphicFramePr>
              <a:graphicFrameLocks noChangeAspect="1"/>
            </p:cNvGraphicFramePr>
            <p:nvPr/>
          </p:nvGraphicFramePr>
          <p:xfrm>
            <a:off x="5031" y="1968"/>
            <a:ext cx="249" cy="288"/>
          </p:xfrm>
          <a:graphic>
            <a:graphicData uri="http://schemas.openxmlformats.org/presentationml/2006/ole">
              <mc:AlternateContent xmlns:mc="http://schemas.openxmlformats.org/markup-compatibility/2006">
                <mc:Choice xmlns:v="urn:schemas-microsoft-com:vml" Requires="v">
                  <p:oleObj spid="_x0000_s99508" name="Equation" r:id="rId7" imgW="164957" imgH="190335" progId="Equation.3">
                    <p:embed/>
                  </p:oleObj>
                </mc:Choice>
                <mc:Fallback>
                  <p:oleObj name="Equation" r:id="rId7" imgW="164957" imgH="190335" progId="Equation.3">
                    <p:embed/>
                    <p:pic>
                      <p:nvPicPr>
                        <p:cNvPr id="0" name="Picture 7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1" y="1968"/>
                          <a:ext cx="249"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9410" name="Group 82"/>
          <p:cNvGrpSpPr>
            <a:grpSpLocks/>
          </p:cNvGrpSpPr>
          <p:nvPr/>
        </p:nvGrpSpPr>
        <p:grpSpPr bwMode="auto">
          <a:xfrm>
            <a:off x="2813050" y="1165225"/>
            <a:ext cx="4678363" cy="3540125"/>
            <a:chOff x="1772" y="734"/>
            <a:chExt cx="2947" cy="2230"/>
          </a:xfrm>
        </p:grpSpPr>
        <p:sp>
          <p:nvSpPr>
            <p:cNvPr id="99370" name="Line 42"/>
            <p:cNvSpPr>
              <a:spLocks noChangeShapeType="1"/>
            </p:cNvSpPr>
            <p:nvPr/>
          </p:nvSpPr>
          <p:spPr bwMode="auto">
            <a:xfrm>
              <a:off x="3356" y="1215"/>
              <a:ext cx="1363" cy="0"/>
            </a:xfrm>
            <a:prstGeom prst="line">
              <a:avLst/>
            </a:prstGeom>
            <a:noFill/>
            <a:ln w="19050">
              <a:solidFill>
                <a:schemeClr val="tx1"/>
              </a:solidFill>
              <a:prstDash val="dash"/>
              <a:round/>
              <a:headEnd type="triangle" w="sm" len="lg"/>
              <a:tailEnd type="triangle" w="sm" len="lg"/>
            </a:ln>
            <a:effectLst/>
          </p:spPr>
          <p:txBody>
            <a:bodyPr wrap="none" anchor="ctr"/>
            <a:lstStyle/>
            <a:p>
              <a:endParaRPr lang="zh-CN" altLang="en-US"/>
            </a:p>
          </p:txBody>
        </p:sp>
        <p:graphicFrame>
          <p:nvGraphicFramePr>
            <p:cNvPr id="99371" name="Object 43"/>
            <p:cNvGraphicFramePr>
              <a:graphicFrameLocks noChangeAspect="1"/>
            </p:cNvGraphicFramePr>
            <p:nvPr/>
          </p:nvGraphicFramePr>
          <p:xfrm>
            <a:off x="3894" y="909"/>
            <a:ext cx="271" cy="306"/>
          </p:xfrm>
          <a:graphic>
            <a:graphicData uri="http://schemas.openxmlformats.org/presentationml/2006/ole">
              <mc:AlternateContent xmlns:mc="http://schemas.openxmlformats.org/markup-compatibility/2006">
                <mc:Choice xmlns:v="urn:schemas-microsoft-com:vml" Requires="v">
                  <p:oleObj spid="_x0000_s99509" name="公式" r:id="rId9" imgW="215713" imgH="304536" progId="Equation.3">
                    <p:embed/>
                  </p:oleObj>
                </mc:Choice>
                <mc:Fallback>
                  <p:oleObj name="公式" r:id="rId9" imgW="215713" imgH="304536" progId="Equation.3">
                    <p:embed/>
                    <p:pic>
                      <p:nvPicPr>
                        <p:cNvPr id="0" name="Picture 7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94" y="909"/>
                          <a:ext cx="271" cy="3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72" name="Object 44"/>
            <p:cNvGraphicFramePr>
              <a:graphicFrameLocks noChangeAspect="1"/>
            </p:cNvGraphicFramePr>
            <p:nvPr/>
          </p:nvGraphicFramePr>
          <p:xfrm>
            <a:off x="3157" y="821"/>
            <a:ext cx="284" cy="307"/>
          </p:xfrm>
          <a:graphic>
            <a:graphicData uri="http://schemas.openxmlformats.org/presentationml/2006/ole">
              <mc:AlternateContent xmlns:mc="http://schemas.openxmlformats.org/markup-compatibility/2006">
                <mc:Choice xmlns:v="urn:schemas-microsoft-com:vml" Requires="v">
                  <p:oleObj spid="_x0000_s99510" name="Equation" r:id="rId11" imgW="139579" imgH="164957" progId="Equation.3">
                    <p:embed/>
                  </p:oleObj>
                </mc:Choice>
                <mc:Fallback>
                  <p:oleObj name="Equation" r:id="rId11" imgW="139579" imgH="164957" progId="Equation.3">
                    <p:embed/>
                    <p:pic>
                      <p:nvPicPr>
                        <p:cNvPr id="0" name="Picture 7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57" y="821"/>
                          <a:ext cx="284"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73" name="Oval 45"/>
            <p:cNvSpPr>
              <a:spLocks noChangeArrowheads="1"/>
            </p:cNvSpPr>
            <p:nvPr/>
          </p:nvSpPr>
          <p:spPr bwMode="auto">
            <a:xfrm>
              <a:off x="3234" y="1140"/>
              <a:ext cx="151" cy="1774"/>
            </a:xfrm>
            <a:prstGeom prst="ellipse">
              <a:avLst/>
            </a:prstGeom>
            <a:solidFill>
              <a:srgbClr val="00FFCC">
                <a:alpha val="50000"/>
              </a:srgbClr>
            </a:solidFill>
            <a:ln w="19050">
              <a:solidFill>
                <a:srgbClr val="006666"/>
              </a:solidFill>
              <a:round/>
              <a:headEnd/>
              <a:tailEnd/>
            </a:ln>
            <a:effectLst/>
          </p:spPr>
          <p:txBody>
            <a:bodyPr wrap="none" anchor="ctr"/>
            <a:lstStyle/>
            <a:p>
              <a:endParaRPr lang="zh-CN" altLang="en-US"/>
            </a:p>
          </p:txBody>
        </p:sp>
        <p:sp>
          <p:nvSpPr>
            <p:cNvPr id="99374" name="Rectangle 46"/>
            <p:cNvSpPr>
              <a:spLocks noChangeArrowheads="1"/>
            </p:cNvSpPr>
            <p:nvPr/>
          </p:nvSpPr>
          <p:spPr bwMode="auto">
            <a:xfrm>
              <a:off x="4676" y="953"/>
              <a:ext cx="43" cy="2011"/>
            </a:xfrm>
            <a:prstGeom prst="rect">
              <a:avLst/>
            </a:prstGeom>
            <a:gradFill rotWithShape="0">
              <a:gsLst>
                <a:gs pos="0">
                  <a:schemeClr val="bg1"/>
                </a:gs>
                <a:gs pos="100000">
                  <a:schemeClr val="bg1">
                    <a:gamma/>
                    <a:shade val="0"/>
                    <a:invGamma/>
                  </a:schemeClr>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99375" name="Object 47"/>
            <p:cNvGraphicFramePr>
              <a:graphicFrameLocks noChangeAspect="1"/>
            </p:cNvGraphicFramePr>
            <p:nvPr/>
          </p:nvGraphicFramePr>
          <p:xfrm>
            <a:off x="4391" y="734"/>
            <a:ext cx="292" cy="353"/>
          </p:xfrm>
          <a:graphic>
            <a:graphicData uri="http://schemas.openxmlformats.org/presentationml/2006/ole">
              <mc:AlternateContent xmlns:mc="http://schemas.openxmlformats.org/markup-compatibility/2006">
                <mc:Choice xmlns:v="urn:schemas-microsoft-com:vml" Requires="v">
                  <p:oleObj spid="_x0000_s99511" name="Equation" r:id="rId13" imgW="139579" imgH="164957" progId="Equation.3">
                    <p:embed/>
                  </p:oleObj>
                </mc:Choice>
                <mc:Fallback>
                  <p:oleObj name="Equation" r:id="rId13" imgW="139579" imgH="164957" progId="Equation.3">
                    <p:embed/>
                    <p:pic>
                      <p:nvPicPr>
                        <p:cNvPr id="0" name="Picture 7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91" y="734"/>
                          <a:ext cx="292" cy="3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76" name="Rectangle 48" descr="栎木"/>
            <p:cNvSpPr>
              <a:spLocks noChangeArrowheads="1"/>
            </p:cNvSpPr>
            <p:nvPr/>
          </p:nvSpPr>
          <p:spPr bwMode="auto">
            <a:xfrm>
              <a:off x="2024" y="1171"/>
              <a:ext cx="53" cy="481"/>
            </a:xfrm>
            <a:prstGeom prst="rect">
              <a:avLst/>
            </a:prstGeom>
            <a:blipFill dpi="0" rotWithShape="0">
              <a:blip r:embed="rId15"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sp>
          <p:nvSpPr>
            <p:cNvPr id="99377" name="Rectangle 49" descr="栎木"/>
            <p:cNvSpPr>
              <a:spLocks noChangeArrowheads="1"/>
            </p:cNvSpPr>
            <p:nvPr/>
          </p:nvSpPr>
          <p:spPr bwMode="auto">
            <a:xfrm>
              <a:off x="2027" y="2352"/>
              <a:ext cx="42" cy="525"/>
            </a:xfrm>
            <a:prstGeom prst="rect">
              <a:avLst/>
            </a:prstGeom>
            <a:blipFill dpi="0" rotWithShape="0">
              <a:blip r:embed="rId15" cstate="print"/>
              <a:srcRect/>
              <a:tile tx="0" ty="0" sx="100000" sy="100000" flip="none" algn="tl"/>
            </a:blipFill>
            <a:ln w="19050">
              <a:solidFill>
                <a:schemeClr val="tx1"/>
              </a:solidFill>
              <a:miter lim="800000"/>
              <a:headEnd/>
              <a:tailEnd/>
            </a:ln>
            <a:effectLst/>
          </p:spPr>
          <p:txBody>
            <a:bodyPr wrap="none" anchor="ctr"/>
            <a:lstStyle/>
            <a:p>
              <a:endParaRPr lang="zh-CN" altLang="en-US"/>
            </a:p>
          </p:txBody>
        </p:sp>
        <p:graphicFrame>
          <p:nvGraphicFramePr>
            <p:cNvPr id="99378" name="Object 50"/>
            <p:cNvGraphicFramePr>
              <a:graphicFrameLocks noChangeAspect="1"/>
            </p:cNvGraphicFramePr>
            <p:nvPr/>
          </p:nvGraphicFramePr>
          <p:xfrm>
            <a:off x="1772" y="821"/>
            <a:ext cx="305" cy="314"/>
          </p:xfrm>
          <a:graphic>
            <a:graphicData uri="http://schemas.openxmlformats.org/presentationml/2006/ole">
              <mc:AlternateContent xmlns:mc="http://schemas.openxmlformats.org/markup-compatibility/2006">
                <mc:Choice xmlns:v="urn:schemas-microsoft-com:vml" Requires="v">
                  <p:oleObj spid="_x0000_s99512" name="Equation" r:id="rId16" imgW="164885" imgH="164885" progId="Equation.3">
                    <p:embed/>
                  </p:oleObj>
                </mc:Choice>
                <mc:Fallback>
                  <p:oleObj name="Equation" r:id="rId16" imgW="164885" imgH="164885" progId="Equation.3">
                    <p:embed/>
                    <p:pic>
                      <p:nvPicPr>
                        <p:cNvPr id="0" name="Picture 7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72" y="821"/>
                          <a:ext cx="305" cy="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9411" name="Group 83"/>
          <p:cNvGrpSpPr>
            <a:grpSpLocks/>
          </p:cNvGrpSpPr>
          <p:nvPr/>
        </p:nvGrpSpPr>
        <p:grpSpPr bwMode="auto">
          <a:xfrm>
            <a:off x="2906713" y="2214563"/>
            <a:ext cx="357187" cy="1825625"/>
            <a:chOff x="1831" y="1395"/>
            <a:chExt cx="225" cy="1150"/>
          </a:xfrm>
        </p:grpSpPr>
        <p:graphicFrame>
          <p:nvGraphicFramePr>
            <p:cNvPr id="99382" name="Object 54"/>
            <p:cNvGraphicFramePr>
              <a:graphicFrameLocks noChangeAspect="1"/>
            </p:cNvGraphicFramePr>
            <p:nvPr/>
          </p:nvGraphicFramePr>
          <p:xfrm>
            <a:off x="1835" y="1395"/>
            <a:ext cx="221" cy="238"/>
          </p:xfrm>
          <a:graphic>
            <a:graphicData uri="http://schemas.openxmlformats.org/presentationml/2006/ole">
              <mc:AlternateContent xmlns:mc="http://schemas.openxmlformats.org/markup-compatibility/2006">
                <mc:Choice xmlns:v="urn:schemas-microsoft-com:vml" Requires="v">
                  <p:oleObj spid="_x0000_s99513" name="Equation" r:id="rId18" imgW="2918527" imgH="3162220" progId="Equation.3">
                    <p:embed/>
                  </p:oleObj>
                </mc:Choice>
                <mc:Fallback>
                  <p:oleObj name="Equation" r:id="rId18" imgW="2918527" imgH="3162220" progId="Equation.3">
                    <p:embed/>
                    <p:pic>
                      <p:nvPicPr>
                        <p:cNvPr id="0" name="Picture 8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35" y="1395"/>
                          <a:ext cx="221"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83" name="Object 55"/>
            <p:cNvGraphicFramePr>
              <a:graphicFrameLocks noChangeAspect="1"/>
            </p:cNvGraphicFramePr>
            <p:nvPr/>
          </p:nvGraphicFramePr>
          <p:xfrm>
            <a:off x="1831" y="2307"/>
            <a:ext cx="221" cy="238"/>
          </p:xfrm>
          <a:graphic>
            <a:graphicData uri="http://schemas.openxmlformats.org/presentationml/2006/ole">
              <mc:AlternateContent xmlns:mc="http://schemas.openxmlformats.org/markup-compatibility/2006">
                <mc:Choice xmlns:v="urn:schemas-microsoft-com:vml" Requires="v">
                  <p:oleObj spid="_x0000_s99514" name="Equation" r:id="rId20" imgW="2918527" imgH="3162220" progId="Equation.3">
                    <p:embed/>
                  </p:oleObj>
                </mc:Choice>
                <mc:Fallback>
                  <p:oleObj name="Equation" r:id="rId20" imgW="2918527" imgH="3162220" progId="Equation.3">
                    <p:embed/>
                    <p:pic>
                      <p:nvPicPr>
                        <p:cNvPr id="0" name="Picture 8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31" y="2307"/>
                          <a:ext cx="221" cy="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99385" name="Object 57"/>
          <p:cNvGraphicFramePr>
            <a:graphicFrameLocks noChangeAspect="1"/>
          </p:cNvGraphicFramePr>
          <p:nvPr/>
        </p:nvGraphicFramePr>
        <p:xfrm>
          <a:off x="3919538" y="4117975"/>
          <a:ext cx="1149350" cy="449263"/>
        </p:xfrm>
        <a:graphic>
          <a:graphicData uri="http://schemas.openxmlformats.org/presentationml/2006/ole">
            <mc:AlternateContent xmlns:mc="http://schemas.openxmlformats.org/markup-compatibility/2006">
              <mc:Choice xmlns:v="urn:schemas-microsoft-com:vml" Requires="v">
                <p:oleObj spid="_x0000_s99515" name="公式" r:id="rId22" imgW="12672127" imgH="4869127" progId="Equation.3">
                  <p:embed/>
                </p:oleObj>
              </mc:Choice>
              <mc:Fallback>
                <p:oleObj name="公式" r:id="rId22" imgW="12672127" imgH="4869127" progId="Equation.3">
                  <p:embed/>
                  <p:pic>
                    <p:nvPicPr>
                      <p:cNvPr id="0" name="Picture 8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19538" y="4117975"/>
                        <a:ext cx="1149350"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99409" name="Group 81"/>
          <p:cNvGrpSpPr>
            <a:grpSpLocks/>
          </p:cNvGrpSpPr>
          <p:nvPr/>
        </p:nvGrpSpPr>
        <p:grpSpPr bwMode="auto">
          <a:xfrm>
            <a:off x="3040063" y="2622550"/>
            <a:ext cx="1149350" cy="1927225"/>
            <a:chOff x="1915" y="1652"/>
            <a:chExt cx="724" cy="1214"/>
          </a:xfrm>
        </p:grpSpPr>
        <p:sp>
          <p:nvSpPr>
            <p:cNvPr id="99380" name="Line 52"/>
            <p:cNvSpPr>
              <a:spLocks noChangeShapeType="1"/>
            </p:cNvSpPr>
            <p:nvPr/>
          </p:nvSpPr>
          <p:spPr bwMode="auto">
            <a:xfrm>
              <a:off x="2043" y="1652"/>
              <a:ext cx="426" cy="1137"/>
            </a:xfrm>
            <a:prstGeom prst="line">
              <a:avLst/>
            </a:prstGeom>
            <a:noFill/>
            <a:ln w="19050">
              <a:solidFill>
                <a:schemeClr val="tx1"/>
              </a:solidFill>
              <a:prstDash val="dash"/>
              <a:round/>
              <a:headEnd type="none" w="sm" len="lg"/>
              <a:tailEnd type="none" w="sm" len="lg"/>
            </a:ln>
            <a:effectLst/>
          </p:spPr>
          <p:txBody>
            <a:bodyPr wrap="none" anchor="ctr"/>
            <a:lstStyle/>
            <a:p>
              <a:endParaRPr lang="zh-CN" altLang="en-US"/>
            </a:p>
          </p:txBody>
        </p:sp>
        <p:sp>
          <p:nvSpPr>
            <p:cNvPr id="99381" name="Freeform 53"/>
            <p:cNvSpPr>
              <a:spLocks/>
            </p:cNvSpPr>
            <p:nvPr/>
          </p:nvSpPr>
          <p:spPr bwMode="auto">
            <a:xfrm>
              <a:off x="2086" y="2352"/>
              <a:ext cx="191" cy="514"/>
            </a:xfrm>
            <a:custGeom>
              <a:avLst/>
              <a:gdLst/>
              <a:ahLst/>
              <a:cxnLst>
                <a:cxn ang="0">
                  <a:pos x="0" y="0"/>
                </a:cxn>
                <a:cxn ang="0">
                  <a:pos x="216" y="564"/>
                </a:cxn>
              </a:cxnLst>
              <a:rect l="0" t="0" r="r" b="b"/>
              <a:pathLst>
                <a:path w="216" h="564">
                  <a:moveTo>
                    <a:pt x="0" y="0"/>
                  </a:moveTo>
                  <a:lnTo>
                    <a:pt x="216" y="564"/>
                  </a:lnTo>
                </a:path>
              </a:pathLst>
            </a:custGeom>
            <a:noFill/>
            <a:ln w="19050" cmpd="sng">
              <a:solidFill>
                <a:schemeClr val="tx1"/>
              </a:solidFill>
              <a:prstDash val="dash"/>
              <a:round/>
              <a:headEnd type="none" w="sm" len="lg"/>
              <a:tailEnd type="none" w="sm" len="lg"/>
            </a:ln>
            <a:effectLst/>
          </p:spPr>
          <p:txBody>
            <a:bodyPr wrap="none" anchor="ctr"/>
            <a:lstStyle/>
            <a:p>
              <a:endParaRPr lang="zh-CN" altLang="en-US"/>
            </a:p>
          </p:txBody>
        </p:sp>
        <p:sp>
          <p:nvSpPr>
            <p:cNvPr id="99386" name="Line 58"/>
            <p:cNvSpPr>
              <a:spLocks noChangeShapeType="1"/>
            </p:cNvSpPr>
            <p:nvPr/>
          </p:nvSpPr>
          <p:spPr bwMode="auto">
            <a:xfrm flipV="1">
              <a:off x="1915" y="2658"/>
              <a:ext cx="298" cy="132"/>
            </a:xfrm>
            <a:prstGeom prst="line">
              <a:avLst/>
            </a:prstGeom>
            <a:noFill/>
            <a:ln w="28575">
              <a:solidFill>
                <a:srgbClr val="CC00CC"/>
              </a:solidFill>
              <a:round/>
              <a:headEnd/>
              <a:tailEnd type="triangle" w="sm" len="lg"/>
            </a:ln>
            <a:effectLst/>
          </p:spPr>
          <p:txBody>
            <a:bodyPr wrap="none"/>
            <a:lstStyle/>
            <a:p>
              <a:endParaRPr lang="zh-CN" altLang="en-US"/>
            </a:p>
          </p:txBody>
        </p:sp>
        <p:sp>
          <p:nvSpPr>
            <p:cNvPr id="99387" name="Line 59"/>
            <p:cNvSpPr>
              <a:spLocks noChangeShapeType="1"/>
            </p:cNvSpPr>
            <p:nvPr/>
          </p:nvSpPr>
          <p:spPr bwMode="auto">
            <a:xfrm flipH="1">
              <a:off x="2384" y="2507"/>
              <a:ext cx="255" cy="87"/>
            </a:xfrm>
            <a:prstGeom prst="line">
              <a:avLst/>
            </a:prstGeom>
            <a:noFill/>
            <a:ln w="28575">
              <a:solidFill>
                <a:srgbClr val="CC00CC"/>
              </a:solidFill>
              <a:round/>
              <a:headEnd/>
              <a:tailEnd type="triangle" w="sm" len="lg"/>
            </a:ln>
            <a:effectLst/>
          </p:spPr>
          <p:txBody>
            <a:bodyPr wrap="none"/>
            <a:lstStyle/>
            <a:p>
              <a:endParaRPr lang="zh-CN" altLang="en-US"/>
            </a:p>
          </p:txBody>
        </p:sp>
      </p:grpSp>
      <p:graphicFrame>
        <p:nvGraphicFramePr>
          <p:cNvPr id="99388" name="Object 60"/>
          <p:cNvGraphicFramePr>
            <a:graphicFrameLocks noChangeAspect="1"/>
          </p:cNvGraphicFramePr>
          <p:nvPr/>
        </p:nvGraphicFramePr>
        <p:xfrm>
          <a:off x="7521575" y="2346325"/>
          <a:ext cx="404813" cy="555625"/>
        </p:xfrm>
        <a:graphic>
          <a:graphicData uri="http://schemas.openxmlformats.org/presentationml/2006/ole">
            <mc:AlternateContent xmlns:mc="http://schemas.openxmlformats.org/markup-compatibility/2006">
              <mc:Choice xmlns:v="urn:schemas-microsoft-com:vml" Requires="v">
                <p:oleObj spid="_x0000_s99516" name="Equation" r:id="rId24" imgW="152268" imgH="203024" progId="Equation.3">
                  <p:embed/>
                </p:oleObj>
              </mc:Choice>
              <mc:Fallback>
                <p:oleObj name="Equation" r:id="rId24" imgW="152268" imgH="203024" progId="Equation.3">
                  <p:embed/>
                  <p:pic>
                    <p:nvPicPr>
                      <p:cNvPr id="0" name="Picture 8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521575" y="2346325"/>
                        <a:ext cx="404813"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89" name="Object 61"/>
          <p:cNvGraphicFramePr>
            <a:graphicFrameLocks noChangeAspect="1"/>
          </p:cNvGraphicFramePr>
          <p:nvPr/>
        </p:nvGraphicFramePr>
        <p:xfrm>
          <a:off x="3716338" y="3519488"/>
          <a:ext cx="341312" cy="406400"/>
        </p:xfrm>
        <a:graphic>
          <a:graphicData uri="http://schemas.openxmlformats.org/presentationml/2006/ole">
            <mc:AlternateContent xmlns:mc="http://schemas.openxmlformats.org/markup-compatibility/2006">
              <mc:Choice xmlns:v="urn:schemas-microsoft-com:vml" Requires="v">
                <p:oleObj spid="_x0000_s99517" name="Equation" r:id="rId26" imgW="2918527" imgH="3406033" progId="Equation.3">
                  <p:embed/>
                </p:oleObj>
              </mc:Choice>
              <mc:Fallback>
                <p:oleObj name="Equation" r:id="rId26" imgW="2918527" imgH="3406033" progId="Equation.3">
                  <p:embed/>
                  <p:pic>
                    <p:nvPicPr>
                      <p:cNvPr id="0" name="Picture 84"/>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716338" y="3519488"/>
                        <a:ext cx="341312"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390" name="Text Box 62"/>
          <p:cNvSpPr txBox="1">
            <a:spLocks noChangeArrowheads="1"/>
          </p:cNvSpPr>
          <p:nvPr/>
        </p:nvSpPr>
        <p:spPr bwMode="auto">
          <a:xfrm>
            <a:off x="685800" y="5602288"/>
            <a:ext cx="2366963" cy="528637"/>
          </a:xfrm>
          <a:prstGeom prst="rect">
            <a:avLst/>
          </a:prstGeom>
          <a:gradFill rotWithShape="0">
            <a:gsLst>
              <a:gs pos="0">
                <a:srgbClr val="FFE7FF"/>
              </a:gs>
              <a:gs pos="50000">
                <a:srgbClr val="FFFFFF"/>
              </a:gs>
              <a:gs pos="100000">
                <a:srgbClr val="FFE7FF"/>
              </a:gs>
            </a:gsLst>
            <a:lin ang="5400000" scaled="1"/>
          </a:gradFill>
          <a:ln w="9525">
            <a:solidFill>
              <a:srgbClr val="CC00CC"/>
            </a:solidFill>
            <a:miter lim="800000"/>
            <a:headEnd/>
            <a:tailEnd type="none" w="sm" len="lg"/>
          </a:ln>
          <a:effectLst/>
        </p:spPr>
        <p:txBody>
          <a:bodyPr>
            <a:spAutoFit/>
          </a:bodyPr>
          <a:lstStyle/>
          <a:p>
            <a:pPr algn="ctr" eaLnBrk="1" hangingPunct="1">
              <a:spcBef>
                <a:spcPct val="50000"/>
              </a:spcBef>
            </a:pPr>
            <a:r>
              <a:rPr lang="zh-CN" altLang="en-US">
                <a:solidFill>
                  <a:srgbClr val="000000"/>
                </a:solidFill>
              </a:rPr>
              <a:t>菲涅耳波带法</a:t>
            </a:r>
          </a:p>
        </p:txBody>
      </p:sp>
      <p:sp>
        <p:nvSpPr>
          <p:cNvPr id="99392" name="Freeform 64"/>
          <p:cNvSpPr>
            <a:spLocks/>
          </p:cNvSpPr>
          <p:nvPr/>
        </p:nvSpPr>
        <p:spPr bwMode="auto">
          <a:xfrm>
            <a:off x="3244850" y="2614613"/>
            <a:ext cx="3175" cy="1119187"/>
          </a:xfrm>
          <a:custGeom>
            <a:avLst/>
            <a:gdLst/>
            <a:ahLst/>
            <a:cxnLst>
              <a:cxn ang="0">
                <a:pos x="2" y="0"/>
              </a:cxn>
              <a:cxn ang="0">
                <a:pos x="0" y="774"/>
              </a:cxn>
            </a:cxnLst>
            <a:rect l="0" t="0" r="r" b="b"/>
            <a:pathLst>
              <a:path w="2" h="774">
                <a:moveTo>
                  <a:pt x="2" y="0"/>
                </a:moveTo>
                <a:lnTo>
                  <a:pt x="0" y="774"/>
                </a:lnTo>
              </a:path>
            </a:pathLst>
          </a:custGeom>
          <a:noFill/>
          <a:ln w="19050">
            <a:solidFill>
              <a:schemeClr val="tx1"/>
            </a:solidFill>
            <a:prstDash val="dash"/>
            <a:round/>
            <a:headEnd type="triangle" w="sm" len="lg"/>
            <a:tailEnd type="triangle" w="sm" len="lg"/>
          </a:ln>
          <a:effectLst/>
        </p:spPr>
        <p:txBody>
          <a:bodyPr wrap="none" anchor="ctr"/>
          <a:lstStyle/>
          <a:p>
            <a:endParaRPr lang="zh-CN" altLang="en-US"/>
          </a:p>
        </p:txBody>
      </p:sp>
      <p:sp>
        <p:nvSpPr>
          <p:cNvPr id="99393" name="AutoShape 65"/>
          <p:cNvSpPr>
            <a:spLocks noChangeArrowheads="1"/>
          </p:cNvSpPr>
          <p:nvPr/>
        </p:nvSpPr>
        <p:spPr bwMode="auto">
          <a:xfrm>
            <a:off x="2232025" y="1804988"/>
            <a:ext cx="433388" cy="458787"/>
          </a:xfrm>
          <a:prstGeom prst="wedgeRoundRectCallout">
            <a:avLst>
              <a:gd name="adj1" fmla="val 182968"/>
              <a:gd name="adj2" fmla="val 230278"/>
              <a:gd name="adj3" fmla="val 16667"/>
            </a:avLst>
          </a:prstGeom>
          <a:solidFill>
            <a:srgbClr val="D3EBED"/>
          </a:solidFill>
          <a:ln w="9525">
            <a:solidFill>
              <a:schemeClr val="tx1"/>
            </a:solidFill>
            <a:miter lim="800000"/>
            <a:headEnd/>
            <a:tailEnd/>
          </a:ln>
          <a:effectLst/>
        </p:spPr>
        <p:txBody>
          <a:bodyPr/>
          <a:lstStyle/>
          <a:p>
            <a:pPr algn="ctr" eaLnBrk="1" hangingPunct="1"/>
            <a:endParaRPr lang="zh-CN" altLang="en-US">
              <a:solidFill>
                <a:srgbClr val="1C1C1C"/>
              </a:solidFill>
            </a:endParaRPr>
          </a:p>
        </p:txBody>
      </p:sp>
      <p:graphicFrame>
        <p:nvGraphicFramePr>
          <p:cNvPr id="99394" name="Object 66"/>
          <p:cNvGraphicFramePr>
            <a:graphicFrameLocks noChangeAspect="1"/>
          </p:cNvGraphicFramePr>
          <p:nvPr/>
        </p:nvGraphicFramePr>
        <p:xfrm>
          <a:off x="2309813" y="1817688"/>
          <a:ext cx="288925" cy="457200"/>
        </p:xfrm>
        <a:graphic>
          <a:graphicData uri="http://schemas.openxmlformats.org/presentationml/2006/ole">
            <mc:AlternateContent xmlns:mc="http://schemas.openxmlformats.org/markup-compatibility/2006">
              <mc:Choice xmlns:v="urn:schemas-microsoft-com:vml" Requires="v">
                <p:oleObj spid="_x0000_s99518" name="Equation" r:id="rId28" imgW="164957" imgH="253780" progId="Equation.3">
                  <p:embed/>
                </p:oleObj>
              </mc:Choice>
              <mc:Fallback>
                <p:oleObj name="Equation" r:id="rId28" imgW="164957" imgH="253780" progId="Equation.3">
                  <p:embed/>
                  <p:pic>
                    <p:nvPicPr>
                      <p:cNvPr id="0" name="Picture 85"/>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2309813" y="1817688"/>
                        <a:ext cx="2889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9402" name="Text Box 74"/>
          <p:cNvSpPr txBox="1">
            <a:spLocks noChangeArrowheads="1"/>
          </p:cNvSpPr>
          <p:nvPr/>
        </p:nvSpPr>
        <p:spPr bwMode="auto">
          <a:xfrm>
            <a:off x="432467" y="414338"/>
            <a:ext cx="4274472" cy="519112"/>
          </a:xfrm>
          <a:prstGeom prst="rect">
            <a:avLst/>
          </a:prstGeom>
          <a:noFill/>
          <a:ln w="9525">
            <a:noFill/>
            <a:miter lim="800000"/>
            <a:headEnd/>
            <a:tailEnd/>
          </a:ln>
          <a:effectLst/>
        </p:spPr>
        <p:txBody>
          <a:bodyPr wrap="square">
            <a:spAutoFit/>
          </a:bodyPr>
          <a:lstStyle/>
          <a:p>
            <a:pPr algn="ctr" eaLnBrk="1" hangingPunct="1"/>
            <a:r>
              <a:rPr kumimoji="1" lang="zh-CN" altLang="en-US" dirty="0" smtClean="0">
                <a:solidFill>
                  <a:srgbClr val="3333FF"/>
                </a:solidFill>
              </a:rPr>
              <a:t>四、夫琅禾费单缝衍射</a:t>
            </a:r>
            <a:endParaRPr kumimoji="1" lang="en-US" altLang="zh-CN" dirty="0">
              <a:solidFill>
                <a:srgbClr val="3333FF"/>
              </a:solidFill>
            </a:endParaRPr>
          </a:p>
        </p:txBody>
      </p:sp>
      <p:grpSp>
        <p:nvGrpSpPr>
          <p:cNvPr id="99412" name="Group 84"/>
          <p:cNvGrpSpPr>
            <a:grpSpLocks/>
          </p:cNvGrpSpPr>
          <p:nvPr/>
        </p:nvGrpSpPr>
        <p:grpSpPr bwMode="auto">
          <a:xfrm>
            <a:off x="1978025" y="1665288"/>
            <a:ext cx="6248400" cy="3698875"/>
            <a:chOff x="1246" y="1049"/>
            <a:chExt cx="3936" cy="2330"/>
          </a:xfrm>
        </p:grpSpPr>
        <p:grpSp>
          <p:nvGrpSpPr>
            <p:cNvPr id="99405" name="Group 77"/>
            <p:cNvGrpSpPr>
              <a:grpSpLocks/>
            </p:cNvGrpSpPr>
            <p:nvPr/>
          </p:nvGrpSpPr>
          <p:grpSpPr bwMode="auto">
            <a:xfrm>
              <a:off x="1246" y="3052"/>
              <a:ext cx="3936" cy="327"/>
              <a:chOff x="1042" y="3029"/>
              <a:chExt cx="3936" cy="327"/>
            </a:xfrm>
          </p:grpSpPr>
          <p:sp>
            <p:nvSpPr>
              <p:cNvPr id="99362" name="Rectangle 34"/>
              <p:cNvSpPr>
                <a:spLocks noChangeArrowheads="1"/>
              </p:cNvSpPr>
              <p:nvPr/>
            </p:nvSpPr>
            <p:spPr bwMode="auto">
              <a:xfrm>
                <a:off x="1042" y="3029"/>
                <a:ext cx="3936"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00"/>
                    </a:solidFill>
                  </a:rPr>
                  <a:t>（衍射角    ：向上为正，向下为负）</a:t>
                </a:r>
              </a:p>
            </p:txBody>
          </p:sp>
          <p:graphicFrame>
            <p:nvGraphicFramePr>
              <p:cNvPr id="99363" name="Object 35"/>
              <p:cNvGraphicFramePr>
                <a:graphicFrameLocks noChangeAspect="1"/>
              </p:cNvGraphicFramePr>
              <p:nvPr/>
            </p:nvGraphicFramePr>
            <p:xfrm>
              <a:off x="2005" y="3073"/>
              <a:ext cx="195" cy="262"/>
            </p:xfrm>
            <a:graphic>
              <a:graphicData uri="http://schemas.openxmlformats.org/presentationml/2006/ole">
                <mc:AlternateContent xmlns:mc="http://schemas.openxmlformats.org/markup-compatibility/2006">
                  <mc:Choice xmlns:v="urn:schemas-microsoft-com:vml" Requires="v">
                    <p:oleObj spid="_x0000_s99519" name="公式" r:id="rId30" imgW="177646" imgH="241091" progId="Equation.3">
                      <p:embed/>
                    </p:oleObj>
                  </mc:Choice>
                  <mc:Fallback>
                    <p:oleObj name="公式" r:id="rId30" imgW="177646" imgH="241091" progId="Equation.3">
                      <p:embed/>
                      <p:pic>
                        <p:nvPicPr>
                          <p:cNvPr id="0" name="Picture 86"/>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005" y="3073"/>
                            <a:ext cx="195" cy="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9408" name="Group 80"/>
            <p:cNvGrpSpPr>
              <a:grpSpLocks/>
            </p:cNvGrpSpPr>
            <p:nvPr/>
          </p:nvGrpSpPr>
          <p:grpSpPr bwMode="auto">
            <a:xfrm>
              <a:off x="2149" y="1049"/>
              <a:ext cx="904" cy="598"/>
              <a:chOff x="2149" y="1049"/>
              <a:chExt cx="904" cy="598"/>
            </a:xfrm>
          </p:grpSpPr>
          <p:sp>
            <p:nvSpPr>
              <p:cNvPr id="99396" name="Arc 68"/>
              <p:cNvSpPr>
                <a:spLocks/>
              </p:cNvSpPr>
              <p:nvPr/>
            </p:nvSpPr>
            <p:spPr bwMode="auto">
              <a:xfrm>
                <a:off x="2506" y="1515"/>
                <a:ext cx="42" cy="13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FF0000"/>
                </a:solidFill>
                <a:round/>
                <a:headEnd type="none" w="sm" len="lg"/>
                <a:tailEnd type="none" w="sm" len="lg"/>
              </a:ln>
              <a:effectLst/>
            </p:spPr>
            <p:txBody>
              <a:bodyPr wrap="none" anchor="ctr"/>
              <a:lstStyle/>
              <a:p>
                <a:endParaRPr lang="zh-CN" altLang="en-US"/>
              </a:p>
            </p:txBody>
          </p:sp>
          <p:grpSp>
            <p:nvGrpSpPr>
              <p:cNvPr id="99404" name="Group 76"/>
              <p:cNvGrpSpPr>
                <a:grpSpLocks/>
              </p:cNvGrpSpPr>
              <p:nvPr/>
            </p:nvGrpSpPr>
            <p:grpSpPr bwMode="auto">
              <a:xfrm>
                <a:off x="2149" y="1049"/>
                <a:ext cx="904" cy="288"/>
                <a:chOff x="5458" y="984"/>
                <a:chExt cx="904" cy="288"/>
              </a:xfrm>
            </p:grpSpPr>
            <p:sp>
              <p:nvSpPr>
                <p:cNvPr id="99398" name="AutoShape 70"/>
                <p:cNvSpPr>
                  <a:spLocks noChangeArrowheads="1"/>
                </p:cNvSpPr>
                <p:nvPr/>
              </p:nvSpPr>
              <p:spPr bwMode="auto">
                <a:xfrm>
                  <a:off x="5458" y="1008"/>
                  <a:ext cx="816" cy="264"/>
                </a:xfrm>
                <a:prstGeom prst="wedgeRoundRectCallout">
                  <a:avLst>
                    <a:gd name="adj1" fmla="val 4532"/>
                    <a:gd name="adj2" fmla="val 143181"/>
                    <a:gd name="adj3" fmla="val 16667"/>
                  </a:avLst>
                </a:prstGeom>
                <a:solidFill>
                  <a:srgbClr val="D3EBED"/>
                </a:solidFill>
                <a:ln w="9525">
                  <a:solidFill>
                    <a:schemeClr val="tx1"/>
                  </a:solidFill>
                  <a:miter lim="800000"/>
                  <a:headEnd/>
                  <a:tailEnd/>
                </a:ln>
                <a:effectLst/>
              </p:spPr>
              <p:txBody>
                <a:bodyPr/>
                <a:lstStyle/>
                <a:p>
                  <a:pPr algn="ctr" eaLnBrk="1" hangingPunct="1"/>
                  <a:endParaRPr lang="zh-CN" altLang="en-US">
                    <a:solidFill>
                      <a:srgbClr val="1C1C1C"/>
                    </a:solidFill>
                  </a:endParaRPr>
                </a:p>
              </p:txBody>
            </p:sp>
            <p:grpSp>
              <p:nvGrpSpPr>
                <p:cNvPr id="99403" name="Group 75"/>
                <p:cNvGrpSpPr>
                  <a:grpSpLocks/>
                </p:cNvGrpSpPr>
                <p:nvPr/>
              </p:nvGrpSpPr>
              <p:grpSpPr bwMode="auto">
                <a:xfrm>
                  <a:off x="5458" y="984"/>
                  <a:ext cx="904" cy="288"/>
                  <a:chOff x="5458" y="984"/>
                  <a:chExt cx="904" cy="288"/>
                </a:xfrm>
              </p:grpSpPr>
              <p:sp>
                <p:nvSpPr>
                  <p:cNvPr id="99401" name="Text Box 73"/>
                  <p:cNvSpPr txBox="1">
                    <a:spLocks noChangeArrowheads="1"/>
                  </p:cNvSpPr>
                  <p:nvPr/>
                </p:nvSpPr>
                <p:spPr bwMode="auto">
                  <a:xfrm>
                    <a:off x="5458" y="984"/>
                    <a:ext cx="904" cy="288"/>
                  </a:xfrm>
                  <a:prstGeom prst="rect">
                    <a:avLst/>
                  </a:prstGeom>
                  <a:noFill/>
                  <a:ln w="9525">
                    <a:noFill/>
                    <a:miter lim="800000"/>
                    <a:headEnd/>
                    <a:tailEnd/>
                  </a:ln>
                  <a:effectLst/>
                </p:spPr>
                <p:txBody>
                  <a:bodyPr>
                    <a:spAutoFit/>
                  </a:bodyPr>
                  <a:lstStyle/>
                  <a:p>
                    <a:pPr eaLnBrk="1" hangingPunct="1">
                      <a:spcBef>
                        <a:spcPct val="50000"/>
                      </a:spcBef>
                    </a:pPr>
                    <a:r>
                      <a:rPr lang="zh-CN" altLang="en-US" sz="2400">
                        <a:solidFill>
                          <a:srgbClr val="FF0000"/>
                        </a:solidFill>
                      </a:rPr>
                      <a:t>衍射角</a:t>
                    </a:r>
                    <a:endParaRPr lang="zh-CN" altLang="en-US" sz="2400"/>
                  </a:p>
                </p:txBody>
              </p:sp>
              <p:graphicFrame>
                <p:nvGraphicFramePr>
                  <p:cNvPr id="99400" name="Object 72"/>
                  <p:cNvGraphicFramePr>
                    <a:graphicFrameLocks noChangeAspect="1"/>
                  </p:cNvGraphicFramePr>
                  <p:nvPr/>
                </p:nvGraphicFramePr>
                <p:xfrm>
                  <a:off x="6084" y="1026"/>
                  <a:ext cx="153" cy="217"/>
                </p:xfrm>
                <a:graphic>
                  <a:graphicData uri="http://schemas.openxmlformats.org/presentationml/2006/ole">
                    <mc:AlternateContent xmlns:mc="http://schemas.openxmlformats.org/markup-compatibility/2006">
                      <mc:Choice xmlns:v="urn:schemas-microsoft-com:vml" Requires="v">
                        <p:oleObj spid="_x0000_s99520" name="公式" r:id="rId32" imgW="175220" imgH="243813" progId="Equation.3">
                          <p:embed/>
                        </p:oleObj>
                      </mc:Choice>
                      <mc:Fallback>
                        <p:oleObj name="公式" r:id="rId32" imgW="175220" imgH="243813" progId="Equation.3">
                          <p:embed/>
                          <p:pic>
                            <p:nvPicPr>
                              <p:cNvPr id="0" name="Picture 87"/>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6084" y="1026"/>
                                <a:ext cx="153" cy="2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99333"/>
                                        </p:tgtEl>
                                        <p:attrNameLst>
                                          <p:attrName>style.visibility</p:attrName>
                                        </p:attrNameLst>
                                      </p:cBhvr>
                                      <p:to>
                                        <p:strVal val="visible"/>
                                      </p:to>
                                    </p:set>
                                    <p:anim calcmode="lin" valueType="num">
                                      <p:cBhvr>
                                        <p:cTn id="7" dur="500" fill="hold"/>
                                        <p:tgtEl>
                                          <p:spTgt spid="99333"/>
                                        </p:tgtEl>
                                        <p:attrNameLst>
                                          <p:attrName>ppt_x</p:attrName>
                                        </p:attrNameLst>
                                      </p:cBhvr>
                                      <p:tavLst>
                                        <p:tav tm="0">
                                          <p:val>
                                            <p:strVal val="#ppt_x-#ppt_w/2"/>
                                          </p:val>
                                        </p:tav>
                                        <p:tav tm="100000">
                                          <p:val>
                                            <p:strVal val="#ppt_x"/>
                                          </p:val>
                                        </p:tav>
                                      </p:tavLst>
                                    </p:anim>
                                    <p:anim calcmode="lin" valueType="num">
                                      <p:cBhvr>
                                        <p:cTn id="8" dur="500" fill="hold"/>
                                        <p:tgtEl>
                                          <p:spTgt spid="99333"/>
                                        </p:tgtEl>
                                        <p:attrNameLst>
                                          <p:attrName>ppt_y</p:attrName>
                                        </p:attrNameLst>
                                      </p:cBhvr>
                                      <p:tavLst>
                                        <p:tav tm="0">
                                          <p:val>
                                            <p:strVal val="#ppt_y"/>
                                          </p:val>
                                        </p:tav>
                                        <p:tav tm="100000">
                                          <p:val>
                                            <p:strVal val="#ppt_y"/>
                                          </p:val>
                                        </p:tav>
                                      </p:tavLst>
                                    </p:anim>
                                    <p:anim calcmode="lin" valueType="num">
                                      <p:cBhvr>
                                        <p:cTn id="9" dur="500" fill="hold"/>
                                        <p:tgtEl>
                                          <p:spTgt spid="99333"/>
                                        </p:tgtEl>
                                        <p:attrNameLst>
                                          <p:attrName>ppt_w</p:attrName>
                                        </p:attrNameLst>
                                      </p:cBhvr>
                                      <p:tavLst>
                                        <p:tav tm="0">
                                          <p:val>
                                            <p:fltVal val="0"/>
                                          </p:val>
                                        </p:tav>
                                        <p:tav tm="100000">
                                          <p:val>
                                            <p:strVal val="#ppt_w"/>
                                          </p:val>
                                        </p:tav>
                                      </p:tavLst>
                                    </p:anim>
                                    <p:anim calcmode="lin" valueType="num">
                                      <p:cBhvr>
                                        <p:cTn id="10" dur="500" fill="hold"/>
                                        <p:tgtEl>
                                          <p:spTgt spid="99333"/>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nodeType="clickEffect">
                                  <p:stCondLst>
                                    <p:cond delay="0"/>
                                  </p:stCondLst>
                                  <p:childTnLst>
                                    <p:set>
                                      <p:cBhvr>
                                        <p:cTn id="14" dur="1" fill="hold">
                                          <p:stCondLst>
                                            <p:cond delay="0"/>
                                          </p:stCondLst>
                                        </p:cTn>
                                        <p:tgtEl>
                                          <p:spTgt spid="99344"/>
                                        </p:tgtEl>
                                        <p:attrNameLst>
                                          <p:attrName>style.visibility</p:attrName>
                                        </p:attrNameLst>
                                      </p:cBhvr>
                                      <p:to>
                                        <p:strVal val="visible"/>
                                      </p:to>
                                    </p:set>
                                    <p:anim calcmode="lin" valueType="num">
                                      <p:cBhvr>
                                        <p:cTn id="15" dur="500" fill="hold"/>
                                        <p:tgtEl>
                                          <p:spTgt spid="99344"/>
                                        </p:tgtEl>
                                        <p:attrNameLst>
                                          <p:attrName>ppt_x</p:attrName>
                                        </p:attrNameLst>
                                      </p:cBhvr>
                                      <p:tavLst>
                                        <p:tav tm="0">
                                          <p:val>
                                            <p:strVal val="#ppt_x-#ppt_w/2"/>
                                          </p:val>
                                        </p:tav>
                                        <p:tav tm="100000">
                                          <p:val>
                                            <p:strVal val="#ppt_x"/>
                                          </p:val>
                                        </p:tav>
                                      </p:tavLst>
                                    </p:anim>
                                    <p:anim calcmode="lin" valueType="num">
                                      <p:cBhvr>
                                        <p:cTn id="16" dur="500" fill="hold"/>
                                        <p:tgtEl>
                                          <p:spTgt spid="99344"/>
                                        </p:tgtEl>
                                        <p:attrNameLst>
                                          <p:attrName>ppt_y</p:attrName>
                                        </p:attrNameLst>
                                      </p:cBhvr>
                                      <p:tavLst>
                                        <p:tav tm="0">
                                          <p:val>
                                            <p:strVal val="#ppt_y"/>
                                          </p:val>
                                        </p:tav>
                                        <p:tav tm="100000">
                                          <p:val>
                                            <p:strVal val="#ppt_y"/>
                                          </p:val>
                                        </p:tav>
                                      </p:tavLst>
                                    </p:anim>
                                    <p:anim calcmode="lin" valueType="num">
                                      <p:cBhvr>
                                        <p:cTn id="17" dur="500" fill="hold"/>
                                        <p:tgtEl>
                                          <p:spTgt spid="99344"/>
                                        </p:tgtEl>
                                        <p:attrNameLst>
                                          <p:attrName>ppt_w</p:attrName>
                                        </p:attrNameLst>
                                      </p:cBhvr>
                                      <p:tavLst>
                                        <p:tav tm="0">
                                          <p:val>
                                            <p:fltVal val="0"/>
                                          </p:val>
                                        </p:tav>
                                        <p:tav tm="100000">
                                          <p:val>
                                            <p:strVal val="#ppt_w"/>
                                          </p:val>
                                        </p:tav>
                                      </p:tavLst>
                                    </p:anim>
                                    <p:anim calcmode="lin" valueType="num">
                                      <p:cBhvr>
                                        <p:cTn id="18" dur="500" fill="hold"/>
                                        <p:tgtEl>
                                          <p:spTgt spid="99344"/>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8" presetClass="entr" presetSubtype="3" fill="hold" nodeType="clickEffect">
                                  <p:stCondLst>
                                    <p:cond delay="0"/>
                                  </p:stCondLst>
                                  <p:childTnLst>
                                    <p:set>
                                      <p:cBhvr>
                                        <p:cTn id="22" dur="1" fill="hold">
                                          <p:stCondLst>
                                            <p:cond delay="0"/>
                                          </p:stCondLst>
                                        </p:cTn>
                                        <p:tgtEl>
                                          <p:spTgt spid="99350"/>
                                        </p:tgtEl>
                                        <p:attrNameLst>
                                          <p:attrName>style.visibility</p:attrName>
                                        </p:attrNameLst>
                                      </p:cBhvr>
                                      <p:to>
                                        <p:strVal val="visible"/>
                                      </p:to>
                                    </p:set>
                                    <p:animEffect transition="in" filter="strips(upRight)">
                                      <p:cBhvr>
                                        <p:cTn id="23" dur="500"/>
                                        <p:tgtEl>
                                          <p:spTgt spid="99350"/>
                                        </p:tgtEl>
                                      </p:cBhvr>
                                    </p:animEffect>
                                  </p:childTnLst>
                                </p:cTn>
                              </p:par>
                            </p:childTnLst>
                          </p:cTn>
                        </p:par>
                        <p:par>
                          <p:cTn id="24" fill="hold">
                            <p:stCondLst>
                              <p:cond delay="500"/>
                            </p:stCondLst>
                            <p:childTnLst>
                              <p:par>
                                <p:cTn id="25" presetID="3" presetClass="entr" presetSubtype="10" fill="hold" nodeType="afterEffect">
                                  <p:stCondLst>
                                    <p:cond delay="0"/>
                                  </p:stCondLst>
                                  <p:childTnLst>
                                    <p:set>
                                      <p:cBhvr>
                                        <p:cTn id="26" dur="1" fill="hold">
                                          <p:stCondLst>
                                            <p:cond delay="0"/>
                                          </p:stCondLst>
                                        </p:cTn>
                                        <p:tgtEl>
                                          <p:spTgt spid="99388"/>
                                        </p:tgtEl>
                                        <p:attrNameLst>
                                          <p:attrName>style.visibility</p:attrName>
                                        </p:attrNameLst>
                                      </p:cBhvr>
                                      <p:to>
                                        <p:strVal val="visible"/>
                                      </p:to>
                                    </p:set>
                                    <p:animEffect transition="in" filter="blinds(horizontal)">
                                      <p:cBhvr>
                                        <p:cTn id="27" dur="500"/>
                                        <p:tgtEl>
                                          <p:spTgt spid="9938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99412"/>
                                        </p:tgtEl>
                                        <p:attrNameLst>
                                          <p:attrName>style.visibility</p:attrName>
                                        </p:attrNameLst>
                                      </p:cBhvr>
                                      <p:to>
                                        <p:strVal val="visible"/>
                                      </p:to>
                                    </p:set>
                                    <p:animEffect transition="in" filter="wipe(up)">
                                      <p:cBhvr>
                                        <p:cTn id="32" dur="500"/>
                                        <p:tgtEl>
                                          <p:spTgt spid="994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9409"/>
                                        </p:tgtEl>
                                        <p:attrNameLst>
                                          <p:attrName>style.visibility</p:attrName>
                                        </p:attrNameLst>
                                      </p:cBhvr>
                                      <p:to>
                                        <p:strVal val="visible"/>
                                      </p:to>
                                    </p:set>
                                    <p:animEffect transition="in" filter="wipe(left)">
                                      <p:cBhvr>
                                        <p:cTn id="37" dur="500"/>
                                        <p:tgtEl>
                                          <p:spTgt spid="99409"/>
                                        </p:tgtEl>
                                      </p:cBhvr>
                                    </p:animEffect>
                                  </p:childTnLst>
                                </p:cTn>
                              </p:par>
                            </p:childTnLst>
                          </p:cTn>
                        </p:par>
                        <p:par>
                          <p:cTn id="38" fill="hold">
                            <p:stCondLst>
                              <p:cond delay="500"/>
                            </p:stCondLst>
                            <p:childTnLst>
                              <p:par>
                                <p:cTn id="39" presetID="3" presetClass="entr" presetSubtype="10" fill="hold" nodeType="afterEffect">
                                  <p:stCondLst>
                                    <p:cond delay="0"/>
                                  </p:stCondLst>
                                  <p:childTnLst>
                                    <p:set>
                                      <p:cBhvr>
                                        <p:cTn id="40" dur="1" fill="hold">
                                          <p:stCondLst>
                                            <p:cond delay="0"/>
                                          </p:stCondLst>
                                        </p:cTn>
                                        <p:tgtEl>
                                          <p:spTgt spid="99389"/>
                                        </p:tgtEl>
                                        <p:attrNameLst>
                                          <p:attrName>style.visibility</p:attrName>
                                        </p:attrNameLst>
                                      </p:cBhvr>
                                      <p:to>
                                        <p:strVal val="visible"/>
                                      </p:to>
                                    </p:set>
                                    <p:animEffect transition="in" filter="blinds(horizontal)">
                                      <p:cBhvr>
                                        <p:cTn id="41" dur="500"/>
                                        <p:tgtEl>
                                          <p:spTgt spid="99389"/>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99385"/>
                                        </p:tgtEl>
                                        <p:attrNameLst>
                                          <p:attrName>style.visibility</p:attrName>
                                        </p:attrNameLst>
                                      </p:cBhvr>
                                      <p:to>
                                        <p:strVal val="visible"/>
                                      </p:to>
                                    </p:set>
                                    <p:animEffect transition="in" filter="wipe(left)">
                                      <p:cBhvr>
                                        <p:cTn id="46" dur="500"/>
                                        <p:tgtEl>
                                          <p:spTgt spid="99385"/>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99390"/>
                                        </p:tgtEl>
                                        <p:attrNameLst>
                                          <p:attrName>style.visibility</p:attrName>
                                        </p:attrNameLst>
                                      </p:cBhvr>
                                      <p:to>
                                        <p:strVal val="visible"/>
                                      </p:to>
                                    </p:set>
                                    <p:animEffect transition="in" filter="blinds(horizontal)">
                                      <p:cBhvr>
                                        <p:cTn id="51" dur="500"/>
                                        <p:tgtEl>
                                          <p:spTgt spid="99390"/>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99364"/>
                                        </p:tgtEl>
                                        <p:attrNameLst>
                                          <p:attrName>style.visibility</p:attrName>
                                        </p:attrNameLst>
                                      </p:cBhvr>
                                      <p:to>
                                        <p:strVal val="visible"/>
                                      </p:to>
                                    </p:set>
                                    <p:animEffect transition="in" filter="blinds(horizontal)">
                                      <p:cBhvr>
                                        <p:cTn id="56" dur="500"/>
                                        <p:tgtEl>
                                          <p:spTgt spid="99364"/>
                                        </p:tgtEl>
                                      </p:cBhvr>
                                    </p:animEffect>
                                  </p:childTnLst>
                                </p:cTn>
                              </p:par>
                            </p:childTnLst>
                          </p:cTn>
                        </p:par>
                      </p:childTnLst>
                    </p:cTn>
                  </p:par>
                  <p:par>
                    <p:cTn id="57" fill="hold">
                      <p:stCondLst>
                        <p:cond delay="indefinite"/>
                      </p:stCondLst>
                      <p:childTnLst>
                        <p:par>
                          <p:cTn id="58" fill="hold">
                            <p:stCondLst>
                              <p:cond delay="0"/>
                            </p:stCondLst>
                            <p:childTnLst>
                              <p:par>
                                <p:cTn id="59" presetID="3" presetClass="entr" presetSubtype="10" fill="hold" nodeType="clickEffect">
                                  <p:stCondLst>
                                    <p:cond delay="0"/>
                                  </p:stCondLst>
                                  <p:childTnLst>
                                    <p:set>
                                      <p:cBhvr>
                                        <p:cTn id="60" dur="1" fill="hold">
                                          <p:stCondLst>
                                            <p:cond delay="0"/>
                                          </p:stCondLst>
                                        </p:cTn>
                                        <p:tgtEl>
                                          <p:spTgt spid="99365"/>
                                        </p:tgtEl>
                                        <p:attrNameLst>
                                          <p:attrName>style.visibility</p:attrName>
                                        </p:attrNameLst>
                                      </p:cBhvr>
                                      <p:to>
                                        <p:strVal val="visible"/>
                                      </p:to>
                                    </p:set>
                                    <p:animEffect transition="in" filter="blinds(horizontal)">
                                      <p:cBhvr>
                                        <p:cTn id="61" dur="500"/>
                                        <p:tgtEl>
                                          <p:spTgt spid="99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90"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灯片编号占位符 3"/>
          <p:cNvSpPr>
            <a:spLocks noGrp="1"/>
          </p:cNvSpPr>
          <p:nvPr>
            <p:ph type="sldNum" sz="quarter" idx="12"/>
          </p:nvPr>
        </p:nvSpPr>
        <p:spPr/>
        <p:txBody>
          <a:bodyPr/>
          <a:lstStyle/>
          <a:p>
            <a:fld id="{C1B95D7E-977B-4CF3-836F-E54A07F7ED30}" type="slidenum">
              <a:rPr lang="zh-CN" altLang="en-US">
                <a:latin typeface="+mn-lt"/>
              </a:rPr>
              <a:pPr/>
              <a:t>6</a:t>
            </a:fld>
            <a:endParaRPr lang="en-US" altLang="zh-CN">
              <a:latin typeface="+mn-lt"/>
            </a:endParaRPr>
          </a:p>
        </p:txBody>
      </p:sp>
      <p:sp>
        <p:nvSpPr>
          <p:cNvPr id="119847" name="Text Box 39"/>
          <p:cNvSpPr txBox="1">
            <a:spLocks noChangeArrowheads="1"/>
          </p:cNvSpPr>
          <p:nvPr/>
        </p:nvSpPr>
        <p:spPr bwMode="auto">
          <a:xfrm>
            <a:off x="457200" y="4097338"/>
            <a:ext cx="8153400" cy="2143125"/>
          </a:xfrm>
          <a:prstGeom prst="rect">
            <a:avLst/>
          </a:prstGeom>
          <a:noFill/>
          <a:ln w="9525">
            <a:noFill/>
            <a:miter lim="800000"/>
            <a:headEnd/>
            <a:tailEnd/>
          </a:ln>
          <a:effectLst/>
        </p:spPr>
        <p:txBody>
          <a:bodyPr>
            <a:spAutoFit/>
          </a:bodyPr>
          <a:lstStyle/>
          <a:p>
            <a:pPr>
              <a:lnSpc>
                <a:spcPct val="120000"/>
              </a:lnSpc>
              <a:spcBef>
                <a:spcPct val="50000"/>
              </a:spcBef>
            </a:pPr>
            <a:r>
              <a:rPr lang="zh-CN" altLang="en-US">
                <a:latin typeface="+mn-lt"/>
              </a:rPr>
              <a:t>         对于某一确定的衍射角</a:t>
            </a:r>
            <a:r>
              <a:rPr lang="en-US" altLang="zh-CN" i="1">
                <a:latin typeface="+mn-lt"/>
              </a:rPr>
              <a:t>θ</a:t>
            </a:r>
            <a:r>
              <a:rPr lang="en-US" altLang="zh-CN">
                <a:latin typeface="+mn-lt"/>
              </a:rPr>
              <a:t>，</a:t>
            </a:r>
            <a:r>
              <a:rPr lang="zh-CN" altLang="en-US">
                <a:latin typeface="+mn-lt"/>
              </a:rPr>
              <a:t>若</a:t>
            </a:r>
            <a:r>
              <a:rPr lang="en-US" altLang="zh-CN" i="1">
                <a:latin typeface="+mn-lt"/>
              </a:rPr>
              <a:t>BC </a:t>
            </a:r>
            <a:r>
              <a:rPr lang="zh-CN" altLang="en-US">
                <a:latin typeface="+mn-lt"/>
              </a:rPr>
              <a:t>恰好为半波长的</a:t>
            </a:r>
            <a:r>
              <a:rPr lang="zh-CN" altLang="en-US">
                <a:solidFill>
                  <a:srgbClr val="3333FF"/>
                </a:solidFill>
                <a:latin typeface="+mn-lt"/>
              </a:rPr>
              <a:t>偶数倍</a:t>
            </a:r>
            <a:r>
              <a:rPr lang="zh-CN" altLang="en-US">
                <a:latin typeface="+mn-lt"/>
              </a:rPr>
              <a:t>，则在</a:t>
            </a:r>
            <a:r>
              <a:rPr lang="en-US" altLang="zh-CN" i="1">
                <a:latin typeface="+mn-lt"/>
              </a:rPr>
              <a:t>P</a:t>
            </a:r>
            <a:r>
              <a:rPr lang="zh-CN" altLang="en-US">
                <a:latin typeface="+mn-lt"/>
              </a:rPr>
              <a:t>点处各相邻两个子波带干涉相消。整体将呈现为</a:t>
            </a:r>
            <a:r>
              <a:rPr lang="zh-CN" altLang="en-US">
                <a:solidFill>
                  <a:srgbClr val="3333FF"/>
                </a:solidFill>
                <a:latin typeface="+mn-lt"/>
              </a:rPr>
              <a:t>暗条纹中心</a:t>
            </a:r>
            <a:r>
              <a:rPr lang="zh-CN" altLang="en-US">
                <a:latin typeface="+mn-lt"/>
              </a:rPr>
              <a:t>；若</a:t>
            </a:r>
            <a:r>
              <a:rPr lang="en-US" altLang="zh-CN" i="1">
                <a:latin typeface="+mn-lt"/>
              </a:rPr>
              <a:t>BC</a:t>
            </a:r>
            <a:r>
              <a:rPr lang="zh-CN" altLang="en-US">
                <a:latin typeface="+mn-lt"/>
              </a:rPr>
              <a:t>恰好为半波长的 </a:t>
            </a:r>
            <a:r>
              <a:rPr lang="zh-CN" altLang="en-US">
                <a:solidFill>
                  <a:srgbClr val="FF0000"/>
                </a:solidFill>
                <a:latin typeface="+mn-lt"/>
              </a:rPr>
              <a:t>奇数倍</a:t>
            </a:r>
            <a:r>
              <a:rPr lang="zh-CN" altLang="en-US">
                <a:latin typeface="+mn-lt"/>
              </a:rPr>
              <a:t>，则</a:t>
            </a:r>
            <a:r>
              <a:rPr lang="en-US" altLang="zh-CN" i="1">
                <a:latin typeface="+mn-lt"/>
              </a:rPr>
              <a:t>P</a:t>
            </a:r>
            <a:r>
              <a:rPr lang="zh-CN" altLang="en-US">
                <a:latin typeface="+mn-lt"/>
              </a:rPr>
              <a:t>点处将呈现为</a:t>
            </a:r>
            <a:r>
              <a:rPr lang="zh-CN" altLang="en-US">
                <a:solidFill>
                  <a:srgbClr val="FF0000"/>
                </a:solidFill>
                <a:latin typeface="+mn-lt"/>
              </a:rPr>
              <a:t>明条纹中心</a:t>
            </a:r>
            <a:r>
              <a:rPr lang="zh-CN" altLang="en-US">
                <a:latin typeface="+mn-lt"/>
              </a:rPr>
              <a:t>。</a:t>
            </a:r>
          </a:p>
        </p:txBody>
      </p:sp>
      <p:sp>
        <p:nvSpPr>
          <p:cNvPr id="119848" name="Text Box 40"/>
          <p:cNvSpPr txBox="1">
            <a:spLocks noChangeArrowheads="1"/>
          </p:cNvSpPr>
          <p:nvPr/>
        </p:nvSpPr>
        <p:spPr bwMode="auto">
          <a:xfrm>
            <a:off x="457200" y="1968500"/>
            <a:ext cx="5410200" cy="2143125"/>
          </a:xfrm>
          <a:prstGeom prst="rect">
            <a:avLst/>
          </a:prstGeom>
          <a:noFill/>
          <a:ln w="9525">
            <a:noFill/>
            <a:miter lim="800000"/>
            <a:headEnd/>
            <a:tailEnd/>
          </a:ln>
          <a:effectLst/>
        </p:spPr>
        <p:txBody>
          <a:bodyPr>
            <a:spAutoFit/>
          </a:bodyPr>
          <a:lstStyle/>
          <a:p>
            <a:pPr>
              <a:lnSpc>
                <a:spcPct val="120000"/>
              </a:lnSpc>
              <a:spcBef>
                <a:spcPct val="50000"/>
              </a:spcBef>
            </a:pPr>
            <a:r>
              <a:rPr lang="zh-CN" altLang="en-US" dirty="0">
                <a:latin typeface="+mn-lt"/>
              </a:rPr>
              <a:t>现将</a:t>
            </a:r>
            <a:r>
              <a:rPr lang="en-US" altLang="zh-CN" dirty="0">
                <a:latin typeface="+mn-lt"/>
              </a:rPr>
              <a:t>B</a:t>
            </a:r>
            <a:r>
              <a:rPr lang="en-US" altLang="zh-CN" i="1" dirty="0">
                <a:latin typeface="+mn-lt"/>
              </a:rPr>
              <a:t>C </a:t>
            </a:r>
            <a:r>
              <a:rPr lang="zh-CN" altLang="en-US" dirty="0">
                <a:latin typeface="+mn-lt"/>
              </a:rPr>
              <a:t>分</a:t>
            </a:r>
            <a:r>
              <a:rPr lang="zh-CN" altLang="en-US" dirty="0" smtClean="0">
                <a:latin typeface="+mn-lt"/>
              </a:rPr>
              <a:t>成</a:t>
            </a:r>
            <a:r>
              <a:rPr lang="en-US" altLang="zh-CN" i="1" dirty="0" smtClean="0">
                <a:latin typeface="+mn-lt"/>
              </a:rPr>
              <a:t>k </a:t>
            </a:r>
            <a:r>
              <a:rPr lang="zh-CN" altLang="en-US" dirty="0">
                <a:latin typeface="+mn-lt"/>
              </a:rPr>
              <a:t>等份，对应把波面</a:t>
            </a:r>
            <a:r>
              <a:rPr lang="en-US" altLang="zh-CN" i="1" dirty="0">
                <a:latin typeface="+mn-lt"/>
              </a:rPr>
              <a:t>AB</a:t>
            </a:r>
            <a:r>
              <a:rPr lang="zh-CN" altLang="en-US" dirty="0">
                <a:latin typeface="+mn-lt"/>
              </a:rPr>
              <a:t>切割</a:t>
            </a:r>
            <a:r>
              <a:rPr lang="zh-CN" altLang="en-US" dirty="0" smtClean="0">
                <a:latin typeface="+mn-lt"/>
              </a:rPr>
              <a:t>成</a:t>
            </a:r>
            <a:r>
              <a:rPr lang="en-US" altLang="zh-CN" i="1" dirty="0" smtClean="0">
                <a:latin typeface="+mn-lt"/>
              </a:rPr>
              <a:t>k</a:t>
            </a:r>
            <a:r>
              <a:rPr lang="zh-CN" altLang="en-US" dirty="0" smtClean="0">
                <a:latin typeface="+mn-lt"/>
              </a:rPr>
              <a:t>个</a:t>
            </a:r>
            <a:r>
              <a:rPr lang="zh-CN" altLang="en-US" dirty="0">
                <a:solidFill>
                  <a:srgbClr val="FF0000"/>
                </a:solidFill>
                <a:latin typeface="+mn-lt"/>
              </a:rPr>
              <a:t>波带</a:t>
            </a:r>
            <a:r>
              <a:rPr lang="zh-CN" altLang="en-US" dirty="0">
                <a:latin typeface="+mn-lt"/>
              </a:rPr>
              <a:t>，使得</a:t>
            </a:r>
            <a:r>
              <a:rPr lang="zh-CN" altLang="en-US" dirty="0">
                <a:solidFill>
                  <a:srgbClr val="FF0000"/>
                </a:solidFill>
                <a:latin typeface="+mn-lt"/>
              </a:rPr>
              <a:t>相邻两个波带</a:t>
            </a:r>
            <a:r>
              <a:rPr lang="zh-CN" altLang="en-US" dirty="0">
                <a:latin typeface="+mn-lt"/>
              </a:rPr>
              <a:t>上的</a:t>
            </a:r>
            <a:r>
              <a:rPr lang="zh-CN" altLang="en-US" dirty="0">
                <a:solidFill>
                  <a:srgbClr val="FF0000"/>
                </a:solidFill>
                <a:latin typeface="+mn-lt"/>
              </a:rPr>
              <a:t>对应点</a:t>
            </a:r>
            <a:r>
              <a:rPr lang="zh-CN" altLang="en-US" dirty="0">
                <a:latin typeface="+mn-lt"/>
              </a:rPr>
              <a:t>所发出的子波到达</a:t>
            </a:r>
            <a:r>
              <a:rPr lang="en-US" altLang="zh-CN" i="1" dirty="0">
                <a:latin typeface="+mn-lt"/>
              </a:rPr>
              <a:t>P</a:t>
            </a:r>
            <a:r>
              <a:rPr lang="zh-CN" altLang="en-US" dirty="0">
                <a:latin typeface="+mn-lt"/>
              </a:rPr>
              <a:t>点处的光程差</a:t>
            </a:r>
            <a:r>
              <a:rPr lang="zh-CN" altLang="en-US" dirty="0">
                <a:solidFill>
                  <a:srgbClr val="FF0000"/>
                </a:solidFill>
                <a:latin typeface="+mn-lt"/>
              </a:rPr>
              <a:t>均为</a:t>
            </a:r>
            <a:r>
              <a:rPr lang="en-US" altLang="zh-CN" i="1" dirty="0">
                <a:solidFill>
                  <a:srgbClr val="FF0000"/>
                </a:solidFill>
                <a:latin typeface="+mn-lt"/>
              </a:rPr>
              <a:t>λ/2 </a:t>
            </a:r>
            <a:r>
              <a:rPr lang="en-US" altLang="zh-CN" i="1" dirty="0">
                <a:latin typeface="+mn-lt"/>
              </a:rPr>
              <a:t>。</a:t>
            </a:r>
            <a:endParaRPr lang="zh-CN" altLang="en-US" sz="2400" b="0" dirty="0">
              <a:latin typeface="+mn-lt"/>
            </a:endParaRPr>
          </a:p>
        </p:txBody>
      </p:sp>
      <p:grpSp>
        <p:nvGrpSpPr>
          <p:cNvPr id="119863" name="Group 55"/>
          <p:cNvGrpSpPr>
            <a:grpSpLocks/>
          </p:cNvGrpSpPr>
          <p:nvPr/>
        </p:nvGrpSpPr>
        <p:grpSpPr bwMode="auto">
          <a:xfrm>
            <a:off x="5918199" y="782638"/>
            <a:ext cx="2797175" cy="3187699"/>
            <a:chOff x="3728" y="493"/>
            <a:chExt cx="1762" cy="2008"/>
          </a:xfrm>
        </p:grpSpPr>
        <p:graphicFrame>
          <p:nvGraphicFramePr>
            <p:cNvPr id="119821" name="Object 13"/>
            <p:cNvGraphicFramePr>
              <a:graphicFrameLocks noChangeAspect="1"/>
            </p:cNvGraphicFramePr>
            <p:nvPr/>
          </p:nvGraphicFramePr>
          <p:xfrm>
            <a:off x="4987" y="1871"/>
            <a:ext cx="245" cy="250"/>
          </p:xfrm>
          <a:graphic>
            <a:graphicData uri="http://schemas.openxmlformats.org/presentationml/2006/ole">
              <mc:AlternateContent xmlns:mc="http://schemas.openxmlformats.org/markup-compatibility/2006">
                <mc:Choice xmlns:v="urn:schemas-microsoft-com:vml" Requires="v">
                  <p:oleObj spid="_x0000_s119920" name="公式" r:id="rId3" imgW="152202" imgH="177569" progId="Equation.3">
                    <p:embed/>
                  </p:oleObj>
                </mc:Choice>
                <mc:Fallback>
                  <p:oleObj name="公式" r:id="rId3" imgW="152202" imgH="177569" progId="Equation.3">
                    <p:embed/>
                    <p:pic>
                      <p:nvPicPr>
                        <p:cNvPr id="0" name="Picture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7" y="1871"/>
                          <a:ext cx="24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grpSp>
          <p:nvGrpSpPr>
            <p:cNvPr id="119862" name="Group 54"/>
            <p:cNvGrpSpPr>
              <a:grpSpLocks/>
            </p:cNvGrpSpPr>
            <p:nvPr/>
          </p:nvGrpSpPr>
          <p:grpSpPr bwMode="auto">
            <a:xfrm>
              <a:off x="4748" y="2017"/>
              <a:ext cx="742" cy="484"/>
              <a:chOff x="4748" y="2017"/>
              <a:chExt cx="742" cy="484"/>
            </a:xfrm>
          </p:grpSpPr>
          <p:graphicFrame>
            <p:nvGraphicFramePr>
              <p:cNvPr id="119814" name="Object 6"/>
              <p:cNvGraphicFramePr>
                <a:graphicFrameLocks noChangeAspect="1"/>
              </p:cNvGraphicFramePr>
              <p:nvPr/>
            </p:nvGraphicFramePr>
            <p:xfrm>
              <a:off x="5187" y="2017"/>
              <a:ext cx="303" cy="484"/>
            </p:xfrm>
            <a:graphic>
              <a:graphicData uri="http://schemas.openxmlformats.org/presentationml/2006/ole">
                <mc:AlternateContent xmlns:mc="http://schemas.openxmlformats.org/markup-compatibility/2006">
                  <mc:Choice xmlns:v="urn:schemas-microsoft-com:vml" Requires="v">
                    <p:oleObj spid="_x0000_s119921" name="公式" r:id="rId5" imgW="164957" imgH="393359" progId="Equation.3">
                      <p:embed/>
                    </p:oleObj>
                  </mc:Choice>
                  <mc:Fallback>
                    <p:oleObj name="公式" r:id="rId5" imgW="164957" imgH="393359" progId="Equation.3">
                      <p:embed/>
                      <p:pic>
                        <p:nvPicPr>
                          <p:cNvPr id="0" name="Picture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7" y="2017"/>
                            <a:ext cx="303" cy="4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119815" name="Line 7"/>
              <p:cNvSpPr>
                <a:spLocks noChangeShapeType="1"/>
              </p:cNvSpPr>
              <p:nvPr/>
            </p:nvSpPr>
            <p:spPr bwMode="auto">
              <a:xfrm flipV="1">
                <a:off x="4748" y="2280"/>
                <a:ext cx="138" cy="60"/>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sp>
            <p:nvSpPr>
              <p:cNvPr id="119816" name="Line 8"/>
              <p:cNvSpPr>
                <a:spLocks noChangeShapeType="1"/>
              </p:cNvSpPr>
              <p:nvPr/>
            </p:nvSpPr>
            <p:spPr bwMode="auto">
              <a:xfrm flipH="1">
                <a:off x="5021" y="2152"/>
                <a:ext cx="137" cy="60"/>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grpSp>
        <p:grpSp>
          <p:nvGrpSpPr>
            <p:cNvPr id="119822" name="Group 14"/>
            <p:cNvGrpSpPr>
              <a:grpSpLocks/>
            </p:cNvGrpSpPr>
            <p:nvPr/>
          </p:nvGrpSpPr>
          <p:grpSpPr bwMode="auto">
            <a:xfrm>
              <a:off x="4480" y="493"/>
              <a:ext cx="964" cy="1604"/>
              <a:chOff x="4436" y="2160"/>
              <a:chExt cx="1052" cy="1749"/>
            </a:xfrm>
          </p:grpSpPr>
          <p:graphicFrame>
            <p:nvGraphicFramePr>
              <p:cNvPr id="119823" name="Object 15"/>
              <p:cNvGraphicFramePr>
                <a:graphicFrameLocks noChangeAspect="1"/>
              </p:cNvGraphicFramePr>
              <p:nvPr/>
            </p:nvGraphicFramePr>
            <p:xfrm>
              <a:off x="4980" y="2290"/>
              <a:ext cx="259" cy="302"/>
            </p:xfrm>
            <a:graphic>
              <a:graphicData uri="http://schemas.openxmlformats.org/presentationml/2006/ole">
                <mc:AlternateContent xmlns:mc="http://schemas.openxmlformats.org/markup-compatibility/2006">
                  <mc:Choice xmlns:v="urn:schemas-microsoft-com:vml" Requires="v">
                    <p:oleObj spid="_x0000_s119922" name="公式" r:id="rId7" imgW="2674687" imgH="3406033" progId="Equation.3">
                      <p:embed/>
                    </p:oleObj>
                  </mc:Choice>
                  <mc:Fallback>
                    <p:oleObj name="公式" r:id="rId7" imgW="2674687" imgH="3406033" progId="Equation.3">
                      <p:embed/>
                      <p:pic>
                        <p:nvPicPr>
                          <p:cNvPr id="0" name="Picture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0" y="2290"/>
                            <a:ext cx="259" cy="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pic>
                    </p:oleObj>
                  </mc:Fallback>
                </mc:AlternateContent>
              </a:graphicData>
            </a:graphic>
          </p:graphicFrame>
          <p:sp>
            <p:nvSpPr>
              <p:cNvPr id="119824" name="Line 16"/>
              <p:cNvSpPr>
                <a:spLocks noChangeShapeType="1"/>
              </p:cNvSpPr>
              <p:nvPr/>
            </p:nvSpPr>
            <p:spPr bwMode="auto">
              <a:xfrm>
                <a:off x="4436" y="2550"/>
                <a:ext cx="658" cy="0"/>
              </a:xfrm>
              <a:prstGeom prst="line">
                <a:avLst/>
              </a:prstGeom>
              <a:noFill/>
              <a:ln w="28575">
                <a:solidFill>
                  <a:schemeClr val="tx1"/>
                </a:solidFill>
                <a:prstDash val="dash"/>
                <a:round/>
                <a:headEnd/>
                <a:tailEnd/>
              </a:ln>
              <a:effectLst/>
            </p:spPr>
            <p:txBody>
              <a:bodyPr wrap="none" anchor="ctr"/>
              <a:lstStyle/>
              <a:p>
                <a:endParaRPr lang="zh-CN" altLang="en-US">
                  <a:latin typeface="+mn-lt"/>
                </a:endParaRPr>
              </a:p>
            </p:txBody>
          </p:sp>
          <p:sp>
            <p:nvSpPr>
              <p:cNvPr id="119825" name="Line 17"/>
              <p:cNvSpPr>
                <a:spLocks noChangeShapeType="1"/>
              </p:cNvSpPr>
              <p:nvPr/>
            </p:nvSpPr>
            <p:spPr bwMode="auto">
              <a:xfrm flipV="1">
                <a:off x="4455" y="2160"/>
                <a:ext cx="1000" cy="390"/>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sp>
            <p:nvSpPr>
              <p:cNvPr id="119826" name="Line 18"/>
              <p:cNvSpPr>
                <a:spLocks noChangeShapeType="1"/>
              </p:cNvSpPr>
              <p:nvPr/>
            </p:nvSpPr>
            <p:spPr bwMode="auto">
              <a:xfrm flipV="1">
                <a:off x="4440" y="3501"/>
                <a:ext cx="1048" cy="408"/>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grpSp>
        <p:sp>
          <p:nvSpPr>
            <p:cNvPr id="119828" name="Line 20"/>
            <p:cNvSpPr>
              <a:spLocks noChangeShapeType="1"/>
            </p:cNvSpPr>
            <p:nvPr/>
          </p:nvSpPr>
          <p:spPr bwMode="auto">
            <a:xfrm>
              <a:off x="4469" y="537"/>
              <a:ext cx="0" cy="298"/>
            </a:xfrm>
            <a:prstGeom prst="line">
              <a:avLst/>
            </a:prstGeom>
            <a:noFill/>
            <a:ln w="57150">
              <a:solidFill>
                <a:schemeClr val="tx1"/>
              </a:solidFill>
              <a:round/>
              <a:headEnd/>
              <a:tailEnd/>
            </a:ln>
            <a:effectLst/>
          </p:spPr>
          <p:txBody>
            <a:bodyPr wrap="none" anchor="ctr"/>
            <a:lstStyle/>
            <a:p>
              <a:endParaRPr lang="zh-CN" altLang="en-US">
                <a:latin typeface="+mn-lt"/>
              </a:endParaRPr>
            </a:p>
          </p:txBody>
        </p:sp>
        <p:sp>
          <p:nvSpPr>
            <p:cNvPr id="119829" name="Line 21"/>
            <p:cNvSpPr>
              <a:spLocks noChangeShapeType="1"/>
            </p:cNvSpPr>
            <p:nvPr/>
          </p:nvSpPr>
          <p:spPr bwMode="auto">
            <a:xfrm>
              <a:off x="4469" y="2087"/>
              <a:ext cx="0" cy="298"/>
            </a:xfrm>
            <a:prstGeom prst="line">
              <a:avLst/>
            </a:prstGeom>
            <a:noFill/>
            <a:ln w="57150">
              <a:solidFill>
                <a:schemeClr val="tx1"/>
              </a:solidFill>
              <a:round/>
              <a:headEnd/>
              <a:tailEnd/>
            </a:ln>
            <a:effectLst/>
          </p:spPr>
          <p:txBody>
            <a:bodyPr wrap="none" anchor="ctr"/>
            <a:lstStyle/>
            <a:p>
              <a:endParaRPr lang="zh-CN" altLang="en-US">
                <a:latin typeface="+mn-lt"/>
              </a:endParaRPr>
            </a:p>
          </p:txBody>
        </p:sp>
        <p:graphicFrame>
          <p:nvGraphicFramePr>
            <p:cNvPr id="119830" name="Object 22"/>
            <p:cNvGraphicFramePr>
              <a:graphicFrameLocks noChangeAspect="1"/>
            </p:cNvGraphicFramePr>
            <p:nvPr/>
          </p:nvGraphicFramePr>
          <p:xfrm>
            <a:off x="4095" y="523"/>
            <a:ext cx="289" cy="286"/>
          </p:xfrm>
          <a:graphic>
            <a:graphicData uri="http://schemas.openxmlformats.org/presentationml/2006/ole">
              <mc:AlternateContent xmlns:mc="http://schemas.openxmlformats.org/markup-compatibility/2006">
                <mc:Choice xmlns:v="urn:schemas-microsoft-com:vml" Requires="v">
                  <p:oleObj spid="_x0000_s119923" name="公式" r:id="rId9" imgW="152268" imgH="164957" progId="Equation.3">
                    <p:embed/>
                  </p:oleObj>
                </mc:Choice>
                <mc:Fallback>
                  <p:oleObj name="公式" r:id="rId9" imgW="152268" imgH="164957" progId="Equation.3">
                    <p:embed/>
                    <p:pic>
                      <p:nvPicPr>
                        <p:cNvPr id="0" name="Picture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5" y="523"/>
                          <a:ext cx="289"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31" name="Object 23"/>
            <p:cNvGraphicFramePr>
              <a:graphicFrameLocks noChangeAspect="1"/>
            </p:cNvGraphicFramePr>
            <p:nvPr/>
          </p:nvGraphicFramePr>
          <p:xfrm>
            <a:off x="4154" y="2099"/>
            <a:ext cx="289" cy="286"/>
          </p:xfrm>
          <a:graphic>
            <a:graphicData uri="http://schemas.openxmlformats.org/presentationml/2006/ole">
              <mc:AlternateContent xmlns:mc="http://schemas.openxmlformats.org/markup-compatibility/2006">
                <mc:Choice xmlns:v="urn:schemas-microsoft-com:vml" Requires="v">
                  <p:oleObj spid="_x0000_s119924" name="公式" r:id="rId11" imgW="152268" imgH="164957" progId="Equation.3">
                    <p:embed/>
                  </p:oleObj>
                </mc:Choice>
                <mc:Fallback>
                  <p:oleObj name="公式" r:id="rId11" imgW="152268" imgH="164957" progId="Equation.3">
                    <p:embed/>
                    <p:pic>
                      <p:nvPicPr>
                        <p:cNvPr id="0" name="Picture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4" y="2099"/>
                          <a:ext cx="289"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32" name="Line 24"/>
            <p:cNvSpPr>
              <a:spLocks noChangeShapeType="1"/>
            </p:cNvSpPr>
            <p:nvPr/>
          </p:nvSpPr>
          <p:spPr bwMode="auto">
            <a:xfrm>
              <a:off x="4203" y="843"/>
              <a:ext cx="268" cy="0"/>
            </a:xfrm>
            <a:prstGeom prst="line">
              <a:avLst/>
            </a:prstGeom>
            <a:noFill/>
            <a:ln w="9525">
              <a:solidFill>
                <a:schemeClr val="tx1"/>
              </a:solidFill>
              <a:round/>
              <a:headEnd/>
              <a:tailEnd type="arrow" w="med" len="lg"/>
            </a:ln>
            <a:effectLst/>
          </p:spPr>
          <p:txBody>
            <a:bodyPr wrap="none" anchor="ctr"/>
            <a:lstStyle/>
            <a:p>
              <a:endParaRPr lang="zh-CN" altLang="en-US">
                <a:latin typeface="+mn-lt"/>
              </a:endParaRPr>
            </a:p>
          </p:txBody>
        </p:sp>
        <p:sp>
          <p:nvSpPr>
            <p:cNvPr id="119833" name="Line 25"/>
            <p:cNvSpPr>
              <a:spLocks noChangeShapeType="1"/>
            </p:cNvSpPr>
            <p:nvPr/>
          </p:nvSpPr>
          <p:spPr bwMode="auto">
            <a:xfrm>
              <a:off x="4203" y="2087"/>
              <a:ext cx="268" cy="0"/>
            </a:xfrm>
            <a:prstGeom prst="line">
              <a:avLst/>
            </a:prstGeom>
            <a:noFill/>
            <a:ln w="9525">
              <a:solidFill>
                <a:schemeClr val="tx1"/>
              </a:solidFill>
              <a:round/>
              <a:headEnd/>
              <a:tailEnd type="arrow" w="med" len="lg"/>
            </a:ln>
            <a:effectLst/>
          </p:spPr>
          <p:txBody>
            <a:bodyPr wrap="none" anchor="ctr"/>
            <a:lstStyle/>
            <a:p>
              <a:endParaRPr lang="zh-CN" altLang="en-US">
                <a:latin typeface="+mn-lt"/>
              </a:endParaRPr>
            </a:p>
          </p:txBody>
        </p:sp>
        <p:grpSp>
          <p:nvGrpSpPr>
            <p:cNvPr id="119834" name="Group 26"/>
            <p:cNvGrpSpPr>
              <a:grpSpLocks/>
            </p:cNvGrpSpPr>
            <p:nvPr/>
          </p:nvGrpSpPr>
          <p:grpSpPr bwMode="auto">
            <a:xfrm>
              <a:off x="3903" y="1000"/>
              <a:ext cx="573" cy="964"/>
              <a:chOff x="2949" y="890"/>
              <a:chExt cx="763" cy="1053"/>
            </a:xfrm>
          </p:grpSpPr>
          <p:graphicFrame>
            <p:nvGraphicFramePr>
              <p:cNvPr id="119835" name="Object 27"/>
              <p:cNvGraphicFramePr>
                <a:graphicFrameLocks noChangeAspect="1"/>
              </p:cNvGraphicFramePr>
              <p:nvPr/>
            </p:nvGraphicFramePr>
            <p:xfrm>
              <a:off x="2993" y="890"/>
              <a:ext cx="416" cy="352"/>
            </p:xfrm>
            <a:graphic>
              <a:graphicData uri="http://schemas.openxmlformats.org/presentationml/2006/ole">
                <mc:AlternateContent xmlns:mc="http://schemas.openxmlformats.org/markup-compatibility/2006">
                  <mc:Choice xmlns:v="urn:schemas-microsoft-com:vml" Requires="v">
                    <p:oleObj spid="_x0000_s119925" name="公式" r:id="rId13" imgW="190335" imgH="215713" progId="Equation.3">
                      <p:embed/>
                    </p:oleObj>
                  </mc:Choice>
                  <mc:Fallback>
                    <p:oleObj name="公式" r:id="rId13" imgW="190335" imgH="215713" progId="Equation.3">
                      <p:embed/>
                      <p:pic>
                        <p:nvPicPr>
                          <p:cNvPr id="0" name="Picture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93" y="890"/>
                            <a:ext cx="416" cy="35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36" name="Object 28"/>
              <p:cNvGraphicFramePr>
                <a:graphicFrameLocks noChangeAspect="1"/>
              </p:cNvGraphicFramePr>
              <p:nvPr/>
            </p:nvGraphicFramePr>
            <p:xfrm>
              <a:off x="2949" y="1574"/>
              <a:ext cx="438" cy="369"/>
            </p:xfrm>
            <a:graphic>
              <a:graphicData uri="http://schemas.openxmlformats.org/presentationml/2006/ole">
                <mc:AlternateContent xmlns:mc="http://schemas.openxmlformats.org/markup-compatibility/2006">
                  <mc:Choice xmlns:v="urn:schemas-microsoft-com:vml" Requires="v">
                    <p:oleObj spid="_x0000_s119926" name="公式" r:id="rId15" imgW="203112" imgH="228501" progId="Equation.3">
                      <p:embed/>
                    </p:oleObj>
                  </mc:Choice>
                  <mc:Fallback>
                    <p:oleObj name="公式" r:id="rId15" imgW="203112" imgH="228501" progId="Equation.3">
                      <p:embed/>
                      <p:pic>
                        <p:nvPicPr>
                          <p:cNvPr id="0" name="Picture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49" y="1574"/>
                            <a:ext cx="438" cy="3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37" name="Object 29"/>
              <p:cNvGraphicFramePr>
                <a:graphicFrameLocks noChangeAspect="1"/>
              </p:cNvGraphicFramePr>
              <p:nvPr/>
            </p:nvGraphicFramePr>
            <p:xfrm>
              <a:off x="2976" y="1227"/>
              <a:ext cx="432" cy="365"/>
            </p:xfrm>
            <a:graphic>
              <a:graphicData uri="http://schemas.openxmlformats.org/presentationml/2006/ole">
                <mc:AlternateContent xmlns:mc="http://schemas.openxmlformats.org/markup-compatibility/2006">
                  <mc:Choice xmlns:v="urn:schemas-microsoft-com:vml" Requires="v">
                    <p:oleObj spid="_x0000_s119927" name="公式" r:id="rId17" imgW="190335" imgH="215713" progId="Equation.3">
                      <p:embed/>
                    </p:oleObj>
                  </mc:Choice>
                  <mc:Fallback>
                    <p:oleObj name="公式" r:id="rId17" imgW="190335" imgH="215713" progId="Equation.3">
                      <p:embed/>
                      <p:pic>
                        <p:nvPicPr>
                          <p:cNvPr id="0" name="Picture 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76" y="1227"/>
                            <a:ext cx="432" cy="3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9838" name="Line 30"/>
              <p:cNvSpPr>
                <a:spLocks noChangeShapeType="1"/>
              </p:cNvSpPr>
              <p:nvPr/>
            </p:nvSpPr>
            <p:spPr bwMode="auto">
              <a:xfrm>
                <a:off x="3355" y="1058"/>
                <a:ext cx="357" cy="0"/>
              </a:xfrm>
              <a:prstGeom prst="line">
                <a:avLst/>
              </a:prstGeom>
              <a:noFill/>
              <a:ln w="9525">
                <a:solidFill>
                  <a:schemeClr val="tx1"/>
                </a:solidFill>
                <a:round/>
                <a:headEnd/>
                <a:tailEnd type="arrow" w="med" len="lg"/>
              </a:ln>
              <a:effectLst/>
            </p:spPr>
            <p:txBody>
              <a:bodyPr wrap="none" anchor="ctr"/>
              <a:lstStyle/>
              <a:p>
                <a:endParaRPr lang="zh-CN" altLang="en-US">
                  <a:latin typeface="+mn-lt"/>
                </a:endParaRPr>
              </a:p>
            </p:txBody>
          </p:sp>
          <p:sp>
            <p:nvSpPr>
              <p:cNvPr id="119839" name="Line 31"/>
              <p:cNvSpPr>
                <a:spLocks noChangeShapeType="1"/>
              </p:cNvSpPr>
              <p:nvPr/>
            </p:nvSpPr>
            <p:spPr bwMode="auto">
              <a:xfrm>
                <a:off x="3355" y="1398"/>
                <a:ext cx="357" cy="0"/>
              </a:xfrm>
              <a:prstGeom prst="line">
                <a:avLst/>
              </a:prstGeom>
              <a:noFill/>
              <a:ln w="9525">
                <a:solidFill>
                  <a:schemeClr val="tx1"/>
                </a:solidFill>
                <a:round/>
                <a:headEnd/>
                <a:tailEnd type="arrow" w="med" len="lg"/>
              </a:ln>
              <a:effectLst/>
            </p:spPr>
            <p:txBody>
              <a:bodyPr wrap="none" anchor="ctr"/>
              <a:lstStyle/>
              <a:p>
                <a:endParaRPr lang="zh-CN" altLang="en-US">
                  <a:latin typeface="+mn-lt"/>
                </a:endParaRPr>
              </a:p>
            </p:txBody>
          </p:sp>
          <p:sp>
            <p:nvSpPr>
              <p:cNvPr id="119840" name="Line 32"/>
              <p:cNvSpPr>
                <a:spLocks noChangeShapeType="1"/>
              </p:cNvSpPr>
              <p:nvPr/>
            </p:nvSpPr>
            <p:spPr bwMode="auto">
              <a:xfrm>
                <a:off x="3355" y="1738"/>
                <a:ext cx="357" cy="0"/>
              </a:xfrm>
              <a:prstGeom prst="line">
                <a:avLst/>
              </a:prstGeom>
              <a:noFill/>
              <a:ln w="9525">
                <a:solidFill>
                  <a:schemeClr val="tx1"/>
                </a:solidFill>
                <a:round/>
                <a:headEnd/>
                <a:tailEnd type="arrow" w="med" len="lg"/>
              </a:ln>
              <a:effectLst/>
            </p:spPr>
            <p:txBody>
              <a:bodyPr wrap="none" anchor="ctr"/>
              <a:lstStyle/>
              <a:p>
                <a:endParaRPr lang="zh-CN" altLang="en-US">
                  <a:latin typeface="+mn-lt"/>
                </a:endParaRPr>
              </a:p>
            </p:txBody>
          </p:sp>
        </p:grpSp>
        <p:grpSp>
          <p:nvGrpSpPr>
            <p:cNvPr id="119841" name="Group 33"/>
            <p:cNvGrpSpPr>
              <a:grpSpLocks/>
            </p:cNvGrpSpPr>
            <p:nvPr/>
          </p:nvGrpSpPr>
          <p:grpSpPr bwMode="auto">
            <a:xfrm>
              <a:off x="4476" y="803"/>
              <a:ext cx="926" cy="987"/>
              <a:chOff x="1506" y="817"/>
              <a:chExt cx="1311" cy="1536"/>
            </a:xfrm>
          </p:grpSpPr>
          <p:sp>
            <p:nvSpPr>
              <p:cNvPr id="119842" name="Line 34"/>
              <p:cNvSpPr>
                <a:spLocks noChangeShapeType="1"/>
              </p:cNvSpPr>
              <p:nvPr/>
            </p:nvSpPr>
            <p:spPr bwMode="auto">
              <a:xfrm flipV="1">
                <a:off x="1506" y="817"/>
                <a:ext cx="1299" cy="557"/>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sp>
            <p:nvSpPr>
              <p:cNvPr id="119843" name="Line 35"/>
              <p:cNvSpPr>
                <a:spLocks noChangeShapeType="1"/>
              </p:cNvSpPr>
              <p:nvPr/>
            </p:nvSpPr>
            <p:spPr bwMode="auto">
              <a:xfrm flipV="1">
                <a:off x="1518" y="1309"/>
                <a:ext cx="1299" cy="556"/>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sp>
            <p:nvSpPr>
              <p:cNvPr id="119844" name="Line 36"/>
              <p:cNvSpPr>
                <a:spLocks noChangeShapeType="1"/>
              </p:cNvSpPr>
              <p:nvPr/>
            </p:nvSpPr>
            <p:spPr bwMode="auto">
              <a:xfrm flipV="1">
                <a:off x="1512" y="1796"/>
                <a:ext cx="1299" cy="557"/>
              </a:xfrm>
              <a:prstGeom prst="line">
                <a:avLst/>
              </a:prstGeom>
              <a:noFill/>
              <a:ln w="28575">
                <a:solidFill>
                  <a:schemeClr val="tx1"/>
                </a:solidFill>
                <a:round/>
                <a:headEnd/>
                <a:tailEnd type="arrow" w="med" len="lg"/>
              </a:ln>
              <a:effectLst/>
            </p:spPr>
            <p:txBody>
              <a:bodyPr wrap="none" anchor="ctr"/>
              <a:lstStyle/>
              <a:p>
                <a:endParaRPr lang="zh-CN" altLang="en-US">
                  <a:latin typeface="+mn-lt"/>
                </a:endParaRPr>
              </a:p>
            </p:txBody>
          </p:sp>
        </p:grpSp>
        <p:grpSp>
          <p:nvGrpSpPr>
            <p:cNvPr id="119849" name="Group 41"/>
            <p:cNvGrpSpPr>
              <a:grpSpLocks/>
            </p:cNvGrpSpPr>
            <p:nvPr/>
          </p:nvGrpSpPr>
          <p:grpSpPr bwMode="auto">
            <a:xfrm>
              <a:off x="3728" y="845"/>
              <a:ext cx="396" cy="1232"/>
              <a:chOff x="3648" y="672"/>
              <a:chExt cx="432" cy="1344"/>
            </a:xfrm>
          </p:grpSpPr>
          <p:sp>
            <p:nvSpPr>
              <p:cNvPr id="119850" name="Line 42"/>
              <p:cNvSpPr>
                <a:spLocks noChangeShapeType="1"/>
              </p:cNvSpPr>
              <p:nvPr/>
            </p:nvSpPr>
            <p:spPr bwMode="auto">
              <a:xfrm>
                <a:off x="3648" y="672"/>
                <a:ext cx="432" cy="0"/>
              </a:xfrm>
              <a:prstGeom prst="line">
                <a:avLst/>
              </a:prstGeom>
              <a:noFill/>
              <a:ln w="9525">
                <a:solidFill>
                  <a:schemeClr val="tx1"/>
                </a:solidFill>
                <a:round/>
                <a:headEnd/>
                <a:tailEnd/>
              </a:ln>
              <a:effectLst/>
            </p:spPr>
            <p:txBody>
              <a:bodyPr/>
              <a:lstStyle/>
              <a:p>
                <a:endParaRPr lang="zh-CN" altLang="en-US">
                  <a:latin typeface="+mn-lt"/>
                </a:endParaRPr>
              </a:p>
            </p:txBody>
          </p:sp>
          <p:sp>
            <p:nvSpPr>
              <p:cNvPr id="119851" name="Line 43"/>
              <p:cNvSpPr>
                <a:spLocks noChangeShapeType="1"/>
              </p:cNvSpPr>
              <p:nvPr/>
            </p:nvSpPr>
            <p:spPr bwMode="auto">
              <a:xfrm>
                <a:off x="3648" y="2016"/>
                <a:ext cx="432" cy="0"/>
              </a:xfrm>
              <a:prstGeom prst="line">
                <a:avLst/>
              </a:prstGeom>
              <a:noFill/>
              <a:ln w="9525">
                <a:solidFill>
                  <a:schemeClr val="tx1"/>
                </a:solidFill>
                <a:round/>
                <a:headEnd/>
                <a:tailEnd/>
              </a:ln>
              <a:effectLst/>
            </p:spPr>
            <p:txBody>
              <a:bodyPr/>
              <a:lstStyle/>
              <a:p>
                <a:endParaRPr lang="zh-CN" altLang="en-US">
                  <a:latin typeface="+mn-lt"/>
                </a:endParaRPr>
              </a:p>
            </p:txBody>
          </p:sp>
          <p:sp>
            <p:nvSpPr>
              <p:cNvPr id="119852" name="Line 44"/>
              <p:cNvSpPr>
                <a:spLocks noChangeShapeType="1"/>
              </p:cNvSpPr>
              <p:nvPr/>
            </p:nvSpPr>
            <p:spPr bwMode="auto">
              <a:xfrm flipV="1">
                <a:off x="3792" y="672"/>
                <a:ext cx="0" cy="528"/>
              </a:xfrm>
              <a:prstGeom prst="line">
                <a:avLst/>
              </a:prstGeom>
              <a:noFill/>
              <a:ln w="9525">
                <a:solidFill>
                  <a:schemeClr val="tx1"/>
                </a:solidFill>
                <a:round/>
                <a:headEnd/>
                <a:tailEnd type="arrow" w="med" len="med"/>
              </a:ln>
              <a:effectLst/>
            </p:spPr>
            <p:txBody>
              <a:bodyPr/>
              <a:lstStyle/>
              <a:p>
                <a:endParaRPr lang="zh-CN" altLang="en-US">
                  <a:latin typeface="+mn-lt"/>
                </a:endParaRPr>
              </a:p>
            </p:txBody>
          </p:sp>
          <p:sp>
            <p:nvSpPr>
              <p:cNvPr id="119853" name="Line 45"/>
              <p:cNvSpPr>
                <a:spLocks noChangeShapeType="1"/>
              </p:cNvSpPr>
              <p:nvPr/>
            </p:nvSpPr>
            <p:spPr bwMode="auto">
              <a:xfrm>
                <a:off x="3792" y="1536"/>
                <a:ext cx="0" cy="480"/>
              </a:xfrm>
              <a:prstGeom prst="line">
                <a:avLst/>
              </a:prstGeom>
              <a:noFill/>
              <a:ln w="9525">
                <a:solidFill>
                  <a:schemeClr val="tx1"/>
                </a:solidFill>
                <a:round/>
                <a:headEnd/>
                <a:tailEnd type="arrow" w="med" len="med"/>
              </a:ln>
              <a:effectLst/>
            </p:spPr>
            <p:txBody>
              <a:bodyPr/>
              <a:lstStyle/>
              <a:p>
                <a:endParaRPr lang="zh-CN" altLang="en-US">
                  <a:latin typeface="+mn-lt"/>
                </a:endParaRPr>
              </a:p>
            </p:txBody>
          </p:sp>
          <p:sp>
            <p:nvSpPr>
              <p:cNvPr id="119854" name="Text Box 46"/>
              <p:cNvSpPr txBox="1">
                <a:spLocks noChangeArrowheads="1"/>
              </p:cNvSpPr>
              <p:nvPr/>
            </p:nvSpPr>
            <p:spPr bwMode="auto">
              <a:xfrm>
                <a:off x="3648" y="1152"/>
                <a:ext cx="384" cy="465"/>
              </a:xfrm>
              <a:prstGeom prst="rect">
                <a:avLst/>
              </a:prstGeom>
              <a:noFill/>
              <a:ln w="9525">
                <a:noFill/>
                <a:miter lim="800000"/>
                <a:headEnd/>
                <a:tailEnd/>
              </a:ln>
              <a:effectLst/>
            </p:spPr>
            <p:txBody>
              <a:bodyPr>
                <a:spAutoFit/>
              </a:bodyPr>
              <a:lstStyle/>
              <a:p>
                <a:pPr>
                  <a:lnSpc>
                    <a:spcPct val="120000"/>
                  </a:lnSpc>
                  <a:spcBef>
                    <a:spcPct val="50000"/>
                  </a:spcBef>
                </a:pPr>
                <a:r>
                  <a:rPr lang="en-US" altLang="zh-CN" sz="3200" i="1">
                    <a:solidFill>
                      <a:srgbClr val="CC3300"/>
                    </a:solidFill>
                    <a:latin typeface="+mn-lt"/>
                  </a:rPr>
                  <a:t>b</a:t>
                </a:r>
              </a:p>
            </p:txBody>
          </p:sp>
        </p:grpSp>
      </p:grpSp>
      <p:sp>
        <p:nvSpPr>
          <p:cNvPr id="119855" name="Text Box 47"/>
          <p:cNvSpPr txBox="1">
            <a:spLocks noChangeArrowheads="1"/>
          </p:cNvSpPr>
          <p:nvPr/>
        </p:nvSpPr>
        <p:spPr bwMode="auto">
          <a:xfrm>
            <a:off x="498475" y="390525"/>
            <a:ext cx="3284538" cy="559897"/>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en-US" altLang="zh-CN" dirty="0" smtClean="0">
                <a:solidFill>
                  <a:srgbClr val="3333FF"/>
                </a:solidFill>
                <a:latin typeface="+mn-lt"/>
              </a:rPr>
              <a:t>1</a:t>
            </a:r>
            <a:r>
              <a:rPr lang="zh-CN" altLang="en-US" dirty="0" smtClean="0">
                <a:solidFill>
                  <a:srgbClr val="3333FF"/>
                </a:solidFill>
                <a:latin typeface="+mn-lt"/>
              </a:rPr>
              <a:t>、</a:t>
            </a:r>
            <a:r>
              <a:rPr lang="zh-CN" altLang="en-US" dirty="0">
                <a:solidFill>
                  <a:srgbClr val="3333FF"/>
                </a:solidFill>
                <a:latin typeface="+mn-lt"/>
              </a:rPr>
              <a:t>菲涅耳波带法</a:t>
            </a:r>
          </a:p>
        </p:txBody>
      </p:sp>
      <p:grpSp>
        <p:nvGrpSpPr>
          <p:cNvPr id="119865" name="Group 57"/>
          <p:cNvGrpSpPr>
            <a:grpSpLocks/>
          </p:cNvGrpSpPr>
          <p:nvPr/>
        </p:nvGrpSpPr>
        <p:grpSpPr bwMode="auto">
          <a:xfrm>
            <a:off x="457200" y="939800"/>
            <a:ext cx="5503863" cy="1127125"/>
            <a:chOff x="288" y="592"/>
            <a:chExt cx="3467" cy="710"/>
          </a:xfrm>
        </p:grpSpPr>
        <p:sp>
          <p:nvSpPr>
            <p:cNvPr id="119846" name="Text Box 38"/>
            <p:cNvSpPr txBox="1">
              <a:spLocks noChangeArrowheads="1"/>
            </p:cNvSpPr>
            <p:nvPr/>
          </p:nvSpPr>
          <p:spPr bwMode="auto">
            <a:xfrm>
              <a:off x="288" y="592"/>
              <a:ext cx="3467" cy="710"/>
            </a:xfrm>
            <a:prstGeom prst="rect">
              <a:avLst/>
            </a:prstGeom>
            <a:noFill/>
            <a:ln w="9525">
              <a:noFill/>
              <a:miter lim="800000"/>
              <a:headEnd/>
              <a:tailEnd/>
            </a:ln>
            <a:effectLst/>
          </p:spPr>
          <p:txBody>
            <a:bodyPr wrap="square">
              <a:spAutoFit/>
            </a:bodyPr>
            <a:lstStyle/>
            <a:p>
              <a:pPr>
                <a:lnSpc>
                  <a:spcPct val="120000"/>
                </a:lnSpc>
                <a:spcBef>
                  <a:spcPct val="50000"/>
                </a:spcBef>
              </a:pPr>
              <a:r>
                <a:rPr lang="zh-CN" altLang="en-US" dirty="0">
                  <a:latin typeface="+mn-lt"/>
                </a:rPr>
                <a:t>       由于点</a:t>
              </a:r>
              <a:r>
                <a:rPr lang="en-US" altLang="zh-CN" i="1" dirty="0">
                  <a:latin typeface="+mn-lt"/>
                </a:rPr>
                <a:t>B</a:t>
              </a:r>
              <a:r>
                <a:rPr lang="zh-CN" altLang="en-US" dirty="0">
                  <a:latin typeface="+mn-lt"/>
                </a:rPr>
                <a:t>发出的子波比点</a:t>
              </a:r>
              <a:r>
                <a:rPr lang="en-US" altLang="zh-CN" i="1" dirty="0">
                  <a:latin typeface="+mn-lt"/>
                </a:rPr>
                <a:t>A</a:t>
              </a:r>
              <a:r>
                <a:rPr lang="zh-CN" altLang="en-US" dirty="0">
                  <a:latin typeface="+mn-lt"/>
                </a:rPr>
                <a:t>发出的子波多走了</a:t>
              </a:r>
              <a:r>
                <a:rPr lang="en-US" altLang="zh-CN" i="1" dirty="0">
                  <a:latin typeface="+mn-lt"/>
                </a:rPr>
                <a:t>                 </a:t>
              </a:r>
              <a:r>
                <a:rPr lang="en-US" altLang="zh-CN" i="1" dirty="0" smtClean="0">
                  <a:latin typeface="+mn-lt"/>
                </a:rPr>
                <a:t> </a:t>
              </a:r>
              <a:r>
                <a:rPr lang="zh-CN" altLang="en-US" dirty="0" smtClean="0">
                  <a:latin typeface="+mn-lt"/>
                </a:rPr>
                <a:t>的</a:t>
              </a:r>
              <a:r>
                <a:rPr lang="zh-CN" altLang="en-US" dirty="0">
                  <a:latin typeface="+mn-lt"/>
                </a:rPr>
                <a:t>光程</a:t>
              </a:r>
              <a:r>
                <a:rPr lang="en-US" altLang="zh-CN" dirty="0">
                  <a:latin typeface="+mn-lt"/>
                </a:rPr>
                <a:t>.</a:t>
              </a:r>
              <a:endParaRPr lang="zh-CN" altLang="en-US" dirty="0">
                <a:latin typeface="+mn-lt"/>
              </a:endParaRPr>
            </a:p>
          </p:txBody>
        </p:sp>
        <p:graphicFrame>
          <p:nvGraphicFramePr>
            <p:cNvPr id="119856" name="Object 48"/>
            <p:cNvGraphicFramePr>
              <a:graphicFrameLocks noChangeAspect="1"/>
            </p:cNvGraphicFramePr>
            <p:nvPr/>
          </p:nvGraphicFramePr>
          <p:xfrm>
            <a:off x="1846" y="989"/>
            <a:ext cx="1047" cy="244"/>
          </p:xfrm>
          <a:graphic>
            <a:graphicData uri="http://schemas.openxmlformats.org/presentationml/2006/ole">
              <mc:AlternateContent xmlns:mc="http://schemas.openxmlformats.org/markup-compatibility/2006">
                <mc:Choice xmlns:v="urn:schemas-microsoft-com:vml" Requires="v">
                  <p:oleObj spid="_x0000_s119928" name="公式" r:id="rId19" imgW="812447" imgH="177723" progId="Equation.3">
                    <p:embed/>
                  </p:oleObj>
                </mc:Choice>
                <mc:Fallback>
                  <p:oleObj name="公式" r:id="rId19" imgW="812447" imgH="177723" progId="Equation.3">
                    <p:embed/>
                    <p:pic>
                      <p:nvPicPr>
                        <p:cNvPr id="0" name="Picture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46" y="989"/>
                          <a:ext cx="1047" cy="24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9860" name="Line 52"/>
          <p:cNvSpPr>
            <a:spLocks noChangeShapeType="1"/>
          </p:cNvSpPr>
          <p:nvPr/>
        </p:nvSpPr>
        <p:spPr bwMode="auto">
          <a:xfrm>
            <a:off x="7737669" y="3109913"/>
            <a:ext cx="292100" cy="554037"/>
          </a:xfrm>
          <a:prstGeom prst="line">
            <a:avLst/>
          </a:prstGeom>
          <a:noFill/>
          <a:ln w="28575">
            <a:solidFill>
              <a:srgbClr val="000000"/>
            </a:solidFill>
            <a:round/>
            <a:headEnd/>
            <a:tailEnd/>
          </a:ln>
          <a:effectLst/>
        </p:spPr>
        <p:txBody>
          <a:bodyPr wrap="none" anchor="ctr"/>
          <a:lstStyle/>
          <a:p>
            <a:endParaRPr lang="zh-CN" altLang="en-US">
              <a:latin typeface="+mn-lt"/>
            </a:endParaRPr>
          </a:p>
        </p:txBody>
      </p:sp>
      <p:sp>
        <p:nvSpPr>
          <p:cNvPr id="119861" name="Line 53"/>
          <p:cNvSpPr>
            <a:spLocks noChangeShapeType="1"/>
          </p:cNvSpPr>
          <p:nvPr/>
        </p:nvSpPr>
        <p:spPr bwMode="auto">
          <a:xfrm>
            <a:off x="7539694" y="3213100"/>
            <a:ext cx="292100" cy="554038"/>
          </a:xfrm>
          <a:prstGeom prst="line">
            <a:avLst/>
          </a:prstGeom>
          <a:noFill/>
          <a:ln w="28575">
            <a:solidFill>
              <a:srgbClr val="000000"/>
            </a:solidFill>
            <a:round/>
            <a:headEnd/>
            <a:tailEnd/>
          </a:ln>
          <a:effectLst/>
        </p:spPr>
        <p:txBody>
          <a:bodyPr wrap="none" anchor="ctr"/>
          <a:lstStyle/>
          <a:p>
            <a:endParaRPr lang="zh-CN" altLang="en-US">
              <a:latin typeface="+mn-lt"/>
            </a:endParaRPr>
          </a:p>
        </p:txBody>
      </p:sp>
      <p:grpSp>
        <p:nvGrpSpPr>
          <p:cNvPr id="57" name="组合 56"/>
          <p:cNvGrpSpPr/>
          <p:nvPr/>
        </p:nvGrpSpPr>
        <p:grpSpPr>
          <a:xfrm>
            <a:off x="7076405" y="1862403"/>
            <a:ext cx="635926" cy="1394858"/>
            <a:chOff x="7095067" y="1862403"/>
            <a:chExt cx="635926" cy="1394858"/>
          </a:xfrm>
        </p:grpSpPr>
        <p:sp>
          <p:nvSpPr>
            <p:cNvPr id="54" name="Line 12"/>
            <p:cNvSpPr>
              <a:spLocks noChangeShapeType="1"/>
            </p:cNvSpPr>
            <p:nvPr/>
          </p:nvSpPr>
          <p:spPr bwMode="auto">
            <a:xfrm>
              <a:off x="7095067" y="1862403"/>
              <a:ext cx="635926" cy="1251479"/>
            </a:xfrm>
            <a:prstGeom prst="line">
              <a:avLst/>
            </a:prstGeom>
            <a:noFill/>
            <a:ln w="28575">
              <a:solidFill>
                <a:srgbClr val="0000FF"/>
              </a:solidFill>
              <a:prstDash val="dash"/>
              <a:round/>
              <a:headEnd/>
              <a:tailEnd/>
            </a:ln>
            <a:effectLst/>
          </p:spPr>
          <p:txBody>
            <a:bodyPr wrap="none" anchor="ctr"/>
            <a:lstStyle/>
            <a:p>
              <a:endParaRPr lang="zh-CN" altLang="en-US">
                <a:latin typeface="+mn-lt"/>
              </a:endParaRPr>
            </a:p>
          </p:txBody>
        </p:sp>
        <p:sp>
          <p:nvSpPr>
            <p:cNvPr id="55" name="Line 12"/>
            <p:cNvSpPr>
              <a:spLocks noChangeShapeType="1"/>
            </p:cNvSpPr>
            <p:nvPr/>
          </p:nvSpPr>
          <p:spPr bwMode="auto">
            <a:xfrm>
              <a:off x="7118350" y="2360084"/>
              <a:ext cx="417645" cy="823648"/>
            </a:xfrm>
            <a:prstGeom prst="line">
              <a:avLst/>
            </a:prstGeom>
            <a:noFill/>
            <a:ln w="28575">
              <a:solidFill>
                <a:srgbClr val="0000FF"/>
              </a:solidFill>
              <a:prstDash val="dash"/>
              <a:round/>
              <a:headEnd/>
              <a:tailEnd/>
            </a:ln>
            <a:effectLst/>
          </p:spPr>
          <p:txBody>
            <a:bodyPr wrap="none" anchor="ctr"/>
            <a:lstStyle/>
            <a:p>
              <a:endParaRPr lang="zh-CN" altLang="en-US">
                <a:latin typeface="+mn-lt"/>
              </a:endParaRPr>
            </a:p>
          </p:txBody>
        </p:sp>
        <p:sp>
          <p:nvSpPr>
            <p:cNvPr id="56" name="Line 12"/>
            <p:cNvSpPr>
              <a:spLocks noChangeShapeType="1"/>
            </p:cNvSpPr>
            <p:nvPr/>
          </p:nvSpPr>
          <p:spPr bwMode="auto">
            <a:xfrm>
              <a:off x="7118350" y="2846221"/>
              <a:ext cx="208425" cy="411040"/>
            </a:xfrm>
            <a:prstGeom prst="line">
              <a:avLst/>
            </a:prstGeom>
            <a:noFill/>
            <a:ln w="28575">
              <a:solidFill>
                <a:srgbClr val="0000FF"/>
              </a:solidFill>
              <a:prstDash val="dash"/>
              <a:round/>
              <a:headEnd/>
              <a:tailEnd/>
            </a:ln>
            <a:effectLst/>
          </p:spPr>
          <p:txBody>
            <a:bodyPr wrap="none" anchor="ctr"/>
            <a:lstStyle/>
            <a:p>
              <a:endParaRPr lang="zh-CN" altLang="en-US">
                <a:latin typeface="+mn-lt"/>
              </a:endParaRPr>
            </a:p>
          </p:txBody>
        </p:sp>
      </p:grpSp>
      <p:sp>
        <p:nvSpPr>
          <p:cNvPr id="58" name="椭圆 57"/>
          <p:cNvSpPr/>
          <p:nvPr/>
        </p:nvSpPr>
        <p:spPr bwMode="auto">
          <a:xfrm>
            <a:off x="7273800" y="3231344"/>
            <a:ext cx="72000" cy="72000"/>
          </a:xfrm>
          <a:prstGeom prst="ellipse">
            <a:avLst/>
          </a:prstGeom>
          <a:solidFill>
            <a:schemeClr val="accent4"/>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59" name="椭圆 58"/>
          <p:cNvSpPr/>
          <p:nvPr/>
        </p:nvSpPr>
        <p:spPr bwMode="auto">
          <a:xfrm>
            <a:off x="7483739" y="3147369"/>
            <a:ext cx="72000" cy="72000"/>
          </a:xfrm>
          <a:prstGeom prst="ellipse">
            <a:avLst/>
          </a:prstGeom>
          <a:solidFill>
            <a:schemeClr val="accent4"/>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60" name="椭圆 59"/>
          <p:cNvSpPr/>
          <p:nvPr/>
        </p:nvSpPr>
        <p:spPr bwMode="auto">
          <a:xfrm>
            <a:off x="7684347" y="3063394"/>
            <a:ext cx="72000" cy="72000"/>
          </a:xfrm>
          <a:prstGeom prst="ellipse">
            <a:avLst/>
          </a:prstGeom>
          <a:solidFill>
            <a:schemeClr val="accent4"/>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63" name="Line 12"/>
          <p:cNvSpPr>
            <a:spLocks noChangeShapeType="1"/>
          </p:cNvSpPr>
          <p:nvPr/>
        </p:nvSpPr>
        <p:spPr bwMode="auto">
          <a:xfrm>
            <a:off x="7064763" y="1341438"/>
            <a:ext cx="876035" cy="1724422"/>
          </a:xfrm>
          <a:prstGeom prst="line">
            <a:avLst/>
          </a:prstGeom>
          <a:noFill/>
          <a:ln w="28575">
            <a:solidFill>
              <a:srgbClr val="0000FF"/>
            </a:solidFill>
            <a:prstDash val="dash"/>
            <a:round/>
            <a:headEnd/>
            <a:tailEnd/>
          </a:ln>
          <a:effectLst/>
        </p:spPr>
        <p:txBody>
          <a:bodyPr wrap="none" anchor="ctr"/>
          <a:lstStyle/>
          <a:p>
            <a:endParaRPr lang="zh-CN" altLang="en-US">
              <a:latin typeface="+mn-lt"/>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19848"/>
                                        </p:tgtEl>
                                        <p:attrNameLst>
                                          <p:attrName>style.visibility</p:attrName>
                                        </p:attrNameLst>
                                      </p:cBhvr>
                                      <p:to>
                                        <p:strVal val="visible"/>
                                      </p:to>
                                    </p:set>
                                    <p:animEffect transition="in" filter="box(in)">
                                      <p:cBhvr>
                                        <p:cTn id="7" dur="500"/>
                                        <p:tgtEl>
                                          <p:spTgt spid="11984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7"/>
                                        </p:tgtEl>
                                        <p:attrNameLst>
                                          <p:attrName>style.visibility</p:attrName>
                                        </p:attrNameLst>
                                      </p:cBhvr>
                                      <p:to>
                                        <p:strVal val="visible"/>
                                      </p:to>
                                    </p:set>
                                    <p:animEffect transition="in" filter="wipe(down)">
                                      <p:cBhvr>
                                        <p:cTn id="12" dur="500"/>
                                        <p:tgtEl>
                                          <p:spTgt spid="5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847"/>
                                        </p:tgtEl>
                                        <p:attrNameLst>
                                          <p:attrName>style.visibility</p:attrName>
                                        </p:attrNameLst>
                                      </p:cBhvr>
                                      <p:to>
                                        <p:strVal val="visible"/>
                                      </p:to>
                                    </p:set>
                                    <p:animEffect transition="in" filter="wipe(left)">
                                      <p:cBhvr>
                                        <p:cTn id="17" dur="500"/>
                                        <p:tgtEl>
                                          <p:spTgt spid="119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47" grpId="0" autoUpdateAnimBg="0"/>
      <p:bldP spid="119848"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 name="灯片编号占位符 3"/>
          <p:cNvSpPr>
            <a:spLocks noGrp="1"/>
          </p:cNvSpPr>
          <p:nvPr>
            <p:ph type="sldNum" sz="quarter" idx="12"/>
          </p:nvPr>
        </p:nvSpPr>
        <p:spPr/>
        <p:txBody>
          <a:bodyPr/>
          <a:lstStyle/>
          <a:p>
            <a:fld id="{6ED8FBC7-86A8-4543-8246-597797D02BB5}" type="slidenum">
              <a:rPr lang="zh-CN" altLang="en-US"/>
              <a:pPr/>
              <a:t>7</a:t>
            </a:fld>
            <a:endParaRPr lang="en-US" altLang="zh-CN"/>
          </a:p>
        </p:txBody>
      </p:sp>
      <p:grpSp>
        <p:nvGrpSpPr>
          <p:cNvPr id="100640" name="Group 288"/>
          <p:cNvGrpSpPr>
            <a:grpSpLocks/>
          </p:cNvGrpSpPr>
          <p:nvPr/>
        </p:nvGrpSpPr>
        <p:grpSpPr bwMode="auto">
          <a:xfrm>
            <a:off x="795338" y="927100"/>
            <a:ext cx="2457450" cy="2225675"/>
            <a:chOff x="501" y="584"/>
            <a:chExt cx="1474" cy="1402"/>
          </a:xfrm>
        </p:grpSpPr>
        <p:graphicFrame>
          <p:nvGraphicFramePr>
            <p:cNvPr id="100379" name="Object 27"/>
            <p:cNvGraphicFramePr>
              <a:graphicFrameLocks noChangeAspect="1"/>
            </p:cNvGraphicFramePr>
            <p:nvPr/>
          </p:nvGraphicFramePr>
          <p:xfrm>
            <a:off x="501" y="1397"/>
            <a:ext cx="1372" cy="589"/>
          </p:xfrm>
          <a:graphic>
            <a:graphicData uri="http://schemas.openxmlformats.org/presentationml/2006/ole">
              <mc:AlternateContent xmlns:mc="http://schemas.openxmlformats.org/markup-compatibility/2006">
                <mc:Choice xmlns:v="urn:schemas-microsoft-com:vml" Requires="v">
                  <p:oleObj spid="_x0000_s100851" name="公式" r:id="rId3" imgW="990170" imgH="406224" progId="Equation.3">
                    <p:embed/>
                  </p:oleObj>
                </mc:Choice>
                <mc:Fallback>
                  <p:oleObj name="公式" r:id="rId3" imgW="990170" imgH="406224" progId="Equation.3">
                    <p:embed/>
                    <p:pic>
                      <p:nvPicPr>
                        <p:cNvPr id="0" name="Picture 2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1" y="1397"/>
                          <a:ext cx="1372" cy="5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413" name="Rectangle 61" descr="浅色上对角线"/>
            <p:cNvSpPr>
              <a:spLocks noChangeArrowheads="1"/>
            </p:cNvSpPr>
            <p:nvPr/>
          </p:nvSpPr>
          <p:spPr bwMode="auto">
            <a:xfrm>
              <a:off x="841" y="702"/>
              <a:ext cx="863" cy="318"/>
            </a:xfrm>
            <a:prstGeom prst="rect">
              <a:avLst/>
            </a:prstGeom>
            <a:pattFill prst="ltUpDiag">
              <a:fgClr>
                <a:srgbClr val="CC00CC">
                  <a:alpha val="56000"/>
                </a:srgbClr>
              </a:fgClr>
              <a:bgClr>
                <a:schemeClr val="bg1">
                  <a:alpha val="56000"/>
                </a:schemeClr>
              </a:bgClr>
            </a:pattFill>
            <a:ln w="19050">
              <a:solidFill>
                <a:schemeClr val="tx1"/>
              </a:solidFill>
              <a:miter lim="800000"/>
              <a:headEnd/>
              <a:tailEnd/>
            </a:ln>
            <a:effectLst/>
          </p:spPr>
          <p:txBody>
            <a:bodyPr wrap="none" anchor="ctr"/>
            <a:lstStyle/>
            <a:p>
              <a:endParaRPr lang="zh-CN" altLang="en-US"/>
            </a:p>
          </p:txBody>
        </p:sp>
        <p:sp>
          <p:nvSpPr>
            <p:cNvPr id="100414" name="Line 62"/>
            <p:cNvSpPr>
              <a:spLocks noChangeShapeType="1"/>
            </p:cNvSpPr>
            <p:nvPr/>
          </p:nvSpPr>
          <p:spPr bwMode="auto">
            <a:xfrm flipH="1">
              <a:off x="553" y="702"/>
              <a:ext cx="288" cy="0"/>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100415" name="Line 63"/>
            <p:cNvSpPr>
              <a:spLocks noChangeShapeType="1"/>
            </p:cNvSpPr>
            <p:nvPr/>
          </p:nvSpPr>
          <p:spPr bwMode="auto">
            <a:xfrm flipH="1">
              <a:off x="553" y="1338"/>
              <a:ext cx="288" cy="0"/>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100416" name="Line 64"/>
            <p:cNvSpPr>
              <a:spLocks noChangeShapeType="1"/>
            </p:cNvSpPr>
            <p:nvPr/>
          </p:nvSpPr>
          <p:spPr bwMode="auto">
            <a:xfrm>
              <a:off x="635" y="702"/>
              <a:ext cx="0" cy="636"/>
            </a:xfrm>
            <a:prstGeom prst="line">
              <a:avLst/>
            </a:prstGeom>
            <a:noFill/>
            <a:ln w="19050">
              <a:solidFill>
                <a:schemeClr val="tx1"/>
              </a:solidFill>
              <a:prstDash val="dash"/>
              <a:round/>
              <a:headEnd type="triangle" w="sm" len="lg"/>
              <a:tailEnd type="triangle" w="sm" len="lg"/>
            </a:ln>
            <a:effectLst/>
          </p:spPr>
          <p:txBody>
            <a:bodyPr wrap="none" anchor="ctr"/>
            <a:lstStyle/>
            <a:p>
              <a:endParaRPr lang="zh-CN" altLang="en-US"/>
            </a:p>
          </p:txBody>
        </p:sp>
        <p:graphicFrame>
          <p:nvGraphicFramePr>
            <p:cNvPr id="100417" name="Object 65"/>
            <p:cNvGraphicFramePr>
              <a:graphicFrameLocks noChangeAspect="1"/>
            </p:cNvGraphicFramePr>
            <p:nvPr/>
          </p:nvGraphicFramePr>
          <p:xfrm>
            <a:off x="627" y="861"/>
            <a:ext cx="173" cy="261"/>
          </p:xfrm>
          <a:graphic>
            <a:graphicData uri="http://schemas.openxmlformats.org/presentationml/2006/ole">
              <mc:AlternateContent xmlns:mc="http://schemas.openxmlformats.org/markup-compatibility/2006">
                <mc:Choice xmlns:v="urn:schemas-microsoft-com:vml" Requires="v">
                  <p:oleObj spid="_x0000_s100852" name="公式" r:id="rId5" imgW="164957" imgH="253780" progId="Equation.3">
                    <p:embed/>
                  </p:oleObj>
                </mc:Choice>
                <mc:Fallback>
                  <p:oleObj name="公式" r:id="rId5" imgW="164957" imgH="253780" progId="Equation.3">
                    <p:embed/>
                    <p:pic>
                      <p:nvPicPr>
                        <p:cNvPr id="0" name="Picture 28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 y="861"/>
                          <a:ext cx="173"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20" name="Object 68"/>
            <p:cNvGraphicFramePr>
              <a:graphicFrameLocks noChangeAspect="1"/>
            </p:cNvGraphicFramePr>
            <p:nvPr/>
          </p:nvGraphicFramePr>
          <p:xfrm>
            <a:off x="1708" y="584"/>
            <a:ext cx="267" cy="277"/>
          </p:xfrm>
          <a:graphic>
            <a:graphicData uri="http://schemas.openxmlformats.org/presentationml/2006/ole">
              <mc:AlternateContent xmlns:mc="http://schemas.openxmlformats.org/markup-compatibility/2006">
                <mc:Choice xmlns:v="urn:schemas-microsoft-com:vml" Requires="v">
                  <p:oleObj spid="_x0000_s100853" name="Equation" r:id="rId7" imgW="2918527" imgH="3162220" progId="Equation.3">
                    <p:embed/>
                  </p:oleObj>
                </mc:Choice>
                <mc:Fallback>
                  <p:oleObj name="Equation" r:id="rId7" imgW="2918527" imgH="3162220" progId="Equation.3">
                    <p:embed/>
                    <p:pic>
                      <p:nvPicPr>
                        <p:cNvPr id="0" name="Picture 28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8" y="584"/>
                          <a:ext cx="267" cy="2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21" name="Object 69"/>
            <p:cNvGraphicFramePr>
              <a:graphicFrameLocks noChangeAspect="1"/>
            </p:cNvGraphicFramePr>
            <p:nvPr/>
          </p:nvGraphicFramePr>
          <p:xfrm>
            <a:off x="1705" y="1180"/>
            <a:ext cx="229" cy="237"/>
          </p:xfrm>
          <a:graphic>
            <a:graphicData uri="http://schemas.openxmlformats.org/presentationml/2006/ole">
              <mc:AlternateContent xmlns:mc="http://schemas.openxmlformats.org/markup-compatibility/2006">
                <mc:Choice xmlns:v="urn:schemas-microsoft-com:vml" Requires="v">
                  <p:oleObj spid="_x0000_s100854" name="Equation" r:id="rId9" imgW="152268" imgH="164957" progId="Equation.3">
                    <p:embed/>
                  </p:oleObj>
                </mc:Choice>
                <mc:Fallback>
                  <p:oleObj name="Equation" r:id="rId9" imgW="152268" imgH="164957" progId="Equation.3">
                    <p:embed/>
                    <p:pic>
                      <p:nvPicPr>
                        <p:cNvPr id="0" name="Picture 28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5" y="1180"/>
                          <a:ext cx="229" cy="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422" name="Rectangle 70" descr="浅色下对角线"/>
            <p:cNvSpPr>
              <a:spLocks noChangeArrowheads="1"/>
            </p:cNvSpPr>
            <p:nvPr/>
          </p:nvSpPr>
          <p:spPr bwMode="auto">
            <a:xfrm>
              <a:off x="841" y="1020"/>
              <a:ext cx="863" cy="318"/>
            </a:xfrm>
            <a:prstGeom prst="rect">
              <a:avLst/>
            </a:prstGeom>
            <a:pattFill prst="ltDnDiag">
              <a:fgClr>
                <a:srgbClr val="CC00CC">
                  <a:alpha val="33000"/>
                </a:srgbClr>
              </a:fgClr>
              <a:bgClr>
                <a:schemeClr val="bg1">
                  <a:alpha val="33000"/>
                </a:schemeClr>
              </a:bgClr>
            </a:pattFill>
            <a:ln w="19050">
              <a:solidFill>
                <a:schemeClr val="tx1"/>
              </a:solidFill>
              <a:miter lim="800000"/>
              <a:headEnd/>
              <a:tailEnd/>
            </a:ln>
            <a:effectLst/>
          </p:spPr>
          <p:txBody>
            <a:bodyPr wrap="none" anchor="ctr"/>
            <a:lstStyle/>
            <a:p>
              <a:endParaRPr lang="zh-CN" altLang="en-US"/>
            </a:p>
          </p:txBody>
        </p:sp>
      </p:grpSp>
      <p:grpSp>
        <p:nvGrpSpPr>
          <p:cNvPr id="100647" name="Group 295"/>
          <p:cNvGrpSpPr>
            <a:grpSpLocks/>
          </p:cNvGrpSpPr>
          <p:nvPr/>
        </p:nvGrpSpPr>
        <p:grpSpPr bwMode="auto">
          <a:xfrm>
            <a:off x="795338" y="3695700"/>
            <a:ext cx="7812087" cy="2441575"/>
            <a:chOff x="501" y="2328"/>
            <a:chExt cx="4921" cy="1538"/>
          </a:xfrm>
        </p:grpSpPr>
        <p:grpSp>
          <p:nvGrpSpPr>
            <p:cNvPr id="100646" name="Group 294"/>
            <p:cNvGrpSpPr>
              <a:grpSpLocks/>
            </p:cNvGrpSpPr>
            <p:nvPr/>
          </p:nvGrpSpPr>
          <p:grpSpPr bwMode="auto">
            <a:xfrm>
              <a:off x="501" y="2345"/>
              <a:ext cx="1812" cy="1485"/>
              <a:chOff x="501" y="2345"/>
              <a:chExt cx="1812" cy="1485"/>
            </a:xfrm>
          </p:grpSpPr>
          <p:graphicFrame>
            <p:nvGraphicFramePr>
              <p:cNvPr id="100380" name="Object 28"/>
              <p:cNvGraphicFramePr>
                <a:graphicFrameLocks noChangeAspect="1"/>
              </p:cNvGraphicFramePr>
              <p:nvPr/>
            </p:nvGraphicFramePr>
            <p:xfrm>
              <a:off x="501" y="3046"/>
              <a:ext cx="1812" cy="563"/>
            </p:xfrm>
            <a:graphic>
              <a:graphicData uri="http://schemas.openxmlformats.org/presentationml/2006/ole">
                <mc:AlternateContent xmlns:mc="http://schemas.openxmlformats.org/markup-compatibility/2006">
                  <mc:Choice xmlns:v="urn:schemas-microsoft-com:vml" Requires="v">
                    <p:oleObj spid="_x0000_s100855" name="公式" r:id="rId11" imgW="1307532" imgH="406224" progId="Equation.3">
                      <p:embed/>
                    </p:oleObj>
                  </mc:Choice>
                  <mc:Fallback>
                    <p:oleObj name="公式" r:id="rId11" imgW="1307532" imgH="406224" progId="Equation.3">
                      <p:embed/>
                      <p:pic>
                        <p:nvPicPr>
                          <p:cNvPr id="0" name="Picture 28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1" y="3046"/>
                            <a:ext cx="1812" cy="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382" name="Object 30"/>
              <p:cNvGraphicFramePr>
                <a:graphicFrameLocks noChangeAspect="1"/>
              </p:cNvGraphicFramePr>
              <p:nvPr/>
            </p:nvGraphicFramePr>
            <p:xfrm>
              <a:off x="501" y="3549"/>
              <a:ext cx="1073" cy="281"/>
            </p:xfrm>
            <a:graphic>
              <a:graphicData uri="http://schemas.openxmlformats.org/presentationml/2006/ole">
                <mc:AlternateContent xmlns:mc="http://schemas.openxmlformats.org/markup-compatibility/2006">
                  <mc:Choice xmlns:v="urn:schemas-microsoft-com:vml" Requires="v">
                    <p:oleObj spid="_x0000_s100856" name="公式" r:id="rId13" imgW="774364" imgH="203112" progId="Equation.3">
                      <p:embed/>
                    </p:oleObj>
                  </mc:Choice>
                  <mc:Fallback>
                    <p:oleObj name="公式" r:id="rId13" imgW="774364" imgH="203112" progId="Equation.3">
                      <p:embed/>
                      <p:pic>
                        <p:nvPicPr>
                          <p:cNvPr id="0" name="Picture 28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1" y="3549"/>
                            <a:ext cx="1073"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0401" name="Group 49"/>
              <p:cNvGrpSpPr>
                <a:grpSpLocks/>
              </p:cNvGrpSpPr>
              <p:nvPr/>
            </p:nvGrpSpPr>
            <p:grpSpPr bwMode="auto">
              <a:xfrm>
                <a:off x="584" y="2345"/>
                <a:ext cx="1467" cy="821"/>
                <a:chOff x="359" y="2400"/>
                <a:chExt cx="1660" cy="1008"/>
              </a:xfrm>
            </p:grpSpPr>
            <p:sp>
              <p:nvSpPr>
                <p:cNvPr id="100402" name="Rectangle 50" descr="浅色上对角线"/>
                <p:cNvSpPr>
                  <a:spLocks noChangeArrowheads="1"/>
                </p:cNvSpPr>
                <p:nvPr/>
              </p:nvSpPr>
              <p:spPr bwMode="auto">
                <a:xfrm>
                  <a:off x="694" y="2544"/>
                  <a:ext cx="1007" cy="256"/>
                </a:xfrm>
                <a:prstGeom prst="rect">
                  <a:avLst/>
                </a:prstGeom>
                <a:pattFill prst="ltUpDiag">
                  <a:fgClr>
                    <a:srgbClr val="009900"/>
                  </a:fgClr>
                  <a:bgClr>
                    <a:schemeClr val="bg1"/>
                  </a:bgClr>
                </a:pattFill>
                <a:ln w="19050">
                  <a:solidFill>
                    <a:schemeClr val="tx1"/>
                  </a:solidFill>
                  <a:miter lim="800000"/>
                  <a:headEnd/>
                  <a:tailEnd/>
                </a:ln>
                <a:effectLst/>
              </p:spPr>
              <p:txBody>
                <a:bodyPr wrap="none" anchor="ctr"/>
                <a:lstStyle/>
                <a:p>
                  <a:endParaRPr lang="zh-CN" altLang="en-US"/>
                </a:p>
              </p:txBody>
            </p:sp>
            <p:sp>
              <p:nvSpPr>
                <p:cNvPr id="100403" name="Rectangle 51" descr="浅色下对角线"/>
                <p:cNvSpPr>
                  <a:spLocks noChangeArrowheads="1"/>
                </p:cNvSpPr>
                <p:nvPr/>
              </p:nvSpPr>
              <p:spPr bwMode="auto">
                <a:xfrm>
                  <a:off x="694" y="2800"/>
                  <a:ext cx="1007" cy="256"/>
                </a:xfrm>
                <a:prstGeom prst="rect">
                  <a:avLst/>
                </a:prstGeom>
                <a:pattFill prst="ltDnDiag">
                  <a:fgClr>
                    <a:srgbClr val="009900"/>
                  </a:fgClr>
                  <a:bgClr>
                    <a:schemeClr val="bg1"/>
                  </a:bgClr>
                </a:pattFill>
                <a:ln w="19050">
                  <a:solidFill>
                    <a:schemeClr val="tx1"/>
                  </a:solidFill>
                  <a:miter lim="800000"/>
                  <a:headEnd/>
                  <a:tailEnd/>
                </a:ln>
                <a:effectLst/>
              </p:spPr>
              <p:txBody>
                <a:bodyPr wrap="none" anchor="ctr"/>
                <a:lstStyle/>
                <a:p>
                  <a:endParaRPr lang="zh-CN" altLang="en-US"/>
                </a:p>
              </p:txBody>
            </p:sp>
            <p:sp>
              <p:nvSpPr>
                <p:cNvPr id="100404" name="Rectangle 52" descr="浅色上对角线"/>
                <p:cNvSpPr>
                  <a:spLocks noChangeArrowheads="1"/>
                </p:cNvSpPr>
                <p:nvPr/>
              </p:nvSpPr>
              <p:spPr bwMode="auto">
                <a:xfrm>
                  <a:off x="694" y="3056"/>
                  <a:ext cx="1007" cy="256"/>
                </a:xfrm>
                <a:prstGeom prst="rect">
                  <a:avLst/>
                </a:prstGeom>
                <a:pattFill prst="ltUpDiag">
                  <a:fgClr>
                    <a:srgbClr val="009900"/>
                  </a:fgClr>
                  <a:bgClr>
                    <a:schemeClr val="bg1"/>
                  </a:bgClr>
                </a:pattFill>
                <a:ln w="19050">
                  <a:solidFill>
                    <a:schemeClr val="tx1"/>
                  </a:solidFill>
                  <a:miter lim="800000"/>
                  <a:headEnd/>
                  <a:tailEnd/>
                </a:ln>
                <a:effectLst/>
              </p:spPr>
              <p:txBody>
                <a:bodyPr wrap="none" anchor="ctr"/>
                <a:lstStyle/>
                <a:p>
                  <a:endParaRPr lang="zh-CN" altLang="en-US"/>
                </a:p>
              </p:txBody>
            </p:sp>
            <p:grpSp>
              <p:nvGrpSpPr>
                <p:cNvPr id="100405" name="Group 53"/>
                <p:cNvGrpSpPr>
                  <a:grpSpLocks/>
                </p:cNvGrpSpPr>
                <p:nvPr/>
              </p:nvGrpSpPr>
              <p:grpSpPr bwMode="auto">
                <a:xfrm>
                  <a:off x="359" y="2544"/>
                  <a:ext cx="336" cy="768"/>
                  <a:chOff x="359" y="2544"/>
                  <a:chExt cx="336" cy="768"/>
                </a:xfrm>
              </p:grpSpPr>
              <p:sp>
                <p:nvSpPr>
                  <p:cNvPr id="100406" name="Line 54"/>
                  <p:cNvSpPr>
                    <a:spLocks noChangeShapeType="1"/>
                  </p:cNvSpPr>
                  <p:nvPr/>
                </p:nvSpPr>
                <p:spPr bwMode="auto">
                  <a:xfrm flipH="1">
                    <a:off x="359" y="2544"/>
                    <a:ext cx="336" cy="0"/>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100407" name="Line 55"/>
                  <p:cNvSpPr>
                    <a:spLocks noChangeShapeType="1"/>
                  </p:cNvSpPr>
                  <p:nvPr/>
                </p:nvSpPr>
                <p:spPr bwMode="auto">
                  <a:xfrm flipH="1">
                    <a:off x="359" y="3312"/>
                    <a:ext cx="336" cy="0"/>
                  </a:xfrm>
                  <a:prstGeom prst="line">
                    <a:avLst/>
                  </a:prstGeom>
                  <a:noFill/>
                  <a:ln w="12700">
                    <a:solidFill>
                      <a:schemeClr val="tx1"/>
                    </a:solidFill>
                    <a:round/>
                    <a:headEnd type="none" w="sm" len="lg"/>
                    <a:tailEnd type="none" w="sm" len="lg"/>
                  </a:ln>
                  <a:effectLst/>
                </p:spPr>
                <p:txBody>
                  <a:bodyPr wrap="none" anchor="ctr"/>
                  <a:lstStyle/>
                  <a:p>
                    <a:endParaRPr lang="zh-CN" altLang="en-US"/>
                  </a:p>
                </p:txBody>
              </p:sp>
              <p:sp>
                <p:nvSpPr>
                  <p:cNvPr id="100408" name="Line 56"/>
                  <p:cNvSpPr>
                    <a:spLocks noChangeShapeType="1"/>
                  </p:cNvSpPr>
                  <p:nvPr/>
                </p:nvSpPr>
                <p:spPr bwMode="auto">
                  <a:xfrm>
                    <a:off x="455" y="2544"/>
                    <a:ext cx="0" cy="768"/>
                  </a:xfrm>
                  <a:prstGeom prst="line">
                    <a:avLst/>
                  </a:prstGeom>
                  <a:noFill/>
                  <a:ln w="19050">
                    <a:solidFill>
                      <a:schemeClr val="tx1"/>
                    </a:solidFill>
                    <a:prstDash val="dash"/>
                    <a:round/>
                    <a:headEnd type="triangle" w="sm" len="lg"/>
                    <a:tailEnd type="triangle" w="sm" len="lg"/>
                  </a:ln>
                  <a:effectLst/>
                </p:spPr>
                <p:txBody>
                  <a:bodyPr wrap="none" anchor="ctr"/>
                  <a:lstStyle/>
                  <a:p>
                    <a:endParaRPr lang="zh-CN" altLang="en-US"/>
                  </a:p>
                </p:txBody>
              </p:sp>
              <p:graphicFrame>
                <p:nvGraphicFramePr>
                  <p:cNvPr id="100409" name="Object 57"/>
                  <p:cNvGraphicFramePr>
                    <a:graphicFrameLocks noChangeAspect="1"/>
                  </p:cNvGraphicFramePr>
                  <p:nvPr/>
                </p:nvGraphicFramePr>
                <p:xfrm>
                  <a:off x="445" y="2736"/>
                  <a:ext cx="202" cy="314"/>
                </p:xfrm>
                <a:graphic>
                  <a:graphicData uri="http://schemas.openxmlformats.org/presentationml/2006/ole">
                    <mc:AlternateContent xmlns:mc="http://schemas.openxmlformats.org/markup-compatibility/2006">
                      <mc:Choice xmlns:v="urn:schemas-microsoft-com:vml" Requires="v">
                        <p:oleObj spid="_x0000_s100857" name="公式" r:id="rId15" imgW="164957" imgH="253780" progId="Equation.3">
                          <p:embed/>
                        </p:oleObj>
                      </mc:Choice>
                      <mc:Fallback>
                        <p:oleObj name="公式" r:id="rId15" imgW="164957" imgH="253780" progId="Equation.3">
                          <p:embed/>
                          <p:pic>
                            <p:nvPicPr>
                              <p:cNvPr id="0" name="Picture 28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5" y="2736"/>
                                <a:ext cx="202" cy="31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0410" name="Object 58"/>
                <p:cNvGraphicFramePr>
                  <a:graphicFrameLocks noChangeAspect="1"/>
                </p:cNvGraphicFramePr>
                <p:nvPr/>
              </p:nvGraphicFramePr>
              <p:xfrm>
                <a:off x="1708" y="2400"/>
                <a:ext cx="311" cy="336"/>
              </p:xfrm>
              <a:graphic>
                <a:graphicData uri="http://schemas.openxmlformats.org/presentationml/2006/ole">
                  <mc:AlternateContent xmlns:mc="http://schemas.openxmlformats.org/markup-compatibility/2006">
                    <mc:Choice xmlns:v="urn:schemas-microsoft-com:vml" Requires="v">
                      <p:oleObj spid="_x0000_s100858" name="Equation" r:id="rId16" imgW="152346" imgH="167729" progId="Equation.3">
                        <p:embed/>
                      </p:oleObj>
                    </mc:Choice>
                    <mc:Fallback>
                      <p:oleObj name="Equation" r:id="rId16" imgW="152346" imgH="167729" progId="Equation.3">
                        <p:embed/>
                        <p:pic>
                          <p:nvPicPr>
                            <p:cNvPr id="0" name="Picture 28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08" y="2400"/>
                              <a:ext cx="311"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411" name="Object 59"/>
                <p:cNvGraphicFramePr>
                  <a:graphicFrameLocks noChangeAspect="1"/>
                </p:cNvGraphicFramePr>
                <p:nvPr/>
              </p:nvGraphicFramePr>
              <p:xfrm>
                <a:off x="1704" y="3120"/>
                <a:ext cx="267" cy="288"/>
              </p:xfrm>
              <a:graphic>
                <a:graphicData uri="http://schemas.openxmlformats.org/presentationml/2006/ole">
                  <mc:AlternateContent xmlns:mc="http://schemas.openxmlformats.org/markup-compatibility/2006">
                    <mc:Choice xmlns:v="urn:schemas-microsoft-com:vml" Requires="v">
                      <p:oleObj spid="_x0000_s100859" name="Equation" r:id="rId18" imgW="152268" imgH="164957" progId="Equation.3">
                        <p:embed/>
                      </p:oleObj>
                    </mc:Choice>
                    <mc:Fallback>
                      <p:oleObj name="Equation" r:id="rId18" imgW="152268" imgH="164957" progId="Equation.3">
                        <p:embed/>
                        <p:pic>
                          <p:nvPicPr>
                            <p:cNvPr id="0" name="Picture 29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4" y="3120"/>
                              <a:ext cx="267"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00645" name="Group 293"/>
            <p:cNvGrpSpPr>
              <a:grpSpLocks/>
            </p:cNvGrpSpPr>
            <p:nvPr/>
          </p:nvGrpSpPr>
          <p:grpSpPr bwMode="auto">
            <a:xfrm>
              <a:off x="2588" y="2328"/>
              <a:ext cx="2834" cy="1538"/>
              <a:chOff x="2588" y="2216"/>
              <a:chExt cx="2834" cy="1538"/>
            </a:xfrm>
          </p:grpSpPr>
          <p:grpSp>
            <p:nvGrpSpPr>
              <p:cNvPr id="100643" name="Group 291"/>
              <p:cNvGrpSpPr>
                <a:grpSpLocks/>
              </p:cNvGrpSpPr>
              <p:nvPr/>
            </p:nvGrpSpPr>
            <p:grpSpPr bwMode="auto">
              <a:xfrm>
                <a:off x="2962" y="2713"/>
                <a:ext cx="970" cy="1041"/>
                <a:chOff x="2962" y="2713"/>
                <a:chExt cx="970" cy="1041"/>
              </a:xfrm>
            </p:grpSpPr>
            <p:graphicFrame>
              <p:nvGraphicFramePr>
                <p:cNvPr id="100556" name="Object 204"/>
                <p:cNvGraphicFramePr>
                  <a:graphicFrameLocks noChangeAspect="1"/>
                </p:cNvGraphicFramePr>
                <p:nvPr/>
              </p:nvGraphicFramePr>
              <p:xfrm>
                <a:off x="2976" y="2720"/>
                <a:ext cx="228" cy="256"/>
              </p:xfrm>
              <a:graphic>
                <a:graphicData uri="http://schemas.openxmlformats.org/presentationml/2006/ole">
                  <mc:AlternateContent xmlns:mc="http://schemas.openxmlformats.org/markup-compatibility/2006">
                    <mc:Choice xmlns:v="urn:schemas-microsoft-com:vml" Requires="v">
                      <p:oleObj spid="_x0000_s100860" name="Equation" r:id="rId19" imgW="177569" imgH="215619" progId="Equation.3">
                        <p:embed/>
                      </p:oleObj>
                    </mc:Choice>
                    <mc:Fallback>
                      <p:oleObj name="Equation" r:id="rId19" imgW="177569" imgH="215619" progId="Equation.3">
                        <p:embed/>
                        <p:pic>
                          <p:nvPicPr>
                            <p:cNvPr id="0" name="Picture 29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76" y="2720"/>
                              <a:ext cx="228" cy="25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557" name="Object 205"/>
                <p:cNvGraphicFramePr>
                  <a:graphicFrameLocks noChangeAspect="1"/>
                </p:cNvGraphicFramePr>
                <p:nvPr/>
              </p:nvGraphicFramePr>
              <p:xfrm>
                <a:off x="2962" y="3124"/>
                <a:ext cx="226" cy="236"/>
              </p:xfrm>
              <a:graphic>
                <a:graphicData uri="http://schemas.openxmlformats.org/presentationml/2006/ole">
                  <mc:AlternateContent xmlns:mc="http://schemas.openxmlformats.org/markup-compatibility/2006">
                    <mc:Choice xmlns:v="urn:schemas-microsoft-com:vml" Requires="v">
                      <p:oleObj spid="_x0000_s100861" name="Equation" r:id="rId21" imgW="190335" imgH="215713" progId="Equation.3">
                        <p:embed/>
                      </p:oleObj>
                    </mc:Choice>
                    <mc:Fallback>
                      <p:oleObj name="Equation" r:id="rId21" imgW="190335" imgH="215713" progId="Equation.3">
                        <p:embed/>
                        <p:pic>
                          <p:nvPicPr>
                            <p:cNvPr id="0" name="Picture 29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962" y="3124"/>
                              <a:ext cx="226" cy="2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558" name="Object 206"/>
                <p:cNvGraphicFramePr>
                  <a:graphicFrameLocks noChangeAspect="1"/>
                </p:cNvGraphicFramePr>
                <p:nvPr/>
              </p:nvGraphicFramePr>
              <p:xfrm>
                <a:off x="3458" y="3075"/>
                <a:ext cx="231" cy="249"/>
              </p:xfrm>
              <a:graphic>
                <a:graphicData uri="http://schemas.openxmlformats.org/presentationml/2006/ole">
                  <mc:AlternateContent xmlns:mc="http://schemas.openxmlformats.org/markup-compatibility/2006">
                    <mc:Choice xmlns:v="urn:schemas-microsoft-com:vml" Requires="v">
                      <p:oleObj spid="_x0000_s100862" name="Equation" r:id="rId23" imgW="152202" imgH="177569" progId="Equation.3">
                        <p:embed/>
                      </p:oleObj>
                    </mc:Choice>
                    <mc:Fallback>
                      <p:oleObj name="Equation" r:id="rId23" imgW="152202" imgH="177569" progId="Equation.3">
                        <p:embed/>
                        <p:pic>
                          <p:nvPicPr>
                            <p:cNvPr id="0" name="Picture 29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458" y="3075"/>
                              <a:ext cx="231"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0642" name="Group 290"/>
                <p:cNvGrpSpPr>
                  <a:grpSpLocks/>
                </p:cNvGrpSpPr>
                <p:nvPr/>
              </p:nvGrpSpPr>
              <p:grpSpPr bwMode="auto">
                <a:xfrm>
                  <a:off x="3218" y="2713"/>
                  <a:ext cx="714" cy="1041"/>
                  <a:chOff x="3218" y="2713"/>
                  <a:chExt cx="714" cy="1041"/>
                </a:xfrm>
              </p:grpSpPr>
              <p:grpSp>
                <p:nvGrpSpPr>
                  <p:cNvPr id="100560" name="Group 208"/>
                  <p:cNvGrpSpPr>
                    <a:grpSpLocks/>
                  </p:cNvGrpSpPr>
                  <p:nvPr/>
                </p:nvGrpSpPr>
                <p:grpSpPr bwMode="auto">
                  <a:xfrm>
                    <a:off x="3218" y="2713"/>
                    <a:ext cx="431" cy="1041"/>
                    <a:chOff x="3216" y="2880"/>
                    <a:chExt cx="460" cy="1204"/>
                  </a:xfrm>
                </p:grpSpPr>
                <p:sp>
                  <p:nvSpPr>
                    <p:cNvPr id="100561" name="Freeform 209" descr="浅色上对角线"/>
                    <p:cNvSpPr>
                      <a:spLocks/>
                    </p:cNvSpPr>
                    <p:nvPr/>
                  </p:nvSpPr>
                  <p:spPr bwMode="auto">
                    <a:xfrm>
                      <a:off x="3230" y="3388"/>
                      <a:ext cx="280" cy="686"/>
                    </a:xfrm>
                    <a:custGeom>
                      <a:avLst/>
                      <a:gdLst/>
                      <a:ahLst/>
                      <a:cxnLst>
                        <a:cxn ang="0">
                          <a:pos x="0" y="0"/>
                        </a:cxn>
                        <a:cxn ang="0">
                          <a:pos x="280" y="668"/>
                        </a:cxn>
                        <a:cxn ang="0">
                          <a:pos x="200" y="686"/>
                        </a:cxn>
                        <a:cxn ang="0">
                          <a:pos x="20" y="244"/>
                        </a:cxn>
                        <a:cxn ang="0">
                          <a:pos x="0" y="0"/>
                        </a:cxn>
                      </a:cxnLst>
                      <a:rect l="0" t="0" r="r" b="b"/>
                      <a:pathLst>
                        <a:path w="280" h="686">
                          <a:moveTo>
                            <a:pt x="0" y="0"/>
                          </a:moveTo>
                          <a:lnTo>
                            <a:pt x="280" y="668"/>
                          </a:lnTo>
                          <a:lnTo>
                            <a:pt x="200" y="686"/>
                          </a:lnTo>
                          <a:lnTo>
                            <a:pt x="20" y="244"/>
                          </a:lnTo>
                          <a:lnTo>
                            <a:pt x="0" y="0"/>
                          </a:lnTo>
                          <a:close/>
                        </a:path>
                      </a:pathLst>
                    </a:custGeom>
                    <a:pattFill prst="ltUpDiag">
                      <a:fgClr>
                        <a:srgbClr val="009900"/>
                      </a:fgClr>
                      <a:bgClr>
                        <a:schemeClr val="bg1"/>
                      </a:bgClr>
                    </a:pattFill>
                    <a:ln w="9525" cap="flat" cmpd="sng">
                      <a:noFill/>
                      <a:prstDash val="solid"/>
                      <a:round/>
                      <a:headEnd type="none" w="med" len="med"/>
                      <a:tailEnd type="none" w="sm" len="lg"/>
                    </a:ln>
                    <a:effectLst/>
                  </p:spPr>
                  <p:txBody>
                    <a:bodyPr wrap="none"/>
                    <a:lstStyle/>
                    <a:p>
                      <a:endParaRPr lang="zh-CN" altLang="en-US"/>
                    </a:p>
                  </p:txBody>
                </p:sp>
                <p:sp>
                  <p:nvSpPr>
                    <p:cNvPr id="100562" name="Freeform 210" descr="浅色上对角线"/>
                    <p:cNvSpPr>
                      <a:spLocks/>
                    </p:cNvSpPr>
                    <p:nvPr/>
                  </p:nvSpPr>
                  <p:spPr bwMode="auto">
                    <a:xfrm>
                      <a:off x="3216" y="2888"/>
                      <a:ext cx="460" cy="1124"/>
                    </a:xfrm>
                    <a:custGeom>
                      <a:avLst/>
                      <a:gdLst/>
                      <a:ahLst/>
                      <a:cxnLst>
                        <a:cxn ang="0">
                          <a:pos x="12" y="0"/>
                        </a:cxn>
                        <a:cxn ang="0">
                          <a:pos x="460" y="1084"/>
                        </a:cxn>
                        <a:cxn ang="0">
                          <a:pos x="380" y="1124"/>
                        </a:cxn>
                        <a:cxn ang="0">
                          <a:pos x="0" y="259"/>
                        </a:cxn>
                        <a:cxn ang="0">
                          <a:pos x="12" y="0"/>
                        </a:cxn>
                      </a:cxnLst>
                      <a:rect l="0" t="0" r="r" b="b"/>
                      <a:pathLst>
                        <a:path w="460" h="1124">
                          <a:moveTo>
                            <a:pt x="12" y="0"/>
                          </a:moveTo>
                          <a:lnTo>
                            <a:pt x="460" y="1084"/>
                          </a:lnTo>
                          <a:lnTo>
                            <a:pt x="380" y="1124"/>
                          </a:lnTo>
                          <a:lnTo>
                            <a:pt x="0" y="259"/>
                          </a:lnTo>
                          <a:lnTo>
                            <a:pt x="12" y="0"/>
                          </a:lnTo>
                          <a:close/>
                        </a:path>
                      </a:pathLst>
                    </a:custGeom>
                    <a:pattFill prst="ltUpDiag">
                      <a:fgClr>
                        <a:srgbClr val="009900"/>
                      </a:fgClr>
                      <a:bgClr>
                        <a:schemeClr val="bg1"/>
                      </a:bgClr>
                    </a:pattFill>
                    <a:ln w="12700" cap="flat" cmpd="sng">
                      <a:solidFill>
                        <a:schemeClr val="tx1"/>
                      </a:solidFill>
                      <a:prstDash val="solid"/>
                      <a:round/>
                      <a:headEnd type="none" w="med" len="med"/>
                      <a:tailEnd type="none" w="sm" len="lg"/>
                    </a:ln>
                    <a:effectLst/>
                  </p:spPr>
                  <p:txBody>
                    <a:bodyPr wrap="none"/>
                    <a:lstStyle/>
                    <a:p>
                      <a:endParaRPr lang="zh-CN" altLang="en-US"/>
                    </a:p>
                  </p:txBody>
                </p:sp>
                <p:sp>
                  <p:nvSpPr>
                    <p:cNvPr id="100563" name="Freeform 211" descr="浅色横线"/>
                    <p:cNvSpPr>
                      <a:spLocks/>
                    </p:cNvSpPr>
                    <p:nvPr/>
                  </p:nvSpPr>
                  <p:spPr bwMode="auto">
                    <a:xfrm>
                      <a:off x="3230" y="3152"/>
                      <a:ext cx="376" cy="892"/>
                    </a:xfrm>
                    <a:custGeom>
                      <a:avLst/>
                      <a:gdLst/>
                      <a:ahLst/>
                      <a:cxnLst>
                        <a:cxn ang="0">
                          <a:pos x="0" y="0"/>
                        </a:cxn>
                        <a:cxn ang="0">
                          <a:pos x="376" y="864"/>
                        </a:cxn>
                        <a:cxn ang="0">
                          <a:pos x="274" y="892"/>
                        </a:cxn>
                        <a:cxn ang="0">
                          <a:pos x="48" y="344"/>
                        </a:cxn>
                        <a:cxn ang="0">
                          <a:pos x="0" y="240"/>
                        </a:cxn>
                        <a:cxn ang="0">
                          <a:pos x="0" y="0"/>
                        </a:cxn>
                      </a:cxnLst>
                      <a:rect l="0" t="0" r="r" b="b"/>
                      <a:pathLst>
                        <a:path w="376" h="892">
                          <a:moveTo>
                            <a:pt x="0" y="0"/>
                          </a:moveTo>
                          <a:lnTo>
                            <a:pt x="376" y="864"/>
                          </a:lnTo>
                          <a:lnTo>
                            <a:pt x="274" y="892"/>
                          </a:lnTo>
                          <a:lnTo>
                            <a:pt x="48" y="344"/>
                          </a:lnTo>
                          <a:lnTo>
                            <a:pt x="0" y="240"/>
                          </a:lnTo>
                          <a:lnTo>
                            <a:pt x="0" y="0"/>
                          </a:lnTo>
                          <a:close/>
                        </a:path>
                      </a:pathLst>
                    </a:custGeom>
                    <a:pattFill prst="ltHorz">
                      <a:fgClr>
                        <a:srgbClr val="008000"/>
                      </a:fgClr>
                      <a:bgClr>
                        <a:schemeClr val="bg1"/>
                      </a:bgClr>
                    </a:pattFill>
                    <a:ln w="9525" cap="flat" cmpd="sng">
                      <a:noFill/>
                      <a:prstDash val="solid"/>
                      <a:round/>
                      <a:headEnd type="none" w="med" len="med"/>
                      <a:tailEnd type="none" w="sm" len="lg"/>
                    </a:ln>
                    <a:effectLst/>
                  </p:spPr>
                  <p:txBody>
                    <a:bodyPr wrap="none"/>
                    <a:lstStyle/>
                    <a:p>
                      <a:endParaRPr lang="zh-CN" altLang="en-US"/>
                    </a:p>
                  </p:txBody>
                </p:sp>
                <p:grpSp>
                  <p:nvGrpSpPr>
                    <p:cNvPr id="100564" name="Group 212"/>
                    <p:cNvGrpSpPr>
                      <a:grpSpLocks/>
                    </p:cNvGrpSpPr>
                    <p:nvPr/>
                  </p:nvGrpSpPr>
                  <p:grpSpPr bwMode="auto">
                    <a:xfrm>
                      <a:off x="3216" y="2880"/>
                      <a:ext cx="460" cy="1204"/>
                      <a:chOff x="3236" y="2880"/>
                      <a:chExt cx="460" cy="1204"/>
                    </a:xfrm>
                  </p:grpSpPr>
                  <p:sp>
                    <p:nvSpPr>
                      <p:cNvPr id="100565" name="Freeform 213" descr="宽上对角线"/>
                      <p:cNvSpPr>
                        <a:spLocks/>
                      </p:cNvSpPr>
                      <p:nvPr/>
                    </p:nvSpPr>
                    <p:spPr bwMode="auto">
                      <a:xfrm>
                        <a:off x="3252" y="3624"/>
                        <a:ext cx="188" cy="460"/>
                      </a:xfrm>
                      <a:custGeom>
                        <a:avLst/>
                        <a:gdLst/>
                        <a:ahLst/>
                        <a:cxnLst>
                          <a:cxn ang="0">
                            <a:pos x="0" y="0"/>
                          </a:cxn>
                          <a:cxn ang="0">
                            <a:pos x="188" y="460"/>
                          </a:cxn>
                        </a:cxnLst>
                        <a:rect l="0" t="0" r="r" b="b"/>
                        <a:pathLst>
                          <a:path w="188" h="460">
                            <a:moveTo>
                              <a:pt x="0" y="0"/>
                            </a:moveTo>
                            <a:lnTo>
                              <a:pt x="188" y="460"/>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0566" name="Freeform 214" descr="宽上对角线"/>
                      <p:cNvSpPr>
                        <a:spLocks/>
                      </p:cNvSpPr>
                      <p:nvPr/>
                    </p:nvSpPr>
                    <p:spPr bwMode="auto">
                      <a:xfrm>
                        <a:off x="3252" y="2880"/>
                        <a:ext cx="444" cy="1092"/>
                      </a:xfrm>
                      <a:custGeom>
                        <a:avLst/>
                        <a:gdLst/>
                        <a:ahLst/>
                        <a:cxnLst>
                          <a:cxn ang="0">
                            <a:pos x="0" y="0"/>
                          </a:cxn>
                          <a:cxn ang="0">
                            <a:pos x="444" y="1092"/>
                          </a:cxn>
                        </a:cxnLst>
                        <a:rect l="0" t="0" r="r" b="b"/>
                        <a:pathLst>
                          <a:path w="444" h="1092">
                            <a:moveTo>
                              <a:pt x="0" y="0"/>
                            </a:moveTo>
                            <a:lnTo>
                              <a:pt x="444" y="1092"/>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0567" name="Freeform 215" descr="宽上对角线"/>
                      <p:cNvSpPr>
                        <a:spLocks/>
                      </p:cNvSpPr>
                      <p:nvPr/>
                    </p:nvSpPr>
                    <p:spPr bwMode="auto">
                      <a:xfrm>
                        <a:off x="3236" y="3122"/>
                        <a:ext cx="380" cy="890"/>
                      </a:xfrm>
                      <a:custGeom>
                        <a:avLst/>
                        <a:gdLst/>
                        <a:ahLst/>
                        <a:cxnLst>
                          <a:cxn ang="0">
                            <a:pos x="0" y="0"/>
                          </a:cxn>
                          <a:cxn ang="0">
                            <a:pos x="380" y="890"/>
                          </a:cxn>
                        </a:cxnLst>
                        <a:rect l="0" t="0" r="r" b="b"/>
                        <a:pathLst>
                          <a:path w="380" h="890">
                            <a:moveTo>
                              <a:pt x="0" y="0"/>
                            </a:moveTo>
                            <a:lnTo>
                              <a:pt x="380" y="890"/>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0568" name="Freeform 216" descr="宽上对角线"/>
                      <p:cNvSpPr>
                        <a:spLocks/>
                      </p:cNvSpPr>
                      <p:nvPr/>
                    </p:nvSpPr>
                    <p:spPr bwMode="auto">
                      <a:xfrm>
                        <a:off x="3236" y="3374"/>
                        <a:ext cx="280" cy="676"/>
                      </a:xfrm>
                      <a:custGeom>
                        <a:avLst/>
                        <a:gdLst/>
                        <a:ahLst/>
                        <a:cxnLst>
                          <a:cxn ang="0">
                            <a:pos x="0" y="0"/>
                          </a:cxn>
                          <a:cxn ang="0">
                            <a:pos x="280" y="676"/>
                          </a:cxn>
                        </a:cxnLst>
                        <a:rect l="0" t="0" r="r" b="b"/>
                        <a:pathLst>
                          <a:path w="280" h="676">
                            <a:moveTo>
                              <a:pt x="0" y="0"/>
                            </a:moveTo>
                            <a:lnTo>
                              <a:pt x="280" y="676"/>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grpSp>
              </p:grpSp>
              <p:grpSp>
                <p:nvGrpSpPr>
                  <p:cNvPr id="100641" name="Group 289"/>
                  <p:cNvGrpSpPr>
                    <a:grpSpLocks/>
                  </p:cNvGrpSpPr>
                  <p:nvPr/>
                </p:nvGrpSpPr>
                <p:grpSpPr bwMode="auto">
                  <a:xfrm>
                    <a:off x="3238" y="3416"/>
                    <a:ext cx="602" cy="191"/>
                    <a:chOff x="3238" y="3416"/>
                    <a:chExt cx="602" cy="191"/>
                  </a:xfrm>
                </p:grpSpPr>
                <p:sp>
                  <p:nvSpPr>
                    <p:cNvPr id="100570" name="Freeform 218"/>
                    <p:cNvSpPr>
                      <a:spLocks/>
                    </p:cNvSpPr>
                    <p:nvPr/>
                  </p:nvSpPr>
                  <p:spPr bwMode="auto">
                    <a:xfrm rot="-277321">
                      <a:off x="3238" y="3534"/>
                      <a:ext cx="272" cy="73"/>
                    </a:xfrm>
                    <a:custGeom>
                      <a:avLst/>
                      <a:gdLst/>
                      <a:ahLst/>
                      <a:cxnLst>
                        <a:cxn ang="0">
                          <a:pos x="0" y="132"/>
                        </a:cxn>
                        <a:cxn ang="0">
                          <a:pos x="340" y="0"/>
                        </a:cxn>
                      </a:cxnLst>
                      <a:rect l="0" t="0" r="r" b="b"/>
                      <a:pathLst>
                        <a:path w="340" h="132">
                          <a:moveTo>
                            <a:pt x="0" y="132"/>
                          </a:moveTo>
                          <a:lnTo>
                            <a:pt x="340" y="0"/>
                          </a:lnTo>
                        </a:path>
                      </a:pathLst>
                    </a:custGeom>
                    <a:noFill/>
                    <a:ln w="38100">
                      <a:solidFill>
                        <a:srgbClr val="FF0000"/>
                      </a:solidFill>
                      <a:round/>
                      <a:headEnd/>
                      <a:tailEnd type="triangle" w="sm" len="lg"/>
                    </a:ln>
                    <a:effectLst/>
                  </p:spPr>
                  <p:txBody>
                    <a:bodyPr wrap="none" anchor="ctr"/>
                    <a:lstStyle/>
                    <a:p>
                      <a:endParaRPr lang="zh-CN" altLang="en-US"/>
                    </a:p>
                  </p:txBody>
                </p:sp>
                <p:sp>
                  <p:nvSpPr>
                    <p:cNvPr id="100571" name="Freeform 219"/>
                    <p:cNvSpPr>
                      <a:spLocks/>
                    </p:cNvSpPr>
                    <p:nvPr/>
                  </p:nvSpPr>
                  <p:spPr bwMode="auto">
                    <a:xfrm rot="-180394">
                      <a:off x="3567" y="3416"/>
                      <a:ext cx="273" cy="75"/>
                    </a:xfrm>
                    <a:custGeom>
                      <a:avLst/>
                      <a:gdLst/>
                      <a:ahLst/>
                      <a:cxnLst>
                        <a:cxn ang="0">
                          <a:pos x="308" y="0"/>
                        </a:cxn>
                        <a:cxn ang="0">
                          <a:pos x="0" y="120"/>
                        </a:cxn>
                      </a:cxnLst>
                      <a:rect l="0" t="0" r="r" b="b"/>
                      <a:pathLst>
                        <a:path w="308" h="120">
                          <a:moveTo>
                            <a:pt x="308" y="0"/>
                          </a:moveTo>
                          <a:lnTo>
                            <a:pt x="0" y="120"/>
                          </a:lnTo>
                        </a:path>
                      </a:pathLst>
                    </a:custGeom>
                    <a:noFill/>
                    <a:ln w="38100">
                      <a:solidFill>
                        <a:srgbClr val="FF0000"/>
                      </a:solidFill>
                      <a:round/>
                      <a:headEnd/>
                      <a:tailEnd type="triangle" w="sm" len="lg"/>
                    </a:ln>
                    <a:effectLst/>
                  </p:spPr>
                  <p:txBody>
                    <a:bodyPr wrap="none" anchor="ctr"/>
                    <a:lstStyle/>
                    <a:p>
                      <a:endParaRPr lang="zh-CN" altLang="en-US"/>
                    </a:p>
                  </p:txBody>
                </p:sp>
              </p:grpSp>
              <p:graphicFrame>
                <p:nvGraphicFramePr>
                  <p:cNvPr id="100572" name="Object 220"/>
                  <p:cNvGraphicFramePr>
                    <a:graphicFrameLocks noChangeAspect="1"/>
                  </p:cNvGraphicFramePr>
                  <p:nvPr/>
                </p:nvGraphicFramePr>
                <p:xfrm>
                  <a:off x="3632" y="3523"/>
                  <a:ext cx="300" cy="197"/>
                </p:xfrm>
                <a:graphic>
                  <a:graphicData uri="http://schemas.openxmlformats.org/presentationml/2006/ole">
                    <mc:AlternateContent xmlns:mc="http://schemas.openxmlformats.org/markup-compatibility/2006">
                      <mc:Choice xmlns:v="urn:schemas-microsoft-com:vml" Requires="v">
                        <p:oleObj spid="_x0000_s100863" name="Equation" r:id="rId25" imgW="5844607" imgH="3406033" progId="Equation.3">
                          <p:embed/>
                        </p:oleObj>
                      </mc:Choice>
                      <mc:Fallback>
                        <p:oleObj name="Equation" r:id="rId25" imgW="5844607" imgH="3406033" progId="Equation.3">
                          <p:embed/>
                          <p:pic>
                            <p:nvPicPr>
                              <p:cNvPr id="0" name="Picture 29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632" y="3523"/>
                                <a:ext cx="300"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
            <p:nvSpPr>
              <p:cNvPr id="100601" name="Line 249"/>
              <p:cNvSpPr>
                <a:spLocks noChangeShapeType="1"/>
              </p:cNvSpPr>
              <p:nvPr/>
            </p:nvSpPr>
            <p:spPr bwMode="auto">
              <a:xfrm rot="21516739" flipV="1">
                <a:off x="3163" y="2464"/>
                <a:ext cx="981" cy="246"/>
              </a:xfrm>
              <a:prstGeom prst="line">
                <a:avLst/>
              </a:prstGeom>
              <a:noFill/>
              <a:ln w="19050">
                <a:solidFill>
                  <a:srgbClr val="0000FF"/>
                </a:solidFill>
                <a:round/>
                <a:headEnd/>
                <a:tailEnd/>
              </a:ln>
              <a:effectLst/>
            </p:spPr>
            <p:txBody>
              <a:bodyPr wrap="none" anchor="ctr"/>
              <a:lstStyle/>
              <a:p>
                <a:endParaRPr lang="zh-CN" altLang="en-US"/>
              </a:p>
            </p:txBody>
          </p:sp>
          <p:sp>
            <p:nvSpPr>
              <p:cNvPr id="100602" name="Line 250"/>
              <p:cNvSpPr>
                <a:spLocks noChangeShapeType="1"/>
              </p:cNvSpPr>
              <p:nvPr/>
            </p:nvSpPr>
            <p:spPr bwMode="auto">
              <a:xfrm rot="21516739" flipV="1">
                <a:off x="3169" y="2681"/>
                <a:ext cx="1036" cy="261"/>
              </a:xfrm>
              <a:prstGeom prst="line">
                <a:avLst/>
              </a:prstGeom>
              <a:noFill/>
              <a:ln w="19050">
                <a:solidFill>
                  <a:srgbClr val="0000FF"/>
                </a:solidFill>
                <a:round/>
                <a:headEnd/>
                <a:tailEnd/>
              </a:ln>
              <a:effectLst/>
            </p:spPr>
            <p:txBody>
              <a:bodyPr wrap="none" anchor="ctr"/>
              <a:lstStyle/>
              <a:p>
                <a:endParaRPr lang="zh-CN" altLang="en-US"/>
              </a:p>
            </p:txBody>
          </p:sp>
          <p:sp>
            <p:nvSpPr>
              <p:cNvPr id="100603" name="Line 251"/>
              <p:cNvSpPr>
                <a:spLocks noChangeShapeType="1"/>
              </p:cNvSpPr>
              <p:nvPr/>
            </p:nvSpPr>
            <p:spPr bwMode="auto">
              <a:xfrm rot="21516739" flipV="1">
                <a:off x="3174" y="2897"/>
                <a:ext cx="1036" cy="261"/>
              </a:xfrm>
              <a:prstGeom prst="line">
                <a:avLst/>
              </a:prstGeom>
              <a:noFill/>
              <a:ln w="19050">
                <a:solidFill>
                  <a:srgbClr val="0000FF"/>
                </a:solidFill>
                <a:round/>
                <a:headEnd/>
                <a:tailEnd/>
              </a:ln>
              <a:effectLst/>
            </p:spPr>
            <p:txBody>
              <a:bodyPr wrap="none" anchor="ctr"/>
              <a:lstStyle/>
              <a:p>
                <a:endParaRPr lang="zh-CN" altLang="en-US"/>
              </a:p>
            </p:txBody>
          </p:sp>
          <p:sp>
            <p:nvSpPr>
              <p:cNvPr id="100604" name="Line 252"/>
              <p:cNvSpPr>
                <a:spLocks noChangeShapeType="1"/>
              </p:cNvSpPr>
              <p:nvPr/>
            </p:nvSpPr>
            <p:spPr bwMode="auto">
              <a:xfrm rot="21516739" flipV="1">
                <a:off x="3179" y="3114"/>
                <a:ext cx="1036" cy="261"/>
              </a:xfrm>
              <a:prstGeom prst="line">
                <a:avLst/>
              </a:prstGeom>
              <a:noFill/>
              <a:ln w="19050">
                <a:solidFill>
                  <a:srgbClr val="0000FF"/>
                </a:solidFill>
                <a:round/>
                <a:headEnd/>
                <a:tailEnd/>
              </a:ln>
              <a:effectLst/>
            </p:spPr>
            <p:txBody>
              <a:bodyPr wrap="none" anchor="ctr"/>
              <a:lstStyle/>
              <a:p>
                <a:endParaRPr lang="zh-CN" altLang="en-US"/>
              </a:p>
            </p:txBody>
          </p:sp>
          <p:sp>
            <p:nvSpPr>
              <p:cNvPr id="100606" name="Line 254"/>
              <p:cNvSpPr>
                <a:spLocks noChangeShapeType="1"/>
              </p:cNvSpPr>
              <p:nvPr/>
            </p:nvSpPr>
            <p:spPr bwMode="auto">
              <a:xfrm>
                <a:off x="4208" y="2672"/>
                <a:ext cx="944" cy="0"/>
              </a:xfrm>
              <a:prstGeom prst="line">
                <a:avLst/>
              </a:prstGeom>
              <a:noFill/>
              <a:ln w="19050">
                <a:solidFill>
                  <a:srgbClr val="0000FF"/>
                </a:solidFill>
                <a:round/>
                <a:headEnd/>
                <a:tailEnd/>
              </a:ln>
              <a:effectLst/>
            </p:spPr>
            <p:txBody>
              <a:bodyPr wrap="none" anchor="ctr"/>
              <a:lstStyle/>
              <a:p>
                <a:endParaRPr lang="zh-CN" altLang="en-US"/>
              </a:p>
            </p:txBody>
          </p:sp>
          <p:sp>
            <p:nvSpPr>
              <p:cNvPr id="100607" name="Line 255"/>
              <p:cNvSpPr>
                <a:spLocks noChangeShapeType="1"/>
              </p:cNvSpPr>
              <p:nvPr/>
            </p:nvSpPr>
            <p:spPr bwMode="auto">
              <a:xfrm flipV="1">
                <a:off x="4208" y="2672"/>
                <a:ext cx="944" cy="202"/>
              </a:xfrm>
              <a:prstGeom prst="line">
                <a:avLst/>
              </a:prstGeom>
              <a:noFill/>
              <a:ln w="19050">
                <a:solidFill>
                  <a:srgbClr val="0000FF"/>
                </a:solidFill>
                <a:round/>
                <a:headEnd/>
                <a:tailEnd/>
              </a:ln>
              <a:effectLst/>
            </p:spPr>
            <p:txBody>
              <a:bodyPr wrap="none" anchor="ctr"/>
              <a:lstStyle/>
              <a:p>
                <a:endParaRPr lang="zh-CN" altLang="en-US"/>
              </a:p>
            </p:txBody>
          </p:sp>
          <p:sp>
            <p:nvSpPr>
              <p:cNvPr id="100608" name="Line 256"/>
              <p:cNvSpPr>
                <a:spLocks noChangeShapeType="1"/>
              </p:cNvSpPr>
              <p:nvPr/>
            </p:nvSpPr>
            <p:spPr bwMode="auto">
              <a:xfrm>
                <a:off x="4163" y="2465"/>
                <a:ext cx="989" cy="207"/>
              </a:xfrm>
              <a:prstGeom prst="line">
                <a:avLst/>
              </a:prstGeom>
              <a:noFill/>
              <a:ln w="19050">
                <a:solidFill>
                  <a:srgbClr val="0000FF"/>
                </a:solidFill>
                <a:round/>
                <a:headEnd/>
                <a:tailEnd/>
              </a:ln>
              <a:effectLst/>
            </p:spPr>
            <p:txBody>
              <a:bodyPr wrap="none" anchor="ctr"/>
              <a:lstStyle/>
              <a:p>
                <a:endParaRPr lang="zh-CN" altLang="en-US"/>
              </a:p>
            </p:txBody>
          </p:sp>
          <p:sp>
            <p:nvSpPr>
              <p:cNvPr id="100609" name="Line 257"/>
              <p:cNvSpPr>
                <a:spLocks noChangeShapeType="1"/>
              </p:cNvSpPr>
              <p:nvPr/>
            </p:nvSpPr>
            <p:spPr bwMode="auto">
              <a:xfrm flipV="1">
                <a:off x="4208" y="2672"/>
                <a:ext cx="944" cy="415"/>
              </a:xfrm>
              <a:prstGeom prst="line">
                <a:avLst/>
              </a:prstGeom>
              <a:noFill/>
              <a:ln w="19050">
                <a:solidFill>
                  <a:srgbClr val="0000FF"/>
                </a:solidFill>
                <a:round/>
                <a:headEnd/>
                <a:tailEnd/>
              </a:ln>
              <a:effectLst/>
            </p:spPr>
            <p:txBody>
              <a:bodyPr wrap="none" anchor="ctr"/>
              <a:lstStyle/>
              <a:p>
                <a:endParaRPr lang="zh-CN" altLang="en-US"/>
              </a:p>
            </p:txBody>
          </p:sp>
          <p:sp>
            <p:nvSpPr>
              <p:cNvPr id="100610" name="Line 258"/>
              <p:cNvSpPr>
                <a:spLocks noChangeShapeType="1"/>
              </p:cNvSpPr>
              <p:nvPr/>
            </p:nvSpPr>
            <p:spPr bwMode="auto">
              <a:xfrm>
                <a:off x="2678" y="3046"/>
                <a:ext cx="2744" cy="0"/>
              </a:xfrm>
              <a:prstGeom prst="line">
                <a:avLst/>
              </a:prstGeom>
              <a:noFill/>
              <a:ln w="19050">
                <a:solidFill>
                  <a:schemeClr val="tx1"/>
                </a:solidFill>
                <a:prstDash val="lgDashDot"/>
                <a:round/>
                <a:headEnd type="none" w="sm" len="lg"/>
                <a:tailEnd type="none" w="sm" len="lg"/>
              </a:ln>
              <a:effectLst/>
            </p:spPr>
            <p:txBody>
              <a:bodyPr wrap="none" anchor="ctr"/>
              <a:lstStyle/>
              <a:p>
                <a:endParaRPr lang="zh-CN" altLang="en-US"/>
              </a:p>
            </p:txBody>
          </p:sp>
          <p:sp>
            <p:nvSpPr>
              <p:cNvPr id="100611" name="Rectangle 259"/>
              <p:cNvSpPr>
                <a:spLocks noChangeArrowheads="1"/>
              </p:cNvSpPr>
              <p:nvPr/>
            </p:nvSpPr>
            <p:spPr bwMode="auto">
              <a:xfrm>
                <a:off x="5136" y="2216"/>
                <a:ext cx="32" cy="1535"/>
              </a:xfrm>
              <a:prstGeom prst="rect">
                <a:avLst/>
              </a:prstGeom>
              <a:gradFill rotWithShape="0">
                <a:gsLst>
                  <a:gs pos="0">
                    <a:schemeClr val="bg1"/>
                  </a:gs>
                  <a:gs pos="100000">
                    <a:schemeClr val="bg1">
                      <a:gamma/>
                      <a:shade val="0"/>
                      <a:invGamma/>
                    </a:schemeClr>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0612" name="Object 260"/>
              <p:cNvGraphicFramePr>
                <a:graphicFrameLocks noChangeAspect="1"/>
              </p:cNvGraphicFramePr>
              <p:nvPr/>
            </p:nvGraphicFramePr>
            <p:xfrm>
              <a:off x="5212" y="3053"/>
              <a:ext cx="165" cy="200"/>
            </p:xfrm>
            <a:graphic>
              <a:graphicData uri="http://schemas.openxmlformats.org/presentationml/2006/ole">
                <mc:AlternateContent xmlns:mc="http://schemas.openxmlformats.org/markup-compatibility/2006">
                  <mc:Choice xmlns:v="urn:schemas-microsoft-com:vml" Requires="v">
                    <p:oleObj spid="_x0000_s100864" name="Equation" r:id="rId27" imgW="164957" imgH="190335" progId="Equation.3">
                      <p:embed/>
                    </p:oleObj>
                  </mc:Choice>
                  <mc:Fallback>
                    <p:oleObj name="Equation" r:id="rId27" imgW="164957" imgH="190335" progId="Equation.3">
                      <p:embed/>
                      <p:pic>
                        <p:nvPicPr>
                          <p:cNvPr id="0" name="Picture 29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12" y="3053"/>
                            <a:ext cx="165"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613" name="Rectangle 261"/>
              <p:cNvSpPr>
                <a:spLocks noChangeArrowheads="1"/>
              </p:cNvSpPr>
              <p:nvPr/>
            </p:nvSpPr>
            <p:spPr bwMode="auto">
              <a:xfrm>
                <a:off x="3162" y="2383"/>
                <a:ext cx="56" cy="331"/>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sp>
            <p:nvSpPr>
              <p:cNvPr id="100614" name="Rectangle 262"/>
              <p:cNvSpPr>
                <a:spLocks noChangeArrowheads="1"/>
              </p:cNvSpPr>
              <p:nvPr/>
            </p:nvSpPr>
            <p:spPr bwMode="auto">
              <a:xfrm>
                <a:off x="3169" y="3378"/>
                <a:ext cx="49" cy="306"/>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0615" name="Object 263"/>
              <p:cNvGraphicFramePr>
                <a:graphicFrameLocks noChangeAspect="1"/>
              </p:cNvGraphicFramePr>
              <p:nvPr/>
            </p:nvGraphicFramePr>
            <p:xfrm>
              <a:off x="5152" y="2423"/>
              <a:ext cx="270" cy="332"/>
            </p:xfrm>
            <a:graphic>
              <a:graphicData uri="http://schemas.openxmlformats.org/presentationml/2006/ole">
                <mc:AlternateContent xmlns:mc="http://schemas.openxmlformats.org/markup-compatibility/2006">
                  <mc:Choice xmlns:v="urn:schemas-microsoft-com:vml" Requires="v">
                    <p:oleObj spid="_x0000_s100865" name="Equation" r:id="rId29" imgW="152268" imgH="203024" progId="Equation.3">
                      <p:embed/>
                    </p:oleObj>
                  </mc:Choice>
                  <mc:Fallback>
                    <p:oleObj name="Equation" r:id="rId29" imgW="152268" imgH="203024" progId="Equation.3">
                      <p:embed/>
                      <p:pic>
                        <p:nvPicPr>
                          <p:cNvPr id="0" name="Picture 29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52" y="2423"/>
                            <a:ext cx="270"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616" name="Object 264"/>
              <p:cNvGraphicFramePr>
                <a:graphicFrameLocks noChangeAspect="1"/>
              </p:cNvGraphicFramePr>
              <p:nvPr/>
            </p:nvGraphicFramePr>
            <p:xfrm>
              <a:off x="2881" y="2423"/>
              <a:ext cx="292" cy="291"/>
            </p:xfrm>
            <a:graphic>
              <a:graphicData uri="http://schemas.openxmlformats.org/presentationml/2006/ole">
                <mc:AlternateContent xmlns:mc="http://schemas.openxmlformats.org/markup-compatibility/2006">
                  <mc:Choice xmlns:v="urn:schemas-microsoft-com:vml" Requires="v">
                    <p:oleObj spid="_x0000_s100866" name="Equation" r:id="rId31" imgW="152268" imgH="164957" progId="Equation.3">
                      <p:embed/>
                    </p:oleObj>
                  </mc:Choice>
                  <mc:Fallback>
                    <p:oleObj name="Equation" r:id="rId31" imgW="152268" imgH="164957" progId="Equation.3">
                      <p:embed/>
                      <p:pic>
                        <p:nvPicPr>
                          <p:cNvPr id="0" name="Picture 29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881" y="2423"/>
                            <a:ext cx="292"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617" name="Object 265"/>
              <p:cNvGraphicFramePr>
                <a:graphicFrameLocks noChangeAspect="1"/>
              </p:cNvGraphicFramePr>
              <p:nvPr/>
            </p:nvGraphicFramePr>
            <p:xfrm>
              <a:off x="2858" y="3336"/>
              <a:ext cx="295" cy="294"/>
            </p:xfrm>
            <a:graphic>
              <a:graphicData uri="http://schemas.openxmlformats.org/presentationml/2006/ole">
                <mc:AlternateContent xmlns:mc="http://schemas.openxmlformats.org/markup-compatibility/2006">
                  <mc:Choice xmlns:v="urn:schemas-microsoft-com:vml" Requires="v">
                    <p:oleObj spid="_x0000_s100867" name="Equation" r:id="rId33" imgW="152268" imgH="164957" progId="Equation.3">
                      <p:embed/>
                    </p:oleObj>
                  </mc:Choice>
                  <mc:Fallback>
                    <p:oleObj name="Equation" r:id="rId33" imgW="152268" imgH="164957" progId="Equation.3">
                      <p:embed/>
                      <p:pic>
                        <p:nvPicPr>
                          <p:cNvPr id="0" name="Picture 29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58" y="3336"/>
                            <a:ext cx="295"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618" name="Line 266"/>
              <p:cNvSpPr>
                <a:spLocks noChangeShapeType="1"/>
              </p:cNvSpPr>
              <p:nvPr/>
            </p:nvSpPr>
            <p:spPr bwMode="auto">
              <a:xfrm>
                <a:off x="3218" y="2714"/>
                <a:ext cx="675" cy="0"/>
              </a:xfrm>
              <a:prstGeom prst="line">
                <a:avLst/>
              </a:prstGeom>
              <a:noFill/>
              <a:ln w="9525">
                <a:solidFill>
                  <a:schemeClr val="tx1"/>
                </a:solidFill>
                <a:prstDash val="dash"/>
                <a:round/>
                <a:headEnd/>
                <a:tailEnd/>
              </a:ln>
              <a:effectLst/>
            </p:spPr>
            <p:txBody>
              <a:bodyPr wrap="none"/>
              <a:lstStyle/>
              <a:p>
                <a:endParaRPr lang="zh-CN" altLang="en-US"/>
              </a:p>
            </p:txBody>
          </p:sp>
          <p:sp>
            <p:nvSpPr>
              <p:cNvPr id="100620" name="Line 268"/>
              <p:cNvSpPr>
                <a:spLocks noChangeShapeType="1"/>
              </p:cNvSpPr>
              <p:nvPr/>
            </p:nvSpPr>
            <p:spPr bwMode="auto">
              <a:xfrm flipV="1">
                <a:off x="2747" y="2963"/>
                <a:ext cx="444"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621" name="Line 269"/>
              <p:cNvSpPr>
                <a:spLocks noChangeShapeType="1"/>
              </p:cNvSpPr>
              <p:nvPr/>
            </p:nvSpPr>
            <p:spPr bwMode="auto">
              <a:xfrm>
                <a:off x="2747" y="3171"/>
                <a:ext cx="444"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622" name="Line 270"/>
              <p:cNvSpPr>
                <a:spLocks noChangeShapeType="1"/>
              </p:cNvSpPr>
              <p:nvPr/>
            </p:nvSpPr>
            <p:spPr bwMode="auto">
              <a:xfrm flipV="1">
                <a:off x="2747" y="3378"/>
                <a:ext cx="444"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623" name="Line 271"/>
              <p:cNvSpPr>
                <a:spLocks noChangeShapeType="1"/>
              </p:cNvSpPr>
              <p:nvPr/>
            </p:nvSpPr>
            <p:spPr bwMode="auto">
              <a:xfrm>
                <a:off x="2757" y="2714"/>
                <a:ext cx="434"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624" name="Line 272"/>
              <p:cNvSpPr>
                <a:spLocks noChangeShapeType="1"/>
              </p:cNvSpPr>
              <p:nvPr/>
            </p:nvSpPr>
            <p:spPr bwMode="auto">
              <a:xfrm flipH="1">
                <a:off x="2588" y="2963"/>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0625" name="Line 273"/>
              <p:cNvSpPr>
                <a:spLocks noChangeShapeType="1"/>
              </p:cNvSpPr>
              <p:nvPr/>
            </p:nvSpPr>
            <p:spPr bwMode="auto">
              <a:xfrm flipH="1">
                <a:off x="2588" y="3171"/>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0626" name="Line 274"/>
              <p:cNvSpPr>
                <a:spLocks noChangeShapeType="1"/>
              </p:cNvSpPr>
              <p:nvPr/>
            </p:nvSpPr>
            <p:spPr bwMode="auto">
              <a:xfrm flipH="1">
                <a:off x="2588" y="3377"/>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0627" name="Line 275"/>
              <p:cNvSpPr>
                <a:spLocks noChangeShapeType="1"/>
              </p:cNvSpPr>
              <p:nvPr/>
            </p:nvSpPr>
            <p:spPr bwMode="auto">
              <a:xfrm flipH="1">
                <a:off x="2588" y="2714"/>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graphicFrame>
            <p:nvGraphicFramePr>
              <p:cNvPr id="100628" name="Object 276"/>
              <p:cNvGraphicFramePr>
                <a:graphicFrameLocks noChangeAspect="1"/>
              </p:cNvGraphicFramePr>
              <p:nvPr/>
            </p:nvGraphicFramePr>
            <p:xfrm>
              <a:off x="2945" y="2225"/>
              <a:ext cx="228" cy="240"/>
            </p:xfrm>
            <a:graphic>
              <a:graphicData uri="http://schemas.openxmlformats.org/presentationml/2006/ole">
                <mc:AlternateContent xmlns:mc="http://schemas.openxmlformats.org/markup-compatibility/2006">
                  <mc:Choice xmlns:v="urn:schemas-microsoft-com:vml" Requires="v">
                    <p:oleObj spid="_x0000_s100868" name="Equation" r:id="rId34" imgW="164885" imgH="164885" progId="Equation.3">
                      <p:embed/>
                    </p:oleObj>
                  </mc:Choice>
                  <mc:Fallback>
                    <p:oleObj name="Equation" r:id="rId34" imgW="164885" imgH="164885" progId="Equation.3">
                      <p:embed/>
                      <p:pic>
                        <p:nvPicPr>
                          <p:cNvPr id="0" name="Picture 299"/>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945" y="2225"/>
                            <a:ext cx="22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629" name="Object 277"/>
              <p:cNvGraphicFramePr>
                <a:graphicFrameLocks noChangeAspect="1"/>
              </p:cNvGraphicFramePr>
              <p:nvPr/>
            </p:nvGraphicFramePr>
            <p:xfrm>
              <a:off x="3758" y="2257"/>
              <a:ext cx="226" cy="249"/>
            </p:xfrm>
            <a:graphic>
              <a:graphicData uri="http://schemas.openxmlformats.org/presentationml/2006/ole">
                <mc:AlternateContent xmlns:mc="http://schemas.openxmlformats.org/markup-compatibility/2006">
                  <mc:Choice xmlns:v="urn:schemas-microsoft-com:vml" Requires="v">
                    <p:oleObj spid="_x0000_s100869" name="Equation" r:id="rId36" imgW="139579" imgH="164957" progId="Equation.3">
                      <p:embed/>
                    </p:oleObj>
                  </mc:Choice>
                  <mc:Fallback>
                    <p:oleObj name="Equation" r:id="rId36" imgW="139579" imgH="164957" progId="Equation.3">
                      <p:embed/>
                      <p:pic>
                        <p:nvPicPr>
                          <p:cNvPr id="0" name="Picture 30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758" y="2257"/>
                            <a:ext cx="226"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630" name="Object 278"/>
              <p:cNvGraphicFramePr>
                <a:graphicFrameLocks noChangeAspect="1"/>
              </p:cNvGraphicFramePr>
              <p:nvPr/>
            </p:nvGraphicFramePr>
            <p:xfrm>
              <a:off x="4837" y="2236"/>
              <a:ext cx="218" cy="270"/>
            </p:xfrm>
            <a:graphic>
              <a:graphicData uri="http://schemas.openxmlformats.org/presentationml/2006/ole">
                <mc:AlternateContent xmlns:mc="http://schemas.openxmlformats.org/markup-compatibility/2006">
                  <mc:Choice xmlns:v="urn:schemas-microsoft-com:vml" Requires="v">
                    <p:oleObj spid="_x0000_s100870" name="Equation" r:id="rId38" imgW="139579" imgH="164957" progId="Equation.3">
                      <p:embed/>
                    </p:oleObj>
                  </mc:Choice>
                  <mc:Fallback>
                    <p:oleObj name="Equation" r:id="rId38" imgW="139579" imgH="164957" progId="Equation.3">
                      <p:embed/>
                      <p:pic>
                        <p:nvPicPr>
                          <p:cNvPr id="0" name="Picture 301"/>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837" y="2236"/>
                            <a:ext cx="218" cy="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631" name="Oval 279"/>
              <p:cNvSpPr>
                <a:spLocks noChangeArrowheads="1"/>
              </p:cNvSpPr>
              <p:nvPr/>
            </p:nvSpPr>
            <p:spPr bwMode="auto">
              <a:xfrm>
                <a:off x="3972" y="2257"/>
                <a:ext cx="236" cy="1433"/>
              </a:xfrm>
              <a:prstGeom prst="ellipse">
                <a:avLst/>
              </a:prstGeom>
              <a:solidFill>
                <a:srgbClr val="00FFCC">
                  <a:alpha val="50000"/>
                </a:srgbClr>
              </a:solidFill>
              <a:ln w="19050">
                <a:solidFill>
                  <a:srgbClr val="006666"/>
                </a:solidFill>
                <a:round/>
                <a:headEnd/>
                <a:tailEnd/>
              </a:ln>
              <a:effectLst/>
            </p:spPr>
            <p:txBody>
              <a:bodyPr wrap="none" anchor="ctr"/>
              <a:lstStyle/>
              <a:p>
                <a:endParaRPr lang="zh-CN" altLang="en-US"/>
              </a:p>
            </p:txBody>
          </p:sp>
          <p:sp>
            <p:nvSpPr>
              <p:cNvPr id="100632" name="AutoShape 280"/>
              <p:cNvSpPr>
                <a:spLocks noChangeArrowheads="1"/>
              </p:cNvSpPr>
              <p:nvPr/>
            </p:nvSpPr>
            <p:spPr bwMode="auto">
              <a:xfrm>
                <a:off x="3428" y="2238"/>
                <a:ext cx="270" cy="291"/>
              </a:xfrm>
              <a:prstGeom prst="wedgeRoundRectCallout">
                <a:avLst>
                  <a:gd name="adj1" fmla="val -10069"/>
                  <a:gd name="adj2" fmla="val 100894"/>
                  <a:gd name="adj3" fmla="val 16667"/>
                </a:avLst>
              </a:prstGeom>
              <a:noFill/>
              <a:ln w="9525">
                <a:solidFill>
                  <a:schemeClr val="tx2"/>
                </a:solidFill>
                <a:miter lim="800000"/>
                <a:headEnd/>
                <a:tailEnd type="none" w="sm" len="lg"/>
              </a:ln>
              <a:effectLst/>
            </p:spPr>
            <p:txBody>
              <a:bodyPr/>
              <a:lstStyle/>
              <a:p>
                <a:pPr algn="ctr" eaLnBrk="1" hangingPunct="1">
                  <a:spcBef>
                    <a:spcPct val="50000"/>
                  </a:spcBef>
                </a:pPr>
                <a:endParaRPr lang="zh-CN" altLang="en-US">
                  <a:latin typeface="Arial" charset="0"/>
                </a:endParaRPr>
              </a:p>
            </p:txBody>
          </p:sp>
          <p:graphicFrame>
            <p:nvGraphicFramePr>
              <p:cNvPr id="100633" name="Object 281"/>
              <p:cNvGraphicFramePr>
                <a:graphicFrameLocks noChangeAspect="1"/>
              </p:cNvGraphicFramePr>
              <p:nvPr/>
            </p:nvGraphicFramePr>
            <p:xfrm>
              <a:off x="3473" y="2280"/>
              <a:ext cx="200" cy="249"/>
            </p:xfrm>
            <a:graphic>
              <a:graphicData uri="http://schemas.openxmlformats.org/presentationml/2006/ole">
                <mc:AlternateContent xmlns:mc="http://schemas.openxmlformats.org/markup-compatibility/2006">
                  <mc:Choice xmlns:v="urn:schemas-microsoft-com:vml" Requires="v">
                    <p:oleObj spid="_x0000_s100871" name="Equation" r:id="rId40" imgW="177646" imgH="241091" progId="Equation.3">
                      <p:embed/>
                    </p:oleObj>
                  </mc:Choice>
                  <mc:Fallback>
                    <p:oleObj name="Equation" r:id="rId40" imgW="177646" imgH="241091" progId="Equation.3">
                      <p:embed/>
                      <p:pic>
                        <p:nvPicPr>
                          <p:cNvPr id="0" name="Picture 302"/>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473" y="2280"/>
                            <a:ext cx="200"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100644" name="Group 292"/>
          <p:cNvGrpSpPr>
            <a:grpSpLocks/>
          </p:cNvGrpSpPr>
          <p:nvPr/>
        </p:nvGrpSpPr>
        <p:grpSpPr bwMode="auto">
          <a:xfrm>
            <a:off x="4079875" y="679450"/>
            <a:ext cx="4527550" cy="2525713"/>
            <a:chOff x="2570" y="556"/>
            <a:chExt cx="2852" cy="1591"/>
          </a:xfrm>
        </p:grpSpPr>
        <p:sp>
          <p:nvSpPr>
            <p:cNvPr id="100535" name="Line 183"/>
            <p:cNvSpPr>
              <a:spLocks noChangeShapeType="1"/>
            </p:cNvSpPr>
            <p:nvPr/>
          </p:nvSpPr>
          <p:spPr bwMode="auto">
            <a:xfrm>
              <a:off x="2588" y="1469"/>
              <a:ext cx="2834" cy="0"/>
            </a:xfrm>
            <a:prstGeom prst="line">
              <a:avLst/>
            </a:prstGeom>
            <a:noFill/>
            <a:ln w="19050">
              <a:solidFill>
                <a:schemeClr val="tx1"/>
              </a:solidFill>
              <a:prstDash val="lgDashDot"/>
              <a:round/>
              <a:headEnd type="none" w="sm" len="lg"/>
              <a:tailEnd type="none" w="sm" len="lg"/>
            </a:ln>
            <a:effectLst/>
          </p:spPr>
          <p:txBody>
            <a:bodyPr wrap="none" anchor="ctr"/>
            <a:lstStyle/>
            <a:p>
              <a:endParaRPr lang="zh-CN" altLang="en-US"/>
            </a:p>
          </p:txBody>
        </p:sp>
        <p:sp>
          <p:nvSpPr>
            <p:cNvPr id="100536" name="Rectangle 184"/>
            <p:cNvSpPr>
              <a:spLocks noChangeArrowheads="1"/>
            </p:cNvSpPr>
            <p:nvPr/>
          </p:nvSpPr>
          <p:spPr bwMode="auto">
            <a:xfrm>
              <a:off x="5136" y="598"/>
              <a:ext cx="32" cy="1535"/>
            </a:xfrm>
            <a:prstGeom prst="rect">
              <a:avLst/>
            </a:prstGeom>
            <a:gradFill rotWithShape="0">
              <a:gsLst>
                <a:gs pos="0">
                  <a:schemeClr val="bg1"/>
                </a:gs>
                <a:gs pos="100000">
                  <a:schemeClr val="bg1">
                    <a:gamma/>
                    <a:shade val="0"/>
                    <a:invGamma/>
                  </a:schemeClr>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0537" name="Object 185"/>
            <p:cNvGraphicFramePr>
              <a:graphicFrameLocks noChangeAspect="1"/>
            </p:cNvGraphicFramePr>
            <p:nvPr/>
          </p:nvGraphicFramePr>
          <p:xfrm>
            <a:off x="5212" y="1518"/>
            <a:ext cx="165" cy="200"/>
          </p:xfrm>
          <a:graphic>
            <a:graphicData uri="http://schemas.openxmlformats.org/presentationml/2006/ole">
              <mc:AlternateContent xmlns:mc="http://schemas.openxmlformats.org/markup-compatibility/2006">
                <mc:Choice xmlns:v="urn:schemas-microsoft-com:vml" Requires="v">
                  <p:oleObj spid="_x0000_s100872" name="Equation" r:id="rId42" imgW="164957" imgH="190335" progId="Equation.3">
                    <p:embed/>
                  </p:oleObj>
                </mc:Choice>
                <mc:Fallback>
                  <p:oleObj name="Equation" r:id="rId42" imgW="164957" imgH="190335" progId="Equation.3">
                    <p:embed/>
                    <p:pic>
                      <p:nvPicPr>
                        <p:cNvPr id="0" name="Picture 30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12" y="1518"/>
                          <a:ext cx="165" cy="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538" name="Object 186"/>
            <p:cNvGraphicFramePr>
              <a:graphicFrameLocks noChangeAspect="1"/>
            </p:cNvGraphicFramePr>
            <p:nvPr/>
          </p:nvGraphicFramePr>
          <p:xfrm>
            <a:off x="4847" y="577"/>
            <a:ext cx="217" cy="269"/>
          </p:xfrm>
          <a:graphic>
            <a:graphicData uri="http://schemas.openxmlformats.org/presentationml/2006/ole">
              <mc:AlternateContent xmlns:mc="http://schemas.openxmlformats.org/markup-compatibility/2006">
                <mc:Choice xmlns:v="urn:schemas-microsoft-com:vml" Requires="v">
                  <p:oleObj spid="_x0000_s100873" name="Equation" r:id="rId43" imgW="139579" imgH="164957" progId="Equation.3">
                    <p:embed/>
                  </p:oleObj>
                </mc:Choice>
                <mc:Fallback>
                  <p:oleObj name="Equation" r:id="rId43" imgW="139579" imgH="164957" progId="Equation.3">
                    <p:embed/>
                    <p:pic>
                      <p:nvPicPr>
                        <p:cNvPr id="0" name="Picture 304"/>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847" y="577"/>
                          <a:ext cx="217" cy="2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39" name="Rectangle 187"/>
            <p:cNvSpPr>
              <a:spLocks noChangeArrowheads="1"/>
            </p:cNvSpPr>
            <p:nvPr/>
          </p:nvSpPr>
          <p:spPr bwMode="auto">
            <a:xfrm>
              <a:off x="3162" y="807"/>
              <a:ext cx="56" cy="330"/>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0540" name="Object 188"/>
            <p:cNvGraphicFramePr>
              <a:graphicFrameLocks noChangeAspect="1"/>
            </p:cNvGraphicFramePr>
            <p:nvPr/>
          </p:nvGraphicFramePr>
          <p:xfrm>
            <a:off x="2919" y="573"/>
            <a:ext cx="228" cy="240"/>
          </p:xfrm>
          <a:graphic>
            <a:graphicData uri="http://schemas.openxmlformats.org/presentationml/2006/ole">
              <mc:AlternateContent xmlns:mc="http://schemas.openxmlformats.org/markup-compatibility/2006">
                <mc:Choice xmlns:v="urn:schemas-microsoft-com:vml" Requires="v">
                  <p:oleObj spid="_x0000_s100874" name="Equation" r:id="rId44" imgW="164885" imgH="164885" progId="Equation.3">
                    <p:embed/>
                  </p:oleObj>
                </mc:Choice>
                <mc:Fallback>
                  <p:oleObj name="Equation" r:id="rId44" imgW="164885" imgH="164885" progId="Equation.3">
                    <p:embed/>
                    <p:pic>
                      <p:nvPicPr>
                        <p:cNvPr id="0" name="Picture 305"/>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2919" y="573"/>
                          <a:ext cx="228"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41" name="Line 189"/>
            <p:cNvSpPr>
              <a:spLocks noChangeShapeType="1"/>
            </p:cNvSpPr>
            <p:nvPr/>
          </p:nvSpPr>
          <p:spPr bwMode="auto">
            <a:xfrm>
              <a:off x="2729" y="1466"/>
              <a:ext cx="489" cy="3"/>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542" name="Line 190"/>
            <p:cNvSpPr>
              <a:spLocks noChangeShapeType="1"/>
            </p:cNvSpPr>
            <p:nvPr/>
          </p:nvSpPr>
          <p:spPr bwMode="auto">
            <a:xfrm flipH="1">
              <a:off x="2570" y="1132"/>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0543" name="Line 191"/>
            <p:cNvSpPr>
              <a:spLocks noChangeShapeType="1"/>
            </p:cNvSpPr>
            <p:nvPr/>
          </p:nvSpPr>
          <p:spPr bwMode="auto">
            <a:xfrm flipH="1">
              <a:off x="2570" y="1466"/>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0544" name="Line 192"/>
            <p:cNvSpPr>
              <a:spLocks noChangeShapeType="1"/>
            </p:cNvSpPr>
            <p:nvPr/>
          </p:nvSpPr>
          <p:spPr bwMode="auto">
            <a:xfrm flipH="1">
              <a:off x="2570" y="1801"/>
              <a:ext cx="254"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graphicFrame>
          <p:nvGraphicFramePr>
            <p:cNvPr id="100545" name="Object 193"/>
            <p:cNvGraphicFramePr>
              <a:graphicFrameLocks noChangeAspect="1"/>
            </p:cNvGraphicFramePr>
            <p:nvPr/>
          </p:nvGraphicFramePr>
          <p:xfrm>
            <a:off x="2878" y="846"/>
            <a:ext cx="295" cy="294"/>
          </p:xfrm>
          <a:graphic>
            <a:graphicData uri="http://schemas.openxmlformats.org/presentationml/2006/ole">
              <mc:AlternateContent xmlns:mc="http://schemas.openxmlformats.org/markup-compatibility/2006">
                <mc:Choice xmlns:v="urn:schemas-microsoft-com:vml" Requires="v">
                  <p:oleObj spid="_x0000_s100875" name="Equation" r:id="rId45" imgW="152346" imgH="167729" progId="Equation.3">
                    <p:embed/>
                  </p:oleObj>
                </mc:Choice>
                <mc:Fallback>
                  <p:oleObj name="Equation" r:id="rId45" imgW="152346" imgH="167729" progId="Equation.3">
                    <p:embed/>
                    <p:pic>
                      <p:nvPicPr>
                        <p:cNvPr id="0" name="Picture 306"/>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878" y="846"/>
                          <a:ext cx="295"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546" name="Object 194"/>
            <p:cNvGraphicFramePr>
              <a:graphicFrameLocks noChangeAspect="1"/>
            </p:cNvGraphicFramePr>
            <p:nvPr/>
          </p:nvGraphicFramePr>
          <p:xfrm>
            <a:off x="2878" y="1759"/>
            <a:ext cx="295" cy="294"/>
          </p:xfrm>
          <a:graphic>
            <a:graphicData uri="http://schemas.openxmlformats.org/presentationml/2006/ole">
              <mc:AlternateContent xmlns:mc="http://schemas.openxmlformats.org/markup-compatibility/2006">
                <mc:Choice xmlns:v="urn:schemas-microsoft-com:vml" Requires="v">
                  <p:oleObj spid="_x0000_s100876" name="Equation" r:id="rId47" imgW="152268" imgH="164957" progId="Equation.3">
                    <p:embed/>
                  </p:oleObj>
                </mc:Choice>
                <mc:Fallback>
                  <p:oleObj name="Equation" r:id="rId47" imgW="152268" imgH="164957" progId="Equation.3">
                    <p:embed/>
                    <p:pic>
                      <p:nvPicPr>
                        <p:cNvPr id="0" name="Picture 30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8" y="1759"/>
                          <a:ext cx="295"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47" name="Rectangle 195"/>
            <p:cNvSpPr>
              <a:spLocks noChangeArrowheads="1"/>
            </p:cNvSpPr>
            <p:nvPr/>
          </p:nvSpPr>
          <p:spPr bwMode="auto">
            <a:xfrm>
              <a:off x="3169" y="1801"/>
              <a:ext cx="49" cy="306"/>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0548" name="Object 196"/>
            <p:cNvGraphicFramePr>
              <a:graphicFrameLocks noChangeAspect="1"/>
            </p:cNvGraphicFramePr>
            <p:nvPr/>
          </p:nvGraphicFramePr>
          <p:xfrm>
            <a:off x="5152" y="971"/>
            <a:ext cx="270" cy="332"/>
          </p:xfrm>
          <a:graphic>
            <a:graphicData uri="http://schemas.openxmlformats.org/presentationml/2006/ole">
              <mc:AlternateContent xmlns:mc="http://schemas.openxmlformats.org/markup-compatibility/2006">
                <mc:Choice xmlns:v="urn:schemas-microsoft-com:vml" Requires="v">
                  <p:oleObj spid="_x0000_s100877" name="Equation" r:id="rId48" imgW="152268" imgH="203024" progId="Equation.3">
                    <p:embed/>
                  </p:oleObj>
                </mc:Choice>
                <mc:Fallback>
                  <p:oleObj name="Equation" r:id="rId48" imgW="152268" imgH="203024" progId="Equation.3">
                    <p:embed/>
                    <p:pic>
                      <p:nvPicPr>
                        <p:cNvPr id="0" name="Picture 30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52" y="971"/>
                          <a:ext cx="270"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50" name="AutoShape 198"/>
            <p:cNvSpPr>
              <a:spLocks noChangeArrowheads="1"/>
            </p:cNvSpPr>
            <p:nvPr/>
          </p:nvSpPr>
          <p:spPr bwMode="auto">
            <a:xfrm>
              <a:off x="3443" y="680"/>
              <a:ext cx="270" cy="291"/>
            </a:xfrm>
            <a:prstGeom prst="wedgeRoundRectCallout">
              <a:avLst>
                <a:gd name="adj1" fmla="val -10069"/>
                <a:gd name="adj2" fmla="val 100894"/>
                <a:gd name="adj3" fmla="val 16667"/>
              </a:avLst>
            </a:prstGeom>
            <a:noFill/>
            <a:ln w="9525">
              <a:solidFill>
                <a:schemeClr val="tx2"/>
              </a:solidFill>
              <a:miter lim="800000"/>
              <a:headEnd/>
              <a:tailEnd type="none" w="sm" len="lg"/>
            </a:ln>
            <a:effectLst/>
          </p:spPr>
          <p:txBody>
            <a:bodyPr/>
            <a:lstStyle/>
            <a:p>
              <a:pPr algn="ctr" eaLnBrk="1" hangingPunct="1">
                <a:spcBef>
                  <a:spcPct val="50000"/>
                </a:spcBef>
              </a:pPr>
              <a:endParaRPr lang="zh-CN" altLang="en-US">
                <a:latin typeface="Arial" charset="0"/>
              </a:endParaRPr>
            </a:p>
          </p:txBody>
        </p:sp>
        <p:graphicFrame>
          <p:nvGraphicFramePr>
            <p:cNvPr id="100551" name="Object 199"/>
            <p:cNvGraphicFramePr>
              <a:graphicFrameLocks noChangeAspect="1"/>
            </p:cNvGraphicFramePr>
            <p:nvPr/>
          </p:nvGraphicFramePr>
          <p:xfrm>
            <a:off x="3488" y="722"/>
            <a:ext cx="200" cy="249"/>
          </p:xfrm>
          <a:graphic>
            <a:graphicData uri="http://schemas.openxmlformats.org/presentationml/2006/ole">
              <mc:AlternateContent xmlns:mc="http://schemas.openxmlformats.org/markup-compatibility/2006">
                <mc:Choice xmlns:v="urn:schemas-microsoft-com:vml" Requires="v">
                  <p:oleObj spid="_x0000_s100878" name="Equation" r:id="rId49" imgW="177646" imgH="241091" progId="Equation.3">
                    <p:embed/>
                  </p:oleObj>
                </mc:Choice>
                <mc:Fallback>
                  <p:oleObj name="Equation" r:id="rId49" imgW="177646" imgH="241091" progId="Equation.3">
                    <p:embed/>
                    <p:pic>
                      <p:nvPicPr>
                        <p:cNvPr id="0" name="Picture 309"/>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3488" y="722"/>
                          <a:ext cx="200"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0552" name="Group 200"/>
            <p:cNvGrpSpPr>
              <a:grpSpLocks/>
            </p:cNvGrpSpPr>
            <p:nvPr/>
          </p:nvGrpSpPr>
          <p:grpSpPr bwMode="auto">
            <a:xfrm>
              <a:off x="2739" y="1132"/>
              <a:ext cx="434" cy="669"/>
              <a:chOff x="2705" y="1050"/>
              <a:chExt cx="463" cy="774"/>
            </a:xfrm>
          </p:grpSpPr>
          <p:sp>
            <p:nvSpPr>
              <p:cNvPr id="100553" name="Line 201"/>
              <p:cNvSpPr>
                <a:spLocks noChangeShapeType="1"/>
              </p:cNvSpPr>
              <p:nvPr/>
            </p:nvSpPr>
            <p:spPr bwMode="auto">
              <a:xfrm flipV="1">
                <a:off x="2705" y="1050"/>
                <a:ext cx="45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554" name="Line 202"/>
              <p:cNvSpPr>
                <a:spLocks noChangeShapeType="1"/>
              </p:cNvSpPr>
              <p:nvPr/>
            </p:nvSpPr>
            <p:spPr bwMode="auto">
              <a:xfrm>
                <a:off x="2705" y="1824"/>
                <a:ext cx="46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grpSp>
        <p:sp>
          <p:nvSpPr>
            <p:cNvPr id="100573" name="Line 221"/>
            <p:cNvSpPr>
              <a:spLocks noChangeShapeType="1"/>
            </p:cNvSpPr>
            <p:nvPr/>
          </p:nvSpPr>
          <p:spPr bwMode="auto">
            <a:xfrm>
              <a:off x="3218" y="1137"/>
              <a:ext cx="720" cy="0"/>
            </a:xfrm>
            <a:prstGeom prst="line">
              <a:avLst/>
            </a:prstGeom>
            <a:noFill/>
            <a:ln w="9525">
              <a:solidFill>
                <a:schemeClr val="tx1"/>
              </a:solidFill>
              <a:prstDash val="dash"/>
              <a:round/>
              <a:headEnd/>
              <a:tailEnd/>
            </a:ln>
            <a:effectLst/>
          </p:spPr>
          <p:txBody>
            <a:bodyPr wrap="none"/>
            <a:lstStyle/>
            <a:p>
              <a:endParaRPr lang="zh-CN" altLang="en-US"/>
            </a:p>
          </p:txBody>
        </p:sp>
        <p:grpSp>
          <p:nvGrpSpPr>
            <p:cNvPr id="100574" name="Group 222"/>
            <p:cNvGrpSpPr>
              <a:grpSpLocks/>
            </p:cNvGrpSpPr>
            <p:nvPr/>
          </p:nvGrpSpPr>
          <p:grpSpPr bwMode="auto">
            <a:xfrm>
              <a:off x="3173" y="893"/>
              <a:ext cx="1979" cy="908"/>
              <a:chOff x="3168" y="773"/>
              <a:chExt cx="2160" cy="1051"/>
            </a:xfrm>
          </p:grpSpPr>
          <p:sp>
            <p:nvSpPr>
              <p:cNvPr id="100575" name="Freeform 223"/>
              <p:cNvSpPr>
                <a:spLocks/>
              </p:cNvSpPr>
              <p:nvPr/>
            </p:nvSpPr>
            <p:spPr bwMode="auto">
              <a:xfrm>
                <a:off x="3168" y="816"/>
                <a:ext cx="1056" cy="240"/>
              </a:xfrm>
              <a:custGeom>
                <a:avLst/>
                <a:gdLst/>
                <a:ahLst/>
                <a:cxnLst>
                  <a:cxn ang="0">
                    <a:pos x="0" y="432"/>
                  </a:cxn>
                  <a:cxn ang="0">
                    <a:pos x="959" y="0"/>
                  </a:cxn>
                </a:cxnLst>
                <a:rect l="0" t="0" r="r" b="b"/>
                <a:pathLst>
                  <a:path w="959" h="432">
                    <a:moveTo>
                      <a:pt x="0" y="432"/>
                    </a:moveTo>
                    <a:lnTo>
                      <a:pt x="959" y="0"/>
                    </a:lnTo>
                  </a:path>
                </a:pathLst>
              </a:custGeom>
              <a:noFill/>
              <a:ln w="19050" cmpd="sng">
                <a:solidFill>
                  <a:srgbClr val="0000FF"/>
                </a:solidFill>
                <a:round/>
                <a:headEnd type="none" w="sm" len="lg"/>
                <a:tailEnd type="none" w="sm" len="lg"/>
              </a:ln>
              <a:effectLst/>
            </p:spPr>
            <p:txBody>
              <a:bodyPr wrap="none" anchor="ctr"/>
              <a:lstStyle/>
              <a:p>
                <a:endParaRPr lang="zh-CN" altLang="en-US"/>
              </a:p>
            </p:txBody>
          </p:sp>
          <p:sp>
            <p:nvSpPr>
              <p:cNvPr id="100576" name="Line 224"/>
              <p:cNvSpPr>
                <a:spLocks noChangeShapeType="1"/>
              </p:cNvSpPr>
              <p:nvPr/>
            </p:nvSpPr>
            <p:spPr bwMode="auto">
              <a:xfrm rot="21317352" flipV="1">
                <a:off x="4270" y="1151"/>
                <a:ext cx="1058" cy="381"/>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577" name="Line 225"/>
              <p:cNvSpPr>
                <a:spLocks noChangeShapeType="1"/>
              </p:cNvSpPr>
              <p:nvPr/>
            </p:nvSpPr>
            <p:spPr bwMode="auto">
              <a:xfrm rot="-282648">
                <a:off x="4271" y="773"/>
                <a:ext cx="1008" cy="377"/>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0578" name="Freeform 226"/>
              <p:cNvSpPr>
                <a:spLocks/>
              </p:cNvSpPr>
              <p:nvPr/>
            </p:nvSpPr>
            <p:spPr bwMode="auto">
              <a:xfrm>
                <a:off x="3216" y="1200"/>
                <a:ext cx="1056" cy="240"/>
              </a:xfrm>
              <a:custGeom>
                <a:avLst/>
                <a:gdLst/>
                <a:ahLst/>
                <a:cxnLst>
                  <a:cxn ang="0">
                    <a:pos x="0" y="432"/>
                  </a:cxn>
                  <a:cxn ang="0">
                    <a:pos x="959" y="0"/>
                  </a:cxn>
                </a:cxnLst>
                <a:rect l="0" t="0" r="r" b="b"/>
                <a:pathLst>
                  <a:path w="959" h="432">
                    <a:moveTo>
                      <a:pt x="0" y="432"/>
                    </a:moveTo>
                    <a:lnTo>
                      <a:pt x="959" y="0"/>
                    </a:lnTo>
                  </a:path>
                </a:pathLst>
              </a:custGeom>
              <a:noFill/>
              <a:ln w="19050" cmpd="sng">
                <a:solidFill>
                  <a:srgbClr val="0000FF"/>
                </a:solidFill>
                <a:round/>
                <a:headEnd type="none" w="sm" len="lg"/>
                <a:tailEnd type="none" w="sm" len="lg"/>
              </a:ln>
              <a:effectLst/>
            </p:spPr>
            <p:txBody>
              <a:bodyPr wrap="none" anchor="ctr"/>
              <a:lstStyle/>
              <a:p>
                <a:endParaRPr lang="zh-CN" altLang="en-US"/>
              </a:p>
            </p:txBody>
          </p:sp>
          <p:sp>
            <p:nvSpPr>
              <p:cNvPr id="100579" name="Freeform 227"/>
              <p:cNvSpPr>
                <a:spLocks/>
              </p:cNvSpPr>
              <p:nvPr/>
            </p:nvSpPr>
            <p:spPr bwMode="auto">
              <a:xfrm>
                <a:off x="3216" y="1584"/>
                <a:ext cx="1056" cy="240"/>
              </a:xfrm>
              <a:custGeom>
                <a:avLst/>
                <a:gdLst/>
                <a:ahLst/>
                <a:cxnLst>
                  <a:cxn ang="0">
                    <a:pos x="0" y="432"/>
                  </a:cxn>
                  <a:cxn ang="0">
                    <a:pos x="959" y="0"/>
                  </a:cxn>
                </a:cxnLst>
                <a:rect l="0" t="0" r="r" b="b"/>
                <a:pathLst>
                  <a:path w="959" h="432">
                    <a:moveTo>
                      <a:pt x="0" y="432"/>
                    </a:moveTo>
                    <a:lnTo>
                      <a:pt x="959" y="0"/>
                    </a:lnTo>
                  </a:path>
                </a:pathLst>
              </a:custGeom>
              <a:noFill/>
              <a:ln w="19050" cmpd="sng">
                <a:solidFill>
                  <a:srgbClr val="0000FF"/>
                </a:solidFill>
                <a:round/>
                <a:headEnd type="none" w="sm" len="lg"/>
                <a:tailEnd type="none" w="sm" len="lg"/>
              </a:ln>
              <a:effectLst/>
            </p:spPr>
            <p:txBody>
              <a:bodyPr wrap="none" anchor="ctr"/>
              <a:lstStyle/>
              <a:p>
                <a:endParaRPr lang="zh-CN" altLang="en-US"/>
              </a:p>
            </p:txBody>
          </p:sp>
          <p:sp>
            <p:nvSpPr>
              <p:cNvPr id="100580" name="Line 228"/>
              <p:cNvSpPr>
                <a:spLocks noChangeShapeType="1"/>
              </p:cNvSpPr>
              <p:nvPr/>
            </p:nvSpPr>
            <p:spPr bwMode="auto">
              <a:xfrm rot="-282648">
                <a:off x="4286" y="1150"/>
                <a:ext cx="99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grpSp>
        <p:grpSp>
          <p:nvGrpSpPr>
            <p:cNvPr id="100581" name="Group 229"/>
            <p:cNvGrpSpPr>
              <a:grpSpLocks/>
            </p:cNvGrpSpPr>
            <p:nvPr/>
          </p:nvGrpSpPr>
          <p:grpSpPr bwMode="auto">
            <a:xfrm>
              <a:off x="3803" y="556"/>
              <a:ext cx="415" cy="1558"/>
              <a:chOff x="3840" y="384"/>
              <a:chExt cx="443" cy="1802"/>
            </a:xfrm>
          </p:grpSpPr>
          <p:graphicFrame>
            <p:nvGraphicFramePr>
              <p:cNvPr id="100582" name="Object 230"/>
              <p:cNvGraphicFramePr>
                <a:graphicFrameLocks noChangeAspect="1"/>
              </p:cNvGraphicFramePr>
              <p:nvPr/>
            </p:nvGraphicFramePr>
            <p:xfrm>
              <a:off x="3840" y="384"/>
              <a:ext cx="241" cy="288"/>
            </p:xfrm>
            <a:graphic>
              <a:graphicData uri="http://schemas.openxmlformats.org/presentationml/2006/ole">
                <mc:AlternateContent xmlns:mc="http://schemas.openxmlformats.org/markup-compatibility/2006">
                  <mc:Choice xmlns:v="urn:schemas-microsoft-com:vml" Requires="v">
                    <p:oleObj spid="_x0000_s100879" name="Equation" r:id="rId50" imgW="139579" imgH="164957" progId="Equation.3">
                      <p:embed/>
                    </p:oleObj>
                  </mc:Choice>
                  <mc:Fallback>
                    <p:oleObj name="Equation" r:id="rId50" imgW="139579" imgH="164957" progId="Equation.3">
                      <p:embed/>
                      <p:pic>
                        <p:nvPicPr>
                          <p:cNvPr id="0" name="Picture 310"/>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3840" y="384"/>
                            <a:ext cx="241"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83" name="Oval 231"/>
              <p:cNvSpPr>
                <a:spLocks noChangeArrowheads="1"/>
              </p:cNvSpPr>
              <p:nvPr/>
            </p:nvSpPr>
            <p:spPr bwMode="auto">
              <a:xfrm>
                <a:off x="4032" y="528"/>
                <a:ext cx="251" cy="1658"/>
              </a:xfrm>
              <a:prstGeom prst="ellipse">
                <a:avLst/>
              </a:prstGeom>
              <a:solidFill>
                <a:srgbClr val="00FFCC">
                  <a:alpha val="50000"/>
                </a:srgbClr>
              </a:solidFill>
              <a:ln w="19050">
                <a:solidFill>
                  <a:srgbClr val="006666"/>
                </a:solidFill>
                <a:round/>
                <a:headEnd/>
                <a:tailEnd/>
              </a:ln>
              <a:effectLst/>
            </p:spPr>
            <p:txBody>
              <a:bodyPr wrap="none" anchor="ctr"/>
              <a:lstStyle/>
              <a:p>
                <a:endParaRPr lang="zh-CN" altLang="en-US"/>
              </a:p>
            </p:txBody>
          </p:sp>
        </p:grpSp>
        <p:grpSp>
          <p:nvGrpSpPr>
            <p:cNvPr id="100639" name="Group 287"/>
            <p:cNvGrpSpPr>
              <a:grpSpLocks/>
            </p:cNvGrpSpPr>
            <p:nvPr/>
          </p:nvGrpSpPr>
          <p:grpSpPr bwMode="auto">
            <a:xfrm>
              <a:off x="2903" y="1096"/>
              <a:ext cx="720" cy="1037"/>
              <a:chOff x="2903" y="1096"/>
              <a:chExt cx="720" cy="1037"/>
            </a:xfrm>
          </p:grpSpPr>
          <p:graphicFrame>
            <p:nvGraphicFramePr>
              <p:cNvPr id="100586" name="Object 234"/>
              <p:cNvGraphicFramePr>
                <a:graphicFrameLocks noChangeAspect="1"/>
              </p:cNvGraphicFramePr>
              <p:nvPr/>
            </p:nvGraphicFramePr>
            <p:xfrm>
              <a:off x="3391" y="1511"/>
              <a:ext cx="232" cy="249"/>
            </p:xfrm>
            <a:graphic>
              <a:graphicData uri="http://schemas.openxmlformats.org/presentationml/2006/ole">
                <mc:AlternateContent xmlns:mc="http://schemas.openxmlformats.org/markup-compatibility/2006">
                  <mc:Choice xmlns:v="urn:schemas-microsoft-com:vml" Requires="v">
                    <p:oleObj spid="_x0000_s100880" name="Equation" r:id="rId51" imgW="152202" imgH="177569" progId="Equation.3">
                      <p:embed/>
                    </p:oleObj>
                  </mc:Choice>
                  <mc:Fallback>
                    <p:oleObj name="Equation" r:id="rId51" imgW="152202" imgH="177569" progId="Equation.3">
                      <p:embed/>
                      <p:pic>
                        <p:nvPicPr>
                          <p:cNvPr id="0" name="Picture 31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391" y="1511"/>
                            <a:ext cx="232" cy="2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0587" name="Object 235"/>
              <p:cNvGraphicFramePr>
                <a:graphicFrameLocks noChangeAspect="1"/>
              </p:cNvGraphicFramePr>
              <p:nvPr/>
            </p:nvGraphicFramePr>
            <p:xfrm>
              <a:off x="2903" y="1179"/>
              <a:ext cx="360" cy="332"/>
            </p:xfrm>
            <a:graphic>
              <a:graphicData uri="http://schemas.openxmlformats.org/presentationml/2006/ole">
                <mc:AlternateContent xmlns:mc="http://schemas.openxmlformats.org/markup-compatibility/2006">
                  <mc:Choice xmlns:v="urn:schemas-microsoft-com:vml" Requires="v">
                    <p:oleObj spid="_x0000_s100881" name="Equation" r:id="rId52" imgW="175220" imgH="213336" progId="Equation.3">
                      <p:embed/>
                    </p:oleObj>
                  </mc:Choice>
                  <mc:Fallback>
                    <p:oleObj name="Equation" r:id="rId52" imgW="175220" imgH="213336" progId="Equation.3">
                      <p:embed/>
                      <p:pic>
                        <p:nvPicPr>
                          <p:cNvPr id="0" name="Picture 312"/>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2903" y="1179"/>
                            <a:ext cx="360"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0588" name="Freeform 236" descr="浅色上对角线"/>
              <p:cNvSpPr>
                <a:spLocks/>
              </p:cNvSpPr>
              <p:nvPr/>
            </p:nvSpPr>
            <p:spPr bwMode="auto">
              <a:xfrm>
                <a:off x="3208" y="1096"/>
                <a:ext cx="270" cy="1037"/>
              </a:xfrm>
              <a:custGeom>
                <a:avLst/>
                <a:gdLst/>
                <a:ahLst/>
                <a:cxnLst>
                  <a:cxn ang="0">
                    <a:pos x="0" y="0"/>
                  </a:cxn>
                  <a:cxn ang="0">
                    <a:pos x="288" y="1152"/>
                  </a:cxn>
                  <a:cxn ang="0">
                    <a:pos x="192" y="1200"/>
                  </a:cxn>
                  <a:cxn ang="0">
                    <a:pos x="0" y="432"/>
                  </a:cxn>
                  <a:cxn ang="0">
                    <a:pos x="0" y="48"/>
                  </a:cxn>
                </a:cxnLst>
                <a:rect l="0" t="0" r="r" b="b"/>
                <a:pathLst>
                  <a:path w="288" h="1200">
                    <a:moveTo>
                      <a:pt x="0" y="0"/>
                    </a:moveTo>
                    <a:lnTo>
                      <a:pt x="288" y="1152"/>
                    </a:lnTo>
                    <a:lnTo>
                      <a:pt x="192" y="1200"/>
                    </a:lnTo>
                    <a:lnTo>
                      <a:pt x="0" y="432"/>
                    </a:lnTo>
                    <a:lnTo>
                      <a:pt x="0" y="48"/>
                    </a:lnTo>
                  </a:path>
                </a:pathLst>
              </a:custGeom>
              <a:pattFill prst="ltUpDiag">
                <a:fgClr>
                  <a:schemeClr val="tx1"/>
                </a:fgClr>
                <a:bgClr>
                  <a:srgbClr val="FFDDFF"/>
                </a:bgClr>
              </a:pattFill>
              <a:ln w="9525" cap="flat" cmpd="sng">
                <a:noFill/>
                <a:prstDash val="solid"/>
                <a:round/>
                <a:headEnd type="none" w="med" len="med"/>
                <a:tailEnd type="triangle" w="sm" len="lg"/>
              </a:ln>
              <a:effectLst/>
            </p:spPr>
            <p:txBody>
              <a:bodyPr wrap="none"/>
              <a:lstStyle/>
              <a:p>
                <a:endParaRPr lang="zh-CN" altLang="en-US"/>
              </a:p>
            </p:txBody>
          </p:sp>
          <p:sp>
            <p:nvSpPr>
              <p:cNvPr id="100589" name="Freeform 237" descr="浅色下对角线"/>
              <p:cNvSpPr>
                <a:spLocks/>
              </p:cNvSpPr>
              <p:nvPr/>
            </p:nvSpPr>
            <p:spPr bwMode="auto">
              <a:xfrm>
                <a:off x="3208" y="1469"/>
                <a:ext cx="180" cy="664"/>
              </a:xfrm>
              <a:custGeom>
                <a:avLst/>
                <a:gdLst/>
                <a:ahLst/>
                <a:cxnLst>
                  <a:cxn ang="0">
                    <a:pos x="192" y="768"/>
                  </a:cxn>
                  <a:cxn ang="0">
                    <a:pos x="0" y="0"/>
                  </a:cxn>
                  <a:cxn ang="0">
                    <a:pos x="0" y="384"/>
                  </a:cxn>
                  <a:cxn ang="0">
                    <a:pos x="96" y="768"/>
                  </a:cxn>
                  <a:cxn ang="0">
                    <a:pos x="192" y="768"/>
                  </a:cxn>
                </a:cxnLst>
                <a:rect l="0" t="0" r="r" b="b"/>
                <a:pathLst>
                  <a:path w="192" h="768">
                    <a:moveTo>
                      <a:pt x="192" y="768"/>
                    </a:moveTo>
                    <a:lnTo>
                      <a:pt x="0" y="0"/>
                    </a:lnTo>
                    <a:lnTo>
                      <a:pt x="0" y="384"/>
                    </a:lnTo>
                    <a:lnTo>
                      <a:pt x="96" y="768"/>
                    </a:lnTo>
                    <a:lnTo>
                      <a:pt x="192" y="768"/>
                    </a:lnTo>
                    <a:close/>
                  </a:path>
                </a:pathLst>
              </a:custGeom>
              <a:pattFill prst="ltDnDiag">
                <a:fgClr>
                  <a:schemeClr val="tx1"/>
                </a:fgClr>
                <a:bgClr>
                  <a:srgbClr val="FFDDFF"/>
                </a:bgClr>
              </a:pattFill>
              <a:ln w="9525" cap="flat" cmpd="sng">
                <a:noFill/>
                <a:prstDash val="solid"/>
                <a:round/>
                <a:headEnd type="none" w="med" len="med"/>
                <a:tailEnd type="none" w="sm" len="lg"/>
              </a:ln>
              <a:effectLst/>
            </p:spPr>
            <p:txBody>
              <a:bodyPr wrap="none"/>
              <a:lstStyle/>
              <a:p>
                <a:endParaRPr lang="zh-CN" altLang="en-US"/>
              </a:p>
            </p:txBody>
          </p:sp>
          <p:sp>
            <p:nvSpPr>
              <p:cNvPr id="100590" name="Line 238"/>
              <p:cNvSpPr>
                <a:spLocks noChangeShapeType="1"/>
              </p:cNvSpPr>
              <p:nvPr/>
            </p:nvSpPr>
            <p:spPr bwMode="auto">
              <a:xfrm>
                <a:off x="3208" y="1137"/>
                <a:ext cx="270" cy="955"/>
              </a:xfrm>
              <a:prstGeom prst="line">
                <a:avLst/>
              </a:prstGeom>
              <a:noFill/>
              <a:ln w="19050">
                <a:solidFill>
                  <a:schemeClr val="tx1"/>
                </a:solidFill>
                <a:round/>
                <a:headEnd/>
                <a:tailEnd type="none" w="sm" len="lg"/>
              </a:ln>
              <a:effectLst/>
            </p:spPr>
            <p:txBody>
              <a:bodyPr wrap="none"/>
              <a:lstStyle/>
              <a:p>
                <a:endParaRPr lang="zh-CN" altLang="en-US"/>
              </a:p>
            </p:txBody>
          </p:sp>
          <p:sp>
            <p:nvSpPr>
              <p:cNvPr id="100591" name="Line 239"/>
              <p:cNvSpPr>
                <a:spLocks noChangeShapeType="1"/>
              </p:cNvSpPr>
              <p:nvPr/>
            </p:nvSpPr>
            <p:spPr bwMode="auto">
              <a:xfrm>
                <a:off x="3208" y="1469"/>
                <a:ext cx="180" cy="664"/>
              </a:xfrm>
              <a:prstGeom prst="line">
                <a:avLst/>
              </a:prstGeom>
              <a:noFill/>
              <a:ln w="19050">
                <a:solidFill>
                  <a:schemeClr val="tx1"/>
                </a:solidFill>
                <a:round/>
                <a:headEnd/>
                <a:tailEnd type="none" w="sm" len="lg"/>
              </a:ln>
              <a:effectLst/>
            </p:spPr>
            <p:txBody>
              <a:bodyPr wrap="none"/>
              <a:lstStyle/>
              <a:p>
                <a:endParaRPr lang="zh-CN" altLang="en-US"/>
              </a:p>
            </p:txBody>
          </p:sp>
          <p:sp>
            <p:nvSpPr>
              <p:cNvPr id="100592" name="Line 240"/>
              <p:cNvSpPr>
                <a:spLocks noChangeShapeType="1"/>
              </p:cNvSpPr>
              <p:nvPr/>
            </p:nvSpPr>
            <p:spPr bwMode="auto">
              <a:xfrm>
                <a:off x="3217" y="1801"/>
                <a:ext cx="90" cy="332"/>
              </a:xfrm>
              <a:prstGeom prst="line">
                <a:avLst/>
              </a:prstGeom>
              <a:noFill/>
              <a:ln w="19050">
                <a:solidFill>
                  <a:schemeClr val="tx1"/>
                </a:solidFill>
                <a:round/>
                <a:headEnd/>
                <a:tailEnd type="none" w="sm" len="lg"/>
              </a:ln>
              <a:effectLst/>
            </p:spPr>
            <p:txBody>
              <a:bodyPr wrap="none"/>
              <a:lstStyle/>
              <a:p>
                <a:endParaRPr lang="zh-CN" altLang="en-US"/>
              </a:p>
            </p:txBody>
          </p:sp>
        </p:grpSp>
        <p:grpSp>
          <p:nvGrpSpPr>
            <p:cNvPr id="100595" name="Group 243"/>
            <p:cNvGrpSpPr>
              <a:grpSpLocks/>
            </p:cNvGrpSpPr>
            <p:nvPr/>
          </p:nvGrpSpPr>
          <p:grpSpPr bwMode="auto">
            <a:xfrm>
              <a:off x="3147" y="1896"/>
              <a:ext cx="528" cy="144"/>
              <a:chOff x="3120" y="1968"/>
              <a:chExt cx="535" cy="159"/>
            </a:xfrm>
          </p:grpSpPr>
          <p:sp>
            <p:nvSpPr>
              <p:cNvPr id="100596" name="Line 244"/>
              <p:cNvSpPr>
                <a:spLocks noChangeShapeType="1"/>
              </p:cNvSpPr>
              <p:nvPr/>
            </p:nvSpPr>
            <p:spPr bwMode="auto">
              <a:xfrm flipV="1">
                <a:off x="3120" y="2060"/>
                <a:ext cx="223" cy="67"/>
              </a:xfrm>
              <a:prstGeom prst="line">
                <a:avLst/>
              </a:prstGeom>
              <a:noFill/>
              <a:ln w="38100">
                <a:solidFill>
                  <a:srgbClr val="FF0000"/>
                </a:solidFill>
                <a:round/>
                <a:headEnd/>
                <a:tailEnd type="triangle" w="sm" len="lg"/>
              </a:ln>
              <a:effectLst/>
            </p:spPr>
            <p:txBody>
              <a:bodyPr wrap="none" anchor="ctr"/>
              <a:lstStyle/>
              <a:p>
                <a:endParaRPr lang="zh-CN" altLang="en-US"/>
              </a:p>
            </p:txBody>
          </p:sp>
          <p:sp>
            <p:nvSpPr>
              <p:cNvPr id="100597" name="Line 245"/>
              <p:cNvSpPr>
                <a:spLocks noChangeShapeType="1"/>
              </p:cNvSpPr>
              <p:nvPr/>
            </p:nvSpPr>
            <p:spPr bwMode="auto">
              <a:xfrm flipH="1">
                <a:off x="3418" y="1968"/>
                <a:ext cx="237" cy="71"/>
              </a:xfrm>
              <a:prstGeom prst="line">
                <a:avLst/>
              </a:prstGeom>
              <a:noFill/>
              <a:ln w="38100">
                <a:solidFill>
                  <a:srgbClr val="FF0000"/>
                </a:solidFill>
                <a:round/>
                <a:headEnd/>
                <a:tailEnd type="triangle" w="sm" len="lg"/>
              </a:ln>
              <a:effectLst/>
            </p:spPr>
            <p:txBody>
              <a:bodyPr wrap="none" anchor="ctr"/>
              <a:lstStyle/>
              <a:p>
                <a:endParaRPr lang="zh-CN" altLang="en-US"/>
              </a:p>
            </p:txBody>
          </p:sp>
        </p:grpSp>
        <p:grpSp>
          <p:nvGrpSpPr>
            <p:cNvPr id="100635" name="Group 283"/>
            <p:cNvGrpSpPr>
              <a:grpSpLocks noChangeAspect="1"/>
            </p:cNvGrpSpPr>
            <p:nvPr/>
          </p:nvGrpSpPr>
          <p:grpSpPr bwMode="auto">
            <a:xfrm>
              <a:off x="3521" y="1947"/>
              <a:ext cx="309" cy="200"/>
              <a:chOff x="3504" y="1954"/>
              <a:chExt cx="432" cy="200"/>
            </a:xfrm>
          </p:grpSpPr>
          <p:sp>
            <p:nvSpPr>
              <p:cNvPr id="100634" name="AutoShape 282"/>
              <p:cNvSpPr>
                <a:spLocks noChangeAspect="1" noChangeArrowheads="1" noTextEdit="1"/>
              </p:cNvSpPr>
              <p:nvPr/>
            </p:nvSpPr>
            <p:spPr bwMode="auto">
              <a:xfrm>
                <a:off x="3504" y="1968"/>
                <a:ext cx="432" cy="181"/>
              </a:xfrm>
              <a:prstGeom prst="rect">
                <a:avLst/>
              </a:prstGeom>
              <a:noFill/>
              <a:ln w="9525">
                <a:noFill/>
                <a:miter lim="800000"/>
                <a:headEnd/>
                <a:tailEnd/>
              </a:ln>
            </p:spPr>
            <p:txBody>
              <a:bodyPr/>
              <a:lstStyle/>
              <a:p>
                <a:endParaRPr lang="zh-CN" altLang="en-US"/>
              </a:p>
            </p:txBody>
          </p:sp>
          <p:sp>
            <p:nvSpPr>
              <p:cNvPr id="100636" name="Rectangle 284"/>
              <p:cNvSpPr>
                <a:spLocks noChangeArrowheads="1"/>
              </p:cNvSpPr>
              <p:nvPr/>
            </p:nvSpPr>
            <p:spPr bwMode="auto">
              <a:xfrm>
                <a:off x="3796" y="1972"/>
                <a:ext cx="107" cy="182"/>
              </a:xfrm>
              <a:prstGeom prst="rect">
                <a:avLst/>
              </a:prstGeom>
              <a:noFill/>
              <a:ln w="9525">
                <a:noFill/>
                <a:miter lim="800000"/>
                <a:headEnd/>
                <a:tailEnd/>
              </a:ln>
            </p:spPr>
            <p:txBody>
              <a:bodyPr wrap="none" lIns="0" tIns="0" rIns="0" bIns="0">
                <a:spAutoFit/>
              </a:bodyPr>
              <a:lstStyle/>
              <a:p>
                <a:r>
                  <a:rPr lang="en-US" altLang="zh-CN" sz="1900" b="0">
                    <a:solidFill>
                      <a:srgbClr val="000000"/>
                    </a:solidFill>
                  </a:rPr>
                  <a:t>2</a:t>
                </a:r>
                <a:endParaRPr lang="en-US" altLang="zh-CN"/>
              </a:p>
            </p:txBody>
          </p:sp>
          <p:sp>
            <p:nvSpPr>
              <p:cNvPr id="100637" name="Rectangle 285"/>
              <p:cNvSpPr>
                <a:spLocks noChangeArrowheads="1"/>
              </p:cNvSpPr>
              <p:nvPr/>
            </p:nvSpPr>
            <p:spPr bwMode="auto">
              <a:xfrm>
                <a:off x="3699" y="1972"/>
                <a:ext cx="58" cy="182"/>
              </a:xfrm>
              <a:prstGeom prst="rect">
                <a:avLst/>
              </a:prstGeom>
              <a:noFill/>
              <a:ln w="9525">
                <a:noFill/>
                <a:miter lim="800000"/>
                <a:headEnd/>
                <a:tailEnd/>
              </a:ln>
            </p:spPr>
            <p:txBody>
              <a:bodyPr wrap="none" lIns="0" tIns="0" rIns="0" bIns="0">
                <a:spAutoFit/>
              </a:bodyPr>
              <a:lstStyle/>
              <a:p>
                <a:r>
                  <a:rPr lang="en-US" altLang="zh-CN" sz="1900" b="0">
                    <a:solidFill>
                      <a:srgbClr val="000000"/>
                    </a:solidFill>
                  </a:rPr>
                  <a:t>/</a:t>
                </a:r>
                <a:endParaRPr lang="en-US" altLang="zh-CN"/>
              </a:p>
            </p:txBody>
          </p:sp>
          <p:sp>
            <p:nvSpPr>
              <p:cNvPr id="100638" name="Rectangle 286"/>
              <p:cNvSpPr>
                <a:spLocks noChangeArrowheads="1"/>
              </p:cNvSpPr>
              <p:nvPr/>
            </p:nvSpPr>
            <p:spPr bwMode="auto">
              <a:xfrm>
                <a:off x="3533" y="1954"/>
                <a:ext cx="116" cy="182"/>
              </a:xfrm>
              <a:prstGeom prst="rect">
                <a:avLst/>
              </a:prstGeom>
              <a:noFill/>
              <a:ln w="9525">
                <a:noFill/>
                <a:miter lim="800000"/>
                <a:headEnd/>
                <a:tailEnd/>
              </a:ln>
            </p:spPr>
            <p:txBody>
              <a:bodyPr wrap="none" lIns="0" tIns="0" rIns="0" bIns="0">
                <a:spAutoFit/>
              </a:bodyPr>
              <a:lstStyle/>
              <a:p>
                <a:r>
                  <a:rPr lang="en-US" altLang="zh-CN" sz="1900" i="1">
                    <a:solidFill>
                      <a:srgbClr val="000000"/>
                    </a:solidFill>
                    <a:latin typeface="Symbol" pitchFamily="18" charset="2"/>
                  </a:rPr>
                  <a:t>l</a:t>
                </a:r>
                <a:endParaRPr lang="en-US" altLang="zh-CN"/>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0647"/>
                                        </p:tgtEl>
                                        <p:attrNameLst>
                                          <p:attrName>style.visibility</p:attrName>
                                        </p:attrNameLst>
                                      </p:cBhvr>
                                      <p:to>
                                        <p:strVal val="visible"/>
                                      </p:to>
                                    </p:set>
                                    <p:animEffect transition="in" filter="wipe(left)">
                                      <p:cBhvr>
                                        <p:cTn id="7" dur="500"/>
                                        <p:tgtEl>
                                          <p:spTgt spid="100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灯片编号占位符 3"/>
          <p:cNvSpPr>
            <a:spLocks noGrp="1"/>
          </p:cNvSpPr>
          <p:nvPr>
            <p:ph type="sldNum" sz="quarter" idx="12"/>
          </p:nvPr>
        </p:nvSpPr>
        <p:spPr/>
        <p:txBody>
          <a:bodyPr/>
          <a:lstStyle/>
          <a:p>
            <a:fld id="{9B566534-3DDC-4EEA-82B7-826B1ABEB537}" type="slidenum">
              <a:rPr lang="zh-CN" altLang="en-US"/>
              <a:pPr/>
              <a:t>8</a:t>
            </a:fld>
            <a:endParaRPr lang="en-US" altLang="zh-CN"/>
          </a:p>
        </p:txBody>
      </p:sp>
      <p:grpSp>
        <p:nvGrpSpPr>
          <p:cNvPr id="101467" name="Group 91"/>
          <p:cNvGrpSpPr>
            <a:grpSpLocks/>
          </p:cNvGrpSpPr>
          <p:nvPr/>
        </p:nvGrpSpPr>
        <p:grpSpPr bwMode="auto">
          <a:xfrm>
            <a:off x="871538" y="3721100"/>
            <a:ext cx="7715250" cy="2193925"/>
            <a:chOff x="549" y="2344"/>
            <a:chExt cx="4860" cy="1382"/>
          </a:xfrm>
        </p:grpSpPr>
        <p:graphicFrame>
          <p:nvGraphicFramePr>
            <p:cNvPr id="101379" name="Object 3"/>
            <p:cNvGraphicFramePr>
              <a:graphicFrameLocks noChangeAspect="1"/>
            </p:cNvGraphicFramePr>
            <p:nvPr/>
          </p:nvGraphicFramePr>
          <p:xfrm>
            <a:off x="3852" y="2889"/>
            <a:ext cx="1557" cy="295"/>
          </p:xfrm>
          <a:graphic>
            <a:graphicData uri="http://schemas.openxmlformats.org/presentationml/2006/ole">
              <mc:AlternateContent xmlns:mc="http://schemas.openxmlformats.org/markup-compatibility/2006">
                <mc:Choice xmlns:v="urn:schemas-microsoft-com:vml" Requires="v">
                  <p:oleObj spid="_x0000_s101599" name="公式" r:id="rId3" imgW="876300" imgH="203200" progId="Equation.3">
                    <p:embed/>
                  </p:oleObj>
                </mc:Choice>
                <mc:Fallback>
                  <p:oleObj name="公式" r:id="rId3" imgW="876300" imgH="203200" progId="Equation.3">
                    <p:embed/>
                    <p:pic>
                      <p:nvPicPr>
                        <p:cNvPr id="0" name="Picture 8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 y="2889"/>
                          <a:ext cx="1557" cy="295"/>
                        </a:xfrm>
                        <a:prstGeom prst="rect">
                          <a:avLst/>
                        </a:prstGeom>
                        <a:noFill/>
                        <a:ln>
                          <a:noFill/>
                        </a:ln>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FF"/>
                              </a:solidFill>
                              <a:miter lim="800000"/>
                              <a:headEnd/>
                              <a:tailEnd/>
                            </a14:hiddenLine>
                          </a:ext>
                        </a:extLst>
                      </p:spPr>
                    </p:pic>
                  </p:oleObj>
                </mc:Fallback>
              </mc:AlternateContent>
            </a:graphicData>
          </a:graphic>
        </p:graphicFrame>
        <p:sp>
          <p:nvSpPr>
            <p:cNvPr id="101378" name="AutoShape 2"/>
            <p:cNvSpPr>
              <a:spLocks/>
            </p:cNvSpPr>
            <p:nvPr/>
          </p:nvSpPr>
          <p:spPr bwMode="auto">
            <a:xfrm>
              <a:off x="549" y="2344"/>
              <a:ext cx="177" cy="1382"/>
            </a:xfrm>
            <a:prstGeom prst="leftBrace">
              <a:avLst>
                <a:gd name="adj1" fmla="val 65066"/>
                <a:gd name="adj2" fmla="val 50000"/>
              </a:avLst>
            </a:prstGeom>
            <a:noFill/>
            <a:ln w="28575">
              <a:solidFill>
                <a:schemeClr val="tx1"/>
              </a:solidFill>
              <a:round/>
              <a:headEnd/>
              <a:tailEnd/>
            </a:ln>
            <a:effectLst/>
          </p:spPr>
          <p:txBody>
            <a:bodyPr wrap="none" anchor="ctr"/>
            <a:lstStyle/>
            <a:p>
              <a:endParaRPr lang="zh-CN" altLang="en-US"/>
            </a:p>
          </p:txBody>
        </p:sp>
      </p:grpSp>
      <p:grpSp>
        <p:nvGrpSpPr>
          <p:cNvPr id="101464" name="Group 88"/>
          <p:cNvGrpSpPr>
            <a:grpSpLocks/>
          </p:cNvGrpSpPr>
          <p:nvPr/>
        </p:nvGrpSpPr>
        <p:grpSpPr bwMode="auto">
          <a:xfrm>
            <a:off x="1141413" y="3906838"/>
            <a:ext cx="6665912" cy="933450"/>
            <a:chOff x="719" y="2461"/>
            <a:chExt cx="4199" cy="588"/>
          </a:xfrm>
        </p:grpSpPr>
        <p:sp>
          <p:nvSpPr>
            <p:cNvPr id="101382" name="Text Box 6"/>
            <p:cNvSpPr txBox="1">
              <a:spLocks noChangeArrowheads="1"/>
            </p:cNvSpPr>
            <p:nvPr/>
          </p:nvSpPr>
          <p:spPr bwMode="auto">
            <a:xfrm>
              <a:off x="2599" y="2619"/>
              <a:ext cx="2319"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CC"/>
                  </a:solidFill>
                </a:rPr>
                <a:t>干涉相消</a:t>
              </a:r>
              <a:endParaRPr lang="en-US" altLang="zh-CN">
                <a:solidFill>
                  <a:srgbClr val="0000FF"/>
                </a:solidFill>
              </a:endParaRPr>
            </a:p>
          </p:txBody>
        </p:sp>
        <p:graphicFrame>
          <p:nvGraphicFramePr>
            <p:cNvPr id="101381" name="Object 5"/>
            <p:cNvGraphicFramePr>
              <a:graphicFrameLocks noChangeAspect="1"/>
            </p:cNvGraphicFramePr>
            <p:nvPr/>
          </p:nvGraphicFramePr>
          <p:xfrm>
            <a:off x="719" y="2461"/>
            <a:ext cx="1434" cy="588"/>
          </p:xfrm>
          <a:graphic>
            <a:graphicData uri="http://schemas.openxmlformats.org/presentationml/2006/ole">
              <mc:AlternateContent xmlns:mc="http://schemas.openxmlformats.org/markup-compatibility/2006">
                <mc:Choice xmlns:v="urn:schemas-microsoft-com:vml" Requires="v">
                  <p:oleObj spid="_x0000_s101600" name="公式" r:id="rId5" imgW="990170" imgH="406224" progId="Equation.3">
                    <p:embed/>
                  </p:oleObj>
                </mc:Choice>
                <mc:Fallback>
                  <p:oleObj name="公式" r:id="rId5" imgW="990170" imgH="406224" progId="Equation.3">
                    <p:embed/>
                    <p:pic>
                      <p:nvPicPr>
                        <p:cNvPr id="0" name="Picture 8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9" y="2461"/>
                          <a:ext cx="1434"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1465" name="Group 89"/>
          <p:cNvGrpSpPr>
            <a:grpSpLocks/>
          </p:cNvGrpSpPr>
          <p:nvPr/>
        </p:nvGrpSpPr>
        <p:grpSpPr bwMode="auto">
          <a:xfrm>
            <a:off x="1141413" y="4665663"/>
            <a:ext cx="7747000" cy="933450"/>
            <a:chOff x="719" y="2939"/>
            <a:chExt cx="4880" cy="588"/>
          </a:xfrm>
        </p:grpSpPr>
        <p:sp>
          <p:nvSpPr>
            <p:cNvPr id="101385" name="Text Box 9"/>
            <p:cNvSpPr txBox="1">
              <a:spLocks noChangeArrowheads="1"/>
            </p:cNvSpPr>
            <p:nvPr/>
          </p:nvSpPr>
          <p:spPr bwMode="auto">
            <a:xfrm>
              <a:off x="2608" y="3094"/>
              <a:ext cx="2991"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CC0000"/>
                  </a:solidFill>
                </a:rPr>
                <a:t>干涉加强</a:t>
              </a:r>
              <a:endParaRPr lang="en-US" altLang="zh-CN">
                <a:solidFill>
                  <a:srgbClr val="CC0000"/>
                </a:solidFill>
              </a:endParaRPr>
            </a:p>
          </p:txBody>
        </p:sp>
        <p:graphicFrame>
          <p:nvGraphicFramePr>
            <p:cNvPr id="101384" name="Object 8"/>
            <p:cNvGraphicFramePr>
              <a:graphicFrameLocks noChangeAspect="1"/>
            </p:cNvGraphicFramePr>
            <p:nvPr/>
          </p:nvGraphicFramePr>
          <p:xfrm>
            <a:off x="719" y="2939"/>
            <a:ext cx="1894" cy="588"/>
          </p:xfrm>
          <a:graphic>
            <a:graphicData uri="http://schemas.openxmlformats.org/presentationml/2006/ole">
              <mc:AlternateContent xmlns:mc="http://schemas.openxmlformats.org/markup-compatibility/2006">
                <mc:Choice xmlns:v="urn:schemas-microsoft-com:vml" Requires="v">
                  <p:oleObj spid="_x0000_s101601" name="公式" r:id="rId7" imgW="1307532" imgH="406224" progId="Equation.3">
                    <p:embed/>
                  </p:oleObj>
                </mc:Choice>
                <mc:Fallback>
                  <p:oleObj name="公式" r:id="rId7" imgW="1307532" imgH="406224" progId="Equation.3">
                    <p:embed/>
                    <p:pic>
                      <p:nvPicPr>
                        <p:cNvPr id="0" name="Picture 8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 y="2939"/>
                          <a:ext cx="1894"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1466" name="Group 90"/>
          <p:cNvGrpSpPr>
            <a:grpSpLocks/>
          </p:cNvGrpSpPr>
          <p:nvPr/>
        </p:nvGrpSpPr>
        <p:grpSpPr bwMode="auto">
          <a:xfrm>
            <a:off x="1141413" y="5459413"/>
            <a:ext cx="6113462" cy="933450"/>
            <a:chOff x="719" y="3439"/>
            <a:chExt cx="3851" cy="588"/>
          </a:xfrm>
        </p:grpSpPr>
        <p:sp>
          <p:nvSpPr>
            <p:cNvPr id="101388" name="Text Box 12"/>
            <p:cNvSpPr txBox="1">
              <a:spLocks noChangeArrowheads="1"/>
            </p:cNvSpPr>
            <p:nvPr/>
          </p:nvSpPr>
          <p:spPr bwMode="auto">
            <a:xfrm>
              <a:off x="2482" y="3532"/>
              <a:ext cx="2088" cy="327"/>
            </a:xfrm>
            <a:prstGeom prst="rect">
              <a:avLst/>
            </a:prstGeom>
            <a:noFill/>
            <a:ln w="9525">
              <a:noFill/>
              <a:miter lim="800000"/>
              <a:headEnd/>
              <a:tailEnd/>
            </a:ln>
            <a:effectLst/>
          </p:spPr>
          <p:txBody>
            <a:bodyPr>
              <a:spAutoFit/>
            </a:bodyPr>
            <a:lstStyle/>
            <a:p>
              <a:pPr eaLnBrk="1" hangingPunct="1">
                <a:spcBef>
                  <a:spcPct val="50000"/>
                </a:spcBef>
              </a:pPr>
              <a:r>
                <a:rPr lang="zh-CN" altLang="en-US"/>
                <a:t>（介于</a:t>
              </a:r>
              <a:r>
                <a:rPr lang="zh-CN" altLang="en-US">
                  <a:solidFill>
                    <a:srgbClr val="CC0000"/>
                  </a:solidFill>
                </a:rPr>
                <a:t>明</a:t>
              </a:r>
              <a:r>
                <a:rPr lang="zh-CN" altLang="en-US">
                  <a:solidFill>
                    <a:srgbClr val="0000FF"/>
                  </a:solidFill>
                </a:rPr>
                <a:t>暗</a:t>
              </a:r>
              <a:r>
                <a:rPr lang="zh-CN" altLang="en-US"/>
                <a:t>之间）</a:t>
              </a:r>
            </a:p>
          </p:txBody>
        </p:sp>
        <p:graphicFrame>
          <p:nvGraphicFramePr>
            <p:cNvPr id="101387" name="Object 11"/>
            <p:cNvGraphicFramePr>
              <a:graphicFrameLocks noChangeAspect="1"/>
            </p:cNvGraphicFramePr>
            <p:nvPr/>
          </p:nvGraphicFramePr>
          <p:xfrm>
            <a:off x="719" y="3439"/>
            <a:ext cx="1196" cy="588"/>
          </p:xfrm>
          <a:graphic>
            <a:graphicData uri="http://schemas.openxmlformats.org/presentationml/2006/ole">
              <mc:AlternateContent xmlns:mc="http://schemas.openxmlformats.org/markup-compatibility/2006">
                <mc:Choice xmlns:v="urn:schemas-microsoft-com:vml" Requires="v">
                  <p:oleObj spid="_x0000_s101602" name="公式" r:id="rId9" imgW="825142" imgH="406224" progId="Equation.3">
                    <p:embed/>
                  </p:oleObj>
                </mc:Choice>
                <mc:Fallback>
                  <p:oleObj name="公式" r:id="rId9" imgW="825142" imgH="406224" progId="Equation.3">
                    <p:embed/>
                    <p:pic>
                      <p:nvPicPr>
                        <p:cNvPr id="0" name="Picture 8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9" y="3439"/>
                          <a:ext cx="1196"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1463" name="Group 87"/>
          <p:cNvGrpSpPr>
            <a:grpSpLocks/>
          </p:cNvGrpSpPr>
          <p:nvPr/>
        </p:nvGrpSpPr>
        <p:grpSpPr bwMode="auto">
          <a:xfrm>
            <a:off x="1141413" y="3448050"/>
            <a:ext cx="5667375" cy="519113"/>
            <a:chOff x="719" y="2172"/>
            <a:chExt cx="3570" cy="327"/>
          </a:xfrm>
        </p:grpSpPr>
        <p:graphicFrame>
          <p:nvGraphicFramePr>
            <p:cNvPr id="101399" name="Object 23"/>
            <p:cNvGraphicFramePr>
              <a:graphicFrameLocks noChangeAspect="1"/>
            </p:cNvGraphicFramePr>
            <p:nvPr/>
          </p:nvGraphicFramePr>
          <p:xfrm>
            <a:off x="719" y="2216"/>
            <a:ext cx="956" cy="257"/>
          </p:xfrm>
          <a:graphic>
            <a:graphicData uri="http://schemas.openxmlformats.org/presentationml/2006/ole">
              <mc:AlternateContent xmlns:mc="http://schemas.openxmlformats.org/markup-compatibility/2006">
                <mc:Choice xmlns:v="urn:schemas-microsoft-com:vml" Requires="v">
                  <p:oleObj spid="_x0000_s101603" name="公式" r:id="rId11" imgW="660113" imgH="177723" progId="Equation.3">
                    <p:embed/>
                  </p:oleObj>
                </mc:Choice>
                <mc:Fallback>
                  <p:oleObj name="公式" r:id="rId11" imgW="660113" imgH="177723" progId="Equation.3">
                    <p:embed/>
                    <p:pic>
                      <p:nvPicPr>
                        <p:cNvPr id="0" name="Picture 8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19" y="2216"/>
                          <a:ext cx="956"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00" name="Text Box 24"/>
            <p:cNvSpPr txBox="1">
              <a:spLocks noChangeArrowheads="1"/>
            </p:cNvSpPr>
            <p:nvPr/>
          </p:nvSpPr>
          <p:spPr bwMode="auto">
            <a:xfrm>
              <a:off x="2599" y="2172"/>
              <a:ext cx="1690" cy="327"/>
            </a:xfrm>
            <a:prstGeom prst="rect">
              <a:avLst/>
            </a:prstGeom>
            <a:noFill/>
            <a:ln w="9525">
              <a:noFill/>
              <a:miter lim="800000"/>
              <a:headEnd/>
              <a:tailEnd type="none" w="sm" len="lg"/>
            </a:ln>
            <a:effectLst/>
          </p:spPr>
          <p:txBody>
            <a:bodyPr>
              <a:spAutoFit/>
            </a:bodyPr>
            <a:lstStyle/>
            <a:p>
              <a:pPr eaLnBrk="1" hangingPunct="1">
                <a:spcBef>
                  <a:spcPct val="50000"/>
                </a:spcBef>
              </a:pPr>
              <a:r>
                <a:rPr lang="zh-CN" altLang="en-US">
                  <a:solidFill>
                    <a:srgbClr val="CC0000"/>
                  </a:solidFill>
                </a:rPr>
                <a:t>中央明纹</a:t>
              </a:r>
            </a:p>
          </p:txBody>
        </p:sp>
      </p:grpSp>
      <p:sp>
        <p:nvSpPr>
          <p:cNvPr id="101402" name="Rectangle 26"/>
          <p:cNvSpPr>
            <a:spLocks noChangeArrowheads="1"/>
          </p:cNvSpPr>
          <p:nvPr/>
        </p:nvSpPr>
        <p:spPr bwMode="auto">
          <a:xfrm>
            <a:off x="850900" y="592138"/>
            <a:ext cx="7578725" cy="2514600"/>
          </a:xfrm>
          <a:prstGeom prst="rect">
            <a:avLst/>
          </a:prstGeom>
          <a:noFill/>
          <a:ln w="9525">
            <a:solidFill>
              <a:schemeClr val="tx2"/>
            </a:solidFill>
            <a:miter lim="800000"/>
            <a:headEnd/>
            <a:tailEnd type="none" w="sm" len="lg"/>
          </a:ln>
          <a:effectLst/>
        </p:spPr>
        <p:txBody>
          <a:bodyPr wrap="none" anchor="ctr"/>
          <a:lstStyle/>
          <a:p>
            <a:endParaRPr lang="zh-CN" altLang="en-US"/>
          </a:p>
        </p:txBody>
      </p:sp>
      <p:graphicFrame>
        <p:nvGraphicFramePr>
          <p:cNvPr id="101403" name="Object 27"/>
          <p:cNvGraphicFramePr>
            <a:graphicFrameLocks noChangeAspect="1"/>
          </p:cNvGraphicFramePr>
          <p:nvPr/>
        </p:nvGraphicFramePr>
        <p:xfrm>
          <a:off x="6154738" y="830263"/>
          <a:ext cx="2030412" cy="458787"/>
        </p:xfrm>
        <a:graphic>
          <a:graphicData uri="http://schemas.openxmlformats.org/presentationml/2006/ole">
            <mc:AlternateContent xmlns:mc="http://schemas.openxmlformats.org/markup-compatibility/2006">
              <mc:Choice xmlns:v="urn:schemas-microsoft-com:vml" Requires="v">
                <p:oleObj spid="_x0000_s101604" name="公式" r:id="rId13" imgW="812447" imgH="177723" progId="Equation.3">
                  <p:embed/>
                </p:oleObj>
              </mc:Choice>
              <mc:Fallback>
                <p:oleObj name="公式" r:id="rId13" imgW="812447" imgH="177723" progId="Equation.3">
                  <p:embed/>
                  <p:pic>
                    <p:nvPicPr>
                      <p:cNvPr id="0" name="Picture 8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154738" y="830263"/>
                        <a:ext cx="2030412"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04" name="Object 28"/>
          <p:cNvGraphicFramePr>
            <a:graphicFrameLocks noChangeAspect="1"/>
          </p:cNvGraphicFramePr>
          <p:nvPr/>
        </p:nvGraphicFramePr>
        <p:xfrm>
          <a:off x="6838950" y="1343025"/>
          <a:ext cx="1193800" cy="954088"/>
        </p:xfrm>
        <a:graphic>
          <a:graphicData uri="http://schemas.openxmlformats.org/presentationml/2006/ole">
            <mc:AlternateContent xmlns:mc="http://schemas.openxmlformats.org/markup-compatibility/2006">
              <mc:Choice xmlns:v="urn:schemas-microsoft-com:vml" Requires="v">
                <p:oleObj spid="_x0000_s101605" name="公式" r:id="rId15" imgW="494870" imgH="406048" progId="Equation.3">
                  <p:embed/>
                </p:oleObj>
              </mc:Choice>
              <mc:Fallback>
                <p:oleObj name="公式" r:id="rId15" imgW="494870" imgH="406048" progId="Equation.3">
                  <p:embed/>
                  <p:pic>
                    <p:nvPicPr>
                      <p:cNvPr id="0" name="Picture 8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38950" y="1343025"/>
                        <a:ext cx="1193800" cy="954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1461" name="Group 85"/>
          <p:cNvGrpSpPr>
            <a:grpSpLocks/>
          </p:cNvGrpSpPr>
          <p:nvPr/>
        </p:nvGrpSpPr>
        <p:grpSpPr bwMode="auto">
          <a:xfrm>
            <a:off x="5826125" y="2381250"/>
            <a:ext cx="2816225" cy="519113"/>
            <a:chOff x="3499" y="1473"/>
            <a:chExt cx="1774" cy="327"/>
          </a:xfrm>
        </p:grpSpPr>
        <p:sp>
          <p:nvSpPr>
            <p:cNvPr id="101406" name="Text Box 30"/>
            <p:cNvSpPr txBox="1">
              <a:spLocks noChangeArrowheads="1"/>
            </p:cNvSpPr>
            <p:nvPr/>
          </p:nvSpPr>
          <p:spPr bwMode="auto">
            <a:xfrm>
              <a:off x="3499" y="1473"/>
              <a:ext cx="1774" cy="327"/>
            </a:xfrm>
            <a:prstGeom prst="rect">
              <a:avLst/>
            </a:prstGeom>
            <a:noFill/>
            <a:ln w="9525">
              <a:noFill/>
              <a:miter lim="800000"/>
              <a:headEnd/>
              <a:tailEnd type="none" w="sm" len="lg"/>
            </a:ln>
            <a:effectLst/>
          </p:spPr>
          <p:txBody>
            <a:bodyPr>
              <a:spAutoFit/>
            </a:bodyPr>
            <a:lstStyle/>
            <a:p>
              <a:pPr eaLnBrk="1" hangingPunct="1">
                <a:spcBef>
                  <a:spcPct val="50000"/>
                </a:spcBef>
              </a:pPr>
              <a:r>
                <a:rPr lang="zh-CN" altLang="en-US"/>
                <a:t>（    个半波带）</a:t>
              </a:r>
            </a:p>
          </p:txBody>
        </p:sp>
        <p:graphicFrame>
          <p:nvGraphicFramePr>
            <p:cNvPr id="101407" name="Object 31"/>
            <p:cNvGraphicFramePr>
              <a:graphicFrameLocks noChangeAspect="1"/>
            </p:cNvGraphicFramePr>
            <p:nvPr/>
          </p:nvGraphicFramePr>
          <p:xfrm>
            <a:off x="3809" y="1491"/>
            <a:ext cx="194" cy="259"/>
          </p:xfrm>
          <a:graphic>
            <a:graphicData uri="http://schemas.openxmlformats.org/presentationml/2006/ole">
              <mc:AlternateContent xmlns:mc="http://schemas.openxmlformats.org/markup-compatibility/2006">
                <mc:Choice xmlns:v="urn:schemas-microsoft-com:vml" Requires="v">
                  <p:oleObj spid="_x0000_s101606" name="Equation" r:id="rId17" imgW="203112" imgH="279279" progId="Equation.3">
                    <p:embed/>
                  </p:oleObj>
                </mc:Choice>
                <mc:Fallback>
                  <p:oleObj name="Equation" r:id="rId17" imgW="203112" imgH="279279" progId="Equation.3">
                    <p:embed/>
                    <p:pic>
                      <p:nvPicPr>
                        <p:cNvPr id="0" name="Picture 9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809" y="1491"/>
                          <a:ext cx="194"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1408" name="Object 32"/>
          <p:cNvGraphicFramePr>
            <a:graphicFrameLocks noChangeAspect="1"/>
          </p:cNvGraphicFramePr>
          <p:nvPr/>
        </p:nvGraphicFramePr>
        <p:xfrm>
          <a:off x="1651000" y="1404938"/>
          <a:ext cx="361950" cy="406400"/>
        </p:xfrm>
        <a:graphic>
          <a:graphicData uri="http://schemas.openxmlformats.org/presentationml/2006/ole">
            <mc:AlternateContent xmlns:mc="http://schemas.openxmlformats.org/markup-compatibility/2006">
              <mc:Choice xmlns:v="urn:schemas-microsoft-com:vml" Requires="v">
                <p:oleObj spid="_x0000_s101607" name="Equation" r:id="rId19" imgW="177569" imgH="215619" progId="Equation.3">
                  <p:embed/>
                </p:oleObj>
              </mc:Choice>
              <mc:Fallback>
                <p:oleObj name="Equation" r:id="rId19" imgW="177569" imgH="215619" progId="Equation.3">
                  <p:embed/>
                  <p:pic>
                    <p:nvPicPr>
                      <p:cNvPr id="0" name="Picture 9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51000" y="1404938"/>
                        <a:ext cx="361950"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09" name="Object 33"/>
          <p:cNvGraphicFramePr>
            <a:graphicFrameLocks noChangeAspect="1"/>
          </p:cNvGraphicFramePr>
          <p:nvPr/>
        </p:nvGraphicFramePr>
        <p:xfrm>
          <a:off x="1628775" y="2046288"/>
          <a:ext cx="358775" cy="374650"/>
        </p:xfrm>
        <a:graphic>
          <a:graphicData uri="http://schemas.openxmlformats.org/presentationml/2006/ole">
            <mc:AlternateContent xmlns:mc="http://schemas.openxmlformats.org/markup-compatibility/2006">
              <mc:Choice xmlns:v="urn:schemas-microsoft-com:vml" Requires="v">
                <p:oleObj spid="_x0000_s101608" name="Equation" r:id="rId21" imgW="190335" imgH="215713" progId="Equation.3">
                  <p:embed/>
                </p:oleObj>
              </mc:Choice>
              <mc:Fallback>
                <p:oleObj name="Equation" r:id="rId21" imgW="190335" imgH="215713" progId="Equation.3">
                  <p:embed/>
                  <p:pic>
                    <p:nvPicPr>
                      <p:cNvPr id="0" name="Picture 9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28775" y="2046288"/>
                        <a:ext cx="358775"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10" name="Object 34"/>
          <p:cNvGraphicFramePr>
            <a:graphicFrameLocks noChangeAspect="1"/>
          </p:cNvGraphicFramePr>
          <p:nvPr/>
        </p:nvGraphicFramePr>
        <p:xfrm>
          <a:off x="2416175" y="1968500"/>
          <a:ext cx="366713" cy="395288"/>
        </p:xfrm>
        <a:graphic>
          <a:graphicData uri="http://schemas.openxmlformats.org/presentationml/2006/ole">
            <mc:AlternateContent xmlns:mc="http://schemas.openxmlformats.org/markup-compatibility/2006">
              <mc:Choice xmlns:v="urn:schemas-microsoft-com:vml" Requires="v">
                <p:oleObj spid="_x0000_s101609" name="Equation" r:id="rId23" imgW="152202" imgH="177569" progId="Equation.3">
                  <p:embed/>
                </p:oleObj>
              </mc:Choice>
              <mc:Fallback>
                <p:oleObj name="Equation" r:id="rId23" imgW="152202" imgH="177569" progId="Equation.3">
                  <p:embed/>
                  <p:pic>
                    <p:nvPicPr>
                      <p:cNvPr id="0" name="Picture 9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16175" y="1968500"/>
                        <a:ext cx="366713"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1459" name="Group 83"/>
          <p:cNvGrpSpPr>
            <a:grpSpLocks/>
          </p:cNvGrpSpPr>
          <p:nvPr/>
        </p:nvGrpSpPr>
        <p:grpSpPr bwMode="auto">
          <a:xfrm>
            <a:off x="2022475" y="1408113"/>
            <a:ext cx="1263650" cy="1652587"/>
            <a:chOff x="1310" y="860"/>
            <a:chExt cx="796" cy="1041"/>
          </a:xfrm>
        </p:grpSpPr>
        <p:grpSp>
          <p:nvGrpSpPr>
            <p:cNvPr id="101412" name="Group 36"/>
            <p:cNvGrpSpPr>
              <a:grpSpLocks/>
            </p:cNvGrpSpPr>
            <p:nvPr/>
          </p:nvGrpSpPr>
          <p:grpSpPr bwMode="auto">
            <a:xfrm>
              <a:off x="1310" y="860"/>
              <a:ext cx="431" cy="1041"/>
              <a:chOff x="3216" y="2880"/>
              <a:chExt cx="460" cy="1204"/>
            </a:xfrm>
          </p:grpSpPr>
          <p:sp>
            <p:nvSpPr>
              <p:cNvPr id="101413" name="Freeform 37" descr="浅色上对角线"/>
              <p:cNvSpPr>
                <a:spLocks/>
              </p:cNvSpPr>
              <p:nvPr/>
            </p:nvSpPr>
            <p:spPr bwMode="auto">
              <a:xfrm>
                <a:off x="3230" y="3388"/>
                <a:ext cx="280" cy="686"/>
              </a:xfrm>
              <a:custGeom>
                <a:avLst/>
                <a:gdLst/>
                <a:ahLst/>
                <a:cxnLst>
                  <a:cxn ang="0">
                    <a:pos x="0" y="0"/>
                  </a:cxn>
                  <a:cxn ang="0">
                    <a:pos x="280" y="668"/>
                  </a:cxn>
                  <a:cxn ang="0">
                    <a:pos x="200" y="686"/>
                  </a:cxn>
                  <a:cxn ang="0">
                    <a:pos x="20" y="244"/>
                  </a:cxn>
                  <a:cxn ang="0">
                    <a:pos x="0" y="0"/>
                  </a:cxn>
                </a:cxnLst>
                <a:rect l="0" t="0" r="r" b="b"/>
                <a:pathLst>
                  <a:path w="280" h="686">
                    <a:moveTo>
                      <a:pt x="0" y="0"/>
                    </a:moveTo>
                    <a:lnTo>
                      <a:pt x="280" y="668"/>
                    </a:lnTo>
                    <a:lnTo>
                      <a:pt x="200" y="686"/>
                    </a:lnTo>
                    <a:lnTo>
                      <a:pt x="20" y="244"/>
                    </a:lnTo>
                    <a:lnTo>
                      <a:pt x="0" y="0"/>
                    </a:lnTo>
                    <a:close/>
                  </a:path>
                </a:pathLst>
              </a:custGeom>
              <a:pattFill prst="ltUpDiag">
                <a:fgClr>
                  <a:srgbClr val="009900"/>
                </a:fgClr>
                <a:bgClr>
                  <a:schemeClr val="bg1"/>
                </a:bgClr>
              </a:pattFill>
              <a:ln w="9525" cap="flat" cmpd="sng">
                <a:noFill/>
                <a:prstDash val="solid"/>
                <a:round/>
                <a:headEnd type="none" w="med" len="med"/>
                <a:tailEnd type="none" w="sm" len="lg"/>
              </a:ln>
              <a:effectLst/>
            </p:spPr>
            <p:txBody>
              <a:bodyPr wrap="none"/>
              <a:lstStyle/>
              <a:p>
                <a:endParaRPr lang="zh-CN" altLang="en-US"/>
              </a:p>
            </p:txBody>
          </p:sp>
          <p:sp>
            <p:nvSpPr>
              <p:cNvPr id="101414" name="Freeform 38" descr="浅色上对角线"/>
              <p:cNvSpPr>
                <a:spLocks/>
              </p:cNvSpPr>
              <p:nvPr/>
            </p:nvSpPr>
            <p:spPr bwMode="auto">
              <a:xfrm>
                <a:off x="3216" y="2888"/>
                <a:ext cx="460" cy="1124"/>
              </a:xfrm>
              <a:custGeom>
                <a:avLst/>
                <a:gdLst/>
                <a:ahLst/>
                <a:cxnLst>
                  <a:cxn ang="0">
                    <a:pos x="12" y="0"/>
                  </a:cxn>
                  <a:cxn ang="0">
                    <a:pos x="460" y="1084"/>
                  </a:cxn>
                  <a:cxn ang="0">
                    <a:pos x="380" y="1124"/>
                  </a:cxn>
                  <a:cxn ang="0">
                    <a:pos x="0" y="259"/>
                  </a:cxn>
                  <a:cxn ang="0">
                    <a:pos x="12" y="0"/>
                  </a:cxn>
                </a:cxnLst>
                <a:rect l="0" t="0" r="r" b="b"/>
                <a:pathLst>
                  <a:path w="460" h="1124">
                    <a:moveTo>
                      <a:pt x="12" y="0"/>
                    </a:moveTo>
                    <a:lnTo>
                      <a:pt x="460" y="1084"/>
                    </a:lnTo>
                    <a:lnTo>
                      <a:pt x="380" y="1124"/>
                    </a:lnTo>
                    <a:lnTo>
                      <a:pt x="0" y="259"/>
                    </a:lnTo>
                    <a:lnTo>
                      <a:pt x="12" y="0"/>
                    </a:lnTo>
                    <a:close/>
                  </a:path>
                </a:pathLst>
              </a:custGeom>
              <a:pattFill prst="ltUpDiag">
                <a:fgClr>
                  <a:srgbClr val="009900"/>
                </a:fgClr>
                <a:bgClr>
                  <a:schemeClr val="bg1"/>
                </a:bgClr>
              </a:pattFill>
              <a:ln w="12700" cap="flat" cmpd="sng">
                <a:solidFill>
                  <a:schemeClr val="tx1"/>
                </a:solidFill>
                <a:prstDash val="solid"/>
                <a:round/>
                <a:headEnd type="none" w="med" len="med"/>
                <a:tailEnd type="none" w="sm" len="lg"/>
              </a:ln>
              <a:effectLst/>
            </p:spPr>
            <p:txBody>
              <a:bodyPr wrap="none"/>
              <a:lstStyle/>
              <a:p>
                <a:endParaRPr lang="zh-CN" altLang="en-US"/>
              </a:p>
            </p:txBody>
          </p:sp>
          <p:sp>
            <p:nvSpPr>
              <p:cNvPr id="101415" name="Freeform 39" descr="浅色横线"/>
              <p:cNvSpPr>
                <a:spLocks/>
              </p:cNvSpPr>
              <p:nvPr/>
            </p:nvSpPr>
            <p:spPr bwMode="auto">
              <a:xfrm>
                <a:off x="3230" y="3152"/>
                <a:ext cx="376" cy="892"/>
              </a:xfrm>
              <a:custGeom>
                <a:avLst/>
                <a:gdLst/>
                <a:ahLst/>
                <a:cxnLst>
                  <a:cxn ang="0">
                    <a:pos x="0" y="0"/>
                  </a:cxn>
                  <a:cxn ang="0">
                    <a:pos x="376" y="864"/>
                  </a:cxn>
                  <a:cxn ang="0">
                    <a:pos x="274" y="892"/>
                  </a:cxn>
                  <a:cxn ang="0">
                    <a:pos x="48" y="344"/>
                  </a:cxn>
                  <a:cxn ang="0">
                    <a:pos x="0" y="240"/>
                  </a:cxn>
                  <a:cxn ang="0">
                    <a:pos x="0" y="0"/>
                  </a:cxn>
                </a:cxnLst>
                <a:rect l="0" t="0" r="r" b="b"/>
                <a:pathLst>
                  <a:path w="376" h="892">
                    <a:moveTo>
                      <a:pt x="0" y="0"/>
                    </a:moveTo>
                    <a:lnTo>
                      <a:pt x="376" y="864"/>
                    </a:lnTo>
                    <a:lnTo>
                      <a:pt x="274" y="892"/>
                    </a:lnTo>
                    <a:lnTo>
                      <a:pt x="48" y="344"/>
                    </a:lnTo>
                    <a:lnTo>
                      <a:pt x="0" y="240"/>
                    </a:lnTo>
                    <a:lnTo>
                      <a:pt x="0" y="0"/>
                    </a:lnTo>
                    <a:close/>
                  </a:path>
                </a:pathLst>
              </a:custGeom>
              <a:pattFill prst="ltHorz">
                <a:fgClr>
                  <a:srgbClr val="008000"/>
                </a:fgClr>
                <a:bgClr>
                  <a:schemeClr val="bg1"/>
                </a:bgClr>
              </a:pattFill>
              <a:ln w="9525" cap="flat" cmpd="sng">
                <a:noFill/>
                <a:prstDash val="solid"/>
                <a:round/>
                <a:headEnd type="none" w="med" len="med"/>
                <a:tailEnd type="none" w="sm" len="lg"/>
              </a:ln>
              <a:effectLst/>
            </p:spPr>
            <p:txBody>
              <a:bodyPr wrap="none"/>
              <a:lstStyle/>
              <a:p>
                <a:endParaRPr lang="zh-CN" altLang="en-US"/>
              </a:p>
            </p:txBody>
          </p:sp>
          <p:grpSp>
            <p:nvGrpSpPr>
              <p:cNvPr id="101416" name="Group 40"/>
              <p:cNvGrpSpPr>
                <a:grpSpLocks/>
              </p:cNvGrpSpPr>
              <p:nvPr/>
            </p:nvGrpSpPr>
            <p:grpSpPr bwMode="auto">
              <a:xfrm>
                <a:off x="3216" y="2880"/>
                <a:ext cx="460" cy="1204"/>
                <a:chOff x="3236" y="2880"/>
                <a:chExt cx="460" cy="1204"/>
              </a:xfrm>
            </p:grpSpPr>
            <p:sp>
              <p:nvSpPr>
                <p:cNvPr id="101417" name="Freeform 41" descr="宽上对角线"/>
                <p:cNvSpPr>
                  <a:spLocks/>
                </p:cNvSpPr>
                <p:nvPr/>
              </p:nvSpPr>
              <p:spPr bwMode="auto">
                <a:xfrm>
                  <a:off x="3252" y="3624"/>
                  <a:ext cx="188" cy="460"/>
                </a:xfrm>
                <a:custGeom>
                  <a:avLst/>
                  <a:gdLst/>
                  <a:ahLst/>
                  <a:cxnLst>
                    <a:cxn ang="0">
                      <a:pos x="0" y="0"/>
                    </a:cxn>
                    <a:cxn ang="0">
                      <a:pos x="188" y="460"/>
                    </a:cxn>
                  </a:cxnLst>
                  <a:rect l="0" t="0" r="r" b="b"/>
                  <a:pathLst>
                    <a:path w="188" h="460">
                      <a:moveTo>
                        <a:pt x="0" y="0"/>
                      </a:moveTo>
                      <a:lnTo>
                        <a:pt x="188" y="460"/>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1418" name="Freeform 42" descr="宽上对角线"/>
                <p:cNvSpPr>
                  <a:spLocks/>
                </p:cNvSpPr>
                <p:nvPr/>
              </p:nvSpPr>
              <p:spPr bwMode="auto">
                <a:xfrm>
                  <a:off x="3252" y="2880"/>
                  <a:ext cx="444" cy="1092"/>
                </a:xfrm>
                <a:custGeom>
                  <a:avLst/>
                  <a:gdLst/>
                  <a:ahLst/>
                  <a:cxnLst>
                    <a:cxn ang="0">
                      <a:pos x="0" y="0"/>
                    </a:cxn>
                    <a:cxn ang="0">
                      <a:pos x="444" y="1092"/>
                    </a:cxn>
                  </a:cxnLst>
                  <a:rect l="0" t="0" r="r" b="b"/>
                  <a:pathLst>
                    <a:path w="444" h="1092">
                      <a:moveTo>
                        <a:pt x="0" y="0"/>
                      </a:moveTo>
                      <a:lnTo>
                        <a:pt x="444" y="1092"/>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1419" name="Freeform 43" descr="宽上对角线"/>
                <p:cNvSpPr>
                  <a:spLocks/>
                </p:cNvSpPr>
                <p:nvPr/>
              </p:nvSpPr>
              <p:spPr bwMode="auto">
                <a:xfrm>
                  <a:off x="3236" y="3122"/>
                  <a:ext cx="380" cy="890"/>
                </a:xfrm>
                <a:custGeom>
                  <a:avLst/>
                  <a:gdLst/>
                  <a:ahLst/>
                  <a:cxnLst>
                    <a:cxn ang="0">
                      <a:pos x="0" y="0"/>
                    </a:cxn>
                    <a:cxn ang="0">
                      <a:pos x="380" y="890"/>
                    </a:cxn>
                  </a:cxnLst>
                  <a:rect l="0" t="0" r="r" b="b"/>
                  <a:pathLst>
                    <a:path w="380" h="890">
                      <a:moveTo>
                        <a:pt x="0" y="0"/>
                      </a:moveTo>
                      <a:lnTo>
                        <a:pt x="380" y="890"/>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sp>
              <p:nvSpPr>
                <p:cNvPr id="101420" name="Freeform 44" descr="宽上对角线"/>
                <p:cNvSpPr>
                  <a:spLocks/>
                </p:cNvSpPr>
                <p:nvPr/>
              </p:nvSpPr>
              <p:spPr bwMode="auto">
                <a:xfrm>
                  <a:off x="3236" y="3374"/>
                  <a:ext cx="280" cy="676"/>
                </a:xfrm>
                <a:custGeom>
                  <a:avLst/>
                  <a:gdLst/>
                  <a:ahLst/>
                  <a:cxnLst>
                    <a:cxn ang="0">
                      <a:pos x="0" y="0"/>
                    </a:cxn>
                    <a:cxn ang="0">
                      <a:pos x="280" y="676"/>
                    </a:cxn>
                  </a:cxnLst>
                  <a:rect l="0" t="0" r="r" b="b"/>
                  <a:pathLst>
                    <a:path w="280" h="676">
                      <a:moveTo>
                        <a:pt x="0" y="0"/>
                      </a:moveTo>
                      <a:lnTo>
                        <a:pt x="280" y="676"/>
                      </a:lnTo>
                    </a:path>
                  </a:pathLst>
                </a:custGeom>
                <a:pattFill prst="wdUpDiag">
                  <a:fgClr>
                    <a:srgbClr val="009900"/>
                  </a:fgClr>
                  <a:bgClr>
                    <a:schemeClr val="bg1"/>
                  </a:bgClr>
                </a:pattFill>
                <a:ln w="19050" cap="flat" cmpd="sng">
                  <a:solidFill>
                    <a:schemeClr val="tx1"/>
                  </a:solidFill>
                  <a:prstDash val="solid"/>
                  <a:round/>
                  <a:headEnd/>
                  <a:tailEnd/>
                </a:ln>
                <a:effectLst/>
              </p:spPr>
              <p:txBody>
                <a:bodyPr wrap="none" anchor="ctr"/>
                <a:lstStyle/>
                <a:p>
                  <a:endParaRPr lang="zh-CN" altLang="en-US"/>
                </a:p>
              </p:txBody>
            </p:sp>
          </p:grpSp>
        </p:grpSp>
        <p:grpSp>
          <p:nvGrpSpPr>
            <p:cNvPr id="101421" name="Group 45"/>
            <p:cNvGrpSpPr>
              <a:grpSpLocks/>
            </p:cNvGrpSpPr>
            <p:nvPr/>
          </p:nvGrpSpPr>
          <p:grpSpPr bwMode="auto">
            <a:xfrm rot="-385128">
              <a:off x="1347" y="1603"/>
              <a:ext cx="594" cy="159"/>
              <a:chOff x="3198" y="3454"/>
              <a:chExt cx="594" cy="209"/>
            </a:xfrm>
          </p:grpSpPr>
          <p:sp>
            <p:nvSpPr>
              <p:cNvPr id="101422" name="Freeform 46"/>
              <p:cNvSpPr>
                <a:spLocks/>
              </p:cNvSpPr>
              <p:nvPr/>
            </p:nvSpPr>
            <p:spPr bwMode="auto">
              <a:xfrm>
                <a:off x="3198" y="3567"/>
                <a:ext cx="272" cy="96"/>
              </a:xfrm>
              <a:custGeom>
                <a:avLst/>
                <a:gdLst/>
                <a:ahLst/>
                <a:cxnLst>
                  <a:cxn ang="0">
                    <a:pos x="0" y="132"/>
                  </a:cxn>
                  <a:cxn ang="0">
                    <a:pos x="340" y="0"/>
                  </a:cxn>
                </a:cxnLst>
                <a:rect l="0" t="0" r="r" b="b"/>
                <a:pathLst>
                  <a:path w="340" h="132">
                    <a:moveTo>
                      <a:pt x="0" y="132"/>
                    </a:moveTo>
                    <a:lnTo>
                      <a:pt x="340" y="0"/>
                    </a:lnTo>
                  </a:path>
                </a:pathLst>
              </a:custGeom>
              <a:noFill/>
              <a:ln w="38100">
                <a:solidFill>
                  <a:srgbClr val="FF0000"/>
                </a:solidFill>
                <a:round/>
                <a:headEnd/>
                <a:tailEnd type="triangle" w="sm" len="lg"/>
              </a:ln>
              <a:effectLst/>
            </p:spPr>
            <p:txBody>
              <a:bodyPr wrap="none" anchor="ctr"/>
              <a:lstStyle/>
              <a:p>
                <a:endParaRPr lang="zh-CN" altLang="en-US"/>
              </a:p>
            </p:txBody>
          </p:sp>
          <p:sp>
            <p:nvSpPr>
              <p:cNvPr id="101423" name="Freeform 47"/>
              <p:cNvSpPr>
                <a:spLocks/>
              </p:cNvSpPr>
              <p:nvPr/>
            </p:nvSpPr>
            <p:spPr bwMode="auto">
              <a:xfrm>
                <a:off x="3519" y="3454"/>
                <a:ext cx="273" cy="98"/>
              </a:xfrm>
              <a:custGeom>
                <a:avLst/>
                <a:gdLst/>
                <a:ahLst/>
                <a:cxnLst>
                  <a:cxn ang="0">
                    <a:pos x="308" y="0"/>
                  </a:cxn>
                  <a:cxn ang="0">
                    <a:pos x="0" y="120"/>
                  </a:cxn>
                </a:cxnLst>
                <a:rect l="0" t="0" r="r" b="b"/>
                <a:pathLst>
                  <a:path w="308" h="120">
                    <a:moveTo>
                      <a:pt x="308" y="0"/>
                    </a:moveTo>
                    <a:lnTo>
                      <a:pt x="0" y="120"/>
                    </a:lnTo>
                  </a:path>
                </a:pathLst>
              </a:custGeom>
              <a:noFill/>
              <a:ln w="38100">
                <a:solidFill>
                  <a:srgbClr val="FF0000"/>
                </a:solidFill>
                <a:round/>
                <a:headEnd/>
                <a:tailEnd type="triangle" w="sm" len="lg"/>
              </a:ln>
              <a:effectLst/>
            </p:spPr>
            <p:txBody>
              <a:bodyPr wrap="none" anchor="ctr"/>
              <a:lstStyle/>
              <a:p>
                <a:endParaRPr lang="zh-CN" altLang="en-US"/>
              </a:p>
            </p:txBody>
          </p:sp>
        </p:grpSp>
        <p:graphicFrame>
          <p:nvGraphicFramePr>
            <p:cNvPr id="101424" name="Object 48"/>
            <p:cNvGraphicFramePr>
              <a:graphicFrameLocks noChangeAspect="1"/>
            </p:cNvGraphicFramePr>
            <p:nvPr/>
          </p:nvGraphicFramePr>
          <p:xfrm>
            <a:off x="1740" y="1694"/>
            <a:ext cx="366" cy="197"/>
          </p:xfrm>
          <a:graphic>
            <a:graphicData uri="http://schemas.openxmlformats.org/presentationml/2006/ole">
              <mc:AlternateContent xmlns:mc="http://schemas.openxmlformats.org/markup-compatibility/2006">
                <mc:Choice xmlns:v="urn:schemas-microsoft-com:vml" Requires="v">
                  <p:oleObj spid="_x0000_s101610" name="Equation" r:id="rId25" imgW="312460" imgH="175295" progId="Equation.3">
                    <p:embed/>
                  </p:oleObj>
                </mc:Choice>
                <mc:Fallback>
                  <p:oleObj name="Equation" r:id="rId25" imgW="312460" imgH="175295" progId="Equation.3">
                    <p:embed/>
                    <p:pic>
                      <p:nvPicPr>
                        <p:cNvPr id="0" name="Picture 9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740" y="1694"/>
                          <a:ext cx="366"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1425" name="Group 49"/>
          <p:cNvGrpSpPr>
            <a:grpSpLocks/>
          </p:cNvGrpSpPr>
          <p:nvPr/>
        </p:nvGrpSpPr>
        <p:grpSpPr bwMode="auto">
          <a:xfrm rot="-83261">
            <a:off x="1962150" y="998538"/>
            <a:ext cx="1644650" cy="1447800"/>
            <a:chOff x="3120" y="2688"/>
            <a:chExt cx="912" cy="1008"/>
          </a:xfrm>
        </p:grpSpPr>
        <p:sp>
          <p:nvSpPr>
            <p:cNvPr id="101426" name="Line 50"/>
            <p:cNvSpPr>
              <a:spLocks noChangeShapeType="1"/>
            </p:cNvSpPr>
            <p:nvPr/>
          </p:nvSpPr>
          <p:spPr bwMode="auto">
            <a:xfrm flipV="1">
              <a:off x="3120" y="2688"/>
              <a:ext cx="864" cy="272"/>
            </a:xfrm>
            <a:prstGeom prst="line">
              <a:avLst/>
            </a:prstGeom>
            <a:noFill/>
            <a:ln w="19050">
              <a:solidFill>
                <a:srgbClr val="0000FF"/>
              </a:solidFill>
              <a:round/>
              <a:headEnd/>
              <a:tailEnd/>
            </a:ln>
            <a:effectLst/>
          </p:spPr>
          <p:txBody>
            <a:bodyPr wrap="none" anchor="ctr"/>
            <a:lstStyle/>
            <a:p>
              <a:endParaRPr lang="zh-CN" altLang="en-US"/>
            </a:p>
          </p:txBody>
        </p:sp>
        <p:sp>
          <p:nvSpPr>
            <p:cNvPr id="101427" name="Line 51"/>
            <p:cNvSpPr>
              <a:spLocks noChangeShapeType="1"/>
            </p:cNvSpPr>
            <p:nvPr/>
          </p:nvSpPr>
          <p:spPr bwMode="auto">
            <a:xfrm flipV="1">
              <a:off x="3120" y="2928"/>
              <a:ext cx="912" cy="288"/>
            </a:xfrm>
            <a:prstGeom prst="line">
              <a:avLst/>
            </a:prstGeom>
            <a:noFill/>
            <a:ln w="19050">
              <a:solidFill>
                <a:srgbClr val="0000FF"/>
              </a:solidFill>
              <a:round/>
              <a:headEnd/>
              <a:tailEnd/>
            </a:ln>
            <a:effectLst/>
          </p:spPr>
          <p:txBody>
            <a:bodyPr wrap="none" anchor="ctr"/>
            <a:lstStyle/>
            <a:p>
              <a:endParaRPr lang="zh-CN" altLang="en-US"/>
            </a:p>
          </p:txBody>
        </p:sp>
        <p:sp>
          <p:nvSpPr>
            <p:cNvPr id="101428" name="Line 52"/>
            <p:cNvSpPr>
              <a:spLocks noChangeShapeType="1"/>
            </p:cNvSpPr>
            <p:nvPr/>
          </p:nvSpPr>
          <p:spPr bwMode="auto">
            <a:xfrm flipV="1">
              <a:off x="3120" y="3168"/>
              <a:ext cx="912" cy="288"/>
            </a:xfrm>
            <a:prstGeom prst="line">
              <a:avLst/>
            </a:prstGeom>
            <a:noFill/>
            <a:ln w="19050">
              <a:solidFill>
                <a:srgbClr val="0000FF"/>
              </a:solidFill>
              <a:round/>
              <a:headEnd/>
              <a:tailEnd/>
            </a:ln>
            <a:effectLst/>
          </p:spPr>
          <p:txBody>
            <a:bodyPr wrap="none" anchor="ctr"/>
            <a:lstStyle/>
            <a:p>
              <a:endParaRPr lang="zh-CN" altLang="en-US"/>
            </a:p>
          </p:txBody>
        </p:sp>
        <p:sp>
          <p:nvSpPr>
            <p:cNvPr id="101429" name="Line 53"/>
            <p:cNvSpPr>
              <a:spLocks noChangeShapeType="1"/>
            </p:cNvSpPr>
            <p:nvPr/>
          </p:nvSpPr>
          <p:spPr bwMode="auto">
            <a:xfrm flipV="1">
              <a:off x="3120" y="3408"/>
              <a:ext cx="912" cy="288"/>
            </a:xfrm>
            <a:prstGeom prst="line">
              <a:avLst/>
            </a:prstGeom>
            <a:noFill/>
            <a:ln w="19050">
              <a:solidFill>
                <a:srgbClr val="0000FF"/>
              </a:solidFill>
              <a:round/>
              <a:headEnd/>
              <a:tailEnd/>
            </a:ln>
            <a:effectLst/>
          </p:spPr>
          <p:txBody>
            <a:bodyPr wrap="none" anchor="ctr"/>
            <a:lstStyle/>
            <a:p>
              <a:endParaRPr lang="zh-CN" altLang="en-US"/>
            </a:p>
          </p:txBody>
        </p:sp>
      </p:grpSp>
      <p:grpSp>
        <p:nvGrpSpPr>
          <p:cNvPr id="101430" name="Group 54"/>
          <p:cNvGrpSpPr>
            <a:grpSpLocks/>
          </p:cNvGrpSpPr>
          <p:nvPr/>
        </p:nvGrpSpPr>
        <p:grpSpPr bwMode="auto">
          <a:xfrm>
            <a:off x="3535363" y="1000125"/>
            <a:ext cx="1570037" cy="987425"/>
            <a:chOff x="4224" y="2592"/>
            <a:chExt cx="1056" cy="720"/>
          </a:xfrm>
        </p:grpSpPr>
        <p:sp>
          <p:nvSpPr>
            <p:cNvPr id="101431" name="Line 55"/>
            <p:cNvSpPr>
              <a:spLocks noChangeShapeType="1"/>
            </p:cNvSpPr>
            <p:nvPr/>
          </p:nvSpPr>
          <p:spPr bwMode="auto">
            <a:xfrm>
              <a:off x="4272" y="2832"/>
              <a:ext cx="1008" cy="0"/>
            </a:xfrm>
            <a:prstGeom prst="line">
              <a:avLst/>
            </a:prstGeom>
            <a:noFill/>
            <a:ln w="19050">
              <a:solidFill>
                <a:srgbClr val="0000FF"/>
              </a:solidFill>
              <a:round/>
              <a:headEnd/>
              <a:tailEnd/>
            </a:ln>
            <a:effectLst/>
          </p:spPr>
          <p:txBody>
            <a:bodyPr wrap="none" anchor="ctr"/>
            <a:lstStyle/>
            <a:p>
              <a:endParaRPr lang="zh-CN" altLang="en-US"/>
            </a:p>
          </p:txBody>
        </p:sp>
        <p:sp>
          <p:nvSpPr>
            <p:cNvPr id="101432" name="Line 56"/>
            <p:cNvSpPr>
              <a:spLocks noChangeShapeType="1"/>
            </p:cNvSpPr>
            <p:nvPr/>
          </p:nvSpPr>
          <p:spPr bwMode="auto">
            <a:xfrm flipV="1">
              <a:off x="4272" y="2832"/>
              <a:ext cx="1008" cy="233"/>
            </a:xfrm>
            <a:prstGeom prst="line">
              <a:avLst/>
            </a:prstGeom>
            <a:noFill/>
            <a:ln w="19050">
              <a:solidFill>
                <a:srgbClr val="0000FF"/>
              </a:solidFill>
              <a:round/>
              <a:headEnd/>
              <a:tailEnd/>
            </a:ln>
            <a:effectLst/>
          </p:spPr>
          <p:txBody>
            <a:bodyPr wrap="none" anchor="ctr"/>
            <a:lstStyle/>
            <a:p>
              <a:endParaRPr lang="zh-CN" altLang="en-US"/>
            </a:p>
          </p:txBody>
        </p:sp>
        <p:sp>
          <p:nvSpPr>
            <p:cNvPr id="101433" name="Line 57"/>
            <p:cNvSpPr>
              <a:spLocks noChangeShapeType="1"/>
            </p:cNvSpPr>
            <p:nvPr/>
          </p:nvSpPr>
          <p:spPr bwMode="auto">
            <a:xfrm>
              <a:off x="4224" y="2592"/>
              <a:ext cx="1056" cy="240"/>
            </a:xfrm>
            <a:prstGeom prst="line">
              <a:avLst/>
            </a:prstGeom>
            <a:noFill/>
            <a:ln w="19050">
              <a:solidFill>
                <a:srgbClr val="0000FF"/>
              </a:solidFill>
              <a:round/>
              <a:headEnd/>
              <a:tailEnd/>
            </a:ln>
            <a:effectLst/>
          </p:spPr>
          <p:txBody>
            <a:bodyPr wrap="none" anchor="ctr"/>
            <a:lstStyle/>
            <a:p>
              <a:endParaRPr lang="zh-CN" altLang="en-US"/>
            </a:p>
          </p:txBody>
        </p:sp>
        <p:sp>
          <p:nvSpPr>
            <p:cNvPr id="101434" name="Line 58"/>
            <p:cNvSpPr>
              <a:spLocks noChangeShapeType="1"/>
            </p:cNvSpPr>
            <p:nvPr/>
          </p:nvSpPr>
          <p:spPr bwMode="auto">
            <a:xfrm flipV="1">
              <a:off x="4272" y="2832"/>
              <a:ext cx="1008" cy="480"/>
            </a:xfrm>
            <a:prstGeom prst="line">
              <a:avLst/>
            </a:prstGeom>
            <a:noFill/>
            <a:ln w="19050">
              <a:solidFill>
                <a:srgbClr val="0000FF"/>
              </a:solidFill>
              <a:round/>
              <a:headEnd/>
              <a:tailEnd/>
            </a:ln>
            <a:effectLst/>
          </p:spPr>
          <p:txBody>
            <a:bodyPr wrap="none" anchor="ctr"/>
            <a:lstStyle/>
            <a:p>
              <a:endParaRPr lang="zh-CN" altLang="en-US"/>
            </a:p>
          </p:txBody>
        </p:sp>
      </p:grpSp>
      <p:sp>
        <p:nvSpPr>
          <p:cNvPr id="101435" name="Line 59"/>
          <p:cNvSpPr>
            <a:spLocks noChangeShapeType="1"/>
          </p:cNvSpPr>
          <p:nvPr/>
        </p:nvSpPr>
        <p:spPr bwMode="auto">
          <a:xfrm>
            <a:off x="1177925" y="1922463"/>
            <a:ext cx="4356100" cy="0"/>
          </a:xfrm>
          <a:prstGeom prst="line">
            <a:avLst/>
          </a:prstGeom>
          <a:noFill/>
          <a:ln w="19050">
            <a:solidFill>
              <a:schemeClr val="tx1"/>
            </a:solidFill>
            <a:prstDash val="lgDashDot"/>
            <a:round/>
            <a:headEnd type="none" w="sm" len="lg"/>
            <a:tailEnd type="none" w="sm" len="lg"/>
          </a:ln>
          <a:effectLst/>
        </p:spPr>
        <p:txBody>
          <a:bodyPr wrap="none" anchor="ctr"/>
          <a:lstStyle/>
          <a:p>
            <a:endParaRPr lang="zh-CN" altLang="en-US"/>
          </a:p>
        </p:txBody>
      </p:sp>
      <p:sp>
        <p:nvSpPr>
          <p:cNvPr id="101436" name="Rectangle 60"/>
          <p:cNvSpPr>
            <a:spLocks noChangeArrowheads="1"/>
          </p:cNvSpPr>
          <p:nvPr/>
        </p:nvSpPr>
        <p:spPr bwMode="auto">
          <a:xfrm>
            <a:off x="5080000" y="604838"/>
            <a:ext cx="50800" cy="2436812"/>
          </a:xfrm>
          <a:prstGeom prst="rect">
            <a:avLst/>
          </a:prstGeom>
          <a:gradFill rotWithShape="0">
            <a:gsLst>
              <a:gs pos="0">
                <a:schemeClr val="bg1"/>
              </a:gs>
              <a:gs pos="100000">
                <a:schemeClr val="bg1">
                  <a:gamma/>
                  <a:shade val="0"/>
                  <a:invGamma/>
                </a:schemeClr>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1437" name="Object 61"/>
          <p:cNvGraphicFramePr>
            <a:graphicFrameLocks noChangeAspect="1"/>
          </p:cNvGraphicFramePr>
          <p:nvPr/>
        </p:nvGraphicFramePr>
        <p:xfrm>
          <a:off x="5200650" y="1933575"/>
          <a:ext cx="261938" cy="317500"/>
        </p:xfrm>
        <a:graphic>
          <a:graphicData uri="http://schemas.openxmlformats.org/presentationml/2006/ole">
            <mc:AlternateContent xmlns:mc="http://schemas.openxmlformats.org/markup-compatibility/2006">
              <mc:Choice xmlns:v="urn:schemas-microsoft-com:vml" Requires="v">
                <p:oleObj spid="_x0000_s101611" name="Equation" r:id="rId27" imgW="164957" imgH="190335" progId="Equation.3">
                  <p:embed/>
                </p:oleObj>
              </mc:Choice>
              <mc:Fallback>
                <p:oleObj name="Equation" r:id="rId27" imgW="164957" imgH="190335" progId="Equation.3">
                  <p:embed/>
                  <p:pic>
                    <p:nvPicPr>
                      <p:cNvPr id="0" name="Picture 9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200650" y="1933575"/>
                        <a:ext cx="261938"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38" name="Rectangle 62"/>
          <p:cNvSpPr>
            <a:spLocks noChangeArrowheads="1"/>
          </p:cNvSpPr>
          <p:nvPr/>
        </p:nvSpPr>
        <p:spPr bwMode="auto">
          <a:xfrm>
            <a:off x="1946275" y="869950"/>
            <a:ext cx="88900" cy="525463"/>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sp>
        <p:nvSpPr>
          <p:cNvPr id="101439" name="Rectangle 63"/>
          <p:cNvSpPr>
            <a:spLocks noChangeArrowheads="1"/>
          </p:cNvSpPr>
          <p:nvPr/>
        </p:nvSpPr>
        <p:spPr bwMode="auto">
          <a:xfrm>
            <a:off x="1957388" y="2449513"/>
            <a:ext cx="77787" cy="485775"/>
          </a:xfrm>
          <a:prstGeom prst="rect">
            <a:avLst/>
          </a:prstGeom>
          <a:gradFill rotWithShape="0">
            <a:gsLst>
              <a:gs pos="0">
                <a:schemeClr val="tx1"/>
              </a:gs>
              <a:gs pos="50000">
                <a:schemeClr val="tx1">
                  <a:gamma/>
                  <a:tint val="20000"/>
                  <a:invGamma/>
                </a:schemeClr>
              </a:gs>
              <a:gs pos="100000">
                <a:schemeClr val="tx1"/>
              </a:gs>
            </a:gsLst>
            <a:lin ang="0" scaled="1"/>
          </a:gradFill>
          <a:ln w="19050">
            <a:solidFill>
              <a:schemeClr val="tx1"/>
            </a:solidFill>
            <a:miter lim="800000"/>
            <a:headEnd/>
            <a:tailEnd/>
          </a:ln>
          <a:effectLst/>
        </p:spPr>
        <p:txBody>
          <a:bodyPr wrap="none" anchor="ctr"/>
          <a:lstStyle/>
          <a:p>
            <a:endParaRPr lang="zh-CN" altLang="en-US"/>
          </a:p>
        </p:txBody>
      </p:sp>
      <p:graphicFrame>
        <p:nvGraphicFramePr>
          <p:cNvPr id="101440" name="Object 64"/>
          <p:cNvGraphicFramePr>
            <a:graphicFrameLocks noChangeAspect="1"/>
          </p:cNvGraphicFramePr>
          <p:nvPr/>
        </p:nvGraphicFramePr>
        <p:xfrm>
          <a:off x="5105400" y="933450"/>
          <a:ext cx="428625" cy="527050"/>
        </p:xfrm>
        <a:graphic>
          <a:graphicData uri="http://schemas.openxmlformats.org/presentationml/2006/ole">
            <mc:AlternateContent xmlns:mc="http://schemas.openxmlformats.org/markup-compatibility/2006">
              <mc:Choice xmlns:v="urn:schemas-microsoft-com:vml" Requires="v">
                <p:oleObj spid="_x0000_s101612" name="Equation" r:id="rId29" imgW="152268" imgH="203024" progId="Equation.3">
                  <p:embed/>
                </p:oleObj>
              </mc:Choice>
              <mc:Fallback>
                <p:oleObj name="Equation" r:id="rId29" imgW="152268" imgH="203024" progId="Equation.3">
                  <p:embed/>
                  <p:pic>
                    <p:nvPicPr>
                      <p:cNvPr id="0" name="Picture 9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105400" y="933450"/>
                        <a:ext cx="428625"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41" name="Object 65"/>
          <p:cNvGraphicFramePr>
            <a:graphicFrameLocks noChangeAspect="1"/>
          </p:cNvGraphicFramePr>
          <p:nvPr/>
        </p:nvGraphicFramePr>
        <p:xfrm>
          <a:off x="1500188" y="933450"/>
          <a:ext cx="463550" cy="461963"/>
        </p:xfrm>
        <a:graphic>
          <a:graphicData uri="http://schemas.openxmlformats.org/presentationml/2006/ole">
            <mc:AlternateContent xmlns:mc="http://schemas.openxmlformats.org/markup-compatibility/2006">
              <mc:Choice xmlns:v="urn:schemas-microsoft-com:vml" Requires="v">
                <p:oleObj spid="_x0000_s101613" name="Equation" r:id="rId31" imgW="152268" imgH="164957" progId="Equation.3">
                  <p:embed/>
                </p:oleObj>
              </mc:Choice>
              <mc:Fallback>
                <p:oleObj name="Equation" r:id="rId31" imgW="152268" imgH="164957" progId="Equation.3">
                  <p:embed/>
                  <p:pic>
                    <p:nvPicPr>
                      <p:cNvPr id="0" name="Picture 9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00188" y="933450"/>
                        <a:ext cx="46355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42" name="Object 66"/>
          <p:cNvGraphicFramePr>
            <a:graphicFrameLocks noChangeAspect="1"/>
          </p:cNvGraphicFramePr>
          <p:nvPr/>
        </p:nvGraphicFramePr>
        <p:xfrm>
          <a:off x="1463675" y="2382838"/>
          <a:ext cx="468313" cy="466725"/>
        </p:xfrm>
        <a:graphic>
          <a:graphicData uri="http://schemas.openxmlformats.org/presentationml/2006/ole">
            <mc:AlternateContent xmlns:mc="http://schemas.openxmlformats.org/markup-compatibility/2006">
              <mc:Choice xmlns:v="urn:schemas-microsoft-com:vml" Requires="v">
                <p:oleObj spid="_x0000_s101614" name="Equation" r:id="rId33" imgW="152268" imgH="164957" progId="Equation.3">
                  <p:embed/>
                </p:oleObj>
              </mc:Choice>
              <mc:Fallback>
                <p:oleObj name="Equation" r:id="rId33" imgW="152268" imgH="164957" progId="Equation.3">
                  <p:embed/>
                  <p:pic>
                    <p:nvPicPr>
                      <p:cNvPr id="0" name="Picture 9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463675" y="2382838"/>
                        <a:ext cx="468313"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43" name="Line 67"/>
          <p:cNvSpPr>
            <a:spLocks noChangeShapeType="1"/>
          </p:cNvSpPr>
          <p:nvPr/>
        </p:nvSpPr>
        <p:spPr bwMode="auto">
          <a:xfrm>
            <a:off x="2035175" y="1395413"/>
            <a:ext cx="1071563" cy="0"/>
          </a:xfrm>
          <a:prstGeom prst="line">
            <a:avLst/>
          </a:prstGeom>
          <a:noFill/>
          <a:ln w="9525">
            <a:solidFill>
              <a:schemeClr val="tx1"/>
            </a:solidFill>
            <a:prstDash val="dash"/>
            <a:round/>
            <a:headEnd/>
            <a:tailEnd/>
          </a:ln>
          <a:effectLst/>
        </p:spPr>
        <p:txBody>
          <a:bodyPr wrap="none"/>
          <a:lstStyle/>
          <a:p>
            <a:endParaRPr lang="zh-CN" altLang="en-US"/>
          </a:p>
        </p:txBody>
      </p:sp>
      <p:grpSp>
        <p:nvGrpSpPr>
          <p:cNvPr id="101444" name="Group 68"/>
          <p:cNvGrpSpPr>
            <a:grpSpLocks/>
          </p:cNvGrpSpPr>
          <p:nvPr/>
        </p:nvGrpSpPr>
        <p:grpSpPr bwMode="auto">
          <a:xfrm>
            <a:off x="1035050" y="1395413"/>
            <a:ext cx="957263" cy="1054100"/>
            <a:chOff x="2592" y="2880"/>
            <a:chExt cx="643" cy="768"/>
          </a:xfrm>
        </p:grpSpPr>
        <p:sp>
          <p:nvSpPr>
            <p:cNvPr id="101445" name="Line 69"/>
            <p:cNvSpPr>
              <a:spLocks noChangeShapeType="1"/>
            </p:cNvSpPr>
            <p:nvPr/>
          </p:nvSpPr>
          <p:spPr bwMode="auto">
            <a:xfrm flipV="1">
              <a:off x="2762" y="3168"/>
              <a:ext cx="47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1446" name="Line 70"/>
            <p:cNvSpPr>
              <a:spLocks noChangeShapeType="1"/>
            </p:cNvSpPr>
            <p:nvPr/>
          </p:nvSpPr>
          <p:spPr bwMode="auto">
            <a:xfrm>
              <a:off x="2762" y="3408"/>
              <a:ext cx="47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1447" name="Line 71"/>
            <p:cNvSpPr>
              <a:spLocks noChangeShapeType="1"/>
            </p:cNvSpPr>
            <p:nvPr/>
          </p:nvSpPr>
          <p:spPr bwMode="auto">
            <a:xfrm flipV="1">
              <a:off x="2762" y="3648"/>
              <a:ext cx="47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1448" name="Line 72"/>
            <p:cNvSpPr>
              <a:spLocks noChangeShapeType="1"/>
            </p:cNvSpPr>
            <p:nvPr/>
          </p:nvSpPr>
          <p:spPr bwMode="auto">
            <a:xfrm>
              <a:off x="2772" y="2880"/>
              <a:ext cx="463" cy="0"/>
            </a:xfrm>
            <a:prstGeom prst="line">
              <a:avLst/>
            </a:prstGeom>
            <a:noFill/>
            <a:ln w="19050">
              <a:solidFill>
                <a:srgbClr val="0000FF"/>
              </a:solidFill>
              <a:round/>
              <a:headEnd type="none" w="sm" len="lg"/>
              <a:tailEnd type="none" w="sm" len="lg"/>
            </a:ln>
            <a:effectLst/>
          </p:spPr>
          <p:txBody>
            <a:bodyPr wrap="none" anchor="ctr"/>
            <a:lstStyle/>
            <a:p>
              <a:endParaRPr lang="zh-CN" altLang="en-US"/>
            </a:p>
          </p:txBody>
        </p:sp>
        <p:sp>
          <p:nvSpPr>
            <p:cNvPr id="101449" name="Line 73"/>
            <p:cNvSpPr>
              <a:spLocks noChangeShapeType="1"/>
            </p:cNvSpPr>
            <p:nvPr/>
          </p:nvSpPr>
          <p:spPr bwMode="auto">
            <a:xfrm flipH="1">
              <a:off x="2592" y="3168"/>
              <a:ext cx="271"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1450" name="Line 74"/>
            <p:cNvSpPr>
              <a:spLocks noChangeShapeType="1"/>
            </p:cNvSpPr>
            <p:nvPr/>
          </p:nvSpPr>
          <p:spPr bwMode="auto">
            <a:xfrm flipH="1">
              <a:off x="2592" y="3408"/>
              <a:ext cx="271"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1451" name="Line 75"/>
            <p:cNvSpPr>
              <a:spLocks noChangeShapeType="1"/>
            </p:cNvSpPr>
            <p:nvPr/>
          </p:nvSpPr>
          <p:spPr bwMode="auto">
            <a:xfrm flipH="1">
              <a:off x="2592" y="3647"/>
              <a:ext cx="271"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sp>
          <p:nvSpPr>
            <p:cNvPr id="101452" name="Line 76"/>
            <p:cNvSpPr>
              <a:spLocks noChangeShapeType="1"/>
            </p:cNvSpPr>
            <p:nvPr/>
          </p:nvSpPr>
          <p:spPr bwMode="auto">
            <a:xfrm flipH="1">
              <a:off x="2592" y="2880"/>
              <a:ext cx="271" cy="0"/>
            </a:xfrm>
            <a:prstGeom prst="line">
              <a:avLst/>
            </a:prstGeom>
            <a:noFill/>
            <a:ln w="19050">
              <a:solidFill>
                <a:srgbClr val="0000FF"/>
              </a:solidFill>
              <a:round/>
              <a:headEnd type="triangle" w="sm" len="lg"/>
              <a:tailEnd type="none" w="sm" len="lg"/>
            </a:ln>
            <a:effectLst/>
          </p:spPr>
          <p:txBody>
            <a:bodyPr wrap="none" anchor="ctr"/>
            <a:lstStyle/>
            <a:p>
              <a:endParaRPr lang="zh-CN" altLang="en-US"/>
            </a:p>
          </p:txBody>
        </p:sp>
      </p:grpSp>
      <p:graphicFrame>
        <p:nvGraphicFramePr>
          <p:cNvPr id="101453" name="Object 77"/>
          <p:cNvGraphicFramePr>
            <a:graphicFrameLocks noChangeAspect="1"/>
          </p:cNvGraphicFramePr>
          <p:nvPr/>
        </p:nvGraphicFramePr>
        <p:xfrm>
          <a:off x="1601788" y="619125"/>
          <a:ext cx="361950" cy="381000"/>
        </p:xfrm>
        <a:graphic>
          <a:graphicData uri="http://schemas.openxmlformats.org/presentationml/2006/ole">
            <mc:AlternateContent xmlns:mc="http://schemas.openxmlformats.org/markup-compatibility/2006">
              <mc:Choice xmlns:v="urn:schemas-microsoft-com:vml" Requires="v">
                <p:oleObj spid="_x0000_s101615" name="Equation" r:id="rId35" imgW="164885" imgH="164885" progId="Equation.3">
                  <p:embed/>
                </p:oleObj>
              </mc:Choice>
              <mc:Fallback>
                <p:oleObj name="Equation" r:id="rId35" imgW="164885" imgH="164885" progId="Equation.3">
                  <p:embed/>
                  <p:pic>
                    <p:nvPicPr>
                      <p:cNvPr id="0" name="Picture 99"/>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601788" y="619125"/>
                        <a:ext cx="3619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54" name="Object 78"/>
          <p:cNvGraphicFramePr>
            <a:graphicFrameLocks noChangeAspect="1"/>
          </p:cNvGraphicFramePr>
          <p:nvPr/>
        </p:nvGraphicFramePr>
        <p:xfrm>
          <a:off x="2892425" y="669925"/>
          <a:ext cx="358775" cy="395288"/>
        </p:xfrm>
        <a:graphic>
          <a:graphicData uri="http://schemas.openxmlformats.org/presentationml/2006/ole">
            <mc:AlternateContent xmlns:mc="http://schemas.openxmlformats.org/markup-compatibility/2006">
              <mc:Choice xmlns:v="urn:schemas-microsoft-com:vml" Requires="v">
                <p:oleObj spid="_x0000_s101616" name="Equation" r:id="rId37" imgW="139579" imgH="164957" progId="Equation.3">
                  <p:embed/>
                </p:oleObj>
              </mc:Choice>
              <mc:Fallback>
                <p:oleObj name="Equation" r:id="rId37" imgW="139579" imgH="164957" progId="Equation.3">
                  <p:embed/>
                  <p:pic>
                    <p:nvPicPr>
                      <p:cNvPr id="0" name="Picture 100"/>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2892425" y="669925"/>
                        <a:ext cx="358775"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455" name="Object 79"/>
          <p:cNvGraphicFramePr>
            <a:graphicFrameLocks noChangeAspect="1"/>
          </p:cNvGraphicFramePr>
          <p:nvPr/>
        </p:nvGraphicFramePr>
        <p:xfrm>
          <a:off x="4605338" y="636588"/>
          <a:ext cx="346075" cy="428625"/>
        </p:xfrm>
        <a:graphic>
          <a:graphicData uri="http://schemas.openxmlformats.org/presentationml/2006/ole">
            <mc:AlternateContent xmlns:mc="http://schemas.openxmlformats.org/markup-compatibility/2006">
              <mc:Choice xmlns:v="urn:schemas-microsoft-com:vml" Requires="v">
                <p:oleObj spid="_x0000_s101617" name="Equation" r:id="rId39" imgW="139579" imgH="164957" progId="Equation.3">
                  <p:embed/>
                </p:oleObj>
              </mc:Choice>
              <mc:Fallback>
                <p:oleObj name="Equation" r:id="rId39" imgW="139579" imgH="164957" progId="Equation.3">
                  <p:embed/>
                  <p:pic>
                    <p:nvPicPr>
                      <p:cNvPr id="0" name="Picture 101"/>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605338" y="636588"/>
                        <a:ext cx="346075" cy="428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56" name="Oval 80"/>
          <p:cNvSpPr>
            <a:spLocks noChangeArrowheads="1"/>
          </p:cNvSpPr>
          <p:nvPr/>
        </p:nvSpPr>
        <p:spPr bwMode="auto">
          <a:xfrm>
            <a:off x="3232150" y="669925"/>
            <a:ext cx="374650" cy="2274888"/>
          </a:xfrm>
          <a:prstGeom prst="ellipse">
            <a:avLst/>
          </a:prstGeom>
          <a:solidFill>
            <a:srgbClr val="00FFCC">
              <a:alpha val="50000"/>
            </a:srgbClr>
          </a:solidFill>
          <a:ln w="19050">
            <a:solidFill>
              <a:srgbClr val="006666"/>
            </a:solidFill>
            <a:round/>
            <a:headEnd/>
            <a:tailEnd/>
          </a:ln>
          <a:effectLst/>
        </p:spPr>
        <p:txBody>
          <a:bodyPr wrap="none" anchor="ctr"/>
          <a:lstStyle/>
          <a:p>
            <a:endParaRPr lang="zh-CN" altLang="en-US"/>
          </a:p>
        </p:txBody>
      </p:sp>
      <p:sp>
        <p:nvSpPr>
          <p:cNvPr id="101457" name="AutoShape 81"/>
          <p:cNvSpPr>
            <a:spLocks noChangeArrowheads="1"/>
          </p:cNvSpPr>
          <p:nvPr/>
        </p:nvSpPr>
        <p:spPr bwMode="auto">
          <a:xfrm>
            <a:off x="2333625" y="639763"/>
            <a:ext cx="428625" cy="461962"/>
          </a:xfrm>
          <a:prstGeom prst="wedgeRoundRectCallout">
            <a:avLst>
              <a:gd name="adj1" fmla="val -10069"/>
              <a:gd name="adj2" fmla="val 100894"/>
              <a:gd name="adj3" fmla="val 16667"/>
            </a:avLst>
          </a:prstGeom>
          <a:noFill/>
          <a:ln w="9525">
            <a:solidFill>
              <a:schemeClr val="tx2"/>
            </a:solidFill>
            <a:miter lim="800000"/>
            <a:headEnd/>
            <a:tailEnd type="none" w="sm" len="lg"/>
          </a:ln>
          <a:effectLst/>
        </p:spPr>
        <p:txBody>
          <a:bodyPr/>
          <a:lstStyle/>
          <a:p>
            <a:pPr algn="ctr" eaLnBrk="1" hangingPunct="1">
              <a:spcBef>
                <a:spcPct val="50000"/>
              </a:spcBef>
            </a:pPr>
            <a:endParaRPr lang="zh-CN" altLang="en-US"/>
          </a:p>
        </p:txBody>
      </p:sp>
      <p:graphicFrame>
        <p:nvGraphicFramePr>
          <p:cNvPr id="101458" name="Object 82"/>
          <p:cNvGraphicFramePr>
            <a:graphicFrameLocks noChangeAspect="1"/>
          </p:cNvGraphicFramePr>
          <p:nvPr/>
        </p:nvGraphicFramePr>
        <p:xfrm>
          <a:off x="2405063" y="706438"/>
          <a:ext cx="317500" cy="395287"/>
        </p:xfrm>
        <a:graphic>
          <a:graphicData uri="http://schemas.openxmlformats.org/presentationml/2006/ole">
            <mc:AlternateContent xmlns:mc="http://schemas.openxmlformats.org/markup-compatibility/2006">
              <mc:Choice xmlns:v="urn:schemas-microsoft-com:vml" Requires="v">
                <p:oleObj spid="_x0000_s101618" name="Equation" r:id="rId41" imgW="177646" imgH="241091" progId="Equation.3">
                  <p:embed/>
                </p:oleObj>
              </mc:Choice>
              <mc:Fallback>
                <p:oleObj name="Equation" r:id="rId41" imgW="177646" imgH="241091" progId="Equation.3">
                  <p:embed/>
                  <p:pic>
                    <p:nvPicPr>
                      <p:cNvPr id="0" name="Picture 102"/>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2405063" y="706438"/>
                        <a:ext cx="317500"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1463"/>
                                        </p:tgtEl>
                                        <p:attrNameLst>
                                          <p:attrName>style.visibility</p:attrName>
                                        </p:attrNameLst>
                                      </p:cBhvr>
                                      <p:to>
                                        <p:strVal val="visible"/>
                                      </p:to>
                                    </p:set>
                                    <p:animEffect transition="in" filter="wipe(left)">
                                      <p:cBhvr>
                                        <p:cTn id="7" dur="500"/>
                                        <p:tgtEl>
                                          <p:spTgt spid="1014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1464"/>
                                        </p:tgtEl>
                                        <p:attrNameLst>
                                          <p:attrName>style.visibility</p:attrName>
                                        </p:attrNameLst>
                                      </p:cBhvr>
                                      <p:to>
                                        <p:strVal val="visible"/>
                                      </p:to>
                                    </p:set>
                                    <p:animEffect transition="in" filter="wipe(left)">
                                      <p:cBhvr>
                                        <p:cTn id="12" dur="500"/>
                                        <p:tgtEl>
                                          <p:spTgt spid="10146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1465"/>
                                        </p:tgtEl>
                                        <p:attrNameLst>
                                          <p:attrName>style.visibility</p:attrName>
                                        </p:attrNameLst>
                                      </p:cBhvr>
                                      <p:to>
                                        <p:strVal val="visible"/>
                                      </p:to>
                                    </p:set>
                                    <p:animEffect transition="in" filter="wipe(left)">
                                      <p:cBhvr>
                                        <p:cTn id="17" dur="500"/>
                                        <p:tgtEl>
                                          <p:spTgt spid="10146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1466"/>
                                        </p:tgtEl>
                                        <p:attrNameLst>
                                          <p:attrName>style.visibility</p:attrName>
                                        </p:attrNameLst>
                                      </p:cBhvr>
                                      <p:to>
                                        <p:strVal val="visible"/>
                                      </p:to>
                                    </p:set>
                                    <p:animEffect transition="in" filter="wipe(left)">
                                      <p:cBhvr>
                                        <p:cTn id="22" dur="500"/>
                                        <p:tgtEl>
                                          <p:spTgt spid="10146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1467"/>
                                        </p:tgtEl>
                                        <p:attrNameLst>
                                          <p:attrName>style.visibility</p:attrName>
                                        </p:attrNameLst>
                                      </p:cBhvr>
                                      <p:to>
                                        <p:strVal val="visible"/>
                                      </p:to>
                                    </p:set>
                                    <p:animEffect transition="in" filter="wipe(left)">
                                      <p:cBhvr>
                                        <p:cTn id="27" dur="500"/>
                                        <p:tgtEl>
                                          <p:spTgt spid="101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灯片编号占位符 3"/>
          <p:cNvSpPr>
            <a:spLocks noGrp="1"/>
          </p:cNvSpPr>
          <p:nvPr>
            <p:ph type="sldNum" sz="quarter" idx="12"/>
          </p:nvPr>
        </p:nvSpPr>
        <p:spPr/>
        <p:txBody>
          <a:bodyPr/>
          <a:lstStyle/>
          <a:p>
            <a:fld id="{712C4B1B-27CA-48F6-9714-AE36437BE952}" type="slidenum">
              <a:rPr lang="zh-CN" altLang="en-US"/>
              <a:pPr/>
              <a:t>9</a:t>
            </a:fld>
            <a:endParaRPr lang="en-US" altLang="zh-CN"/>
          </a:p>
        </p:txBody>
      </p:sp>
      <p:grpSp>
        <p:nvGrpSpPr>
          <p:cNvPr id="102455" name="Group 55"/>
          <p:cNvGrpSpPr>
            <a:grpSpLocks/>
          </p:cNvGrpSpPr>
          <p:nvPr/>
        </p:nvGrpSpPr>
        <p:grpSpPr bwMode="auto">
          <a:xfrm>
            <a:off x="533400" y="2811463"/>
            <a:ext cx="7915275" cy="3360737"/>
            <a:chOff x="336" y="1771"/>
            <a:chExt cx="4986" cy="2117"/>
          </a:xfrm>
        </p:grpSpPr>
        <p:sp>
          <p:nvSpPr>
            <p:cNvPr id="102403" name="Rectangle 3"/>
            <p:cNvSpPr>
              <a:spLocks noChangeArrowheads="1"/>
            </p:cNvSpPr>
            <p:nvPr/>
          </p:nvSpPr>
          <p:spPr bwMode="auto">
            <a:xfrm>
              <a:off x="336" y="1771"/>
              <a:ext cx="4986" cy="2117"/>
            </a:xfrm>
            <a:prstGeom prst="rect">
              <a:avLst/>
            </a:prstGeom>
            <a:noFill/>
            <a:ln w="9525">
              <a:solidFill>
                <a:schemeClr val="tx2"/>
              </a:solidFill>
              <a:miter lim="800000"/>
              <a:headEnd/>
              <a:tailEnd type="none" w="sm" len="lg"/>
            </a:ln>
            <a:effectLst/>
          </p:spPr>
          <p:txBody>
            <a:bodyPr wrap="none" anchor="ctr"/>
            <a:lstStyle/>
            <a:p>
              <a:endParaRPr lang="zh-CN" altLang="en-US"/>
            </a:p>
          </p:txBody>
        </p:sp>
        <p:graphicFrame>
          <p:nvGraphicFramePr>
            <p:cNvPr id="102405" name="Object 5"/>
            <p:cNvGraphicFramePr>
              <a:graphicFrameLocks noChangeAspect="1"/>
            </p:cNvGraphicFramePr>
            <p:nvPr/>
          </p:nvGraphicFramePr>
          <p:xfrm>
            <a:off x="4738" y="2981"/>
            <a:ext cx="474" cy="292"/>
          </p:xfrm>
          <a:graphic>
            <a:graphicData uri="http://schemas.openxmlformats.org/presentationml/2006/ole">
              <mc:AlternateContent xmlns:mc="http://schemas.openxmlformats.org/markup-compatibility/2006">
                <mc:Choice xmlns:v="urn:schemas-microsoft-com:vml" Requires="v">
                  <p:oleObj spid="_x0000_s102519" name="Equation" r:id="rId3" imgW="329914" imgH="177646" progId="Equation.3">
                    <p:embed/>
                  </p:oleObj>
                </mc:Choice>
                <mc:Fallback>
                  <p:oleObj name="Equation" r:id="rId3" imgW="329914" imgH="177646" progId="Equation.3">
                    <p:embed/>
                    <p:pic>
                      <p:nvPicPr>
                        <p:cNvPr id="0" name="Picture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8" y="2981"/>
                          <a:ext cx="474" cy="29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06" name="Line 6"/>
            <p:cNvSpPr>
              <a:spLocks noChangeShapeType="1"/>
            </p:cNvSpPr>
            <p:nvPr/>
          </p:nvSpPr>
          <p:spPr bwMode="auto">
            <a:xfrm flipV="1">
              <a:off x="2582" y="1814"/>
              <a:ext cx="0" cy="1167"/>
            </a:xfrm>
            <a:prstGeom prst="line">
              <a:avLst/>
            </a:prstGeom>
            <a:noFill/>
            <a:ln w="12700">
              <a:solidFill>
                <a:schemeClr val="tx1"/>
              </a:solidFill>
              <a:round/>
              <a:headEnd/>
              <a:tailEnd type="triangle" w="sm" len="lg"/>
            </a:ln>
            <a:effectLst/>
          </p:spPr>
          <p:txBody>
            <a:bodyPr wrap="none" anchor="ctr"/>
            <a:lstStyle/>
            <a:p>
              <a:endParaRPr lang="zh-CN" altLang="en-US"/>
            </a:p>
          </p:txBody>
        </p:sp>
        <p:grpSp>
          <p:nvGrpSpPr>
            <p:cNvPr id="102407" name="Group 7"/>
            <p:cNvGrpSpPr>
              <a:grpSpLocks/>
            </p:cNvGrpSpPr>
            <p:nvPr/>
          </p:nvGrpSpPr>
          <p:grpSpPr bwMode="auto">
            <a:xfrm>
              <a:off x="786" y="2851"/>
              <a:ext cx="3638" cy="130"/>
              <a:chOff x="864" y="1632"/>
              <a:chExt cx="3888" cy="96"/>
            </a:xfrm>
          </p:grpSpPr>
          <p:sp>
            <p:nvSpPr>
              <p:cNvPr id="102408" name="Line 8"/>
              <p:cNvSpPr>
                <a:spLocks noChangeShapeType="1"/>
              </p:cNvSpPr>
              <p:nvPr/>
            </p:nvSpPr>
            <p:spPr bwMode="auto">
              <a:xfrm>
                <a:off x="3408" y="1632"/>
                <a:ext cx="0" cy="96"/>
              </a:xfrm>
              <a:prstGeom prst="line">
                <a:avLst/>
              </a:prstGeom>
              <a:noFill/>
              <a:ln w="12700">
                <a:solidFill>
                  <a:schemeClr val="tx1"/>
                </a:solidFill>
                <a:round/>
                <a:headEnd/>
                <a:tailEnd/>
              </a:ln>
              <a:effectLst/>
            </p:spPr>
            <p:txBody>
              <a:bodyPr wrap="none" anchor="ctr"/>
              <a:lstStyle/>
              <a:p>
                <a:endParaRPr lang="zh-CN" altLang="en-US"/>
              </a:p>
            </p:txBody>
          </p:sp>
          <p:sp>
            <p:nvSpPr>
              <p:cNvPr id="102409" name="Line 9"/>
              <p:cNvSpPr>
                <a:spLocks noChangeShapeType="1"/>
              </p:cNvSpPr>
              <p:nvPr/>
            </p:nvSpPr>
            <p:spPr bwMode="auto">
              <a:xfrm>
                <a:off x="4080" y="1632"/>
                <a:ext cx="0" cy="96"/>
              </a:xfrm>
              <a:prstGeom prst="line">
                <a:avLst/>
              </a:prstGeom>
              <a:noFill/>
              <a:ln w="12700">
                <a:solidFill>
                  <a:schemeClr val="tx1"/>
                </a:solidFill>
                <a:round/>
                <a:headEnd/>
                <a:tailEnd/>
              </a:ln>
              <a:effectLst/>
            </p:spPr>
            <p:txBody>
              <a:bodyPr wrap="none" anchor="ctr"/>
              <a:lstStyle/>
              <a:p>
                <a:endParaRPr lang="zh-CN" altLang="en-US"/>
              </a:p>
            </p:txBody>
          </p:sp>
          <p:sp>
            <p:nvSpPr>
              <p:cNvPr id="102410" name="Line 10"/>
              <p:cNvSpPr>
                <a:spLocks noChangeShapeType="1"/>
              </p:cNvSpPr>
              <p:nvPr/>
            </p:nvSpPr>
            <p:spPr bwMode="auto">
              <a:xfrm>
                <a:off x="4752" y="1632"/>
                <a:ext cx="0" cy="96"/>
              </a:xfrm>
              <a:prstGeom prst="line">
                <a:avLst/>
              </a:prstGeom>
              <a:noFill/>
              <a:ln w="12700">
                <a:solidFill>
                  <a:schemeClr val="tx1"/>
                </a:solidFill>
                <a:round/>
                <a:headEnd/>
                <a:tailEnd/>
              </a:ln>
              <a:effectLst/>
            </p:spPr>
            <p:txBody>
              <a:bodyPr wrap="none" anchor="ctr"/>
              <a:lstStyle/>
              <a:p>
                <a:endParaRPr lang="zh-CN" altLang="en-US"/>
              </a:p>
            </p:txBody>
          </p:sp>
          <p:sp>
            <p:nvSpPr>
              <p:cNvPr id="102411" name="Line 11"/>
              <p:cNvSpPr>
                <a:spLocks noChangeShapeType="1"/>
              </p:cNvSpPr>
              <p:nvPr/>
            </p:nvSpPr>
            <p:spPr bwMode="auto">
              <a:xfrm>
                <a:off x="2174" y="1632"/>
                <a:ext cx="0" cy="96"/>
              </a:xfrm>
              <a:prstGeom prst="line">
                <a:avLst/>
              </a:prstGeom>
              <a:noFill/>
              <a:ln w="12700">
                <a:solidFill>
                  <a:schemeClr val="tx1"/>
                </a:solidFill>
                <a:round/>
                <a:headEnd/>
                <a:tailEnd/>
              </a:ln>
              <a:effectLst/>
            </p:spPr>
            <p:txBody>
              <a:bodyPr wrap="none" anchor="ctr"/>
              <a:lstStyle/>
              <a:p>
                <a:endParaRPr lang="zh-CN" altLang="en-US"/>
              </a:p>
            </p:txBody>
          </p:sp>
          <p:sp>
            <p:nvSpPr>
              <p:cNvPr id="102412" name="Line 12"/>
              <p:cNvSpPr>
                <a:spLocks noChangeShapeType="1"/>
              </p:cNvSpPr>
              <p:nvPr/>
            </p:nvSpPr>
            <p:spPr bwMode="auto">
              <a:xfrm>
                <a:off x="1488" y="1632"/>
                <a:ext cx="0" cy="96"/>
              </a:xfrm>
              <a:prstGeom prst="line">
                <a:avLst/>
              </a:prstGeom>
              <a:noFill/>
              <a:ln w="12700">
                <a:solidFill>
                  <a:schemeClr val="tx1"/>
                </a:solidFill>
                <a:round/>
                <a:headEnd/>
                <a:tailEnd/>
              </a:ln>
              <a:effectLst/>
            </p:spPr>
            <p:txBody>
              <a:bodyPr wrap="none" anchor="ctr"/>
              <a:lstStyle/>
              <a:p>
                <a:endParaRPr lang="zh-CN" altLang="en-US"/>
              </a:p>
            </p:txBody>
          </p:sp>
          <p:sp>
            <p:nvSpPr>
              <p:cNvPr id="102413" name="Line 13"/>
              <p:cNvSpPr>
                <a:spLocks noChangeShapeType="1"/>
              </p:cNvSpPr>
              <p:nvPr/>
            </p:nvSpPr>
            <p:spPr bwMode="auto">
              <a:xfrm>
                <a:off x="864" y="1632"/>
                <a:ext cx="0" cy="96"/>
              </a:xfrm>
              <a:prstGeom prst="line">
                <a:avLst/>
              </a:prstGeom>
              <a:noFill/>
              <a:ln w="12700">
                <a:solidFill>
                  <a:schemeClr val="tx1"/>
                </a:solidFill>
                <a:round/>
                <a:headEnd/>
                <a:tailEnd/>
              </a:ln>
              <a:effectLst/>
            </p:spPr>
            <p:txBody>
              <a:bodyPr wrap="none" anchor="ctr"/>
              <a:lstStyle/>
              <a:p>
                <a:endParaRPr lang="zh-CN" altLang="en-US"/>
              </a:p>
            </p:txBody>
          </p:sp>
        </p:grpSp>
        <p:sp>
          <p:nvSpPr>
            <p:cNvPr id="102414" name="Freeform 14"/>
            <p:cNvSpPr>
              <a:spLocks/>
            </p:cNvSpPr>
            <p:nvPr/>
          </p:nvSpPr>
          <p:spPr bwMode="auto">
            <a:xfrm>
              <a:off x="2010" y="2073"/>
              <a:ext cx="1151" cy="913"/>
            </a:xfrm>
            <a:custGeom>
              <a:avLst/>
              <a:gdLst/>
              <a:ahLst/>
              <a:cxnLst>
                <a:cxn ang="0">
                  <a:pos x="0" y="1014"/>
                </a:cxn>
                <a:cxn ang="0">
                  <a:pos x="192" y="819"/>
                </a:cxn>
                <a:cxn ang="0">
                  <a:pos x="605" y="0"/>
                </a:cxn>
                <a:cxn ang="0">
                  <a:pos x="1046" y="819"/>
                </a:cxn>
                <a:cxn ang="0">
                  <a:pos x="1230" y="1008"/>
                </a:cxn>
              </a:cxnLst>
              <a:rect l="0" t="0" r="r" b="b"/>
              <a:pathLst>
                <a:path w="1230" h="1014">
                  <a:moveTo>
                    <a:pt x="0" y="1014"/>
                  </a:moveTo>
                  <a:cubicBezTo>
                    <a:pt x="31" y="982"/>
                    <a:pt x="91" y="988"/>
                    <a:pt x="192" y="819"/>
                  </a:cubicBezTo>
                  <a:cubicBezTo>
                    <a:pt x="293" y="650"/>
                    <a:pt x="463" y="0"/>
                    <a:pt x="605" y="0"/>
                  </a:cubicBezTo>
                  <a:cubicBezTo>
                    <a:pt x="747" y="0"/>
                    <a:pt x="942" y="651"/>
                    <a:pt x="1046" y="819"/>
                  </a:cubicBezTo>
                  <a:cubicBezTo>
                    <a:pt x="1150" y="987"/>
                    <a:pt x="1192" y="969"/>
                    <a:pt x="1230" y="1008"/>
                  </a:cubicBezTo>
                </a:path>
              </a:pathLst>
            </a:custGeom>
            <a:noFill/>
            <a:ln w="28575" cmpd="sng">
              <a:solidFill>
                <a:srgbClr val="FF0000"/>
              </a:solidFill>
              <a:round/>
              <a:headEnd/>
              <a:tailEnd/>
            </a:ln>
            <a:effectLst/>
          </p:spPr>
          <p:txBody>
            <a:bodyPr wrap="none" anchor="ctr"/>
            <a:lstStyle/>
            <a:p>
              <a:endParaRPr lang="zh-CN" altLang="en-US"/>
            </a:p>
          </p:txBody>
        </p:sp>
        <p:graphicFrame>
          <p:nvGraphicFramePr>
            <p:cNvPr id="102415" name="Object 15"/>
            <p:cNvGraphicFramePr>
              <a:graphicFrameLocks noChangeAspect="1"/>
            </p:cNvGraphicFramePr>
            <p:nvPr/>
          </p:nvGraphicFramePr>
          <p:xfrm>
            <a:off x="2627" y="1814"/>
            <a:ext cx="311" cy="302"/>
          </p:xfrm>
          <a:graphic>
            <a:graphicData uri="http://schemas.openxmlformats.org/presentationml/2006/ole">
              <mc:AlternateContent xmlns:mc="http://schemas.openxmlformats.org/markup-compatibility/2006">
                <mc:Choice xmlns:v="urn:schemas-microsoft-com:vml" Requires="v">
                  <p:oleObj spid="_x0000_s102520" name="公式" r:id="rId5" imgW="165028" imgH="228501" progId="Equation.3">
                    <p:embed/>
                  </p:oleObj>
                </mc:Choice>
                <mc:Fallback>
                  <p:oleObj name="公式" r:id="rId5" imgW="165028" imgH="228501" progId="Equation.3">
                    <p:embed/>
                    <p:pic>
                      <p:nvPicPr>
                        <p:cNvPr id="0" name="Picture 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7" y="1814"/>
                          <a:ext cx="311" cy="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16" name="Line 16"/>
            <p:cNvSpPr>
              <a:spLocks noChangeShapeType="1"/>
            </p:cNvSpPr>
            <p:nvPr/>
          </p:nvSpPr>
          <p:spPr bwMode="auto">
            <a:xfrm>
              <a:off x="516" y="2981"/>
              <a:ext cx="4492" cy="0"/>
            </a:xfrm>
            <a:prstGeom prst="line">
              <a:avLst/>
            </a:prstGeom>
            <a:noFill/>
            <a:ln w="12700">
              <a:solidFill>
                <a:schemeClr val="tx1"/>
              </a:solidFill>
              <a:round/>
              <a:headEnd/>
              <a:tailEnd type="triangle" w="sm" len="lg"/>
            </a:ln>
            <a:effectLst/>
          </p:spPr>
          <p:txBody>
            <a:bodyPr wrap="none" anchor="ctr"/>
            <a:lstStyle/>
            <a:p>
              <a:endParaRPr lang="zh-CN" altLang="en-US"/>
            </a:p>
          </p:txBody>
        </p:sp>
        <p:graphicFrame>
          <p:nvGraphicFramePr>
            <p:cNvPr id="102417" name="Object 17"/>
            <p:cNvGraphicFramePr>
              <a:graphicFrameLocks noChangeAspect="1"/>
            </p:cNvGraphicFramePr>
            <p:nvPr/>
          </p:nvGraphicFramePr>
          <p:xfrm>
            <a:off x="2492" y="3067"/>
            <a:ext cx="195" cy="216"/>
          </p:xfrm>
          <a:graphic>
            <a:graphicData uri="http://schemas.openxmlformats.org/presentationml/2006/ole">
              <mc:AlternateContent xmlns:mc="http://schemas.openxmlformats.org/markup-compatibility/2006">
                <mc:Choice xmlns:v="urn:schemas-microsoft-com:vml" Requires="v">
                  <p:oleObj spid="_x0000_s102521" name="Equation" r:id="rId7" imgW="164957" imgH="190335" progId="Equation.3">
                    <p:embed/>
                  </p:oleObj>
                </mc:Choice>
                <mc:Fallback>
                  <p:oleObj name="Equation" r:id="rId7" imgW="164957" imgH="190335" progId="Equation.3">
                    <p:embed/>
                    <p:pic>
                      <p:nvPicPr>
                        <p:cNvPr id="0" name="Picture 4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92" y="3067"/>
                          <a:ext cx="195" cy="2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18" name="Freeform 18"/>
            <p:cNvSpPr>
              <a:spLocks/>
            </p:cNvSpPr>
            <p:nvPr/>
          </p:nvSpPr>
          <p:spPr bwMode="auto">
            <a:xfrm>
              <a:off x="3166" y="2826"/>
              <a:ext cx="1359" cy="164"/>
            </a:xfrm>
            <a:custGeom>
              <a:avLst/>
              <a:gdLst/>
              <a:ahLst/>
              <a:cxnLst>
                <a:cxn ang="0">
                  <a:pos x="0" y="148"/>
                </a:cxn>
                <a:cxn ang="0">
                  <a:pos x="299" y="1"/>
                </a:cxn>
                <a:cxn ang="0">
                  <a:pos x="645" y="155"/>
                </a:cxn>
                <a:cxn ang="0">
                  <a:pos x="972" y="54"/>
                </a:cxn>
                <a:cxn ang="0">
                  <a:pos x="1258" y="148"/>
                </a:cxn>
                <a:cxn ang="0">
                  <a:pos x="1359" y="144"/>
                </a:cxn>
              </a:cxnLst>
              <a:rect l="0" t="0" r="r" b="b"/>
              <a:pathLst>
                <a:path w="1359" h="164">
                  <a:moveTo>
                    <a:pt x="0" y="148"/>
                  </a:moveTo>
                  <a:cubicBezTo>
                    <a:pt x="50" y="124"/>
                    <a:pt x="192" y="0"/>
                    <a:pt x="299" y="1"/>
                  </a:cubicBezTo>
                  <a:cubicBezTo>
                    <a:pt x="406" y="2"/>
                    <a:pt x="533" y="146"/>
                    <a:pt x="645" y="155"/>
                  </a:cubicBezTo>
                  <a:cubicBezTo>
                    <a:pt x="757" y="164"/>
                    <a:pt x="870" y="55"/>
                    <a:pt x="972" y="54"/>
                  </a:cubicBezTo>
                  <a:cubicBezTo>
                    <a:pt x="1074" y="53"/>
                    <a:pt x="1194" y="133"/>
                    <a:pt x="1258" y="148"/>
                  </a:cubicBezTo>
                  <a:cubicBezTo>
                    <a:pt x="1322" y="163"/>
                    <a:pt x="1338" y="145"/>
                    <a:pt x="1359" y="144"/>
                  </a:cubicBezTo>
                </a:path>
              </a:pathLst>
            </a:custGeom>
            <a:noFill/>
            <a:ln w="28575" cap="flat" cmpd="sng">
              <a:solidFill>
                <a:srgbClr val="FF0000"/>
              </a:solidFill>
              <a:prstDash val="solid"/>
              <a:round/>
              <a:headEnd type="none" w="med" len="med"/>
              <a:tailEnd type="none" w="sm" len="lg"/>
            </a:ln>
            <a:effectLst/>
          </p:spPr>
          <p:txBody>
            <a:bodyPr wrap="none"/>
            <a:lstStyle/>
            <a:p>
              <a:endParaRPr lang="zh-CN" altLang="en-US"/>
            </a:p>
          </p:txBody>
        </p:sp>
        <p:sp>
          <p:nvSpPr>
            <p:cNvPr id="102419" name="Freeform 19"/>
            <p:cNvSpPr>
              <a:spLocks/>
            </p:cNvSpPr>
            <p:nvPr/>
          </p:nvSpPr>
          <p:spPr bwMode="auto">
            <a:xfrm>
              <a:off x="651" y="2818"/>
              <a:ext cx="1353" cy="175"/>
            </a:xfrm>
            <a:custGeom>
              <a:avLst/>
              <a:gdLst/>
              <a:ahLst/>
              <a:cxnLst>
                <a:cxn ang="0">
                  <a:pos x="1353" y="163"/>
                </a:cxn>
                <a:cxn ang="0">
                  <a:pos x="1042" y="0"/>
                </a:cxn>
                <a:cxn ang="0">
                  <a:pos x="716" y="163"/>
                </a:cxn>
                <a:cxn ang="0">
                  <a:pos x="421" y="71"/>
                </a:cxn>
                <a:cxn ang="0">
                  <a:pos x="124" y="158"/>
                </a:cxn>
                <a:cxn ang="0">
                  <a:pos x="0" y="146"/>
                </a:cxn>
              </a:cxnLst>
              <a:rect l="0" t="0" r="r" b="b"/>
              <a:pathLst>
                <a:path w="1353" h="175">
                  <a:moveTo>
                    <a:pt x="1353" y="163"/>
                  </a:moveTo>
                  <a:cubicBezTo>
                    <a:pt x="1301" y="136"/>
                    <a:pt x="1148" y="0"/>
                    <a:pt x="1042" y="0"/>
                  </a:cubicBezTo>
                  <a:cubicBezTo>
                    <a:pt x="936" y="0"/>
                    <a:pt x="819" y="151"/>
                    <a:pt x="716" y="163"/>
                  </a:cubicBezTo>
                  <a:cubicBezTo>
                    <a:pt x="613" y="175"/>
                    <a:pt x="520" y="72"/>
                    <a:pt x="421" y="71"/>
                  </a:cubicBezTo>
                  <a:cubicBezTo>
                    <a:pt x="322" y="70"/>
                    <a:pt x="194" y="146"/>
                    <a:pt x="124" y="158"/>
                  </a:cubicBezTo>
                  <a:cubicBezTo>
                    <a:pt x="54" y="170"/>
                    <a:pt x="25" y="149"/>
                    <a:pt x="0" y="146"/>
                  </a:cubicBezTo>
                </a:path>
              </a:pathLst>
            </a:custGeom>
            <a:noFill/>
            <a:ln w="28575" cap="flat" cmpd="sng">
              <a:solidFill>
                <a:srgbClr val="FF0000"/>
              </a:solidFill>
              <a:prstDash val="solid"/>
              <a:round/>
              <a:headEnd type="none" w="med" len="med"/>
              <a:tailEnd type="none" w="sm" len="lg"/>
            </a:ln>
            <a:effectLst/>
          </p:spPr>
          <p:txBody>
            <a:bodyPr wrap="none"/>
            <a:lstStyle/>
            <a:p>
              <a:endParaRPr lang="zh-CN" altLang="en-US"/>
            </a:p>
          </p:txBody>
        </p:sp>
        <p:graphicFrame>
          <p:nvGraphicFramePr>
            <p:cNvPr id="102420" name="Object 20"/>
            <p:cNvGraphicFramePr>
              <a:graphicFrameLocks noChangeAspect="1"/>
            </p:cNvGraphicFramePr>
            <p:nvPr/>
          </p:nvGraphicFramePr>
          <p:xfrm>
            <a:off x="3027" y="2981"/>
            <a:ext cx="229" cy="475"/>
          </p:xfrm>
          <a:graphic>
            <a:graphicData uri="http://schemas.openxmlformats.org/presentationml/2006/ole">
              <mc:AlternateContent xmlns:mc="http://schemas.openxmlformats.org/markup-compatibility/2006">
                <mc:Choice xmlns:v="urn:schemas-microsoft-com:vml" Requires="v">
                  <p:oleObj spid="_x0000_s102522" name="公式" r:id="rId9" imgW="215806" imgH="609336" progId="Equation.3">
                    <p:embed/>
                  </p:oleObj>
                </mc:Choice>
                <mc:Fallback>
                  <p:oleObj name="公式" r:id="rId9" imgW="215806" imgH="609336" progId="Equation.3">
                    <p:embed/>
                    <p:pic>
                      <p:nvPicPr>
                        <p:cNvPr id="0" name="Picture 4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7" y="2981"/>
                          <a:ext cx="229"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21" name="Object 21"/>
            <p:cNvGraphicFramePr>
              <a:graphicFrameLocks noChangeAspect="1"/>
            </p:cNvGraphicFramePr>
            <p:nvPr/>
          </p:nvGraphicFramePr>
          <p:xfrm>
            <a:off x="3526" y="2981"/>
            <a:ext cx="406" cy="475"/>
          </p:xfrm>
          <a:graphic>
            <a:graphicData uri="http://schemas.openxmlformats.org/presentationml/2006/ole">
              <mc:AlternateContent xmlns:mc="http://schemas.openxmlformats.org/markup-compatibility/2006">
                <mc:Choice xmlns:v="urn:schemas-microsoft-com:vml" Requires="v">
                  <p:oleObj spid="_x0000_s102523" name="公式" r:id="rId11" imgW="380835" imgH="609336" progId="Equation.3">
                    <p:embed/>
                  </p:oleObj>
                </mc:Choice>
                <mc:Fallback>
                  <p:oleObj name="公式" r:id="rId11" imgW="380835" imgH="609336" progId="Equation.3">
                    <p:embed/>
                    <p:pic>
                      <p:nvPicPr>
                        <p:cNvPr id="0" name="Picture 4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26" y="2981"/>
                          <a:ext cx="406"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22" name="Object 22"/>
            <p:cNvGraphicFramePr>
              <a:graphicFrameLocks noChangeAspect="1"/>
            </p:cNvGraphicFramePr>
            <p:nvPr/>
          </p:nvGraphicFramePr>
          <p:xfrm>
            <a:off x="4199" y="2981"/>
            <a:ext cx="379" cy="475"/>
          </p:xfrm>
          <a:graphic>
            <a:graphicData uri="http://schemas.openxmlformats.org/presentationml/2006/ole">
              <mc:AlternateContent xmlns:mc="http://schemas.openxmlformats.org/markup-compatibility/2006">
                <mc:Choice xmlns:v="urn:schemas-microsoft-com:vml" Requires="v">
                  <p:oleObj spid="_x0000_s102524" name="公式" r:id="rId13" imgW="355446" imgH="609336" progId="Equation.3">
                    <p:embed/>
                  </p:oleObj>
                </mc:Choice>
                <mc:Fallback>
                  <p:oleObj name="公式" r:id="rId13" imgW="355446" imgH="609336" progId="Equation.3">
                    <p:embed/>
                    <p:pic>
                      <p:nvPicPr>
                        <p:cNvPr id="0" name="Picture 4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99" y="2981"/>
                          <a:ext cx="379"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23" name="Object 23"/>
            <p:cNvGraphicFramePr>
              <a:graphicFrameLocks noChangeAspect="1"/>
            </p:cNvGraphicFramePr>
            <p:nvPr/>
          </p:nvGraphicFramePr>
          <p:xfrm>
            <a:off x="1774" y="2981"/>
            <a:ext cx="329" cy="475"/>
          </p:xfrm>
          <a:graphic>
            <a:graphicData uri="http://schemas.openxmlformats.org/presentationml/2006/ole">
              <mc:AlternateContent xmlns:mc="http://schemas.openxmlformats.org/markup-compatibility/2006">
                <mc:Choice xmlns:v="urn:schemas-microsoft-com:vml" Requires="v">
                  <p:oleObj spid="_x0000_s102525" name="公式" r:id="rId15" imgW="406224" imgH="609336" progId="Equation.3">
                    <p:embed/>
                  </p:oleObj>
                </mc:Choice>
                <mc:Fallback>
                  <p:oleObj name="公式" r:id="rId15" imgW="406224" imgH="609336" progId="Equation.3">
                    <p:embed/>
                    <p:pic>
                      <p:nvPicPr>
                        <p:cNvPr id="0" name="Picture 4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74" y="2981"/>
                          <a:ext cx="329"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24" name="Object 24"/>
            <p:cNvGraphicFramePr>
              <a:graphicFrameLocks noChangeAspect="1"/>
            </p:cNvGraphicFramePr>
            <p:nvPr/>
          </p:nvGraphicFramePr>
          <p:xfrm>
            <a:off x="1100" y="2981"/>
            <a:ext cx="385" cy="475"/>
          </p:xfrm>
          <a:graphic>
            <a:graphicData uri="http://schemas.openxmlformats.org/presentationml/2006/ole">
              <mc:AlternateContent xmlns:mc="http://schemas.openxmlformats.org/markup-compatibility/2006">
                <mc:Choice xmlns:v="urn:schemas-microsoft-com:vml" Requires="v">
                  <p:oleObj spid="_x0000_s102526" name="公式" r:id="rId17" imgW="558800" imgH="609600" progId="Equation.3">
                    <p:embed/>
                  </p:oleObj>
                </mc:Choice>
                <mc:Fallback>
                  <p:oleObj name="公式" r:id="rId17" imgW="558800" imgH="609600" progId="Equation.3">
                    <p:embed/>
                    <p:pic>
                      <p:nvPicPr>
                        <p:cNvPr id="0" name="Picture 4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00" y="2981"/>
                          <a:ext cx="385"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25" name="Object 25"/>
            <p:cNvGraphicFramePr>
              <a:graphicFrameLocks noChangeAspect="1"/>
            </p:cNvGraphicFramePr>
            <p:nvPr/>
          </p:nvGraphicFramePr>
          <p:xfrm>
            <a:off x="606" y="2981"/>
            <a:ext cx="384" cy="475"/>
          </p:xfrm>
          <a:graphic>
            <a:graphicData uri="http://schemas.openxmlformats.org/presentationml/2006/ole">
              <mc:AlternateContent xmlns:mc="http://schemas.openxmlformats.org/markup-compatibility/2006">
                <mc:Choice xmlns:v="urn:schemas-microsoft-com:vml" Requires="v">
                  <p:oleObj spid="_x0000_s102527" name="公式" r:id="rId19" imgW="545863" imgH="609336" progId="Equation.3">
                    <p:embed/>
                  </p:oleObj>
                </mc:Choice>
                <mc:Fallback>
                  <p:oleObj name="公式" r:id="rId19" imgW="545863" imgH="609336" progId="Equation.3">
                    <p:embed/>
                    <p:pic>
                      <p:nvPicPr>
                        <p:cNvPr id="0" name="Picture 5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6" y="2981"/>
                          <a:ext cx="384" cy="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2426" name="Text Box 26"/>
          <p:cNvSpPr txBox="1">
            <a:spLocks noChangeArrowheads="1"/>
          </p:cNvSpPr>
          <p:nvPr/>
        </p:nvSpPr>
        <p:spPr bwMode="auto">
          <a:xfrm>
            <a:off x="754063" y="504825"/>
            <a:ext cx="3462337" cy="519113"/>
          </a:xfrm>
          <a:prstGeom prst="rect">
            <a:avLst/>
          </a:prstGeom>
          <a:noFill/>
          <a:ln w="9525">
            <a:noFill/>
            <a:miter lim="800000"/>
            <a:headEnd/>
            <a:tailEnd/>
          </a:ln>
          <a:effectLst/>
        </p:spPr>
        <p:txBody>
          <a:bodyPr>
            <a:spAutoFit/>
          </a:bodyPr>
          <a:lstStyle/>
          <a:p>
            <a:pPr eaLnBrk="1" hangingPunct="1">
              <a:spcBef>
                <a:spcPct val="50000"/>
              </a:spcBef>
            </a:pPr>
            <a:r>
              <a:rPr lang="en-US" altLang="zh-CN" dirty="0" smtClean="0">
                <a:solidFill>
                  <a:srgbClr val="0000FF"/>
                </a:solidFill>
              </a:rPr>
              <a:t>2</a:t>
            </a:r>
            <a:r>
              <a:rPr lang="zh-CN" altLang="en-US" dirty="0" smtClean="0">
                <a:solidFill>
                  <a:srgbClr val="0000FF"/>
                </a:solidFill>
              </a:rPr>
              <a:t>、</a:t>
            </a:r>
            <a:r>
              <a:rPr lang="zh-CN" altLang="en-US" dirty="0">
                <a:solidFill>
                  <a:srgbClr val="0000FF"/>
                </a:solidFill>
              </a:rPr>
              <a:t>光强分布</a:t>
            </a:r>
          </a:p>
        </p:txBody>
      </p:sp>
      <p:grpSp>
        <p:nvGrpSpPr>
          <p:cNvPr id="102454" name="Group 54"/>
          <p:cNvGrpSpPr>
            <a:grpSpLocks/>
          </p:cNvGrpSpPr>
          <p:nvPr/>
        </p:nvGrpSpPr>
        <p:grpSpPr bwMode="auto">
          <a:xfrm>
            <a:off x="833438" y="957263"/>
            <a:ext cx="7386637" cy="1722437"/>
            <a:chOff x="525" y="603"/>
            <a:chExt cx="4653" cy="1085"/>
          </a:xfrm>
        </p:grpSpPr>
        <p:graphicFrame>
          <p:nvGraphicFramePr>
            <p:cNvPr id="102439" name="Object 39"/>
            <p:cNvGraphicFramePr>
              <a:graphicFrameLocks noChangeAspect="1"/>
            </p:cNvGraphicFramePr>
            <p:nvPr/>
          </p:nvGraphicFramePr>
          <p:xfrm>
            <a:off x="741" y="603"/>
            <a:ext cx="2041" cy="588"/>
          </p:xfrm>
          <a:graphic>
            <a:graphicData uri="http://schemas.openxmlformats.org/presentationml/2006/ole">
              <mc:AlternateContent xmlns:mc="http://schemas.openxmlformats.org/markup-compatibility/2006">
                <mc:Choice xmlns:v="urn:schemas-microsoft-com:vml" Requires="v">
                  <p:oleObj spid="_x0000_s102528" name="公式" r:id="rId21" imgW="1409088" imgH="406224" progId="Equation.3">
                    <p:embed/>
                  </p:oleObj>
                </mc:Choice>
                <mc:Fallback>
                  <p:oleObj name="公式" r:id="rId21" imgW="1409088" imgH="406224" progId="Equation.3">
                    <p:embed/>
                    <p:pic>
                      <p:nvPicPr>
                        <p:cNvPr id="0" name="Picture 5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1" y="603"/>
                          <a:ext cx="2041"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40" name="Text Box 40"/>
            <p:cNvSpPr txBox="1">
              <a:spLocks noChangeArrowheads="1"/>
            </p:cNvSpPr>
            <p:nvPr/>
          </p:nvSpPr>
          <p:spPr bwMode="auto">
            <a:xfrm>
              <a:off x="2826" y="678"/>
              <a:ext cx="2352"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CC"/>
                  </a:solidFill>
                </a:rPr>
                <a:t>干涉相消（</a:t>
              </a:r>
              <a:r>
                <a:rPr lang="zh-CN" altLang="en-US">
                  <a:solidFill>
                    <a:srgbClr val="0000CC"/>
                  </a:solidFill>
                  <a:effectLst>
                    <a:outerShdw blurRad="38100" dist="38100" dir="2700000" algn="tl">
                      <a:srgbClr val="C0C0C0"/>
                    </a:outerShdw>
                  </a:effectLst>
                </a:rPr>
                <a:t>暗纹</a:t>
              </a:r>
              <a:r>
                <a:rPr lang="zh-CN" altLang="en-US">
                  <a:solidFill>
                    <a:srgbClr val="0000CC"/>
                  </a:solidFill>
                </a:rPr>
                <a:t>）</a:t>
              </a:r>
              <a:endParaRPr lang="zh-CN" altLang="en-US">
                <a:solidFill>
                  <a:srgbClr val="0000FF"/>
                </a:solidFill>
              </a:endParaRPr>
            </a:p>
          </p:txBody>
        </p:sp>
        <p:graphicFrame>
          <p:nvGraphicFramePr>
            <p:cNvPr id="102441" name="Object 41"/>
            <p:cNvGraphicFramePr>
              <a:graphicFrameLocks noChangeAspect="1"/>
            </p:cNvGraphicFramePr>
            <p:nvPr/>
          </p:nvGraphicFramePr>
          <p:xfrm>
            <a:off x="756" y="1100"/>
            <a:ext cx="1894" cy="588"/>
          </p:xfrm>
          <a:graphic>
            <a:graphicData uri="http://schemas.openxmlformats.org/presentationml/2006/ole">
              <mc:AlternateContent xmlns:mc="http://schemas.openxmlformats.org/markup-compatibility/2006">
                <mc:Choice xmlns:v="urn:schemas-microsoft-com:vml" Requires="v">
                  <p:oleObj spid="_x0000_s102529" name="公式" r:id="rId23" imgW="1307532" imgH="406224" progId="Equation.3">
                    <p:embed/>
                  </p:oleObj>
                </mc:Choice>
                <mc:Fallback>
                  <p:oleObj name="公式" r:id="rId23" imgW="1307532" imgH="406224" progId="Equation.3">
                    <p:embed/>
                    <p:pic>
                      <p:nvPicPr>
                        <p:cNvPr id="0" name="Picture 5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56" y="1100"/>
                          <a:ext cx="1894"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2442" name="Text Box 42"/>
            <p:cNvSpPr txBox="1">
              <a:spLocks noChangeArrowheads="1"/>
            </p:cNvSpPr>
            <p:nvPr/>
          </p:nvSpPr>
          <p:spPr bwMode="auto">
            <a:xfrm>
              <a:off x="2826" y="1224"/>
              <a:ext cx="2256"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CC0000"/>
                  </a:solidFill>
                </a:rPr>
                <a:t>干涉加强（</a:t>
              </a:r>
              <a:r>
                <a:rPr lang="zh-CN" altLang="en-US">
                  <a:solidFill>
                    <a:srgbClr val="CC0000"/>
                  </a:solidFill>
                  <a:effectLst>
                    <a:outerShdw blurRad="38100" dist="38100" dir="2700000" algn="tl">
                      <a:srgbClr val="C0C0C0"/>
                    </a:outerShdw>
                  </a:effectLst>
                </a:rPr>
                <a:t>明纹</a:t>
              </a:r>
              <a:r>
                <a:rPr lang="zh-CN" altLang="en-US">
                  <a:solidFill>
                    <a:srgbClr val="CC0000"/>
                  </a:solidFill>
                </a:rPr>
                <a:t>）</a:t>
              </a:r>
            </a:p>
          </p:txBody>
        </p:sp>
        <p:sp>
          <p:nvSpPr>
            <p:cNvPr id="102443" name="AutoShape 43"/>
            <p:cNvSpPr>
              <a:spLocks/>
            </p:cNvSpPr>
            <p:nvPr/>
          </p:nvSpPr>
          <p:spPr bwMode="auto">
            <a:xfrm>
              <a:off x="525" y="828"/>
              <a:ext cx="192" cy="672"/>
            </a:xfrm>
            <a:prstGeom prst="leftBrace">
              <a:avLst>
                <a:gd name="adj1" fmla="val 29167"/>
                <a:gd name="adj2" fmla="val 50000"/>
              </a:avLst>
            </a:prstGeom>
            <a:noFill/>
            <a:ln w="28575">
              <a:solidFill>
                <a:schemeClr val="tx1"/>
              </a:solidFill>
              <a:round/>
              <a:headEnd/>
              <a:tailEnd/>
            </a:ln>
            <a:effectLst/>
          </p:spPr>
          <p:txBody>
            <a:bodyPr wrap="none" anchor="ctr"/>
            <a:lstStyle/>
            <a:p>
              <a:endParaRPr lang="zh-CN" altLang="en-US"/>
            </a:p>
          </p:txBody>
        </p:sp>
      </p:grpSp>
      <p:grpSp>
        <p:nvGrpSpPr>
          <p:cNvPr id="102453" name="Group 53"/>
          <p:cNvGrpSpPr>
            <a:grpSpLocks/>
          </p:cNvGrpSpPr>
          <p:nvPr/>
        </p:nvGrpSpPr>
        <p:grpSpPr bwMode="auto">
          <a:xfrm>
            <a:off x="1181100" y="5554673"/>
            <a:ext cx="6091238" cy="555626"/>
            <a:chOff x="744" y="3499"/>
            <a:chExt cx="3837" cy="350"/>
          </a:xfrm>
        </p:grpSpPr>
        <p:sp>
          <p:nvSpPr>
            <p:cNvPr id="102428" name="Rectangle 28"/>
            <p:cNvSpPr>
              <a:spLocks noChangeArrowheads="1"/>
            </p:cNvSpPr>
            <p:nvPr/>
          </p:nvSpPr>
          <p:spPr bwMode="auto">
            <a:xfrm>
              <a:off x="744" y="3499"/>
              <a:ext cx="3837" cy="346"/>
            </a:xfrm>
            <a:prstGeom prst="rect">
              <a:avLst/>
            </a:prstGeom>
            <a:solidFill>
              <a:srgbClr val="333333"/>
            </a:solidFill>
            <a:ln w="9525">
              <a:solidFill>
                <a:schemeClr val="tx1"/>
              </a:solidFill>
              <a:miter lim="800000"/>
              <a:headEnd/>
              <a:tailEnd/>
            </a:ln>
            <a:effectLst/>
          </p:spPr>
          <p:txBody>
            <a:bodyPr wrap="none" anchor="ctr"/>
            <a:lstStyle/>
            <a:p>
              <a:endParaRPr lang="zh-CN" altLang="en-US"/>
            </a:p>
          </p:txBody>
        </p:sp>
        <p:sp>
          <p:nvSpPr>
            <p:cNvPr id="102429" name="Rectangle 29"/>
            <p:cNvSpPr>
              <a:spLocks noChangeArrowheads="1"/>
            </p:cNvSpPr>
            <p:nvPr/>
          </p:nvSpPr>
          <p:spPr bwMode="auto">
            <a:xfrm>
              <a:off x="2088" y="3501"/>
              <a:ext cx="1035" cy="346"/>
            </a:xfrm>
            <a:prstGeom prst="rect">
              <a:avLst/>
            </a:prstGeom>
            <a:gradFill rotWithShape="0">
              <a:gsLst>
                <a:gs pos="0">
                  <a:schemeClr val="tx1"/>
                </a:gs>
                <a:gs pos="50000">
                  <a:srgbClr val="FFFF15"/>
                </a:gs>
                <a:gs pos="100000">
                  <a:schemeClr val="tx1"/>
                </a:gs>
              </a:gsLst>
              <a:lin ang="0" scaled="1"/>
            </a:gradFill>
            <a:ln w="9525">
              <a:noFill/>
              <a:miter lim="800000"/>
              <a:headEnd/>
              <a:tailEnd/>
            </a:ln>
            <a:effectLst/>
          </p:spPr>
          <p:txBody>
            <a:bodyPr wrap="none" anchor="ctr"/>
            <a:lstStyle/>
            <a:p>
              <a:endParaRPr lang="zh-CN" altLang="en-US"/>
            </a:p>
          </p:txBody>
        </p:sp>
        <p:grpSp>
          <p:nvGrpSpPr>
            <p:cNvPr id="102449" name="Group 49"/>
            <p:cNvGrpSpPr>
              <a:grpSpLocks/>
            </p:cNvGrpSpPr>
            <p:nvPr/>
          </p:nvGrpSpPr>
          <p:grpSpPr bwMode="auto">
            <a:xfrm>
              <a:off x="3288" y="3502"/>
              <a:ext cx="1046" cy="347"/>
              <a:chOff x="3288" y="3502"/>
              <a:chExt cx="1046" cy="347"/>
            </a:xfrm>
          </p:grpSpPr>
          <p:sp>
            <p:nvSpPr>
              <p:cNvPr id="102444" name="Rectangle 44"/>
              <p:cNvSpPr>
                <a:spLocks noChangeArrowheads="1"/>
              </p:cNvSpPr>
              <p:nvPr/>
            </p:nvSpPr>
            <p:spPr bwMode="auto">
              <a:xfrm>
                <a:off x="3288" y="3502"/>
                <a:ext cx="381" cy="346"/>
              </a:xfrm>
              <a:prstGeom prst="rect">
                <a:avLst/>
              </a:prstGeom>
              <a:gradFill rotWithShape="1">
                <a:gsLst>
                  <a:gs pos="0">
                    <a:schemeClr val="tx1"/>
                  </a:gs>
                  <a:gs pos="50000">
                    <a:srgbClr val="FFFF15">
                      <a:alpha val="83000"/>
                    </a:srgbClr>
                  </a:gs>
                  <a:gs pos="100000">
                    <a:schemeClr val="tx1"/>
                  </a:gs>
                </a:gsLst>
                <a:lin ang="0" scaled="1"/>
              </a:gradFill>
              <a:ln w="9525">
                <a:noFill/>
                <a:miter lim="800000"/>
                <a:headEnd/>
                <a:tailEnd/>
              </a:ln>
              <a:effectLst/>
            </p:spPr>
            <p:txBody>
              <a:bodyPr wrap="none" anchor="ctr"/>
              <a:lstStyle/>
              <a:p>
                <a:endParaRPr lang="zh-CN" altLang="en-US"/>
              </a:p>
            </p:txBody>
          </p:sp>
          <p:sp>
            <p:nvSpPr>
              <p:cNvPr id="102448" name="Rectangle 48"/>
              <p:cNvSpPr>
                <a:spLocks noChangeArrowheads="1"/>
              </p:cNvSpPr>
              <p:nvPr/>
            </p:nvSpPr>
            <p:spPr bwMode="auto">
              <a:xfrm>
                <a:off x="3953" y="3503"/>
                <a:ext cx="381" cy="346"/>
              </a:xfrm>
              <a:prstGeom prst="rect">
                <a:avLst/>
              </a:prstGeom>
              <a:gradFill rotWithShape="1">
                <a:gsLst>
                  <a:gs pos="0">
                    <a:schemeClr val="tx1"/>
                  </a:gs>
                  <a:gs pos="50000">
                    <a:srgbClr val="FFFF15">
                      <a:alpha val="47000"/>
                    </a:srgbClr>
                  </a:gs>
                  <a:gs pos="100000">
                    <a:schemeClr val="tx1"/>
                  </a:gs>
                </a:gsLst>
                <a:lin ang="0" scaled="1"/>
              </a:gradFill>
              <a:ln w="9525">
                <a:noFill/>
                <a:miter lim="800000"/>
                <a:headEnd/>
                <a:tailEnd/>
              </a:ln>
              <a:effectLst/>
            </p:spPr>
            <p:txBody>
              <a:bodyPr wrap="none" anchor="ctr"/>
              <a:lstStyle/>
              <a:p>
                <a:endParaRPr lang="zh-CN" altLang="en-US"/>
              </a:p>
            </p:txBody>
          </p:sp>
        </p:grpSp>
        <p:sp>
          <p:nvSpPr>
            <p:cNvPr id="102451" name="Rectangle 51"/>
            <p:cNvSpPr>
              <a:spLocks noChangeArrowheads="1"/>
            </p:cNvSpPr>
            <p:nvPr/>
          </p:nvSpPr>
          <p:spPr bwMode="auto">
            <a:xfrm>
              <a:off x="1542" y="3501"/>
              <a:ext cx="381" cy="346"/>
            </a:xfrm>
            <a:prstGeom prst="rect">
              <a:avLst/>
            </a:prstGeom>
            <a:gradFill rotWithShape="1">
              <a:gsLst>
                <a:gs pos="0">
                  <a:schemeClr val="tx1"/>
                </a:gs>
                <a:gs pos="50000">
                  <a:srgbClr val="FFFF15">
                    <a:alpha val="83000"/>
                  </a:srgbClr>
                </a:gs>
                <a:gs pos="100000">
                  <a:schemeClr val="tx1"/>
                </a:gs>
              </a:gsLst>
              <a:lin ang="0" scaled="1"/>
            </a:gradFill>
            <a:ln w="9525">
              <a:noFill/>
              <a:miter lim="800000"/>
              <a:headEnd/>
              <a:tailEnd/>
            </a:ln>
            <a:effectLst/>
          </p:spPr>
          <p:txBody>
            <a:bodyPr wrap="none" anchor="ctr"/>
            <a:lstStyle/>
            <a:p>
              <a:endParaRPr lang="zh-CN" altLang="en-US"/>
            </a:p>
          </p:txBody>
        </p:sp>
        <p:sp>
          <p:nvSpPr>
            <p:cNvPr id="102452" name="Rectangle 52"/>
            <p:cNvSpPr>
              <a:spLocks noChangeArrowheads="1"/>
            </p:cNvSpPr>
            <p:nvPr/>
          </p:nvSpPr>
          <p:spPr bwMode="auto">
            <a:xfrm>
              <a:off x="896" y="3503"/>
              <a:ext cx="381" cy="346"/>
            </a:xfrm>
            <a:prstGeom prst="rect">
              <a:avLst/>
            </a:prstGeom>
            <a:gradFill rotWithShape="1">
              <a:gsLst>
                <a:gs pos="0">
                  <a:schemeClr val="tx1"/>
                </a:gs>
                <a:gs pos="50000">
                  <a:srgbClr val="FFFF15">
                    <a:alpha val="47000"/>
                  </a:srgbClr>
                </a:gs>
                <a:gs pos="100000">
                  <a:schemeClr val="tx1"/>
                </a:gs>
              </a:gsLst>
              <a:lin ang="0" scaled="1"/>
            </a:gradFill>
            <a:ln w="9525">
              <a:noFill/>
              <a:miter lim="800000"/>
              <a:headEnd/>
              <a:tailEnd/>
            </a:ln>
            <a:effec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2455"/>
                                        </p:tgtEl>
                                        <p:attrNameLst>
                                          <p:attrName>style.visibility</p:attrName>
                                        </p:attrNameLst>
                                      </p:cBhvr>
                                      <p:to>
                                        <p:strVal val="visible"/>
                                      </p:to>
                                    </p:set>
                                    <p:animEffect transition="in" filter="wipe(left)">
                                      <p:cBhvr>
                                        <p:cTn id="7" dur="500"/>
                                        <p:tgtEl>
                                          <p:spTgt spid="10245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2453"/>
                                        </p:tgtEl>
                                        <p:attrNameLst>
                                          <p:attrName>style.visibility</p:attrName>
                                        </p:attrNameLst>
                                      </p:cBhvr>
                                      <p:to>
                                        <p:strVal val="visible"/>
                                      </p:to>
                                    </p:set>
                                    <p:animEffect transition="in" filter="wipe(left)">
                                      <p:cBhvr>
                                        <p:cTn id="12" dur="500"/>
                                        <p:tgtEl>
                                          <p:spTgt spid="102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灯片编号占位符 3"/>
          <p:cNvSpPr>
            <a:spLocks noGrp="1"/>
          </p:cNvSpPr>
          <p:nvPr>
            <p:ph type="sldNum" sz="quarter" idx="12"/>
          </p:nvPr>
        </p:nvSpPr>
        <p:spPr/>
        <p:txBody>
          <a:bodyPr/>
          <a:lstStyle/>
          <a:p>
            <a:fld id="{A8A6B8FB-8D52-4F9E-B074-0E461402465E}" type="slidenum">
              <a:rPr lang="zh-CN" altLang="en-US"/>
              <a:pPr/>
              <a:t>10</a:t>
            </a:fld>
            <a:endParaRPr lang="en-US" altLang="zh-CN"/>
          </a:p>
        </p:txBody>
      </p:sp>
      <p:grpSp>
        <p:nvGrpSpPr>
          <p:cNvPr id="104511" name="Group 63"/>
          <p:cNvGrpSpPr>
            <a:grpSpLocks/>
          </p:cNvGrpSpPr>
          <p:nvPr/>
        </p:nvGrpSpPr>
        <p:grpSpPr bwMode="auto">
          <a:xfrm>
            <a:off x="2014538" y="465138"/>
            <a:ext cx="7029450" cy="1695450"/>
            <a:chOff x="1269" y="293"/>
            <a:chExt cx="4428" cy="1068"/>
          </a:xfrm>
        </p:grpSpPr>
        <p:graphicFrame>
          <p:nvGraphicFramePr>
            <p:cNvPr id="104451" name="Object 3"/>
            <p:cNvGraphicFramePr>
              <a:graphicFrameLocks noChangeAspect="1"/>
            </p:cNvGraphicFramePr>
            <p:nvPr/>
          </p:nvGraphicFramePr>
          <p:xfrm>
            <a:off x="1474" y="293"/>
            <a:ext cx="2041" cy="588"/>
          </p:xfrm>
          <a:graphic>
            <a:graphicData uri="http://schemas.openxmlformats.org/presentationml/2006/ole">
              <mc:AlternateContent xmlns:mc="http://schemas.openxmlformats.org/markup-compatibility/2006">
                <mc:Choice xmlns:v="urn:schemas-microsoft-com:vml" Requires="v">
                  <p:oleObj spid="_x0000_s104581" name="公式" r:id="rId3" imgW="1409088" imgH="406224" progId="Equation.3">
                    <p:embed/>
                  </p:oleObj>
                </mc:Choice>
                <mc:Fallback>
                  <p:oleObj name="公式" r:id="rId3" imgW="1409088" imgH="406224" progId="Equation.3">
                    <p:embed/>
                    <p:pic>
                      <p:nvPicPr>
                        <p:cNvPr id="0" name="Picture 4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4" y="293"/>
                          <a:ext cx="2041"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52" name="Text Box 4"/>
            <p:cNvSpPr txBox="1">
              <a:spLocks noChangeArrowheads="1"/>
            </p:cNvSpPr>
            <p:nvPr/>
          </p:nvSpPr>
          <p:spPr bwMode="auto">
            <a:xfrm>
              <a:off x="3525" y="404"/>
              <a:ext cx="2172"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CC"/>
                  </a:solidFill>
                </a:rPr>
                <a:t>干涉相消（</a:t>
              </a:r>
              <a:r>
                <a:rPr lang="zh-CN" altLang="en-US">
                  <a:solidFill>
                    <a:srgbClr val="0000CC"/>
                  </a:solidFill>
                  <a:effectLst>
                    <a:outerShdw blurRad="38100" dist="38100" dir="2700000" algn="tl">
                      <a:srgbClr val="C0C0C0"/>
                    </a:outerShdw>
                  </a:effectLst>
                </a:rPr>
                <a:t>暗纹</a:t>
              </a:r>
              <a:r>
                <a:rPr lang="zh-CN" altLang="en-US">
                  <a:solidFill>
                    <a:srgbClr val="0000CC"/>
                  </a:solidFill>
                </a:rPr>
                <a:t>）</a:t>
              </a:r>
              <a:endParaRPr lang="zh-CN" altLang="en-US">
                <a:solidFill>
                  <a:srgbClr val="0000FF"/>
                </a:solidFill>
              </a:endParaRPr>
            </a:p>
          </p:txBody>
        </p:sp>
        <p:graphicFrame>
          <p:nvGraphicFramePr>
            <p:cNvPr id="104453" name="Object 5"/>
            <p:cNvGraphicFramePr>
              <a:graphicFrameLocks noChangeAspect="1"/>
            </p:cNvGraphicFramePr>
            <p:nvPr/>
          </p:nvGraphicFramePr>
          <p:xfrm>
            <a:off x="1474" y="773"/>
            <a:ext cx="1894" cy="588"/>
          </p:xfrm>
          <a:graphic>
            <a:graphicData uri="http://schemas.openxmlformats.org/presentationml/2006/ole">
              <mc:AlternateContent xmlns:mc="http://schemas.openxmlformats.org/markup-compatibility/2006">
                <mc:Choice xmlns:v="urn:schemas-microsoft-com:vml" Requires="v">
                  <p:oleObj spid="_x0000_s104582" name="公式" r:id="rId5" imgW="1307532" imgH="406224" progId="Equation.3">
                    <p:embed/>
                  </p:oleObj>
                </mc:Choice>
                <mc:Fallback>
                  <p:oleObj name="公式" r:id="rId5" imgW="1307532" imgH="406224" progId="Equation.3">
                    <p:embed/>
                    <p:pic>
                      <p:nvPicPr>
                        <p:cNvPr id="0" name="Picture 5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4" y="773"/>
                          <a:ext cx="1894" cy="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54" name="Text Box 6"/>
            <p:cNvSpPr txBox="1">
              <a:spLocks noChangeArrowheads="1"/>
            </p:cNvSpPr>
            <p:nvPr/>
          </p:nvSpPr>
          <p:spPr bwMode="auto">
            <a:xfrm>
              <a:off x="3516" y="896"/>
              <a:ext cx="2181"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CC0000"/>
                  </a:solidFill>
                </a:rPr>
                <a:t>干涉加强（</a:t>
              </a:r>
              <a:r>
                <a:rPr lang="zh-CN" altLang="en-US">
                  <a:solidFill>
                    <a:srgbClr val="CC0000"/>
                  </a:solidFill>
                  <a:effectLst>
                    <a:outerShdw blurRad="38100" dist="38100" dir="2700000" algn="tl">
                      <a:srgbClr val="C0C0C0"/>
                    </a:outerShdw>
                  </a:effectLst>
                </a:rPr>
                <a:t>明纹</a:t>
              </a:r>
              <a:r>
                <a:rPr lang="zh-CN" altLang="en-US">
                  <a:solidFill>
                    <a:srgbClr val="CC0000"/>
                  </a:solidFill>
                </a:rPr>
                <a:t>）</a:t>
              </a:r>
            </a:p>
          </p:txBody>
        </p:sp>
        <p:sp>
          <p:nvSpPr>
            <p:cNvPr id="104455" name="AutoShape 7"/>
            <p:cNvSpPr>
              <a:spLocks/>
            </p:cNvSpPr>
            <p:nvPr/>
          </p:nvSpPr>
          <p:spPr bwMode="auto">
            <a:xfrm>
              <a:off x="1269" y="482"/>
              <a:ext cx="192" cy="672"/>
            </a:xfrm>
            <a:prstGeom prst="leftBrace">
              <a:avLst>
                <a:gd name="adj1" fmla="val 29167"/>
                <a:gd name="adj2" fmla="val 50000"/>
              </a:avLst>
            </a:prstGeom>
            <a:noFill/>
            <a:ln w="28575">
              <a:solidFill>
                <a:schemeClr val="tx1"/>
              </a:solidFill>
              <a:round/>
              <a:headEnd/>
              <a:tailEnd/>
            </a:ln>
            <a:effectLst/>
          </p:spPr>
          <p:txBody>
            <a:bodyPr wrap="none" anchor="ctr"/>
            <a:lstStyle/>
            <a:p>
              <a:endParaRPr lang="zh-CN" altLang="en-US"/>
            </a:p>
          </p:txBody>
        </p:sp>
      </p:grpSp>
      <p:sp>
        <p:nvSpPr>
          <p:cNvPr id="104459" name="Text Box 11"/>
          <p:cNvSpPr txBox="1">
            <a:spLocks noChangeArrowheads="1"/>
          </p:cNvSpPr>
          <p:nvPr/>
        </p:nvSpPr>
        <p:spPr bwMode="auto">
          <a:xfrm>
            <a:off x="511175" y="2233613"/>
            <a:ext cx="6584950" cy="519112"/>
          </a:xfrm>
          <a:prstGeom prst="rect">
            <a:avLst/>
          </a:prstGeom>
          <a:noFill/>
          <a:ln w="9525">
            <a:noFill/>
            <a:miter lim="800000"/>
            <a:headEnd/>
            <a:tailEnd type="none" w="sm" len="lg"/>
          </a:ln>
          <a:effectLst/>
        </p:spPr>
        <p:txBody>
          <a:bodyPr>
            <a:spAutoFit/>
          </a:bodyPr>
          <a:lstStyle/>
          <a:p>
            <a:pPr eaLnBrk="1" hangingPunct="1">
              <a:spcBef>
                <a:spcPct val="50000"/>
              </a:spcBef>
            </a:pPr>
            <a:r>
              <a:rPr lang="en-US" altLang="zh-CN">
                <a:solidFill>
                  <a:srgbClr val="CC0000"/>
                </a:solidFill>
              </a:rPr>
              <a:t>(1) </a:t>
            </a:r>
            <a:r>
              <a:rPr lang="zh-CN" altLang="en-US">
                <a:solidFill>
                  <a:srgbClr val="CC0000"/>
                </a:solidFill>
              </a:rPr>
              <a:t>第一暗纹距中心的距离及其衍射角</a:t>
            </a:r>
            <a:endParaRPr lang="en-US" altLang="zh-CN">
              <a:solidFill>
                <a:srgbClr val="CC0000"/>
              </a:solidFill>
            </a:endParaRPr>
          </a:p>
        </p:txBody>
      </p:sp>
      <p:graphicFrame>
        <p:nvGraphicFramePr>
          <p:cNvPr id="104460" name="Object 12"/>
          <p:cNvGraphicFramePr>
            <a:graphicFrameLocks noChangeAspect="1"/>
          </p:cNvGraphicFramePr>
          <p:nvPr/>
        </p:nvGraphicFramePr>
        <p:xfrm>
          <a:off x="1060450" y="5010150"/>
          <a:ext cx="2447925" cy="974725"/>
        </p:xfrm>
        <a:graphic>
          <a:graphicData uri="http://schemas.openxmlformats.org/presentationml/2006/ole">
            <mc:AlternateContent xmlns:mc="http://schemas.openxmlformats.org/markup-compatibility/2006">
              <mc:Choice xmlns:v="urn:schemas-microsoft-com:vml" Requires="v">
                <p:oleObj spid="_x0000_s104583" name="公式" r:id="rId7" imgW="914003" imgH="406224" progId="Equation.3">
                  <p:embed/>
                </p:oleObj>
              </mc:Choice>
              <mc:Fallback>
                <p:oleObj name="公式" r:id="rId7" imgW="914003" imgH="406224" progId="Equation.3">
                  <p:embed/>
                  <p:pic>
                    <p:nvPicPr>
                      <p:cNvPr id="0" name="Picture 5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60450" y="5010150"/>
                        <a:ext cx="2447925" cy="974725"/>
                      </a:xfrm>
                      <a:prstGeom prst="rect">
                        <a:avLst/>
                      </a:prstGeom>
                      <a:gradFill rotWithShape="0">
                        <a:gsLst>
                          <a:gs pos="0">
                            <a:schemeClr val="accent1"/>
                          </a:gs>
                          <a:gs pos="50000">
                            <a:srgbClr val="FFFFFF"/>
                          </a:gs>
                          <a:gs pos="100000">
                            <a:schemeClr val="accent1"/>
                          </a:gs>
                        </a:gsLst>
                        <a:lin ang="5400000" scaled="1"/>
                      </a:gradFill>
                      <a:ln w="9525">
                        <a:solidFill>
                          <a:srgbClr val="006666"/>
                        </a:solidFill>
                        <a:miter lim="800000"/>
                        <a:headEnd/>
                        <a:tailEnd/>
                      </a:ln>
                    </p:spPr>
                  </p:pic>
                </p:oleObj>
              </mc:Fallback>
            </mc:AlternateContent>
          </a:graphicData>
        </a:graphic>
      </p:graphicFrame>
      <p:sp>
        <p:nvSpPr>
          <p:cNvPr id="104461" name="Rectangle 13"/>
          <p:cNvSpPr>
            <a:spLocks noChangeArrowheads="1"/>
          </p:cNvSpPr>
          <p:nvPr/>
        </p:nvSpPr>
        <p:spPr bwMode="auto">
          <a:xfrm>
            <a:off x="750888" y="3011488"/>
            <a:ext cx="3505200" cy="519112"/>
          </a:xfrm>
          <a:prstGeom prst="rect">
            <a:avLst/>
          </a:prstGeom>
          <a:noFill/>
          <a:ln w="9525">
            <a:noFill/>
            <a:miter lim="800000"/>
            <a:headEnd/>
            <a:tailEnd/>
          </a:ln>
          <a:effectLst/>
        </p:spPr>
        <p:txBody>
          <a:bodyPr>
            <a:spAutoFit/>
          </a:bodyPr>
          <a:lstStyle/>
          <a:p>
            <a:pPr eaLnBrk="1" hangingPunct="1"/>
            <a:r>
              <a:rPr lang="zh-CN" altLang="en-US"/>
              <a:t>第一暗纹的衍射角</a:t>
            </a:r>
          </a:p>
        </p:txBody>
      </p:sp>
      <p:graphicFrame>
        <p:nvGraphicFramePr>
          <p:cNvPr id="104462" name="Object 14"/>
          <p:cNvGraphicFramePr>
            <a:graphicFrameLocks noChangeAspect="1"/>
          </p:cNvGraphicFramePr>
          <p:nvPr/>
        </p:nvGraphicFramePr>
        <p:xfrm>
          <a:off x="1060450" y="3786188"/>
          <a:ext cx="2101850" cy="974725"/>
        </p:xfrm>
        <a:graphic>
          <a:graphicData uri="http://schemas.openxmlformats.org/presentationml/2006/ole">
            <mc:AlternateContent xmlns:mc="http://schemas.openxmlformats.org/markup-compatibility/2006">
              <mc:Choice xmlns:v="urn:schemas-microsoft-com:vml" Requires="v">
                <p:oleObj spid="_x0000_s104584" name="公式" r:id="rId9" imgW="875920" imgH="406224" progId="Equation.3">
                  <p:embed/>
                </p:oleObj>
              </mc:Choice>
              <mc:Fallback>
                <p:oleObj name="公式" r:id="rId9" imgW="875920" imgH="406224" progId="Equation.3">
                  <p:embed/>
                  <p:pic>
                    <p:nvPicPr>
                      <p:cNvPr id="0" name="Picture 5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60450" y="3786188"/>
                        <a:ext cx="2101850" cy="974725"/>
                      </a:xfrm>
                      <a:prstGeom prst="rect">
                        <a:avLst/>
                      </a:prstGeom>
                      <a:gradFill rotWithShape="0">
                        <a:gsLst>
                          <a:gs pos="0">
                            <a:schemeClr val="accent1"/>
                          </a:gs>
                          <a:gs pos="50000">
                            <a:srgbClr val="FFFFFF"/>
                          </a:gs>
                          <a:gs pos="100000">
                            <a:schemeClr val="accent1"/>
                          </a:gs>
                        </a:gsLst>
                        <a:lin ang="5400000" scaled="1"/>
                      </a:gradFill>
                      <a:ln w="12700">
                        <a:solidFill>
                          <a:srgbClr val="006666"/>
                        </a:solidFill>
                        <a:miter lim="800000"/>
                        <a:headEnd/>
                        <a:tailEnd/>
                      </a:ln>
                    </p:spPr>
                  </p:pic>
                </p:oleObj>
              </mc:Fallback>
            </mc:AlternateContent>
          </a:graphicData>
        </a:graphic>
      </p:graphicFrame>
      <p:grpSp>
        <p:nvGrpSpPr>
          <p:cNvPr id="104498" name="Group 50"/>
          <p:cNvGrpSpPr>
            <a:grpSpLocks/>
          </p:cNvGrpSpPr>
          <p:nvPr/>
        </p:nvGrpSpPr>
        <p:grpSpPr bwMode="auto">
          <a:xfrm>
            <a:off x="222250" y="722313"/>
            <a:ext cx="1981200" cy="1182687"/>
            <a:chOff x="212" y="239"/>
            <a:chExt cx="1248" cy="745"/>
          </a:xfrm>
        </p:grpSpPr>
        <p:sp>
          <p:nvSpPr>
            <p:cNvPr id="104497" name="AutoShape 49"/>
            <p:cNvSpPr>
              <a:spLocks noChangeArrowheads="1"/>
            </p:cNvSpPr>
            <p:nvPr/>
          </p:nvSpPr>
          <p:spPr bwMode="auto">
            <a:xfrm>
              <a:off x="363" y="239"/>
              <a:ext cx="966" cy="745"/>
            </a:xfrm>
            <a:prstGeom prst="irregularSeal1">
              <a:avLst/>
            </a:prstGeom>
            <a:solidFill>
              <a:srgbClr val="FF99CC">
                <a:alpha val="49001"/>
              </a:srgbClr>
            </a:solidFill>
            <a:ln w="9525">
              <a:solidFill>
                <a:schemeClr val="tx1"/>
              </a:solidFill>
              <a:miter lim="800000"/>
              <a:headEnd/>
              <a:tailEnd/>
            </a:ln>
            <a:effectLst/>
          </p:spPr>
          <p:txBody>
            <a:bodyPr wrap="none" anchor="ctr"/>
            <a:lstStyle/>
            <a:p>
              <a:endParaRPr lang="zh-CN" altLang="en-US"/>
            </a:p>
          </p:txBody>
        </p:sp>
        <p:sp>
          <p:nvSpPr>
            <p:cNvPr id="104458" name="Text Box 10"/>
            <p:cNvSpPr txBox="1">
              <a:spLocks noChangeArrowheads="1"/>
            </p:cNvSpPr>
            <p:nvPr/>
          </p:nvSpPr>
          <p:spPr bwMode="auto">
            <a:xfrm>
              <a:off x="212" y="444"/>
              <a:ext cx="1248" cy="327"/>
            </a:xfrm>
            <a:prstGeom prst="rect">
              <a:avLst/>
            </a:prstGeom>
            <a:noFill/>
            <a:ln w="9525">
              <a:noFill/>
              <a:miter lim="800000"/>
              <a:headEnd/>
              <a:tailEnd type="none" w="sm" len="lg"/>
            </a:ln>
            <a:effectLst/>
          </p:spPr>
          <p:txBody>
            <a:bodyPr>
              <a:spAutoFit/>
            </a:bodyPr>
            <a:lstStyle/>
            <a:p>
              <a:pPr algn="ctr" eaLnBrk="1" hangingPunct="1">
                <a:spcBef>
                  <a:spcPct val="50000"/>
                </a:spcBef>
              </a:pPr>
              <a:r>
                <a:rPr lang="zh-CN" altLang="en-US"/>
                <a:t>讨 论</a:t>
              </a:r>
            </a:p>
          </p:txBody>
        </p:sp>
      </p:grpSp>
      <p:grpSp>
        <p:nvGrpSpPr>
          <p:cNvPr id="104520" name="Group 72"/>
          <p:cNvGrpSpPr>
            <a:grpSpLocks/>
          </p:cNvGrpSpPr>
          <p:nvPr/>
        </p:nvGrpSpPr>
        <p:grpSpPr bwMode="auto">
          <a:xfrm>
            <a:off x="3836988" y="3089275"/>
            <a:ext cx="4691062" cy="3041650"/>
            <a:chOff x="2417" y="1946"/>
            <a:chExt cx="2955" cy="1916"/>
          </a:xfrm>
        </p:grpSpPr>
        <p:sp>
          <p:nvSpPr>
            <p:cNvPr id="104466" name="Rectangle 18"/>
            <p:cNvSpPr>
              <a:spLocks noChangeArrowheads="1"/>
            </p:cNvSpPr>
            <p:nvPr/>
          </p:nvSpPr>
          <p:spPr bwMode="auto">
            <a:xfrm>
              <a:off x="2417" y="1946"/>
              <a:ext cx="2589" cy="1916"/>
            </a:xfrm>
            <a:prstGeom prst="rect">
              <a:avLst/>
            </a:prstGeom>
            <a:noFill/>
            <a:ln w="9525">
              <a:solidFill>
                <a:schemeClr val="tx2"/>
              </a:solidFill>
              <a:miter lim="800000"/>
              <a:headEnd/>
              <a:tailEnd type="none" w="sm" len="lg"/>
            </a:ln>
            <a:effectLst/>
          </p:spPr>
          <p:txBody>
            <a:bodyPr wrap="none" anchor="ctr"/>
            <a:lstStyle/>
            <a:p>
              <a:endParaRPr lang="zh-CN" altLang="en-US"/>
            </a:p>
          </p:txBody>
        </p:sp>
        <p:sp>
          <p:nvSpPr>
            <p:cNvPr id="104470" name="Line 22"/>
            <p:cNvSpPr>
              <a:spLocks noChangeShapeType="1"/>
            </p:cNvSpPr>
            <p:nvPr/>
          </p:nvSpPr>
          <p:spPr bwMode="auto">
            <a:xfrm>
              <a:off x="2514" y="2985"/>
              <a:ext cx="2452" cy="0"/>
            </a:xfrm>
            <a:prstGeom prst="line">
              <a:avLst/>
            </a:prstGeom>
            <a:noFill/>
            <a:ln w="12700">
              <a:solidFill>
                <a:schemeClr val="tx1"/>
              </a:solidFill>
              <a:prstDash val="lgDashDot"/>
              <a:round/>
              <a:headEnd type="none" w="sm" len="lg"/>
              <a:tailEnd type="none" w="sm" len="lg"/>
            </a:ln>
            <a:effectLst/>
          </p:spPr>
          <p:txBody>
            <a:bodyPr wrap="none" anchor="ctr"/>
            <a:lstStyle/>
            <a:p>
              <a:endParaRPr lang="zh-CN" altLang="en-US"/>
            </a:p>
          </p:txBody>
        </p:sp>
        <p:sp>
          <p:nvSpPr>
            <p:cNvPr id="104471" name="Rectangle 23"/>
            <p:cNvSpPr>
              <a:spLocks noChangeArrowheads="1"/>
            </p:cNvSpPr>
            <p:nvPr/>
          </p:nvSpPr>
          <p:spPr bwMode="auto">
            <a:xfrm>
              <a:off x="4657" y="2284"/>
              <a:ext cx="48" cy="1402"/>
            </a:xfrm>
            <a:prstGeom prst="rect">
              <a:avLst/>
            </a:prstGeom>
            <a:gradFill rotWithShape="0">
              <a:gsLst>
                <a:gs pos="0">
                  <a:schemeClr val="bg1">
                    <a:gamma/>
                    <a:shade val="0"/>
                    <a:invGamma/>
                  </a:schemeClr>
                </a:gs>
                <a:gs pos="100000">
                  <a:schemeClr val="bg1"/>
                </a:gs>
              </a:gsLst>
              <a:lin ang="0" scaled="1"/>
            </a:gradFill>
            <a:ln w="19050">
              <a:solidFill>
                <a:schemeClr val="tx1"/>
              </a:solidFill>
              <a:miter lim="800000"/>
              <a:headEnd/>
              <a:tailEnd/>
            </a:ln>
            <a:effectLst/>
          </p:spPr>
          <p:txBody>
            <a:bodyPr wrap="none" anchor="ctr"/>
            <a:lstStyle/>
            <a:p>
              <a:endParaRPr lang="zh-CN" altLang="en-US"/>
            </a:p>
          </p:txBody>
        </p:sp>
        <p:sp>
          <p:nvSpPr>
            <p:cNvPr id="104472" name="Freeform 24"/>
            <p:cNvSpPr>
              <a:spLocks/>
            </p:cNvSpPr>
            <p:nvPr/>
          </p:nvSpPr>
          <p:spPr bwMode="auto">
            <a:xfrm>
              <a:off x="2618" y="2789"/>
              <a:ext cx="29" cy="401"/>
            </a:xfrm>
            <a:custGeom>
              <a:avLst/>
              <a:gdLst/>
              <a:ahLst/>
              <a:cxnLst>
                <a:cxn ang="0">
                  <a:pos x="0" y="0"/>
                </a:cxn>
                <a:cxn ang="0">
                  <a:pos x="0" y="348"/>
                </a:cxn>
              </a:cxnLst>
              <a:rect l="0" t="0" r="r" b="b"/>
              <a:pathLst>
                <a:path w="1" h="348">
                  <a:moveTo>
                    <a:pt x="0" y="0"/>
                  </a:moveTo>
                  <a:lnTo>
                    <a:pt x="0" y="348"/>
                  </a:lnTo>
                </a:path>
              </a:pathLst>
            </a:custGeom>
            <a:noFill/>
            <a:ln w="9525">
              <a:solidFill>
                <a:schemeClr val="tx1"/>
              </a:solidFill>
              <a:round/>
              <a:headEnd type="triangle" w="sm" len="lg"/>
              <a:tailEnd type="triangle" w="sm" len="lg"/>
            </a:ln>
            <a:effectLst/>
          </p:spPr>
          <p:txBody>
            <a:bodyPr wrap="none"/>
            <a:lstStyle/>
            <a:p>
              <a:endParaRPr lang="zh-CN" altLang="en-US"/>
            </a:p>
          </p:txBody>
        </p:sp>
        <p:graphicFrame>
          <p:nvGraphicFramePr>
            <p:cNvPr id="104473" name="Object 25"/>
            <p:cNvGraphicFramePr>
              <a:graphicFrameLocks noChangeAspect="1"/>
            </p:cNvGraphicFramePr>
            <p:nvPr/>
          </p:nvGraphicFramePr>
          <p:xfrm>
            <a:off x="2702" y="2149"/>
            <a:ext cx="222" cy="266"/>
          </p:xfrm>
          <a:graphic>
            <a:graphicData uri="http://schemas.openxmlformats.org/presentationml/2006/ole">
              <mc:AlternateContent xmlns:mc="http://schemas.openxmlformats.org/markup-compatibility/2006">
                <mc:Choice xmlns:v="urn:schemas-microsoft-com:vml" Requires="v">
                  <p:oleObj spid="_x0000_s104585" name="Equation" r:id="rId11" imgW="164885" imgH="164885" progId="Equation.3">
                    <p:embed/>
                  </p:oleObj>
                </mc:Choice>
                <mc:Fallback>
                  <p:oleObj name="Equation" r:id="rId11" imgW="164885" imgH="164885" progId="Equation.3">
                    <p:embed/>
                    <p:pic>
                      <p:nvPicPr>
                        <p:cNvPr id="0" name="Picture 5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2" y="2149"/>
                          <a:ext cx="222" cy="2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74" name="Object 26"/>
            <p:cNvGraphicFramePr>
              <a:graphicFrameLocks noChangeAspect="1"/>
            </p:cNvGraphicFramePr>
            <p:nvPr/>
          </p:nvGraphicFramePr>
          <p:xfrm>
            <a:off x="4391" y="2161"/>
            <a:ext cx="211" cy="299"/>
          </p:xfrm>
          <a:graphic>
            <a:graphicData uri="http://schemas.openxmlformats.org/presentationml/2006/ole">
              <mc:AlternateContent xmlns:mc="http://schemas.openxmlformats.org/markup-compatibility/2006">
                <mc:Choice xmlns:v="urn:schemas-microsoft-com:vml" Requires="v">
                  <p:oleObj spid="_x0000_s104586" name="Equation" r:id="rId13" imgW="139579" imgH="164957" progId="Equation.3">
                    <p:embed/>
                  </p:oleObj>
                </mc:Choice>
                <mc:Fallback>
                  <p:oleObj name="Equation" r:id="rId13" imgW="139579" imgH="164957" progId="Equation.3">
                    <p:embed/>
                    <p:pic>
                      <p:nvPicPr>
                        <p:cNvPr id="0" name="Picture 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91" y="2161"/>
                          <a:ext cx="211" cy="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75" name="Rectangle 27"/>
            <p:cNvSpPr>
              <a:spLocks noChangeArrowheads="1"/>
            </p:cNvSpPr>
            <p:nvPr/>
          </p:nvSpPr>
          <p:spPr bwMode="auto">
            <a:xfrm>
              <a:off x="2948" y="2409"/>
              <a:ext cx="39" cy="395"/>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04477" name="Line 29"/>
            <p:cNvSpPr>
              <a:spLocks noChangeShapeType="1"/>
            </p:cNvSpPr>
            <p:nvPr/>
          </p:nvSpPr>
          <p:spPr bwMode="auto">
            <a:xfrm>
              <a:off x="2525" y="2811"/>
              <a:ext cx="925" cy="0"/>
            </a:xfrm>
            <a:prstGeom prst="line">
              <a:avLst/>
            </a:prstGeom>
            <a:noFill/>
            <a:ln w="19050">
              <a:solidFill>
                <a:srgbClr val="0000FF"/>
              </a:solidFill>
              <a:round/>
              <a:headEnd/>
              <a:tailEnd/>
            </a:ln>
            <a:effectLst/>
          </p:spPr>
          <p:txBody>
            <a:bodyPr wrap="none" anchor="ctr"/>
            <a:lstStyle/>
            <a:p>
              <a:endParaRPr lang="zh-CN" altLang="en-US"/>
            </a:p>
          </p:txBody>
        </p:sp>
        <p:sp>
          <p:nvSpPr>
            <p:cNvPr id="104478" name="Line 30"/>
            <p:cNvSpPr>
              <a:spLocks noChangeShapeType="1"/>
            </p:cNvSpPr>
            <p:nvPr/>
          </p:nvSpPr>
          <p:spPr bwMode="auto">
            <a:xfrm>
              <a:off x="2525" y="3161"/>
              <a:ext cx="925" cy="0"/>
            </a:xfrm>
            <a:prstGeom prst="line">
              <a:avLst/>
            </a:prstGeom>
            <a:noFill/>
            <a:ln w="19050">
              <a:solidFill>
                <a:srgbClr val="0000FF"/>
              </a:solidFill>
              <a:round/>
              <a:headEnd/>
              <a:tailEnd/>
            </a:ln>
            <a:effectLst/>
          </p:spPr>
          <p:txBody>
            <a:bodyPr wrap="none" anchor="ctr"/>
            <a:lstStyle/>
            <a:p>
              <a:endParaRPr lang="zh-CN" altLang="en-US"/>
            </a:p>
          </p:txBody>
        </p:sp>
        <p:sp>
          <p:nvSpPr>
            <p:cNvPr id="104479" name="Line 31"/>
            <p:cNvSpPr>
              <a:spLocks noChangeShapeType="1"/>
            </p:cNvSpPr>
            <p:nvPr/>
          </p:nvSpPr>
          <p:spPr bwMode="auto">
            <a:xfrm flipV="1">
              <a:off x="2964" y="2577"/>
              <a:ext cx="486" cy="234"/>
            </a:xfrm>
            <a:prstGeom prst="line">
              <a:avLst/>
            </a:prstGeom>
            <a:noFill/>
            <a:ln w="19050">
              <a:solidFill>
                <a:srgbClr val="FF6600"/>
              </a:solidFill>
              <a:round/>
              <a:headEnd/>
              <a:tailEnd/>
            </a:ln>
            <a:effectLst/>
          </p:spPr>
          <p:txBody>
            <a:bodyPr wrap="none" anchor="ctr"/>
            <a:lstStyle/>
            <a:p>
              <a:endParaRPr lang="zh-CN" altLang="en-US"/>
            </a:p>
          </p:txBody>
        </p:sp>
        <p:sp>
          <p:nvSpPr>
            <p:cNvPr id="104480" name="Line 32"/>
            <p:cNvSpPr>
              <a:spLocks noChangeShapeType="1"/>
            </p:cNvSpPr>
            <p:nvPr/>
          </p:nvSpPr>
          <p:spPr bwMode="auto">
            <a:xfrm flipV="1">
              <a:off x="2964" y="2985"/>
              <a:ext cx="486" cy="197"/>
            </a:xfrm>
            <a:prstGeom prst="line">
              <a:avLst/>
            </a:prstGeom>
            <a:noFill/>
            <a:ln w="19050">
              <a:solidFill>
                <a:srgbClr val="FF6600"/>
              </a:solidFill>
              <a:round/>
              <a:headEnd/>
              <a:tailEnd/>
            </a:ln>
            <a:effectLst/>
          </p:spPr>
          <p:txBody>
            <a:bodyPr wrap="none" anchor="ctr"/>
            <a:lstStyle/>
            <a:p>
              <a:endParaRPr lang="zh-CN" altLang="en-US"/>
            </a:p>
          </p:txBody>
        </p:sp>
        <p:sp>
          <p:nvSpPr>
            <p:cNvPr id="104481" name="Line 33"/>
            <p:cNvSpPr>
              <a:spLocks noChangeShapeType="1"/>
            </p:cNvSpPr>
            <p:nvPr/>
          </p:nvSpPr>
          <p:spPr bwMode="auto">
            <a:xfrm>
              <a:off x="3450" y="2577"/>
              <a:ext cx="1267" cy="0"/>
            </a:xfrm>
            <a:prstGeom prst="line">
              <a:avLst/>
            </a:prstGeom>
            <a:noFill/>
            <a:ln w="19050">
              <a:solidFill>
                <a:srgbClr val="FF6600"/>
              </a:solidFill>
              <a:round/>
              <a:headEnd/>
              <a:tailEnd/>
            </a:ln>
            <a:effectLst/>
          </p:spPr>
          <p:txBody>
            <a:bodyPr wrap="none" anchor="ctr"/>
            <a:lstStyle/>
            <a:p>
              <a:endParaRPr lang="zh-CN" altLang="en-US"/>
            </a:p>
          </p:txBody>
        </p:sp>
        <p:graphicFrame>
          <p:nvGraphicFramePr>
            <p:cNvPr id="104482" name="Object 34"/>
            <p:cNvGraphicFramePr>
              <a:graphicFrameLocks noChangeAspect="1"/>
            </p:cNvGraphicFramePr>
            <p:nvPr/>
          </p:nvGraphicFramePr>
          <p:xfrm>
            <a:off x="3332" y="2108"/>
            <a:ext cx="230" cy="293"/>
          </p:xfrm>
          <a:graphic>
            <a:graphicData uri="http://schemas.openxmlformats.org/presentationml/2006/ole">
              <mc:AlternateContent xmlns:mc="http://schemas.openxmlformats.org/markup-compatibility/2006">
                <mc:Choice xmlns:v="urn:schemas-microsoft-com:vml" Requires="v">
                  <p:oleObj spid="_x0000_s104587" name="Equation" r:id="rId15" imgW="139579" imgH="164957" progId="Equation.3">
                    <p:embed/>
                  </p:oleObj>
                </mc:Choice>
                <mc:Fallback>
                  <p:oleObj name="Equation" r:id="rId15" imgW="139579" imgH="164957" progId="Equation.3">
                    <p:embed/>
                    <p:pic>
                      <p:nvPicPr>
                        <p:cNvPr id="0" name="Picture 5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32" y="2108"/>
                          <a:ext cx="230" cy="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83" name="Line 35"/>
            <p:cNvSpPr>
              <a:spLocks noChangeShapeType="1"/>
            </p:cNvSpPr>
            <p:nvPr/>
          </p:nvSpPr>
          <p:spPr bwMode="auto">
            <a:xfrm flipV="1">
              <a:off x="3402" y="2577"/>
              <a:ext cx="1265" cy="436"/>
            </a:xfrm>
            <a:prstGeom prst="line">
              <a:avLst/>
            </a:prstGeom>
            <a:noFill/>
            <a:ln w="19050">
              <a:solidFill>
                <a:srgbClr val="FF6600"/>
              </a:solidFill>
              <a:round/>
              <a:headEnd/>
              <a:tailEnd/>
            </a:ln>
            <a:effectLst/>
          </p:spPr>
          <p:txBody>
            <a:bodyPr wrap="none" anchor="ctr"/>
            <a:lstStyle/>
            <a:p>
              <a:endParaRPr lang="zh-CN" altLang="en-US"/>
            </a:p>
          </p:txBody>
        </p:sp>
        <p:graphicFrame>
          <p:nvGraphicFramePr>
            <p:cNvPr id="104484" name="Object 36"/>
            <p:cNvGraphicFramePr>
              <a:graphicFrameLocks noChangeAspect="1"/>
            </p:cNvGraphicFramePr>
            <p:nvPr/>
          </p:nvGraphicFramePr>
          <p:xfrm>
            <a:off x="4736" y="3039"/>
            <a:ext cx="177" cy="203"/>
          </p:xfrm>
          <a:graphic>
            <a:graphicData uri="http://schemas.openxmlformats.org/presentationml/2006/ole">
              <mc:AlternateContent xmlns:mc="http://schemas.openxmlformats.org/markup-compatibility/2006">
                <mc:Choice xmlns:v="urn:schemas-microsoft-com:vml" Requires="v">
                  <p:oleObj spid="_x0000_s104588" name="Equation" r:id="rId17" imgW="164957" imgH="190335" progId="Equation.3">
                    <p:embed/>
                  </p:oleObj>
                </mc:Choice>
                <mc:Fallback>
                  <p:oleObj name="Equation" r:id="rId17" imgW="164957" imgH="190335" progId="Equation.3">
                    <p:embed/>
                    <p:pic>
                      <p:nvPicPr>
                        <p:cNvPr id="0" name="Picture 5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36" y="3039"/>
                          <a:ext cx="177" cy="2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4485" name="Object 37"/>
            <p:cNvGraphicFramePr>
              <a:graphicFrameLocks noChangeAspect="1"/>
            </p:cNvGraphicFramePr>
            <p:nvPr/>
          </p:nvGraphicFramePr>
          <p:xfrm>
            <a:off x="2720" y="2864"/>
            <a:ext cx="165" cy="325"/>
          </p:xfrm>
          <a:graphic>
            <a:graphicData uri="http://schemas.openxmlformats.org/presentationml/2006/ole">
              <mc:AlternateContent xmlns:mc="http://schemas.openxmlformats.org/markup-compatibility/2006">
                <mc:Choice xmlns:v="urn:schemas-microsoft-com:vml" Requires="v">
                  <p:oleObj spid="_x0000_s104589" name="Equation" r:id="rId19" imgW="164957" imgH="253780" progId="Equation.3">
                    <p:embed/>
                  </p:oleObj>
                </mc:Choice>
                <mc:Fallback>
                  <p:oleObj name="Equation" r:id="rId19" imgW="164957" imgH="253780" progId="Equation.3">
                    <p:embed/>
                    <p:pic>
                      <p:nvPicPr>
                        <p:cNvPr id="0" name="Picture 5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20" y="2864"/>
                          <a:ext cx="165" cy="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86" name="Line 38"/>
            <p:cNvSpPr>
              <a:spLocks noChangeShapeType="1"/>
            </p:cNvSpPr>
            <p:nvPr/>
          </p:nvSpPr>
          <p:spPr bwMode="auto">
            <a:xfrm>
              <a:off x="3450" y="2811"/>
              <a:ext cx="1217" cy="174"/>
            </a:xfrm>
            <a:prstGeom prst="line">
              <a:avLst/>
            </a:prstGeom>
            <a:noFill/>
            <a:ln w="19050">
              <a:solidFill>
                <a:srgbClr val="0000FF"/>
              </a:solidFill>
              <a:round/>
              <a:headEnd/>
              <a:tailEnd/>
            </a:ln>
            <a:effectLst/>
          </p:spPr>
          <p:txBody>
            <a:bodyPr wrap="none"/>
            <a:lstStyle/>
            <a:p>
              <a:endParaRPr lang="zh-CN" altLang="en-US"/>
            </a:p>
          </p:txBody>
        </p:sp>
        <p:sp>
          <p:nvSpPr>
            <p:cNvPr id="104487" name="Line 39"/>
            <p:cNvSpPr>
              <a:spLocks noChangeShapeType="1"/>
            </p:cNvSpPr>
            <p:nvPr/>
          </p:nvSpPr>
          <p:spPr bwMode="auto">
            <a:xfrm flipV="1">
              <a:off x="3450" y="2985"/>
              <a:ext cx="1217" cy="176"/>
            </a:xfrm>
            <a:prstGeom prst="line">
              <a:avLst/>
            </a:prstGeom>
            <a:noFill/>
            <a:ln w="19050">
              <a:solidFill>
                <a:srgbClr val="0000FF"/>
              </a:solidFill>
              <a:round/>
              <a:headEnd/>
              <a:tailEnd/>
            </a:ln>
            <a:effectLst/>
          </p:spPr>
          <p:txBody>
            <a:bodyPr wrap="none"/>
            <a:lstStyle/>
            <a:p>
              <a:endParaRPr lang="zh-CN" altLang="en-US"/>
            </a:p>
          </p:txBody>
        </p:sp>
        <p:sp>
          <p:nvSpPr>
            <p:cNvPr id="104488" name="Oval 40"/>
            <p:cNvSpPr>
              <a:spLocks noChangeArrowheads="1"/>
            </p:cNvSpPr>
            <p:nvPr/>
          </p:nvSpPr>
          <p:spPr bwMode="auto">
            <a:xfrm>
              <a:off x="3390" y="2401"/>
              <a:ext cx="147" cy="1168"/>
            </a:xfrm>
            <a:prstGeom prst="ellipse">
              <a:avLst/>
            </a:prstGeom>
            <a:solidFill>
              <a:srgbClr val="00FFCC">
                <a:alpha val="50000"/>
              </a:srgbClr>
            </a:solidFill>
            <a:ln w="19050">
              <a:solidFill>
                <a:srgbClr val="006666"/>
              </a:solidFill>
              <a:round/>
              <a:headEnd/>
              <a:tailEnd/>
            </a:ln>
            <a:effectLst/>
          </p:spPr>
          <p:txBody>
            <a:bodyPr wrap="none" anchor="ctr"/>
            <a:lstStyle/>
            <a:p>
              <a:endParaRPr lang="zh-CN" altLang="en-US"/>
            </a:p>
          </p:txBody>
        </p:sp>
        <p:sp>
          <p:nvSpPr>
            <p:cNvPr id="104489" name="Line 41"/>
            <p:cNvSpPr>
              <a:spLocks noChangeShapeType="1"/>
            </p:cNvSpPr>
            <p:nvPr/>
          </p:nvSpPr>
          <p:spPr bwMode="auto">
            <a:xfrm flipV="1">
              <a:off x="3439" y="3569"/>
              <a:ext cx="1266" cy="0"/>
            </a:xfrm>
            <a:prstGeom prst="line">
              <a:avLst/>
            </a:prstGeom>
            <a:noFill/>
            <a:ln w="12700">
              <a:solidFill>
                <a:schemeClr val="tx1"/>
              </a:solidFill>
              <a:round/>
              <a:headEnd type="triangle" w="sm" len="lg"/>
              <a:tailEnd type="triangle" w="sm" len="lg"/>
            </a:ln>
            <a:effectLst/>
          </p:spPr>
          <p:txBody>
            <a:bodyPr wrap="none" anchor="ctr"/>
            <a:lstStyle/>
            <a:p>
              <a:endParaRPr lang="zh-CN" altLang="en-US"/>
            </a:p>
          </p:txBody>
        </p:sp>
        <p:graphicFrame>
          <p:nvGraphicFramePr>
            <p:cNvPr id="104490" name="Object 42"/>
            <p:cNvGraphicFramePr>
              <a:graphicFrameLocks noChangeAspect="1"/>
            </p:cNvGraphicFramePr>
            <p:nvPr/>
          </p:nvGraphicFramePr>
          <p:xfrm>
            <a:off x="3957" y="3265"/>
            <a:ext cx="308" cy="332"/>
          </p:xfrm>
          <a:graphic>
            <a:graphicData uri="http://schemas.openxmlformats.org/presentationml/2006/ole">
              <mc:AlternateContent xmlns:mc="http://schemas.openxmlformats.org/markup-compatibility/2006">
                <mc:Choice xmlns:v="urn:schemas-microsoft-com:vml" Requires="v">
                  <p:oleObj spid="_x0000_s104590" name="公式" r:id="rId21" imgW="215713" imgH="304536" progId="Equation.3">
                    <p:embed/>
                  </p:oleObj>
                </mc:Choice>
                <mc:Fallback>
                  <p:oleObj name="公式" r:id="rId21" imgW="215713" imgH="304536" progId="Equation.3">
                    <p:embed/>
                    <p:pic>
                      <p:nvPicPr>
                        <p:cNvPr id="0" name="Picture 5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57" y="3265"/>
                          <a:ext cx="308" cy="3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92" name="Line 44"/>
            <p:cNvSpPr>
              <a:spLocks noChangeShapeType="1"/>
            </p:cNvSpPr>
            <p:nvPr/>
          </p:nvSpPr>
          <p:spPr bwMode="auto">
            <a:xfrm>
              <a:off x="4683" y="2577"/>
              <a:ext cx="273" cy="0"/>
            </a:xfrm>
            <a:prstGeom prst="line">
              <a:avLst/>
            </a:prstGeom>
            <a:noFill/>
            <a:ln w="9525">
              <a:solidFill>
                <a:schemeClr val="tx1"/>
              </a:solidFill>
              <a:prstDash val="dash"/>
              <a:round/>
              <a:headEnd/>
              <a:tailEnd/>
            </a:ln>
            <a:effectLst/>
          </p:spPr>
          <p:txBody>
            <a:bodyPr wrap="none"/>
            <a:lstStyle/>
            <a:p>
              <a:endParaRPr lang="zh-CN" altLang="en-US"/>
            </a:p>
          </p:txBody>
        </p:sp>
        <p:graphicFrame>
          <p:nvGraphicFramePr>
            <p:cNvPr id="104493" name="Object 45"/>
            <p:cNvGraphicFramePr>
              <a:graphicFrameLocks noChangeAspect="1"/>
            </p:cNvGraphicFramePr>
            <p:nvPr/>
          </p:nvGraphicFramePr>
          <p:xfrm>
            <a:off x="4757" y="2612"/>
            <a:ext cx="225" cy="349"/>
          </p:xfrm>
          <a:graphic>
            <a:graphicData uri="http://schemas.openxmlformats.org/presentationml/2006/ole">
              <mc:AlternateContent xmlns:mc="http://schemas.openxmlformats.org/markup-compatibility/2006">
                <mc:Choice xmlns:v="urn:schemas-microsoft-com:vml" Requires="v">
                  <p:oleObj spid="_x0000_s104591" name="公式" r:id="rId23" imgW="177569" imgH="215619" progId="Equation.3">
                    <p:embed/>
                  </p:oleObj>
                </mc:Choice>
                <mc:Fallback>
                  <p:oleObj name="公式" r:id="rId23" imgW="177569" imgH="215619" progId="Equation.3">
                    <p:embed/>
                    <p:pic>
                      <p:nvPicPr>
                        <p:cNvPr id="0" name="Picture 5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57" y="2612"/>
                          <a:ext cx="225"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494" name="Line 46"/>
            <p:cNvSpPr>
              <a:spLocks noChangeShapeType="1"/>
            </p:cNvSpPr>
            <p:nvPr/>
          </p:nvSpPr>
          <p:spPr bwMode="auto">
            <a:xfrm>
              <a:off x="4772" y="2577"/>
              <a:ext cx="0" cy="408"/>
            </a:xfrm>
            <a:prstGeom prst="line">
              <a:avLst/>
            </a:prstGeom>
            <a:noFill/>
            <a:ln w="19050">
              <a:solidFill>
                <a:srgbClr val="FF0000"/>
              </a:solidFill>
              <a:round/>
              <a:headEnd type="triangle" w="sm" len="lg"/>
              <a:tailEnd type="triangle" w="sm" len="lg"/>
            </a:ln>
            <a:effectLst/>
          </p:spPr>
          <p:txBody>
            <a:bodyPr wrap="none"/>
            <a:lstStyle/>
            <a:p>
              <a:endParaRPr lang="zh-CN" altLang="en-US"/>
            </a:p>
          </p:txBody>
        </p:sp>
        <p:sp>
          <p:nvSpPr>
            <p:cNvPr id="104495" name="AutoShape 47"/>
            <p:cNvSpPr>
              <a:spLocks noChangeArrowheads="1"/>
            </p:cNvSpPr>
            <p:nvPr/>
          </p:nvSpPr>
          <p:spPr bwMode="auto">
            <a:xfrm>
              <a:off x="3079" y="1989"/>
              <a:ext cx="221" cy="292"/>
            </a:xfrm>
            <a:prstGeom prst="wedgeRoundRectCallout">
              <a:avLst>
                <a:gd name="adj1" fmla="val -36880"/>
                <a:gd name="adj2" fmla="val 214042"/>
                <a:gd name="adj3" fmla="val 16667"/>
              </a:avLst>
            </a:prstGeom>
            <a:noFill/>
            <a:ln w="9525">
              <a:solidFill>
                <a:schemeClr val="tx2"/>
              </a:solidFill>
              <a:miter lim="800000"/>
              <a:headEnd/>
              <a:tailEnd type="none" w="sm" len="lg"/>
            </a:ln>
            <a:effectLst/>
          </p:spPr>
          <p:txBody>
            <a:bodyPr/>
            <a:lstStyle/>
            <a:p>
              <a:pPr algn="ctr" eaLnBrk="1" hangingPunct="1">
                <a:spcBef>
                  <a:spcPct val="50000"/>
                </a:spcBef>
              </a:pPr>
              <a:endParaRPr lang="zh-CN" altLang="en-US"/>
            </a:p>
          </p:txBody>
        </p:sp>
        <p:graphicFrame>
          <p:nvGraphicFramePr>
            <p:cNvPr id="104496" name="Object 48"/>
            <p:cNvGraphicFramePr>
              <a:graphicFrameLocks noChangeAspect="1"/>
            </p:cNvGraphicFramePr>
            <p:nvPr/>
          </p:nvGraphicFramePr>
          <p:xfrm>
            <a:off x="3111" y="2033"/>
            <a:ext cx="170" cy="241"/>
          </p:xfrm>
          <a:graphic>
            <a:graphicData uri="http://schemas.openxmlformats.org/presentationml/2006/ole">
              <mc:AlternateContent xmlns:mc="http://schemas.openxmlformats.org/markup-compatibility/2006">
                <mc:Choice xmlns:v="urn:schemas-microsoft-com:vml" Requires="v">
                  <p:oleObj spid="_x0000_s104592" name="Equation" r:id="rId25" imgW="177646" imgH="241091" progId="Equation.3">
                    <p:embed/>
                  </p:oleObj>
                </mc:Choice>
                <mc:Fallback>
                  <p:oleObj name="Equation" r:id="rId25" imgW="177646" imgH="241091" progId="Equation.3">
                    <p:embed/>
                    <p:pic>
                      <p:nvPicPr>
                        <p:cNvPr id="0" name="Picture 6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111" y="2033"/>
                          <a:ext cx="170"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4502" name="Rectangle 54"/>
            <p:cNvSpPr>
              <a:spLocks noChangeArrowheads="1"/>
            </p:cNvSpPr>
            <p:nvPr/>
          </p:nvSpPr>
          <p:spPr bwMode="auto">
            <a:xfrm rot="16200000">
              <a:off x="4242" y="2732"/>
              <a:ext cx="1914" cy="346"/>
            </a:xfrm>
            <a:prstGeom prst="rect">
              <a:avLst/>
            </a:prstGeom>
            <a:solidFill>
              <a:srgbClr val="333333"/>
            </a:solidFill>
            <a:ln w="9525">
              <a:solidFill>
                <a:schemeClr val="tx1"/>
              </a:solidFill>
              <a:miter lim="800000"/>
              <a:headEnd/>
              <a:tailEnd/>
            </a:ln>
            <a:effectLst/>
          </p:spPr>
          <p:txBody>
            <a:bodyPr wrap="none" anchor="ctr"/>
            <a:lstStyle/>
            <a:p>
              <a:endParaRPr lang="zh-CN" altLang="en-US"/>
            </a:p>
          </p:txBody>
        </p:sp>
        <p:sp>
          <p:nvSpPr>
            <p:cNvPr id="104503" name="Rectangle 55"/>
            <p:cNvSpPr>
              <a:spLocks noChangeArrowheads="1"/>
            </p:cNvSpPr>
            <p:nvPr/>
          </p:nvSpPr>
          <p:spPr bwMode="auto">
            <a:xfrm rot="16200000">
              <a:off x="4873" y="2797"/>
              <a:ext cx="644" cy="346"/>
            </a:xfrm>
            <a:prstGeom prst="rect">
              <a:avLst/>
            </a:prstGeom>
            <a:gradFill rotWithShape="0">
              <a:gsLst>
                <a:gs pos="0">
                  <a:schemeClr val="tx1"/>
                </a:gs>
                <a:gs pos="50000">
                  <a:srgbClr val="FFFF15"/>
                </a:gs>
                <a:gs pos="100000">
                  <a:schemeClr val="tx1"/>
                </a:gs>
              </a:gsLst>
              <a:lin ang="5400000" scaled="1"/>
            </a:gradFill>
            <a:ln w="9525">
              <a:noFill/>
              <a:miter lim="800000"/>
              <a:headEnd/>
              <a:tailEnd/>
            </a:ln>
            <a:effectLst/>
          </p:spPr>
          <p:txBody>
            <a:bodyPr wrap="none" anchor="ctr"/>
            <a:lstStyle/>
            <a:p>
              <a:endParaRPr lang="zh-CN" altLang="en-US"/>
            </a:p>
          </p:txBody>
        </p:sp>
        <p:sp>
          <p:nvSpPr>
            <p:cNvPr id="104505" name="Rectangle 57"/>
            <p:cNvSpPr>
              <a:spLocks noChangeArrowheads="1"/>
            </p:cNvSpPr>
            <p:nvPr/>
          </p:nvSpPr>
          <p:spPr bwMode="auto">
            <a:xfrm rot="16200000">
              <a:off x="5077" y="2253"/>
              <a:ext cx="237" cy="346"/>
            </a:xfrm>
            <a:prstGeom prst="rect">
              <a:avLst/>
            </a:prstGeom>
            <a:gradFill rotWithShape="1">
              <a:gsLst>
                <a:gs pos="0">
                  <a:schemeClr val="tx1"/>
                </a:gs>
                <a:gs pos="50000">
                  <a:srgbClr val="FFFF15">
                    <a:alpha val="83000"/>
                  </a:srgbClr>
                </a:gs>
                <a:gs pos="100000">
                  <a:schemeClr val="tx1"/>
                </a:gs>
              </a:gsLst>
              <a:lin ang="0" scaled="1"/>
            </a:gradFill>
            <a:ln w="9525">
              <a:noFill/>
              <a:miter lim="800000"/>
              <a:headEnd/>
              <a:tailEnd/>
            </a:ln>
            <a:effectLst/>
          </p:spPr>
          <p:txBody>
            <a:bodyPr wrap="none" anchor="ctr"/>
            <a:lstStyle/>
            <a:p>
              <a:endParaRPr lang="zh-CN" altLang="en-US"/>
            </a:p>
          </p:txBody>
        </p:sp>
        <p:sp>
          <p:nvSpPr>
            <p:cNvPr id="104507" name="Rectangle 59"/>
            <p:cNvSpPr>
              <a:spLocks noChangeArrowheads="1"/>
            </p:cNvSpPr>
            <p:nvPr/>
          </p:nvSpPr>
          <p:spPr bwMode="auto">
            <a:xfrm rot="16200000">
              <a:off x="5076" y="3340"/>
              <a:ext cx="237" cy="346"/>
            </a:xfrm>
            <a:prstGeom prst="rect">
              <a:avLst/>
            </a:prstGeom>
            <a:gradFill rotWithShape="1">
              <a:gsLst>
                <a:gs pos="0">
                  <a:schemeClr val="tx1"/>
                </a:gs>
                <a:gs pos="50000">
                  <a:srgbClr val="FFFF15">
                    <a:alpha val="83000"/>
                  </a:srgbClr>
                </a:gs>
                <a:gs pos="100000">
                  <a:schemeClr val="tx1"/>
                </a:gs>
              </a:gsLst>
              <a:lin ang="0" scaled="1"/>
            </a:gradFill>
            <a:ln w="9525">
              <a:noFill/>
              <a:miter lim="800000"/>
              <a:headEnd/>
              <a:tailEnd/>
            </a:ln>
            <a:effectLst/>
          </p:spPr>
          <p:txBody>
            <a:bodyPr wrap="none" anchor="ctr"/>
            <a:lstStyle/>
            <a:p>
              <a:endParaRPr lang="zh-CN" altLang="en-US"/>
            </a:p>
          </p:txBody>
        </p:sp>
        <p:sp>
          <p:nvSpPr>
            <p:cNvPr id="104518" name="Rectangle 70"/>
            <p:cNvSpPr>
              <a:spLocks noChangeArrowheads="1"/>
            </p:cNvSpPr>
            <p:nvPr/>
          </p:nvSpPr>
          <p:spPr bwMode="auto">
            <a:xfrm>
              <a:off x="2947" y="3176"/>
              <a:ext cx="39" cy="395"/>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4520"/>
                                        </p:tgtEl>
                                        <p:attrNameLst>
                                          <p:attrName>style.visibility</p:attrName>
                                        </p:attrNameLst>
                                      </p:cBhvr>
                                      <p:to>
                                        <p:strVal val="visible"/>
                                      </p:to>
                                    </p:set>
                                    <p:animEffect transition="in" filter="wipe(left)">
                                      <p:cBhvr>
                                        <p:cTn id="7" dur="500"/>
                                        <p:tgtEl>
                                          <p:spTgt spid="1045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4461"/>
                                        </p:tgtEl>
                                        <p:attrNameLst>
                                          <p:attrName>style.visibility</p:attrName>
                                        </p:attrNameLst>
                                      </p:cBhvr>
                                      <p:to>
                                        <p:strVal val="visible"/>
                                      </p:to>
                                    </p:set>
                                    <p:animEffect transition="in" filter="blinds(horizontal)">
                                      <p:cBhvr>
                                        <p:cTn id="12" dur="500"/>
                                        <p:tgtEl>
                                          <p:spTgt spid="10446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5" fill="hold" nodeType="clickEffect">
                                  <p:stCondLst>
                                    <p:cond delay="0"/>
                                  </p:stCondLst>
                                  <p:childTnLst>
                                    <p:set>
                                      <p:cBhvr>
                                        <p:cTn id="16" dur="1" fill="hold">
                                          <p:stCondLst>
                                            <p:cond delay="0"/>
                                          </p:stCondLst>
                                        </p:cTn>
                                        <p:tgtEl>
                                          <p:spTgt spid="104462"/>
                                        </p:tgtEl>
                                        <p:attrNameLst>
                                          <p:attrName>style.visibility</p:attrName>
                                        </p:attrNameLst>
                                      </p:cBhvr>
                                      <p:to>
                                        <p:strVal val="visible"/>
                                      </p:to>
                                    </p:set>
                                    <p:animEffect transition="in" filter="blinds(vertical)">
                                      <p:cBhvr>
                                        <p:cTn id="17" dur="500"/>
                                        <p:tgtEl>
                                          <p:spTgt spid="10446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5" fill="hold" nodeType="clickEffect">
                                  <p:stCondLst>
                                    <p:cond delay="0"/>
                                  </p:stCondLst>
                                  <p:childTnLst>
                                    <p:set>
                                      <p:cBhvr>
                                        <p:cTn id="21" dur="1" fill="hold">
                                          <p:stCondLst>
                                            <p:cond delay="0"/>
                                          </p:stCondLst>
                                        </p:cTn>
                                        <p:tgtEl>
                                          <p:spTgt spid="104460"/>
                                        </p:tgtEl>
                                        <p:attrNameLst>
                                          <p:attrName>style.visibility</p:attrName>
                                        </p:attrNameLst>
                                      </p:cBhvr>
                                      <p:to>
                                        <p:strVal val="visible"/>
                                      </p:to>
                                    </p:set>
                                    <p:animEffect transition="in" filter="blinds(vertical)">
                                      <p:cBhvr>
                                        <p:cTn id="22" dur="500"/>
                                        <p:tgtEl>
                                          <p:spTgt spid="1044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1"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灯片编号占位符 3"/>
          <p:cNvSpPr>
            <a:spLocks noGrp="1"/>
          </p:cNvSpPr>
          <p:nvPr>
            <p:ph type="sldNum" sz="quarter" idx="12"/>
          </p:nvPr>
        </p:nvSpPr>
        <p:spPr/>
        <p:txBody>
          <a:bodyPr/>
          <a:lstStyle/>
          <a:p>
            <a:fld id="{820D5D61-960B-40AC-8A6F-64EA83C07E76}" type="slidenum">
              <a:rPr lang="zh-CN" altLang="en-US"/>
              <a:pPr/>
              <a:t>11</a:t>
            </a:fld>
            <a:endParaRPr lang="en-US" altLang="zh-CN"/>
          </a:p>
        </p:txBody>
      </p:sp>
      <p:grpSp>
        <p:nvGrpSpPr>
          <p:cNvPr id="106530" name="Group 34"/>
          <p:cNvGrpSpPr>
            <a:grpSpLocks/>
          </p:cNvGrpSpPr>
          <p:nvPr/>
        </p:nvGrpSpPr>
        <p:grpSpPr bwMode="auto">
          <a:xfrm>
            <a:off x="647700" y="1843088"/>
            <a:ext cx="2860675" cy="519112"/>
            <a:chOff x="442" y="1364"/>
            <a:chExt cx="1802" cy="327"/>
          </a:xfrm>
        </p:grpSpPr>
        <p:sp>
          <p:nvSpPr>
            <p:cNvPr id="106511" name="Text Box 15"/>
            <p:cNvSpPr txBox="1">
              <a:spLocks noChangeArrowheads="1"/>
            </p:cNvSpPr>
            <p:nvPr/>
          </p:nvSpPr>
          <p:spPr bwMode="auto">
            <a:xfrm>
              <a:off x="442" y="1364"/>
              <a:ext cx="1802" cy="327"/>
            </a:xfrm>
            <a:prstGeom prst="rect">
              <a:avLst/>
            </a:prstGeom>
            <a:noFill/>
            <a:ln w="9525">
              <a:noFill/>
              <a:miter lim="800000"/>
              <a:headEnd/>
              <a:tailEnd/>
            </a:ln>
            <a:effectLst/>
          </p:spPr>
          <p:txBody>
            <a:bodyPr>
              <a:spAutoFit/>
            </a:bodyPr>
            <a:lstStyle/>
            <a:p>
              <a:pPr eaLnBrk="1" hangingPunct="1">
                <a:spcBef>
                  <a:spcPct val="50000"/>
                </a:spcBef>
                <a:buFontTx/>
                <a:buBlip>
                  <a:blip r:embed="rId3"/>
                </a:buBlip>
              </a:pPr>
              <a:r>
                <a:rPr lang="zh-CN" altLang="en-US"/>
                <a:t> 当     一定时</a:t>
              </a:r>
            </a:p>
          </p:txBody>
        </p:sp>
        <p:graphicFrame>
          <p:nvGraphicFramePr>
            <p:cNvPr id="106512" name="Object 16"/>
            <p:cNvGraphicFramePr>
              <a:graphicFrameLocks noChangeAspect="1"/>
            </p:cNvGraphicFramePr>
            <p:nvPr/>
          </p:nvGraphicFramePr>
          <p:xfrm>
            <a:off x="928" y="1368"/>
            <a:ext cx="243" cy="305"/>
          </p:xfrm>
          <a:graphic>
            <a:graphicData uri="http://schemas.openxmlformats.org/presentationml/2006/ole">
              <mc:AlternateContent xmlns:mc="http://schemas.openxmlformats.org/markup-compatibility/2006">
                <mc:Choice xmlns:v="urn:schemas-microsoft-com:vml" Requires="v">
                  <p:oleObj spid="_x0000_s106629" name="公式" r:id="rId4" imgW="190417" imgH="241195" progId="Equation.3">
                    <p:embed/>
                  </p:oleObj>
                </mc:Choice>
                <mc:Fallback>
                  <p:oleObj name="公式" r:id="rId4" imgW="190417" imgH="241195" progId="Equation.3">
                    <p:embed/>
                    <p:pic>
                      <p:nvPicPr>
                        <p:cNvPr id="0" name="Picture 5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 y="1368"/>
                          <a:ext cx="243"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6592" name="Group 96"/>
          <p:cNvGrpSpPr>
            <a:grpSpLocks/>
          </p:cNvGrpSpPr>
          <p:nvPr/>
        </p:nvGrpSpPr>
        <p:grpSpPr bwMode="auto">
          <a:xfrm>
            <a:off x="727075" y="2522538"/>
            <a:ext cx="7786688" cy="1722437"/>
            <a:chOff x="458" y="1589"/>
            <a:chExt cx="4905" cy="1085"/>
          </a:xfrm>
        </p:grpSpPr>
        <p:grpSp>
          <p:nvGrpSpPr>
            <p:cNvPr id="106531" name="Group 35"/>
            <p:cNvGrpSpPr>
              <a:grpSpLocks/>
            </p:cNvGrpSpPr>
            <p:nvPr/>
          </p:nvGrpSpPr>
          <p:grpSpPr bwMode="auto">
            <a:xfrm>
              <a:off x="489" y="1589"/>
              <a:ext cx="4874" cy="662"/>
              <a:chOff x="615" y="1643"/>
              <a:chExt cx="4874" cy="662"/>
            </a:xfrm>
          </p:grpSpPr>
          <p:sp>
            <p:nvSpPr>
              <p:cNvPr id="106504" name="Text Box 8"/>
              <p:cNvSpPr txBox="1">
                <a:spLocks noChangeArrowheads="1"/>
              </p:cNvSpPr>
              <p:nvPr/>
            </p:nvSpPr>
            <p:spPr bwMode="auto">
              <a:xfrm>
                <a:off x="4049" y="1787"/>
                <a:ext cx="1440" cy="333"/>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p:spPr>
            <p:txBody>
              <a:bodyPr>
                <a:spAutoFit/>
              </a:bodyPr>
              <a:lstStyle/>
              <a:p>
                <a:pPr algn="ctr" eaLnBrk="1" hangingPunct="1">
                  <a:spcBef>
                    <a:spcPct val="50000"/>
                  </a:spcBef>
                </a:pPr>
                <a:r>
                  <a:rPr lang="zh-CN" altLang="en-US"/>
                  <a:t>光直线传播</a:t>
                </a:r>
              </a:p>
            </p:txBody>
          </p:sp>
          <p:grpSp>
            <p:nvGrpSpPr>
              <p:cNvPr id="106527" name="Group 31"/>
              <p:cNvGrpSpPr>
                <a:grpSpLocks/>
              </p:cNvGrpSpPr>
              <p:nvPr/>
            </p:nvGrpSpPr>
            <p:grpSpPr bwMode="auto">
              <a:xfrm>
                <a:off x="615" y="1643"/>
                <a:ext cx="3242" cy="662"/>
                <a:chOff x="526" y="1203"/>
                <a:chExt cx="3242" cy="662"/>
              </a:xfrm>
            </p:grpSpPr>
            <p:graphicFrame>
              <p:nvGraphicFramePr>
                <p:cNvPr id="106505" name="Object 9"/>
                <p:cNvGraphicFramePr>
                  <a:graphicFrameLocks noChangeAspect="1"/>
                </p:cNvGraphicFramePr>
                <p:nvPr/>
              </p:nvGraphicFramePr>
              <p:xfrm>
                <a:off x="2364" y="1203"/>
                <a:ext cx="1404" cy="662"/>
              </p:xfrm>
              <a:graphic>
                <a:graphicData uri="http://schemas.openxmlformats.org/presentationml/2006/ole">
                  <mc:AlternateContent xmlns:mc="http://schemas.openxmlformats.org/markup-compatibility/2006">
                    <mc:Choice xmlns:v="urn:schemas-microsoft-com:vml" Requires="v">
                      <p:oleObj spid="_x0000_s106630" name="Equation" r:id="rId6" imgW="926698" imgH="393529" progId="Equation.3">
                        <p:embed/>
                      </p:oleObj>
                    </mc:Choice>
                    <mc:Fallback>
                      <p:oleObj name="Equation" r:id="rId6" imgW="926698" imgH="393529" progId="Equation.3">
                        <p:embed/>
                        <p:pic>
                          <p:nvPicPr>
                            <p:cNvPr id="0" name="Picture 5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64" y="1203"/>
                              <a:ext cx="1404" cy="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6525" name="Group 29"/>
                <p:cNvGrpSpPr>
                  <a:grpSpLocks/>
                </p:cNvGrpSpPr>
                <p:nvPr/>
              </p:nvGrpSpPr>
              <p:grpSpPr bwMode="auto">
                <a:xfrm>
                  <a:off x="526" y="1374"/>
                  <a:ext cx="2292" cy="390"/>
                  <a:chOff x="616" y="1365"/>
                  <a:chExt cx="2292" cy="390"/>
                </a:xfrm>
              </p:grpSpPr>
              <p:sp>
                <p:nvSpPr>
                  <p:cNvPr id="106507" name="Text Box 11"/>
                  <p:cNvSpPr txBox="1">
                    <a:spLocks noChangeArrowheads="1"/>
                  </p:cNvSpPr>
                  <p:nvPr/>
                </p:nvSpPr>
                <p:spPr bwMode="auto">
                  <a:xfrm>
                    <a:off x="616" y="1365"/>
                    <a:ext cx="2292" cy="327"/>
                  </a:xfrm>
                  <a:prstGeom prst="rect">
                    <a:avLst/>
                  </a:prstGeom>
                  <a:noFill/>
                  <a:ln w="9525">
                    <a:noFill/>
                    <a:miter lim="800000"/>
                    <a:headEnd/>
                    <a:tailEnd/>
                  </a:ln>
                  <a:effectLst/>
                </p:spPr>
                <p:txBody>
                  <a:bodyPr>
                    <a:spAutoFit/>
                  </a:bodyPr>
                  <a:lstStyle/>
                  <a:p>
                    <a:pPr eaLnBrk="1" hangingPunct="1">
                      <a:spcBef>
                        <a:spcPct val="50000"/>
                      </a:spcBef>
                    </a:pPr>
                    <a:r>
                      <a:rPr lang="zh-CN" altLang="en-US"/>
                      <a:t>     增</a:t>
                    </a:r>
                    <a:r>
                      <a:rPr lang="zh-CN" altLang="en-US">
                        <a:solidFill>
                          <a:srgbClr val="CC0000"/>
                        </a:solidFill>
                      </a:rPr>
                      <a:t>大</a:t>
                    </a:r>
                    <a:r>
                      <a:rPr lang="zh-CN" altLang="en-US"/>
                      <a:t>，    减</a:t>
                    </a:r>
                    <a:r>
                      <a:rPr lang="zh-CN" altLang="en-US">
                        <a:solidFill>
                          <a:srgbClr val="0000FF"/>
                        </a:solidFill>
                      </a:rPr>
                      <a:t>小</a:t>
                    </a:r>
                  </a:p>
                </p:txBody>
              </p:sp>
              <p:graphicFrame>
                <p:nvGraphicFramePr>
                  <p:cNvPr id="106508" name="Object 12"/>
                  <p:cNvGraphicFramePr>
                    <a:graphicFrameLocks noChangeAspect="1"/>
                  </p:cNvGraphicFramePr>
                  <p:nvPr/>
                </p:nvGraphicFramePr>
                <p:xfrm>
                  <a:off x="1600" y="1368"/>
                  <a:ext cx="263" cy="387"/>
                </p:xfrm>
                <a:graphic>
                  <a:graphicData uri="http://schemas.openxmlformats.org/presentationml/2006/ole">
                    <mc:AlternateContent xmlns:mc="http://schemas.openxmlformats.org/markup-compatibility/2006">
                      <mc:Choice xmlns:v="urn:schemas-microsoft-com:vml" Requires="v">
                        <p:oleObj spid="_x0000_s106631" name="公式" r:id="rId8" imgW="215619" imgH="317087" progId="Equation.3">
                          <p:embed/>
                        </p:oleObj>
                      </mc:Choice>
                      <mc:Fallback>
                        <p:oleObj name="公式" r:id="rId8" imgW="215619" imgH="317087" progId="Equation.3">
                          <p:embed/>
                          <p:pic>
                            <p:nvPicPr>
                              <p:cNvPr id="0" name="Picture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00" y="1368"/>
                                <a:ext cx="263" cy="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509" name="Object 13"/>
                  <p:cNvGraphicFramePr>
                    <a:graphicFrameLocks noChangeAspect="1"/>
                  </p:cNvGraphicFramePr>
                  <p:nvPr/>
                </p:nvGraphicFramePr>
                <p:xfrm>
                  <a:off x="741" y="1365"/>
                  <a:ext cx="207" cy="318"/>
                </p:xfrm>
                <a:graphic>
                  <a:graphicData uri="http://schemas.openxmlformats.org/presentationml/2006/ole">
                    <mc:AlternateContent xmlns:mc="http://schemas.openxmlformats.org/markup-compatibility/2006">
                      <mc:Choice xmlns:v="urn:schemas-microsoft-com:vml" Requires="v">
                        <p:oleObj spid="_x0000_s106632" name="公式" r:id="rId10" imgW="164957" imgH="253780" progId="Equation.3">
                          <p:embed/>
                        </p:oleObj>
                      </mc:Choice>
                      <mc:Fallback>
                        <p:oleObj name="公式" r:id="rId10" imgW="164957" imgH="253780" progId="Equation.3">
                          <p:embed/>
                          <p:pic>
                            <p:nvPicPr>
                              <p:cNvPr id="0" name="Picture 5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1" y="1365"/>
                                <a:ext cx="207" cy="3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sp>
          <p:nvSpPr>
            <p:cNvPr id="106518" name="AutoShape 22"/>
            <p:cNvSpPr>
              <a:spLocks/>
            </p:cNvSpPr>
            <p:nvPr/>
          </p:nvSpPr>
          <p:spPr bwMode="auto">
            <a:xfrm>
              <a:off x="458" y="1843"/>
              <a:ext cx="111" cy="831"/>
            </a:xfrm>
            <a:prstGeom prst="leftBrace">
              <a:avLst>
                <a:gd name="adj1" fmla="val 62387"/>
                <a:gd name="adj2" fmla="val 50000"/>
              </a:avLst>
            </a:prstGeom>
            <a:noFill/>
            <a:ln w="28575">
              <a:solidFill>
                <a:schemeClr val="tx1"/>
              </a:solidFill>
              <a:round/>
              <a:headEnd/>
              <a:tailEnd/>
            </a:ln>
            <a:effectLst/>
          </p:spPr>
          <p:txBody>
            <a:bodyPr wrap="none" anchor="ctr"/>
            <a:lstStyle/>
            <a:p>
              <a:pPr algn="ctr"/>
              <a:endParaRPr lang="zh-CN" altLang="en-US"/>
            </a:p>
          </p:txBody>
        </p:sp>
      </p:grpSp>
      <p:grpSp>
        <p:nvGrpSpPr>
          <p:cNvPr id="106532" name="Group 36"/>
          <p:cNvGrpSpPr>
            <a:grpSpLocks/>
          </p:cNvGrpSpPr>
          <p:nvPr/>
        </p:nvGrpSpPr>
        <p:grpSpPr bwMode="auto">
          <a:xfrm>
            <a:off x="962025" y="3648075"/>
            <a:ext cx="7323138" cy="1063625"/>
            <a:chOff x="732" y="2406"/>
            <a:chExt cx="4613" cy="670"/>
          </a:xfrm>
        </p:grpSpPr>
        <p:grpSp>
          <p:nvGrpSpPr>
            <p:cNvPr id="106526" name="Group 30"/>
            <p:cNvGrpSpPr>
              <a:grpSpLocks/>
            </p:cNvGrpSpPr>
            <p:nvPr/>
          </p:nvGrpSpPr>
          <p:grpSpPr bwMode="auto">
            <a:xfrm>
              <a:off x="732" y="2406"/>
              <a:ext cx="3060" cy="670"/>
              <a:chOff x="643" y="1804"/>
              <a:chExt cx="3060" cy="670"/>
            </a:xfrm>
          </p:grpSpPr>
          <p:grpSp>
            <p:nvGrpSpPr>
              <p:cNvPr id="106524" name="Group 28"/>
              <p:cNvGrpSpPr>
                <a:grpSpLocks/>
              </p:cNvGrpSpPr>
              <p:nvPr/>
            </p:nvGrpSpPr>
            <p:grpSpPr bwMode="auto">
              <a:xfrm>
                <a:off x="643" y="1911"/>
                <a:ext cx="2338" cy="384"/>
                <a:chOff x="1617" y="2151"/>
                <a:chExt cx="2338" cy="384"/>
              </a:xfrm>
            </p:grpSpPr>
            <p:sp>
              <p:nvSpPr>
                <p:cNvPr id="106514" name="Rectangle 18"/>
                <p:cNvSpPr>
                  <a:spLocks noChangeArrowheads="1"/>
                </p:cNvSpPr>
                <p:nvPr/>
              </p:nvSpPr>
              <p:spPr bwMode="auto">
                <a:xfrm>
                  <a:off x="1711" y="2175"/>
                  <a:ext cx="2244" cy="327"/>
                </a:xfrm>
                <a:prstGeom prst="rect">
                  <a:avLst/>
                </a:prstGeom>
                <a:noFill/>
                <a:ln w="9525">
                  <a:noFill/>
                  <a:miter lim="800000"/>
                  <a:headEnd/>
                  <a:tailEnd/>
                </a:ln>
                <a:effectLst/>
              </p:spPr>
              <p:txBody>
                <a:bodyPr>
                  <a:spAutoFit/>
                </a:bodyPr>
                <a:lstStyle/>
                <a:p>
                  <a:pPr eaLnBrk="1" hangingPunct="1"/>
                  <a:r>
                    <a:rPr lang="zh-CN" altLang="en-US"/>
                    <a:t> 减</a:t>
                  </a:r>
                  <a:r>
                    <a:rPr lang="zh-CN" altLang="en-US">
                      <a:solidFill>
                        <a:srgbClr val="0000FF"/>
                      </a:solidFill>
                    </a:rPr>
                    <a:t>小</a:t>
                  </a:r>
                  <a:r>
                    <a:rPr lang="zh-CN" altLang="en-US"/>
                    <a:t>，    增</a:t>
                  </a:r>
                  <a:r>
                    <a:rPr lang="zh-CN" altLang="en-US">
                      <a:solidFill>
                        <a:srgbClr val="CC0000"/>
                      </a:solidFill>
                    </a:rPr>
                    <a:t>大</a:t>
                  </a:r>
                </a:p>
              </p:txBody>
            </p:sp>
            <p:graphicFrame>
              <p:nvGraphicFramePr>
                <p:cNvPr id="106515" name="Object 19"/>
                <p:cNvGraphicFramePr>
                  <a:graphicFrameLocks noChangeAspect="1"/>
                </p:cNvGraphicFramePr>
                <p:nvPr/>
              </p:nvGraphicFramePr>
              <p:xfrm>
                <a:off x="2475" y="2151"/>
                <a:ext cx="261" cy="384"/>
              </p:xfrm>
              <a:graphic>
                <a:graphicData uri="http://schemas.openxmlformats.org/presentationml/2006/ole">
                  <mc:AlternateContent xmlns:mc="http://schemas.openxmlformats.org/markup-compatibility/2006">
                    <mc:Choice xmlns:v="urn:schemas-microsoft-com:vml" Requires="v">
                      <p:oleObj spid="_x0000_s106633" name="公式" r:id="rId12" imgW="215619" imgH="317087" progId="Equation.3">
                        <p:embed/>
                      </p:oleObj>
                    </mc:Choice>
                    <mc:Fallback>
                      <p:oleObj name="公式" r:id="rId12" imgW="215619" imgH="317087" progId="Equation.3">
                        <p:embed/>
                        <p:pic>
                          <p:nvPicPr>
                            <p:cNvPr id="0" name="Picture 6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75" y="2151"/>
                              <a:ext cx="261" cy="3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6516" name="Object 20"/>
                <p:cNvGraphicFramePr>
                  <a:graphicFrameLocks noChangeAspect="1"/>
                </p:cNvGraphicFramePr>
                <p:nvPr/>
              </p:nvGraphicFramePr>
              <p:xfrm>
                <a:off x="1617" y="2168"/>
                <a:ext cx="207" cy="319"/>
              </p:xfrm>
              <a:graphic>
                <a:graphicData uri="http://schemas.openxmlformats.org/presentationml/2006/ole">
                  <mc:AlternateContent xmlns:mc="http://schemas.openxmlformats.org/markup-compatibility/2006">
                    <mc:Choice xmlns:v="urn:schemas-microsoft-com:vml" Requires="v">
                      <p:oleObj spid="_x0000_s106634" name="公式" r:id="rId13" imgW="164957" imgH="253780" progId="Equation.3">
                        <p:embed/>
                      </p:oleObj>
                    </mc:Choice>
                    <mc:Fallback>
                      <p:oleObj name="公式" r:id="rId13" imgW="164957" imgH="253780" progId="Equation.3">
                        <p:embed/>
                        <p:pic>
                          <p:nvPicPr>
                            <p:cNvPr id="0" name="Picture 6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7" y="2168"/>
                              <a:ext cx="207" cy="3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06517" name="Object 21"/>
              <p:cNvGraphicFramePr>
                <a:graphicFrameLocks noChangeAspect="1"/>
              </p:cNvGraphicFramePr>
              <p:nvPr/>
            </p:nvGraphicFramePr>
            <p:xfrm>
              <a:off x="2388" y="1804"/>
              <a:ext cx="1315" cy="670"/>
            </p:xfrm>
            <a:graphic>
              <a:graphicData uri="http://schemas.openxmlformats.org/presentationml/2006/ole">
                <mc:AlternateContent xmlns:mc="http://schemas.openxmlformats.org/markup-compatibility/2006">
                  <mc:Choice xmlns:v="urn:schemas-microsoft-com:vml" Requires="v">
                    <p:oleObj spid="_x0000_s106635" name="Equation" r:id="rId14" imgW="939392" imgH="393529" progId="Equation.3">
                      <p:embed/>
                    </p:oleObj>
                  </mc:Choice>
                  <mc:Fallback>
                    <p:oleObj name="Equation" r:id="rId14" imgW="939392" imgH="393529" progId="Equation.3">
                      <p:embed/>
                      <p:pic>
                        <p:nvPicPr>
                          <p:cNvPr id="0" name="Picture 6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88" y="1804"/>
                            <a:ext cx="1315" cy="6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06519" name="Text Box 23"/>
            <p:cNvSpPr txBox="1">
              <a:spLocks noChangeArrowheads="1"/>
            </p:cNvSpPr>
            <p:nvPr/>
          </p:nvSpPr>
          <p:spPr bwMode="auto">
            <a:xfrm>
              <a:off x="4049" y="2584"/>
              <a:ext cx="1296" cy="333"/>
            </a:xfrm>
            <a:prstGeom prst="rect">
              <a:avLst/>
            </a:prstGeom>
            <a:gradFill rotWithShape="0">
              <a:gsLst>
                <a:gs pos="0">
                  <a:srgbClr val="FFD9FF"/>
                </a:gs>
                <a:gs pos="50000">
                  <a:srgbClr val="FFFFFF"/>
                </a:gs>
                <a:gs pos="100000">
                  <a:srgbClr val="FFD9FF"/>
                </a:gs>
              </a:gsLst>
              <a:lin ang="5400000" scaled="1"/>
            </a:gradFill>
            <a:ln w="9525">
              <a:solidFill>
                <a:srgbClr val="CC00CC"/>
              </a:solidFill>
              <a:miter lim="800000"/>
              <a:headEnd/>
              <a:tailEnd/>
            </a:ln>
            <a:effectLst/>
          </p:spPr>
          <p:txBody>
            <a:bodyPr>
              <a:spAutoFit/>
            </a:bodyPr>
            <a:lstStyle/>
            <a:p>
              <a:pPr algn="ctr" eaLnBrk="1" hangingPunct="1">
                <a:spcBef>
                  <a:spcPct val="50000"/>
                </a:spcBef>
              </a:pPr>
              <a:r>
                <a:rPr lang="zh-CN" altLang="en-US"/>
                <a:t>衍射最大</a:t>
              </a:r>
            </a:p>
          </p:txBody>
        </p:sp>
      </p:grpSp>
      <p:grpSp>
        <p:nvGrpSpPr>
          <p:cNvPr id="106522" name="Group 26"/>
          <p:cNvGrpSpPr>
            <a:grpSpLocks/>
          </p:cNvGrpSpPr>
          <p:nvPr/>
        </p:nvGrpSpPr>
        <p:grpSpPr bwMode="auto">
          <a:xfrm>
            <a:off x="633413" y="866775"/>
            <a:ext cx="5216525" cy="965200"/>
            <a:chOff x="720" y="527"/>
            <a:chExt cx="3286" cy="608"/>
          </a:xfrm>
        </p:grpSpPr>
        <p:graphicFrame>
          <p:nvGraphicFramePr>
            <p:cNvPr id="106520" name="Object 24"/>
            <p:cNvGraphicFramePr>
              <a:graphicFrameLocks noChangeAspect="1"/>
            </p:cNvGraphicFramePr>
            <p:nvPr/>
          </p:nvGraphicFramePr>
          <p:xfrm>
            <a:off x="2710" y="527"/>
            <a:ext cx="1296" cy="608"/>
          </p:xfrm>
          <a:graphic>
            <a:graphicData uri="http://schemas.openxmlformats.org/presentationml/2006/ole">
              <mc:AlternateContent xmlns:mc="http://schemas.openxmlformats.org/markup-compatibility/2006">
                <mc:Choice xmlns:v="urn:schemas-microsoft-com:vml" Requires="v">
                  <p:oleObj spid="_x0000_s106636" name="公式" r:id="rId16" imgW="1308100" imgH="609600" progId="Equation.3">
                    <p:embed/>
                  </p:oleObj>
                </mc:Choice>
                <mc:Fallback>
                  <p:oleObj name="公式" r:id="rId16" imgW="1308100" imgH="609600" progId="Equation.3">
                    <p:embed/>
                    <p:pic>
                      <p:nvPicPr>
                        <p:cNvPr id="0" name="Picture 6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710" y="527"/>
                          <a:ext cx="1296" cy="608"/>
                        </a:xfrm>
                        <a:prstGeom prst="rect">
                          <a:avLst/>
                        </a:prstGeom>
                        <a:noFill/>
                        <a:ln>
                          <a:noFill/>
                        </a:ln>
                        <a:extLst>
                          <a:ext uri="{909E8E84-426E-40DD-AFC4-6F175D3DCCD1}">
                            <a14:hiddenFill xmlns:a14="http://schemas.microsoft.com/office/drawing/2010/main">
                              <a:gradFill rotWithShape="0">
                                <a:gsLst>
                                  <a:gs pos="0">
                                    <a:schemeClr val="accent1"/>
                                  </a:gs>
                                  <a:gs pos="50000">
                                    <a:srgbClr val="FFFFFF"/>
                                  </a:gs>
                                  <a:gs pos="100000">
                                    <a:schemeClr val="accent1"/>
                                  </a:gs>
                                </a:gsLst>
                                <a:lin ang="5400000" scaled="1"/>
                              </a:gradFill>
                            </a14:hiddenFill>
                          </a:ext>
                          <a:ext uri="{91240B29-F687-4F45-9708-019B960494DF}">
                            <a14:hiddenLine xmlns:a14="http://schemas.microsoft.com/office/drawing/2010/main" w="12700">
                              <a:solidFill>
                                <a:srgbClr val="006666"/>
                              </a:solidFill>
                              <a:miter lim="800000"/>
                              <a:headEnd/>
                              <a:tailEnd/>
                            </a14:hiddenLine>
                          </a:ext>
                        </a:extLst>
                      </p:spPr>
                    </p:pic>
                  </p:oleObj>
                </mc:Fallback>
              </mc:AlternateContent>
            </a:graphicData>
          </a:graphic>
        </p:graphicFrame>
        <p:sp>
          <p:nvSpPr>
            <p:cNvPr id="106521" name="Rectangle 25"/>
            <p:cNvSpPr>
              <a:spLocks noChangeArrowheads="1"/>
            </p:cNvSpPr>
            <p:nvPr/>
          </p:nvSpPr>
          <p:spPr bwMode="auto">
            <a:xfrm>
              <a:off x="720" y="643"/>
              <a:ext cx="2208" cy="327"/>
            </a:xfrm>
            <a:prstGeom prst="rect">
              <a:avLst/>
            </a:prstGeom>
            <a:noFill/>
            <a:ln w="9525">
              <a:noFill/>
              <a:miter lim="800000"/>
              <a:headEnd/>
              <a:tailEnd/>
            </a:ln>
            <a:effectLst/>
          </p:spPr>
          <p:txBody>
            <a:bodyPr>
              <a:spAutoFit/>
            </a:bodyPr>
            <a:lstStyle/>
            <a:p>
              <a:pPr eaLnBrk="1" hangingPunct="1"/>
              <a:r>
                <a:rPr lang="zh-CN" altLang="en-US"/>
                <a:t>第一暗纹的衍射角</a:t>
              </a:r>
            </a:p>
          </p:txBody>
        </p:sp>
      </p:grpSp>
      <p:grpSp>
        <p:nvGrpSpPr>
          <p:cNvPr id="106591" name="Group 95"/>
          <p:cNvGrpSpPr>
            <a:grpSpLocks/>
          </p:cNvGrpSpPr>
          <p:nvPr/>
        </p:nvGrpSpPr>
        <p:grpSpPr bwMode="auto">
          <a:xfrm>
            <a:off x="560388" y="4876800"/>
            <a:ext cx="8401050" cy="628650"/>
            <a:chOff x="450" y="2886"/>
            <a:chExt cx="5292" cy="396"/>
          </a:xfrm>
        </p:grpSpPr>
        <p:grpSp>
          <p:nvGrpSpPr>
            <p:cNvPr id="106589" name="Group 93"/>
            <p:cNvGrpSpPr>
              <a:grpSpLocks/>
            </p:cNvGrpSpPr>
            <p:nvPr/>
          </p:nvGrpSpPr>
          <p:grpSpPr bwMode="auto">
            <a:xfrm>
              <a:off x="450" y="2886"/>
              <a:ext cx="5292" cy="345"/>
              <a:chOff x="450" y="2625"/>
              <a:chExt cx="5292" cy="345"/>
            </a:xfrm>
          </p:grpSpPr>
          <p:sp>
            <p:nvSpPr>
              <p:cNvPr id="106547" name="Text Box 51"/>
              <p:cNvSpPr txBox="1">
                <a:spLocks noChangeArrowheads="1"/>
              </p:cNvSpPr>
              <p:nvPr/>
            </p:nvSpPr>
            <p:spPr bwMode="auto">
              <a:xfrm>
                <a:off x="450" y="2643"/>
                <a:ext cx="5292" cy="327"/>
              </a:xfrm>
              <a:prstGeom prst="rect">
                <a:avLst/>
              </a:prstGeom>
              <a:noFill/>
              <a:ln w="9525" algn="ctr">
                <a:noFill/>
                <a:miter lim="800000"/>
                <a:headEnd/>
                <a:tailEnd/>
              </a:ln>
              <a:effectLst/>
            </p:spPr>
            <p:txBody>
              <a:bodyPr>
                <a:spAutoFit/>
              </a:bodyPr>
              <a:lstStyle/>
              <a:p>
                <a:pPr eaLnBrk="1" hangingPunct="1">
                  <a:spcBef>
                    <a:spcPct val="50000"/>
                  </a:spcBef>
                  <a:buFontTx/>
                  <a:buBlip>
                    <a:blip r:embed="rId3"/>
                  </a:buBlip>
                </a:pPr>
                <a:r>
                  <a:rPr lang="zh-CN" altLang="en-US"/>
                  <a:t> 当     一定，   越大，</a:t>
                </a:r>
                <a:endParaRPr lang="en-US" altLang="zh-CN"/>
              </a:p>
            </p:txBody>
          </p:sp>
          <p:grpSp>
            <p:nvGrpSpPr>
              <p:cNvPr id="106588" name="Group 92"/>
              <p:cNvGrpSpPr>
                <a:grpSpLocks/>
              </p:cNvGrpSpPr>
              <p:nvPr/>
            </p:nvGrpSpPr>
            <p:grpSpPr bwMode="auto">
              <a:xfrm>
                <a:off x="993" y="2625"/>
                <a:ext cx="1064" cy="336"/>
                <a:chOff x="993" y="2625"/>
                <a:chExt cx="1064" cy="336"/>
              </a:xfrm>
            </p:grpSpPr>
            <p:graphicFrame>
              <p:nvGraphicFramePr>
                <p:cNvPr id="106549" name="Object 53"/>
                <p:cNvGraphicFramePr>
                  <a:graphicFrameLocks noChangeAspect="1"/>
                </p:cNvGraphicFramePr>
                <p:nvPr/>
              </p:nvGraphicFramePr>
              <p:xfrm>
                <a:off x="993" y="2625"/>
                <a:ext cx="218" cy="336"/>
              </p:xfrm>
              <a:graphic>
                <a:graphicData uri="http://schemas.openxmlformats.org/presentationml/2006/ole">
                  <mc:AlternateContent xmlns:mc="http://schemas.openxmlformats.org/markup-compatibility/2006">
                    <mc:Choice xmlns:v="urn:schemas-microsoft-com:vml" Requires="v">
                      <p:oleObj spid="_x0000_s106637" name="公式" r:id="rId18" imgW="164957" imgH="253780" progId="Equation.3">
                        <p:embed/>
                      </p:oleObj>
                    </mc:Choice>
                    <mc:Fallback>
                      <p:oleObj name="公式" r:id="rId18" imgW="164957" imgH="253780" progId="Equation.3">
                        <p:embed/>
                        <p:pic>
                          <p:nvPicPr>
                            <p:cNvPr id="0" name="Picture 6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93" y="2625"/>
                              <a:ext cx="218" cy="336"/>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6550" name="Object 54"/>
                <p:cNvGraphicFramePr>
                  <a:graphicFrameLocks noChangeAspect="1"/>
                </p:cNvGraphicFramePr>
                <p:nvPr/>
              </p:nvGraphicFramePr>
              <p:xfrm>
                <a:off x="1827" y="2664"/>
                <a:ext cx="230" cy="288"/>
              </p:xfrm>
              <a:graphic>
                <a:graphicData uri="http://schemas.openxmlformats.org/presentationml/2006/ole">
                  <mc:AlternateContent xmlns:mc="http://schemas.openxmlformats.org/markup-compatibility/2006">
                    <mc:Choice xmlns:v="urn:schemas-microsoft-com:vml" Requires="v">
                      <p:oleObj spid="_x0000_s106638" name="公式" r:id="rId19" imgW="190417" imgH="241195" progId="Equation.3">
                        <p:embed/>
                      </p:oleObj>
                    </mc:Choice>
                    <mc:Fallback>
                      <p:oleObj name="公式" r:id="rId19" imgW="190417" imgH="241195" progId="Equation.3">
                        <p:embed/>
                        <p:pic>
                          <p:nvPicPr>
                            <p:cNvPr id="0" name="Picture 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7" y="2664"/>
                              <a:ext cx="230" cy="288"/>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06554" name="Group 58"/>
            <p:cNvGrpSpPr>
              <a:grpSpLocks/>
            </p:cNvGrpSpPr>
            <p:nvPr/>
          </p:nvGrpSpPr>
          <p:grpSpPr bwMode="auto">
            <a:xfrm>
              <a:off x="2669" y="2898"/>
              <a:ext cx="2618" cy="384"/>
              <a:chOff x="755" y="3095"/>
              <a:chExt cx="2618" cy="384"/>
            </a:xfrm>
          </p:grpSpPr>
          <p:graphicFrame>
            <p:nvGraphicFramePr>
              <p:cNvPr id="106551" name="Object 55"/>
              <p:cNvGraphicFramePr>
                <a:graphicFrameLocks noChangeAspect="1"/>
              </p:cNvGraphicFramePr>
              <p:nvPr/>
            </p:nvGraphicFramePr>
            <p:xfrm>
              <a:off x="755" y="3095"/>
              <a:ext cx="262" cy="384"/>
            </p:xfrm>
            <a:graphic>
              <a:graphicData uri="http://schemas.openxmlformats.org/presentationml/2006/ole">
                <mc:AlternateContent xmlns:mc="http://schemas.openxmlformats.org/markup-compatibility/2006">
                  <mc:Choice xmlns:v="urn:schemas-microsoft-com:vml" Requires="v">
                    <p:oleObj spid="_x0000_s106639" name="公式" r:id="rId20" imgW="215619" imgH="317087" progId="Equation.3">
                      <p:embed/>
                    </p:oleObj>
                  </mc:Choice>
                  <mc:Fallback>
                    <p:oleObj name="公式" r:id="rId20" imgW="215619" imgH="317087" progId="Equation.3">
                      <p:embed/>
                      <p:pic>
                        <p:nvPicPr>
                          <p:cNvPr id="0" name="Picture 66"/>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755" y="3095"/>
                            <a:ext cx="262" cy="38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53" name="Rectangle 57"/>
              <p:cNvSpPr>
                <a:spLocks noChangeArrowheads="1"/>
              </p:cNvSpPr>
              <p:nvPr/>
            </p:nvSpPr>
            <p:spPr bwMode="auto">
              <a:xfrm>
                <a:off x="951" y="3097"/>
                <a:ext cx="2422" cy="327"/>
              </a:xfrm>
              <a:prstGeom prst="rect">
                <a:avLst/>
              </a:prstGeom>
              <a:noFill/>
              <a:ln w="9525">
                <a:noFill/>
                <a:miter lim="800000"/>
                <a:headEnd/>
                <a:tailEnd/>
              </a:ln>
              <a:effectLst/>
            </p:spPr>
            <p:txBody>
              <a:bodyPr wrap="none">
                <a:spAutoFit/>
              </a:bodyPr>
              <a:lstStyle/>
              <a:p>
                <a:pPr eaLnBrk="1" hangingPunct="1">
                  <a:spcBef>
                    <a:spcPct val="50000"/>
                  </a:spcBef>
                </a:pPr>
                <a:r>
                  <a:rPr lang="zh-CN" altLang="en-US"/>
                  <a:t>越大，衍射效应越明显</a:t>
                </a:r>
                <a:r>
                  <a:rPr lang="en-US" altLang="zh-CN"/>
                  <a:t>.</a:t>
                </a:r>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6530"/>
                                        </p:tgtEl>
                                        <p:attrNameLst>
                                          <p:attrName>style.visibility</p:attrName>
                                        </p:attrNameLst>
                                      </p:cBhvr>
                                      <p:to>
                                        <p:strVal val="visible"/>
                                      </p:to>
                                    </p:set>
                                    <p:animEffect transition="in" filter="wipe(left)">
                                      <p:cBhvr>
                                        <p:cTn id="7" dur="500"/>
                                        <p:tgtEl>
                                          <p:spTgt spid="10653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6592"/>
                                        </p:tgtEl>
                                        <p:attrNameLst>
                                          <p:attrName>style.visibility</p:attrName>
                                        </p:attrNameLst>
                                      </p:cBhvr>
                                      <p:to>
                                        <p:strVal val="visible"/>
                                      </p:to>
                                    </p:set>
                                    <p:animEffect transition="in" filter="wipe(left)">
                                      <p:cBhvr>
                                        <p:cTn id="12" dur="500"/>
                                        <p:tgtEl>
                                          <p:spTgt spid="1065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6532"/>
                                        </p:tgtEl>
                                        <p:attrNameLst>
                                          <p:attrName>style.visibility</p:attrName>
                                        </p:attrNameLst>
                                      </p:cBhvr>
                                      <p:to>
                                        <p:strVal val="visible"/>
                                      </p:to>
                                    </p:set>
                                    <p:animEffect transition="in" filter="wipe(left)">
                                      <p:cBhvr>
                                        <p:cTn id="17" dur="500"/>
                                        <p:tgtEl>
                                          <p:spTgt spid="10653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6591"/>
                                        </p:tgtEl>
                                        <p:attrNameLst>
                                          <p:attrName>style.visibility</p:attrName>
                                        </p:attrNameLst>
                                      </p:cBhvr>
                                      <p:to>
                                        <p:strVal val="visible"/>
                                      </p:to>
                                    </p:set>
                                    <p:animEffect transition="in" filter="wipe(left)">
                                      <p:cBhvr>
                                        <p:cTn id="22" dur="500"/>
                                        <p:tgtEl>
                                          <p:spTgt spid="1065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fld id="{8B6FC46F-112D-41C6-B8D8-4AAC1C147FDE}" type="slidenum">
              <a:rPr lang="zh-CN" altLang="en-US"/>
              <a:pPr/>
              <a:t>12</a:t>
            </a:fld>
            <a:endParaRPr lang="en-US" altLang="zh-CN"/>
          </a:p>
        </p:txBody>
      </p:sp>
      <p:sp>
        <p:nvSpPr>
          <p:cNvPr id="108547" name="Rectangle 3"/>
          <p:cNvSpPr>
            <a:spLocks noChangeArrowheads="1"/>
          </p:cNvSpPr>
          <p:nvPr/>
        </p:nvSpPr>
        <p:spPr bwMode="auto">
          <a:xfrm>
            <a:off x="609600" y="660400"/>
            <a:ext cx="8077200" cy="579438"/>
          </a:xfrm>
          <a:prstGeom prst="rect">
            <a:avLst/>
          </a:prstGeom>
          <a:noFill/>
          <a:ln w="9525">
            <a:noFill/>
            <a:miter lim="800000"/>
            <a:headEnd/>
            <a:tailEnd type="none" w="sm" len="lg"/>
          </a:ln>
          <a:effectLst/>
        </p:spPr>
        <p:txBody>
          <a:bodyPr>
            <a:spAutoFit/>
          </a:bodyPr>
          <a:lstStyle/>
          <a:p>
            <a:pPr eaLnBrk="1" hangingPunct="1">
              <a:spcBef>
                <a:spcPct val="50000"/>
              </a:spcBef>
              <a:buFontTx/>
              <a:buBlip>
                <a:blip r:embed="rId4"/>
              </a:buBlip>
            </a:pPr>
            <a:r>
              <a:rPr lang="zh-CN" altLang="en-US" sz="3200">
                <a:latin typeface="宋体" pitchFamily="2" charset="-122"/>
              </a:rPr>
              <a:t> 单缝宽度变化，中央明纹宽度如何变化？</a:t>
            </a:r>
          </a:p>
        </p:txBody>
      </p:sp>
    </p:spTree>
    <p:controls>
      <mc:AlternateContent xmlns:mc="http://schemas.openxmlformats.org/markup-compatibility/2006">
        <mc:Choice xmlns:v="urn:schemas-microsoft-com:vml" Requires="v">
          <p:control spid="108551" name="ShockwaveFlash1" r:id="rId2" imgW="1828800" imgH="1828800"/>
        </mc:Choice>
        <mc:Fallback>
          <p:control name="ShockwaveFlash1" r:id="rId2" imgW="1828800" imgH="1828800">
            <p:pic>
              <p:nvPicPr>
                <p:cNvPr id="2" name="ShockwaveFlash1"/>
                <p:cNvPicPr preferRelativeResize="0">
                  <a:picLocks noChangeArrowheads="1" noChangeShapeType="1"/>
                </p:cNvPicPr>
                <p:nvPr/>
              </p:nvPicPr>
              <p:blipFill>
                <a:blip r:embed="rId5"/>
                <a:srcRect/>
                <a:stretch>
                  <a:fillRect/>
                </a:stretch>
              </p:blipFill>
              <p:spPr bwMode="auto">
                <a:xfrm>
                  <a:off x="1452563" y="1354138"/>
                  <a:ext cx="6467475" cy="48164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fld id="{FC2FC35B-FE38-4319-80A8-CCF6D260F56A}" type="slidenum">
              <a:rPr lang="zh-CN" altLang="en-US"/>
              <a:pPr/>
              <a:t>13</a:t>
            </a:fld>
            <a:endParaRPr lang="en-US" altLang="zh-CN"/>
          </a:p>
        </p:txBody>
      </p:sp>
      <p:sp>
        <p:nvSpPr>
          <p:cNvPr id="109576" name="Rectangle 8"/>
          <p:cNvSpPr>
            <a:spLocks noChangeArrowheads="1"/>
          </p:cNvSpPr>
          <p:nvPr/>
        </p:nvSpPr>
        <p:spPr bwMode="auto">
          <a:xfrm>
            <a:off x="663575" y="538163"/>
            <a:ext cx="7927975" cy="579437"/>
          </a:xfrm>
          <a:prstGeom prst="rect">
            <a:avLst/>
          </a:prstGeom>
          <a:noFill/>
          <a:ln w="9525">
            <a:noFill/>
            <a:miter lim="800000"/>
            <a:headEnd/>
            <a:tailEnd type="none" w="sm" len="lg"/>
          </a:ln>
          <a:effectLst/>
        </p:spPr>
        <p:txBody>
          <a:bodyPr>
            <a:spAutoFit/>
          </a:bodyPr>
          <a:lstStyle/>
          <a:p>
            <a:pPr eaLnBrk="1" hangingPunct="1">
              <a:spcBef>
                <a:spcPct val="50000"/>
              </a:spcBef>
              <a:buFontTx/>
              <a:buBlip>
                <a:blip r:embed="rId4"/>
              </a:buBlip>
            </a:pPr>
            <a:r>
              <a:rPr lang="zh-CN" altLang="en-US" sz="3200">
                <a:latin typeface="宋体" pitchFamily="2" charset="-122"/>
              </a:rPr>
              <a:t> 入射波长变化，衍射效应如何变化 </a:t>
            </a:r>
            <a:r>
              <a:rPr lang="en-US" altLang="zh-CN" sz="3200">
                <a:latin typeface="宋体" pitchFamily="2" charset="-122"/>
              </a:rPr>
              <a:t>?</a:t>
            </a:r>
          </a:p>
        </p:txBody>
      </p:sp>
    </p:spTree>
    <p:controls>
      <mc:AlternateContent xmlns:mc="http://schemas.openxmlformats.org/markup-compatibility/2006">
        <mc:Choice xmlns:v="urn:schemas-microsoft-com:vml" Requires="v">
          <p:control spid="109580" name="ShockwaveFlash1" r:id="rId2" imgW="1828800" imgH="1828800"/>
        </mc:Choice>
        <mc:Fallback>
          <p:control name="ShockwaveFlash1" r:id="rId2" imgW="1828800" imgH="1828800">
            <p:pic>
              <p:nvPicPr>
                <p:cNvPr id="2" name="ShockwaveFlash1"/>
                <p:cNvPicPr preferRelativeResize="0">
                  <a:picLocks noChangeArrowheads="1" noChangeShapeType="1"/>
                </p:cNvPicPr>
                <p:nvPr/>
              </p:nvPicPr>
              <p:blipFill>
                <a:blip r:embed="rId5"/>
                <a:srcRect/>
                <a:stretch>
                  <a:fillRect/>
                </a:stretch>
              </p:blipFill>
              <p:spPr bwMode="auto">
                <a:xfrm>
                  <a:off x="1077913" y="1301750"/>
                  <a:ext cx="7186612" cy="4702175"/>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cSld>
  <p:clrMapOvr>
    <a:masterClrMapping/>
  </p:clrMapOvr>
  <p:transition>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3"/>
          <p:cNvSpPr>
            <a:spLocks noGrp="1"/>
          </p:cNvSpPr>
          <p:nvPr>
            <p:ph type="sldNum" sz="quarter" idx="12"/>
          </p:nvPr>
        </p:nvSpPr>
        <p:spPr/>
        <p:txBody>
          <a:bodyPr/>
          <a:lstStyle/>
          <a:p>
            <a:fld id="{47A601B6-6FA7-4A94-9BE6-B8AC9577D03B}" type="slidenum">
              <a:rPr lang="zh-CN" altLang="en-US"/>
              <a:pPr/>
              <a:t>14</a:t>
            </a:fld>
            <a:endParaRPr lang="en-US" altLang="zh-CN"/>
          </a:p>
        </p:txBody>
      </p:sp>
      <p:sp>
        <p:nvSpPr>
          <p:cNvPr id="110594" name="Text Box 2"/>
          <p:cNvSpPr txBox="1">
            <a:spLocks noChangeArrowheads="1"/>
          </p:cNvSpPr>
          <p:nvPr/>
        </p:nvSpPr>
        <p:spPr bwMode="auto">
          <a:xfrm>
            <a:off x="596900" y="2611438"/>
            <a:ext cx="6096000" cy="519112"/>
          </a:xfrm>
          <a:prstGeom prst="rect">
            <a:avLst/>
          </a:prstGeom>
          <a:noFill/>
          <a:ln w="9525">
            <a:noFill/>
            <a:miter lim="800000"/>
            <a:headEnd/>
            <a:tailEnd type="none" w="sm" len="lg"/>
          </a:ln>
          <a:effectLst/>
        </p:spPr>
        <p:txBody>
          <a:bodyPr>
            <a:spAutoFit/>
          </a:bodyPr>
          <a:lstStyle/>
          <a:p>
            <a:pPr eaLnBrk="1" hangingPunct="1">
              <a:spcBef>
                <a:spcPct val="50000"/>
              </a:spcBef>
            </a:pPr>
            <a:r>
              <a:rPr lang="en-US" altLang="zh-CN">
                <a:solidFill>
                  <a:srgbClr val="CC0000"/>
                </a:solidFill>
              </a:rPr>
              <a:t>(3) </a:t>
            </a:r>
            <a:r>
              <a:rPr lang="zh-CN" altLang="en-US">
                <a:solidFill>
                  <a:srgbClr val="CC0000"/>
                </a:solidFill>
              </a:rPr>
              <a:t>条纹宽度（相邻条纹间距）</a:t>
            </a:r>
          </a:p>
        </p:txBody>
      </p:sp>
      <p:grpSp>
        <p:nvGrpSpPr>
          <p:cNvPr id="110615" name="Group 23"/>
          <p:cNvGrpSpPr>
            <a:grpSpLocks/>
          </p:cNvGrpSpPr>
          <p:nvPr/>
        </p:nvGrpSpPr>
        <p:grpSpPr bwMode="auto">
          <a:xfrm>
            <a:off x="1012825" y="5095875"/>
            <a:ext cx="7364413" cy="1066800"/>
            <a:chOff x="681" y="3237"/>
            <a:chExt cx="4639" cy="672"/>
          </a:xfrm>
        </p:grpSpPr>
        <p:sp>
          <p:nvSpPr>
            <p:cNvPr id="110596" name="Rectangle 4"/>
            <p:cNvSpPr>
              <a:spLocks noChangeArrowheads="1"/>
            </p:cNvSpPr>
            <p:nvPr/>
          </p:nvSpPr>
          <p:spPr bwMode="auto">
            <a:xfrm>
              <a:off x="681" y="3237"/>
              <a:ext cx="4639" cy="672"/>
            </a:xfrm>
            <a:prstGeom prst="rect">
              <a:avLst/>
            </a:prstGeom>
            <a:gradFill rotWithShape="0">
              <a:gsLst>
                <a:gs pos="0">
                  <a:schemeClr val="accent1"/>
                </a:gs>
                <a:gs pos="50000">
                  <a:schemeClr val="accent1">
                    <a:gamma/>
                    <a:tint val="0"/>
                    <a:invGamma/>
                  </a:schemeClr>
                </a:gs>
                <a:gs pos="100000">
                  <a:schemeClr val="accent1"/>
                </a:gs>
              </a:gsLst>
              <a:lin ang="5400000" scaled="1"/>
            </a:gradFill>
            <a:ln w="9525">
              <a:solidFill>
                <a:srgbClr val="006666"/>
              </a:solidFill>
              <a:miter lim="800000"/>
              <a:headEnd/>
              <a:tailEnd type="none" w="sm" len="lg"/>
            </a:ln>
            <a:effectLst/>
          </p:spPr>
          <p:txBody>
            <a:bodyPr wrap="none" anchor="ctr"/>
            <a:lstStyle/>
            <a:p>
              <a:endParaRPr lang="zh-CN" altLang="en-US"/>
            </a:p>
          </p:txBody>
        </p:sp>
        <p:graphicFrame>
          <p:nvGraphicFramePr>
            <p:cNvPr id="110597" name="Object 5"/>
            <p:cNvGraphicFramePr>
              <a:graphicFrameLocks noChangeAspect="1"/>
            </p:cNvGraphicFramePr>
            <p:nvPr/>
          </p:nvGraphicFramePr>
          <p:xfrm>
            <a:off x="779" y="3238"/>
            <a:ext cx="2285" cy="655"/>
          </p:xfrm>
          <a:graphic>
            <a:graphicData uri="http://schemas.openxmlformats.org/presentationml/2006/ole">
              <mc:AlternateContent xmlns:mc="http://schemas.openxmlformats.org/markup-compatibility/2006">
                <mc:Choice xmlns:v="urn:schemas-microsoft-com:vml" Requires="v">
                  <p:oleObj spid="_x0000_s110650" name="Equation" r:id="rId3" imgW="1345616" imgH="393529" progId="Equation.3">
                    <p:embed/>
                  </p:oleObj>
                </mc:Choice>
                <mc:Fallback>
                  <p:oleObj name="Equation" r:id="rId3" imgW="1345616" imgH="393529"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9" y="3238"/>
                          <a:ext cx="2285" cy="65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598" name="Text Box 6"/>
            <p:cNvSpPr txBox="1">
              <a:spLocks noChangeArrowheads="1"/>
            </p:cNvSpPr>
            <p:nvPr/>
          </p:nvSpPr>
          <p:spPr bwMode="auto">
            <a:xfrm>
              <a:off x="3401" y="3260"/>
              <a:ext cx="1837" cy="596"/>
            </a:xfrm>
            <a:prstGeom prst="rect">
              <a:avLst/>
            </a:prstGeom>
            <a:noFill/>
            <a:ln w="9525">
              <a:noFill/>
              <a:miter lim="800000"/>
              <a:headEnd/>
              <a:tailEnd type="none" w="sm" len="lg"/>
            </a:ln>
            <a:effectLst/>
          </p:spPr>
          <p:txBody>
            <a:bodyPr>
              <a:spAutoFit/>
            </a:bodyPr>
            <a:lstStyle/>
            <a:p>
              <a:pPr eaLnBrk="1" hangingPunct="1">
                <a:spcBef>
                  <a:spcPct val="50000"/>
                </a:spcBef>
              </a:pPr>
              <a:r>
                <a:rPr lang="zh-CN" altLang="en-US"/>
                <a:t>除了中央明纹外其它明纹的宽度</a:t>
              </a:r>
            </a:p>
          </p:txBody>
        </p:sp>
      </p:grpSp>
      <p:grpSp>
        <p:nvGrpSpPr>
          <p:cNvPr id="110599" name="Group 7"/>
          <p:cNvGrpSpPr>
            <a:grpSpLocks/>
          </p:cNvGrpSpPr>
          <p:nvPr/>
        </p:nvGrpSpPr>
        <p:grpSpPr bwMode="auto">
          <a:xfrm>
            <a:off x="1039813" y="3192463"/>
            <a:ext cx="7772400" cy="1720850"/>
            <a:chOff x="768" y="1090"/>
            <a:chExt cx="4896" cy="1084"/>
          </a:xfrm>
        </p:grpSpPr>
        <p:graphicFrame>
          <p:nvGraphicFramePr>
            <p:cNvPr id="110600" name="Object 8"/>
            <p:cNvGraphicFramePr>
              <a:graphicFrameLocks noChangeAspect="1"/>
            </p:cNvGraphicFramePr>
            <p:nvPr/>
          </p:nvGraphicFramePr>
          <p:xfrm>
            <a:off x="1008" y="1090"/>
            <a:ext cx="2352" cy="609"/>
          </p:xfrm>
          <a:graphic>
            <a:graphicData uri="http://schemas.openxmlformats.org/presentationml/2006/ole">
              <mc:AlternateContent xmlns:mc="http://schemas.openxmlformats.org/markup-compatibility/2006">
                <mc:Choice xmlns:v="urn:schemas-microsoft-com:vml" Requires="v">
                  <p:oleObj spid="_x0000_s110651" name="公式" r:id="rId5" imgW="2209800" imgH="609600" progId="Equation.3">
                    <p:embed/>
                  </p:oleObj>
                </mc:Choice>
                <mc:Fallback>
                  <p:oleObj name="公式" r:id="rId5" imgW="2209800" imgH="609600" progId="Equation.3">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8" y="1090"/>
                          <a:ext cx="2352" cy="60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1" name="Text Box 9"/>
            <p:cNvSpPr txBox="1">
              <a:spLocks noChangeArrowheads="1"/>
            </p:cNvSpPr>
            <p:nvPr/>
          </p:nvSpPr>
          <p:spPr bwMode="auto">
            <a:xfrm>
              <a:off x="3312" y="1186"/>
              <a:ext cx="2352"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CC"/>
                  </a:solidFill>
                </a:rPr>
                <a:t>干涉相消（</a:t>
              </a:r>
              <a:r>
                <a:rPr lang="zh-CN" altLang="en-US">
                  <a:solidFill>
                    <a:srgbClr val="0000CC"/>
                  </a:solidFill>
                  <a:effectLst>
                    <a:outerShdw blurRad="38100" dist="38100" dir="2700000" algn="tl">
                      <a:srgbClr val="C0C0C0"/>
                    </a:outerShdw>
                  </a:effectLst>
                </a:rPr>
                <a:t>暗纹</a:t>
              </a:r>
              <a:r>
                <a:rPr lang="zh-CN" altLang="en-US">
                  <a:solidFill>
                    <a:srgbClr val="0000CC"/>
                  </a:solidFill>
                </a:rPr>
                <a:t>）</a:t>
              </a:r>
              <a:endParaRPr lang="zh-CN" altLang="en-US">
                <a:solidFill>
                  <a:srgbClr val="0000FF"/>
                </a:solidFill>
              </a:endParaRPr>
            </a:p>
          </p:txBody>
        </p:sp>
        <p:graphicFrame>
          <p:nvGraphicFramePr>
            <p:cNvPr id="110602" name="Object 10"/>
            <p:cNvGraphicFramePr>
              <a:graphicFrameLocks noChangeAspect="1"/>
            </p:cNvGraphicFramePr>
            <p:nvPr/>
          </p:nvGraphicFramePr>
          <p:xfrm>
            <a:off x="1008" y="1570"/>
            <a:ext cx="2016" cy="604"/>
          </p:xfrm>
          <a:graphic>
            <a:graphicData uri="http://schemas.openxmlformats.org/presentationml/2006/ole">
              <mc:AlternateContent xmlns:mc="http://schemas.openxmlformats.org/markup-compatibility/2006">
                <mc:Choice xmlns:v="urn:schemas-microsoft-com:vml" Requires="v">
                  <p:oleObj spid="_x0000_s110652" name="公式" r:id="rId7" imgW="2019300" imgH="609600" progId="Equation.3">
                    <p:embed/>
                  </p:oleObj>
                </mc:Choice>
                <mc:Fallback>
                  <p:oleObj name="公式" r:id="rId7" imgW="2019300" imgH="609600" progId="Equation.3">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8" y="1570"/>
                          <a:ext cx="2016" cy="60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3" name="Text Box 11"/>
            <p:cNvSpPr txBox="1">
              <a:spLocks noChangeArrowheads="1"/>
            </p:cNvSpPr>
            <p:nvPr/>
          </p:nvSpPr>
          <p:spPr bwMode="auto">
            <a:xfrm>
              <a:off x="3312" y="1714"/>
              <a:ext cx="2256"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CC0000"/>
                  </a:solidFill>
                </a:rPr>
                <a:t>干涉加强（</a:t>
              </a:r>
              <a:r>
                <a:rPr lang="zh-CN" altLang="en-US">
                  <a:solidFill>
                    <a:srgbClr val="CC0000"/>
                  </a:solidFill>
                  <a:effectLst>
                    <a:outerShdw blurRad="38100" dist="38100" dir="2700000" algn="tl">
                      <a:srgbClr val="C0C0C0"/>
                    </a:outerShdw>
                  </a:effectLst>
                </a:rPr>
                <a:t>明纹</a:t>
              </a:r>
              <a:r>
                <a:rPr lang="zh-CN" altLang="en-US">
                  <a:solidFill>
                    <a:srgbClr val="CC0000"/>
                  </a:solidFill>
                </a:rPr>
                <a:t>）</a:t>
              </a:r>
            </a:p>
          </p:txBody>
        </p:sp>
        <p:sp>
          <p:nvSpPr>
            <p:cNvPr id="110604" name="AutoShape 12"/>
            <p:cNvSpPr>
              <a:spLocks/>
            </p:cNvSpPr>
            <p:nvPr/>
          </p:nvSpPr>
          <p:spPr bwMode="auto">
            <a:xfrm>
              <a:off x="768" y="1282"/>
              <a:ext cx="192" cy="672"/>
            </a:xfrm>
            <a:prstGeom prst="leftBrace">
              <a:avLst>
                <a:gd name="adj1" fmla="val 29167"/>
                <a:gd name="adj2" fmla="val 50000"/>
              </a:avLst>
            </a:prstGeom>
            <a:noFill/>
            <a:ln w="28575">
              <a:solidFill>
                <a:schemeClr val="tx1"/>
              </a:solidFill>
              <a:round/>
              <a:headEnd/>
              <a:tailEnd/>
            </a:ln>
            <a:effectLst/>
          </p:spPr>
          <p:txBody>
            <a:bodyPr wrap="none" anchor="ctr"/>
            <a:lstStyle/>
            <a:p>
              <a:endParaRPr lang="zh-CN" altLang="en-US"/>
            </a:p>
          </p:txBody>
        </p:sp>
      </p:grpSp>
      <p:grpSp>
        <p:nvGrpSpPr>
          <p:cNvPr id="110605" name="Group 13"/>
          <p:cNvGrpSpPr>
            <a:grpSpLocks/>
          </p:cNvGrpSpPr>
          <p:nvPr/>
        </p:nvGrpSpPr>
        <p:grpSpPr bwMode="auto">
          <a:xfrm>
            <a:off x="582613" y="549275"/>
            <a:ext cx="6797675" cy="530225"/>
            <a:chOff x="497" y="2778"/>
            <a:chExt cx="4282" cy="334"/>
          </a:xfrm>
        </p:grpSpPr>
        <p:sp>
          <p:nvSpPr>
            <p:cNvPr id="110606" name="Text Box 14"/>
            <p:cNvSpPr txBox="1">
              <a:spLocks noChangeArrowheads="1"/>
            </p:cNvSpPr>
            <p:nvPr/>
          </p:nvSpPr>
          <p:spPr bwMode="auto">
            <a:xfrm>
              <a:off x="497" y="2785"/>
              <a:ext cx="2499" cy="327"/>
            </a:xfrm>
            <a:prstGeom prst="rect">
              <a:avLst/>
            </a:prstGeom>
            <a:noFill/>
            <a:ln w="9525">
              <a:noFill/>
              <a:miter lim="800000"/>
              <a:headEnd/>
              <a:tailEnd type="none" w="sm" len="lg"/>
            </a:ln>
            <a:effectLst/>
          </p:spPr>
          <p:txBody>
            <a:bodyPr>
              <a:spAutoFit/>
            </a:bodyPr>
            <a:lstStyle/>
            <a:p>
              <a:pPr eaLnBrk="1" hangingPunct="1">
                <a:spcBef>
                  <a:spcPct val="50000"/>
                </a:spcBef>
              </a:pPr>
              <a:r>
                <a:rPr lang="en-US" altLang="zh-CN">
                  <a:solidFill>
                    <a:srgbClr val="CC0000"/>
                  </a:solidFill>
                </a:rPr>
                <a:t>(2) </a:t>
              </a:r>
              <a:r>
                <a:rPr lang="zh-CN" altLang="en-US">
                  <a:solidFill>
                    <a:srgbClr val="CC0000"/>
                  </a:solidFill>
                </a:rPr>
                <a:t>中央明纹</a:t>
              </a:r>
            </a:p>
          </p:txBody>
        </p:sp>
        <p:grpSp>
          <p:nvGrpSpPr>
            <p:cNvPr id="110607" name="Group 15"/>
            <p:cNvGrpSpPr>
              <a:grpSpLocks/>
            </p:cNvGrpSpPr>
            <p:nvPr/>
          </p:nvGrpSpPr>
          <p:grpSpPr bwMode="auto">
            <a:xfrm>
              <a:off x="1859" y="2778"/>
              <a:ext cx="2920" cy="327"/>
              <a:chOff x="1859" y="2778"/>
              <a:chExt cx="2920" cy="327"/>
            </a:xfrm>
          </p:grpSpPr>
          <p:graphicFrame>
            <p:nvGraphicFramePr>
              <p:cNvPr id="110608" name="Object 16"/>
              <p:cNvGraphicFramePr>
                <a:graphicFrameLocks noChangeAspect="1"/>
              </p:cNvGraphicFramePr>
              <p:nvPr/>
            </p:nvGraphicFramePr>
            <p:xfrm>
              <a:off x="2227" y="2814"/>
              <a:ext cx="530" cy="291"/>
            </p:xfrm>
            <a:graphic>
              <a:graphicData uri="http://schemas.openxmlformats.org/presentationml/2006/ole">
                <mc:AlternateContent xmlns:mc="http://schemas.openxmlformats.org/markup-compatibility/2006">
                  <mc:Choice xmlns:v="urn:schemas-microsoft-com:vml" Requires="v">
                    <p:oleObj spid="_x0000_s110653" name="公式" r:id="rId9" imgW="507780" imgH="253890" progId="Equation.3">
                      <p:embed/>
                    </p:oleObj>
                  </mc:Choice>
                  <mc:Fallback>
                    <p:oleObj name="公式" r:id="rId9" imgW="507780" imgH="253890" progId="Equation.3">
                      <p:embed/>
                      <p:pic>
                        <p:nvPicPr>
                          <p:cNvPr id="0"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7" y="2814"/>
                            <a:ext cx="530" cy="29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609" name="Rectangle 17"/>
              <p:cNvSpPr>
                <a:spLocks noChangeArrowheads="1"/>
              </p:cNvSpPr>
              <p:nvPr/>
            </p:nvSpPr>
            <p:spPr bwMode="auto">
              <a:xfrm>
                <a:off x="1859" y="2778"/>
                <a:ext cx="2920" cy="327"/>
              </a:xfrm>
              <a:prstGeom prst="rect">
                <a:avLst/>
              </a:prstGeom>
              <a:noFill/>
              <a:ln w="9525">
                <a:noFill/>
                <a:miter lim="800000"/>
                <a:headEnd/>
                <a:tailEnd type="none" w="sm" len="lg"/>
              </a:ln>
              <a:effectLst/>
            </p:spPr>
            <p:txBody>
              <a:bodyPr>
                <a:spAutoFit/>
              </a:bodyPr>
              <a:lstStyle/>
              <a:p>
                <a:pPr eaLnBrk="1" hangingPunct="1">
                  <a:spcBef>
                    <a:spcPct val="50000"/>
                  </a:spcBef>
                </a:pPr>
                <a:r>
                  <a:rPr lang="zh-CN" altLang="en-US"/>
                  <a:t>（           的两暗纹之间）</a:t>
                </a:r>
              </a:p>
            </p:txBody>
          </p:sp>
        </p:grpSp>
      </p:grpSp>
      <p:grpSp>
        <p:nvGrpSpPr>
          <p:cNvPr id="110610" name="Group 18"/>
          <p:cNvGrpSpPr>
            <a:grpSpLocks/>
          </p:cNvGrpSpPr>
          <p:nvPr/>
        </p:nvGrpSpPr>
        <p:grpSpPr bwMode="auto">
          <a:xfrm>
            <a:off x="1012825" y="1265238"/>
            <a:ext cx="6248400" cy="990600"/>
            <a:chOff x="816" y="2832"/>
            <a:chExt cx="3888" cy="641"/>
          </a:xfrm>
        </p:grpSpPr>
        <p:sp>
          <p:nvSpPr>
            <p:cNvPr id="110611" name="Rectangle 19"/>
            <p:cNvSpPr>
              <a:spLocks noChangeArrowheads="1"/>
            </p:cNvSpPr>
            <p:nvPr/>
          </p:nvSpPr>
          <p:spPr bwMode="auto">
            <a:xfrm>
              <a:off x="816" y="2832"/>
              <a:ext cx="3888" cy="624"/>
            </a:xfrm>
            <a:prstGeom prst="rect">
              <a:avLst/>
            </a:prstGeom>
            <a:gradFill rotWithShape="0">
              <a:gsLst>
                <a:gs pos="0">
                  <a:srgbClr val="DEF1F2"/>
                </a:gs>
                <a:gs pos="50000">
                  <a:srgbClr val="DEF1F2">
                    <a:gamma/>
                    <a:tint val="0"/>
                    <a:invGamma/>
                  </a:srgbClr>
                </a:gs>
                <a:gs pos="100000">
                  <a:srgbClr val="DEF1F2"/>
                </a:gs>
              </a:gsLst>
              <a:lin ang="5400000" scaled="1"/>
            </a:gradFill>
            <a:ln w="9525">
              <a:solidFill>
                <a:srgbClr val="006666"/>
              </a:solidFill>
              <a:miter lim="800000"/>
              <a:headEnd/>
              <a:tailEnd type="none" w="sm" len="lg"/>
            </a:ln>
            <a:effectLst/>
          </p:spPr>
          <p:txBody>
            <a:bodyPr wrap="none" anchor="ctr"/>
            <a:lstStyle/>
            <a:p>
              <a:endParaRPr lang="zh-CN" altLang="en-US"/>
            </a:p>
          </p:txBody>
        </p:sp>
        <p:grpSp>
          <p:nvGrpSpPr>
            <p:cNvPr id="110612" name="Group 20"/>
            <p:cNvGrpSpPr>
              <a:grpSpLocks/>
            </p:cNvGrpSpPr>
            <p:nvPr/>
          </p:nvGrpSpPr>
          <p:grpSpPr bwMode="auto">
            <a:xfrm>
              <a:off x="864" y="2832"/>
              <a:ext cx="3744" cy="641"/>
              <a:chOff x="864" y="2832"/>
              <a:chExt cx="3744" cy="641"/>
            </a:xfrm>
          </p:grpSpPr>
          <p:sp>
            <p:nvSpPr>
              <p:cNvPr id="110613" name="Text Box 21"/>
              <p:cNvSpPr txBox="1">
                <a:spLocks noChangeArrowheads="1"/>
              </p:cNvSpPr>
              <p:nvPr/>
            </p:nvSpPr>
            <p:spPr bwMode="auto">
              <a:xfrm>
                <a:off x="864" y="2947"/>
                <a:ext cx="2688" cy="336"/>
              </a:xfrm>
              <a:prstGeom prst="rect">
                <a:avLst/>
              </a:prstGeom>
              <a:noFill/>
              <a:ln w="9525">
                <a:noFill/>
                <a:miter lim="800000"/>
                <a:headEnd/>
                <a:tailEnd/>
              </a:ln>
              <a:effectLst/>
            </p:spPr>
            <p:txBody>
              <a:bodyPr>
                <a:spAutoFit/>
              </a:bodyPr>
              <a:lstStyle/>
              <a:p>
                <a:pPr eaLnBrk="1" hangingPunct="1">
                  <a:spcBef>
                    <a:spcPct val="50000"/>
                  </a:spcBef>
                </a:pPr>
                <a:r>
                  <a:rPr lang="zh-CN" altLang="en-US"/>
                  <a:t>中央明纹的宽度</a:t>
                </a:r>
              </a:p>
            </p:txBody>
          </p:sp>
          <p:graphicFrame>
            <p:nvGraphicFramePr>
              <p:cNvPr id="110614" name="Object 22"/>
              <p:cNvGraphicFramePr>
                <a:graphicFrameLocks noChangeAspect="1"/>
              </p:cNvGraphicFramePr>
              <p:nvPr/>
            </p:nvGraphicFramePr>
            <p:xfrm>
              <a:off x="2832" y="2832"/>
              <a:ext cx="1776" cy="641"/>
            </p:xfrm>
            <a:graphic>
              <a:graphicData uri="http://schemas.openxmlformats.org/presentationml/2006/ole">
                <mc:AlternateContent xmlns:mc="http://schemas.openxmlformats.org/markup-compatibility/2006">
                  <mc:Choice xmlns:v="urn:schemas-microsoft-com:vml" Requires="v">
                    <p:oleObj spid="_x0000_s110654" name="公式" r:id="rId11" imgW="1574800" imgH="609600" progId="Equation.3">
                      <p:embed/>
                    </p:oleObj>
                  </mc:Choice>
                  <mc:Fallback>
                    <p:oleObj name="公式" r:id="rId11" imgW="1574800" imgH="609600" progId="Equation.3">
                      <p:embed/>
                      <p:pic>
                        <p:nvPicPr>
                          <p:cNvPr id="0" name="Picture 2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32" y="2832"/>
                            <a:ext cx="1776" cy="6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0610"/>
                                        </p:tgtEl>
                                        <p:attrNameLst>
                                          <p:attrName>style.visibility</p:attrName>
                                        </p:attrNameLst>
                                      </p:cBhvr>
                                      <p:to>
                                        <p:strVal val="visible"/>
                                      </p:to>
                                    </p:set>
                                    <p:animEffect transition="in" filter="wipe(left)">
                                      <p:cBhvr>
                                        <p:cTn id="7" dur="500"/>
                                        <p:tgtEl>
                                          <p:spTgt spid="1106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0594"/>
                                        </p:tgtEl>
                                        <p:attrNameLst>
                                          <p:attrName>style.visibility</p:attrName>
                                        </p:attrNameLst>
                                      </p:cBhvr>
                                      <p:to>
                                        <p:strVal val="visible"/>
                                      </p:to>
                                    </p:set>
                                    <p:animEffect transition="in" filter="wipe(left)">
                                      <p:cBhvr>
                                        <p:cTn id="12" dur="500"/>
                                        <p:tgtEl>
                                          <p:spTgt spid="1105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10599"/>
                                        </p:tgtEl>
                                        <p:attrNameLst>
                                          <p:attrName>style.visibility</p:attrName>
                                        </p:attrNameLst>
                                      </p:cBhvr>
                                      <p:to>
                                        <p:strVal val="visible"/>
                                      </p:to>
                                    </p:set>
                                    <p:animEffect transition="in" filter="wipe(left)">
                                      <p:cBhvr>
                                        <p:cTn id="17" dur="500"/>
                                        <p:tgtEl>
                                          <p:spTgt spid="11059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10615"/>
                                        </p:tgtEl>
                                        <p:attrNameLst>
                                          <p:attrName>style.visibility</p:attrName>
                                        </p:attrNameLst>
                                      </p:cBhvr>
                                      <p:to>
                                        <p:strVal val="visible"/>
                                      </p:to>
                                    </p:set>
                                    <p:animEffect transition="in" filter="wipe(left)">
                                      <p:cBhvr>
                                        <p:cTn id="22" dur="500"/>
                                        <p:tgtEl>
                                          <p:spTgt spid="110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fld id="{5880D54B-CC92-476B-BAF9-17F022DDF649}" type="slidenum">
              <a:rPr lang="zh-CN" altLang="en-US"/>
              <a:pPr/>
              <a:t>15</a:t>
            </a:fld>
            <a:endParaRPr lang="en-US" altLang="zh-CN"/>
          </a:p>
        </p:txBody>
      </p:sp>
      <p:sp>
        <p:nvSpPr>
          <p:cNvPr id="120834" name="Text Box 2"/>
          <p:cNvSpPr txBox="1">
            <a:spLocks noChangeArrowheads="1"/>
          </p:cNvSpPr>
          <p:nvPr/>
        </p:nvSpPr>
        <p:spPr bwMode="auto">
          <a:xfrm>
            <a:off x="635000" y="539750"/>
            <a:ext cx="7959725" cy="1630363"/>
          </a:xfrm>
          <a:prstGeom prst="rect">
            <a:avLst/>
          </a:prstGeom>
          <a:noFill/>
          <a:ln w="9525">
            <a:noFill/>
            <a:miter lim="800000"/>
            <a:headEnd/>
            <a:tailEnd/>
          </a:ln>
          <a:effectLst/>
        </p:spPr>
        <p:txBody>
          <a:bodyPr>
            <a:spAutoFit/>
          </a:bodyPr>
          <a:lstStyle/>
          <a:p>
            <a:pPr eaLnBrk="1" hangingPunct="1">
              <a:lnSpc>
                <a:spcPct val="120000"/>
              </a:lnSpc>
              <a:buClr>
                <a:srgbClr val="3333FF"/>
              </a:buClr>
              <a:buFont typeface="Wingdings" pitchFamily="2" charset="2"/>
              <a:buChar char="Ø"/>
            </a:pPr>
            <a:r>
              <a:rPr kumimoji="1" lang="zh-CN" altLang="en-US" dirty="0">
                <a:solidFill>
                  <a:srgbClr val="000000"/>
                </a:solidFill>
              </a:rPr>
              <a:t> 条纹在屏幕上的位置与波长成正比，如果用白光做光源，中央为白色明条纹，其两侧各级都</a:t>
            </a:r>
            <a:r>
              <a:rPr kumimoji="1" lang="zh-CN" altLang="en-US" dirty="0" smtClean="0">
                <a:solidFill>
                  <a:srgbClr val="000000"/>
                </a:solidFill>
              </a:rPr>
              <a:t>为</a:t>
            </a:r>
            <a:endParaRPr kumimoji="1" lang="en-US" altLang="zh-CN" dirty="0" smtClean="0">
              <a:solidFill>
                <a:srgbClr val="000000"/>
              </a:solidFill>
            </a:endParaRPr>
          </a:p>
          <a:p>
            <a:pPr eaLnBrk="1" hangingPunct="1">
              <a:lnSpc>
                <a:spcPct val="120000"/>
              </a:lnSpc>
              <a:buClr>
                <a:srgbClr val="3333FF"/>
              </a:buClr>
            </a:pPr>
            <a:r>
              <a:rPr kumimoji="1" lang="zh-CN" altLang="en-US" dirty="0" smtClean="0">
                <a:solidFill>
                  <a:srgbClr val="000000"/>
                </a:solidFill>
              </a:rPr>
              <a:t>                  。</a:t>
            </a:r>
            <a:r>
              <a:rPr kumimoji="1" lang="zh-CN" altLang="en-US" dirty="0">
                <a:solidFill>
                  <a:srgbClr val="000000"/>
                </a:solidFill>
              </a:rPr>
              <a:t>该衍射图样称为</a:t>
            </a:r>
            <a:r>
              <a:rPr kumimoji="1" lang="zh-CN" altLang="en-US" dirty="0">
                <a:solidFill>
                  <a:srgbClr val="CC0000"/>
                </a:solidFill>
              </a:rPr>
              <a:t>衍射光谱</a:t>
            </a:r>
            <a:r>
              <a:rPr kumimoji="1" lang="zh-CN" altLang="en-US" dirty="0">
                <a:solidFill>
                  <a:srgbClr val="000000"/>
                </a:solidFill>
              </a:rPr>
              <a:t>。</a:t>
            </a:r>
          </a:p>
        </p:txBody>
      </p:sp>
      <p:sp>
        <p:nvSpPr>
          <p:cNvPr id="120836" name="Text Box 4"/>
          <p:cNvSpPr txBox="1">
            <a:spLocks noChangeArrowheads="1"/>
          </p:cNvSpPr>
          <p:nvPr/>
        </p:nvSpPr>
        <p:spPr bwMode="auto">
          <a:xfrm>
            <a:off x="635000" y="4464050"/>
            <a:ext cx="8221663" cy="604838"/>
          </a:xfrm>
          <a:prstGeom prst="rect">
            <a:avLst/>
          </a:prstGeom>
          <a:noFill/>
          <a:ln w="9525" algn="ctr">
            <a:noFill/>
            <a:miter lim="800000"/>
            <a:headEnd/>
            <a:tailEnd/>
          </a:ln>
          <a:effectLst/>
        </p:spPr>
        <p:txBody>
          <a:bodyPr>
            <a:spAutoFit/>
          </a:bodyPr>
          <a:lstStyle/>
          <a:p>
            <a:pPr eaLnBrk="1" hangingPunct="1">
              <a:lnSpc>
                <a:spcPct val="120000"/>
              </a:lnSpc>
              <a:buClr>
                <a:srgbClr val="3333FF"/>
              </a:buClr>
              <a:buFont typeface="Wingdings" pitchFamily="2" charset="2"/>
              <a:buChar char="Ø"/>
            </a:pPr>
            <a:r>
              <a:rPr kumimoji="1" lang="zh-CN" altLang="en-US" dirty="0">
                <a:solidFill>
                  <a:srgbClr val="000000"/>
                </a:solidFill>
              </a:rPr>
              <a:t> 几何光学是波动光学在</a:t>
            </a:r>
            <a:r>
              <a:rPr kumimoji="1" lang="en-US" altLang="zh-CN" dirty="0">
                <a:solidFill>
                  <a:srgbClr val="000000"/>
                </a:solidFill>
              </a:rPr>
              <a:t>b &gt;&gt;λ</a:t>
            </a:r>
            <a:r>
              <a:rPr kumimoji="1" lang="zh-CN" altLang="en-US" dirty="0">
                <a:solidFill>
                  <a:srgbClr val="000000"/>
                </a:solidFill>
              </a:rPr>
              <a:t>时的极限情况。</a:t>
            </a:r>
          </a:p>
        </p:txBody>
      </p:sp>
      <p:sp>
        <p:nvSpPr>
          <p:cNvPr id="120837" name="Text Box 5"/>
          <p:cNvSpPr txBox="1">
            <a:spLocks noChangeArrowheads="1"/>
          </p:cNvSpPr>
          <p:nvPr/>
        </p:nvSpPr>
        <p:spPr bwMode="auto">
          <a:xfrm>
            <a:off x="635000" y="5387975"/>
            <a:ext cx="8132763" cy="604838"/>
          </a:xfrm>
          <a:prstGeom prst="rect">
            <a:avLst/>
          </a:prstGeom>
          <a:noFill/>
          <a:ln w="9525" algn="ctr">
            <a:noFill/>
            <a:miter lim="800000"/>
            <a:headEnd/>
            <a:tailEnd/>
          </a:ln>
          <a:effectLst/>
        </p:spPr>
        <p:txBody>
          <a:bodyPr>
            <a:spAutoFit/>
          </a:bodyPr>
          <a:lstStyle/>
          <a:p>
            <a:pPr eaLnBrk="1" hangingPunct="1">
              <a:lnSpc>
                <a:spcPct val="120000"/>
              </a:lnSpc>
              <a:buClr>
                <a:srgbClr val="3333FF"/>
              </a:buClr>
              <a:buFont typeface="Wingdings" pitchFamily="2" charset="2"/>
              <a:buChar char="Ø"/>
            </a:pPr>
            <a:r>
              <a:rPr kumimoji="1" lang="zh-CN" altLang="en-US">
                <a:solidFill>
                  <a:srgbClr val="000000"/>
                </a:solidFill>
              </a:rPr>
              <a:t>当 </a:t>
            </a:r>
            <a:r>
              <a:rPr kumimoji="1" lang="en-US" altLang="zh-CN">
                <a:solidFill>
                  <a:srgbClr val="000000"/>
                </a:solidFill>
              </a:rPr>
              <a:t>b≈λ </a:t>
            </a:r>
            <a:r>
              <a:rPr kumimoji="1" lang="zh-CN" altLang="en-US">
                <a:solidFill>
                  <a:srgbClr val="000000"/>
                </a:solidFill>
              </a:rPr>
              <a:t>或 </a:t>
            </a:r>
            <a:r>
              <a:rPr kumimoji="1" lang="en-US" altLang="zh-CN">
                <a:solidFill>
                  <a:srgbClr val="000000"/>
                </a:solidFill>
              </a:rPr>
              <a:t>b &lt;λ </a:t>
            </a:r>
            <a:r>
              <a:rPr kumimoji="1" lang="zh-CN" altLang="en-US">
                <a:solidFill>
                  <a:srgbClr val="000000"/>
                </a:solidFill>
              </a:rPr>
              <a:t>时会出现明显的衍射现象。</a:t>
            </a:r>
          </a:p>
        </p:txBody>
      </p:sp>
      <p:sp>
        <p:nvSpPr>
          <p:cNvPr id="120838" name="Text Box 6"/>
          <p:cNvSpPr txBox="1">
            <a:spLocks noChangeArrowheads="1"/>
          </p:cNvSpPr>
          <p:nvPr/>
        </p:nvSpPr>
        <p:spPr bwMode="auto">
          <a:xfrm>
            <a:off x="635000" y="2476500"/>
            <a:ext cx="8043863" cy="1630363"/>
          </a:xfrm>
          <a:prstGeom prst="rect">
            <a:avLst/>
          </a:prstGeom>
          <a:noFill/>
          <a:ln w="9525" algn="ctr">
            <a:noFill/>
            <a:miter lim="800000"/>
            <a:headEnd/>
            <a:tailEnd/>
          </a:ln>
          <a:effectLst/>
        </p:spPr>
        <p:txBody>
          <a:bodyPr>
            <a:spAutoFit/>
          </a:bodyPr>
          <a:lstStyle/>
          <a:p>
            <a:pPr eaLnBrk="1" hangingPunct="1">
              <a:lnSpc>
                <a:spcPct val="120000"/>
              </a:lnSpc>
              <a:buClr>
                <a:srgbClr val="3333FF"/>
              </a:buClr>
              <a:buFont typeface="Wingdings" pitchFamily="2" charset="2"/>
              <a:buChar char="Ø"/>
            </a:pPr>
            <a:r>
              <a:rPr kumimoji="1" lang="zh-CN" altLang="en-US" dirty="0">
                <a:solidFill>
                  <a:srgbClr val="000000"/>
                </a:solidFill>
              </a:rPr>
              <a:t> </a:t>
            </a:r>
            <a:r>
              <a:rPr kumimoji="1" lang="zh-CN" altLang="zh-CN" dirty="0">
                <a:solidFill>
                  <a:srgbClr val="000000"/>
                </a:solidFill>
              </a:rPr>
              <a:t>当缝宽比波长大很多时，形成单一的明条纹，这就是透镜所形成线光源的象。</a:t>
            </a:r>
            <a:r>
              <a:rPr kumimoji="1" lang="zh-CN" altLang="en-US" dirty="0">
                <a:solidFill>
                  <a:srgbClr val="000000"/>
                </a:solidFill>
              </a:rPr>
              <a:t> </a:t>
            </a:r>
            <a:r>
              <a:rPr kumimoji="1" lang="zh-CN" altLang="zh-CN" dirty="0">
                <a:solidFill>
                  <a:srgbClr val="CC0000"/>
                </a:solidFill>
              </a:rPr>
              <a:t>显示了光的直线传播的性质。</a:t>
            </a:r>
            <a:endParaRPr kumimoji="1" lang="zh-CN" altLang="en-US" dirty="0">
              <a:solidFill>
                <a:srgbClr val="CC0000"/>
              </a:solidFill>
            </a:endParaRPr>
          </a:p>
        </p:txBody>
      </p:sp>
      <p:sp>
        <p:nvSpPr>
          <p:cNvPr id="7" name="矩形 6"/>
          <p:cNvSpPr/>
          <p:nvPr/>
        </p:nvSpPr>
        <p:spPr>
          <a:xfrm>
            <a:off x="694363" y="1633057"/>
            <a:ext cx="1653018" cy="523220"/>
          </a:xfrm>
          <a:prstGeom prst="rect">
            <a:avLst/>
          </a:prstGeom>
          <a:noFill/>
          <a:effectLst>
            <a:softEdge rad="12700"/>
          </a:effectLst>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kumimoji="1" lang="zh-CN" altLang="en-US" cap="none" spc="50" dirty="0">
                <a:ln w="11430">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effectLst>
                  <a:outerShdw blurRad="38100" dist="38100" dir="2700000" algn="tl">
                    <a:srgbClr val="000000">
                      <a:alpha val="43137"/>
                    </a:srgbClr>
                  </a:outerShdw>
                </a:effectLst>
                <a:latin typeface="黑体" pitchFamily="49" charset="-122"/>
                <a:ea typeface="黑体" pitchFamily="49" charset="-122"/>
                <a:cs typeface="Aharoni" pitchFamily="2" charset="-79"/>
              </a:rPr>
              <a:t>彩色条纹</a:t>
            </a:r>
            <a:endParaRPr lang="zh-CN" altLang="en-US" cap="none" spc="50" dirty="0">
              <a:ln w="11430">
                <a:noFill/>
              </a:ln>
              <a:gradFill>
                <a:gsLst>
                  <a:gs pos="0">
                    <a:srgbClr val="A603AB"/>
                  </a:gs>
                  <a:gs pos="21001">
                    <a:srgbClr val="0819FB"/>
                  </a:gs>
                  <a:gs pos="35001">
                    <a:srgbClr val="1A8D48"/>
                  </a:gs>
                  <a:gs pos="52000">
                    <a:srgbClr val="FFFF00"/>
                  </a:gs>
                  <a:gs pos="73000">
                    <a:srgbClr val="EE3F17"/>
                  </a:gs>
                  <a:gs pos="88000">
                    <a:srgbClr val="E81766"/>
                  </a:gs>
                  <a:gs pos="100000">
                    <a:srgbClr val="A603AB"/>
                  </a:gs>
                </a:gsLst>
                <a:lin ang="5400000" scaled="0"/>
              </a:gradFill>
              <a:effectLst>
                <a:outerShdw blurRad="38100" dist="38100" dir="2700000" algn="tl">
                  <a:srgbClr val="000000">
                    <a:alpha val="43137"/>
                  </a:srgbClr>
                </a:outerShdw>
              </a:effectLst>
              <a:latin typeface="黑体" pitchFamily="49" charset="-122"/>
              <a:ea typeface="黑体" pitchFamily="49" charset="-122"/>
              <a:cs typeface="Aharoni" pitchFamily="2" charset="-79"/>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20838"/>
                                        </p:tgtEl>
                                        <p:attrNameLst>
                                          <p:attrName>style.visibility</p:attrName>
                                        </p:attrNameLst>
                                      </p:cBhvr>
                                      <p:to>
                                        <p:strVal val="visible"/>
                                      </p:to>
                                    </p:set>
                                    <p:animEffect transition="in" filter="wipe(down)">
                                      <p:cBhvr>
                                        <p:cTn id="7" dur="500"/>
                                        <p:tgtEl>
                                          <p:spTgt spid="120838"/>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120836"/>
                                        </p:tgtEl>
                                        <p:attrNameLst>
                                          <p:attrName>style.visibility</p:attrName>
                                        </p:attrNameLst>
                                      </p:cBhvr>
                                      <p:to>
                                        <p:strVal val="visible"/>
                                      </p:to>
                                    </p:set>
                                    <p:anim calcmode="lin" valueType="num">
                                      <p:cBhvr>
                                        <p:cTn id="11" dur="500" fill="hold"/>
                                        <p:tgtEl>
                                          <p:spTgt spid="120836"/>
                                        </p:tgtEl>
                                        <p:attrNameLst>
                                          <p:attrName>ppt_w</p:attrName>
                                        </p:attrNameLst>
                                      </p:cBhvr>
                                      <p:tavLst>
                                        <p:tav tm="0">
                                          <p:val>
                                            <p:fltVal val="0"/>
                                          </p:val>
                                        </p:tav>
                                        <p:tav tm="100000">
                                          <p:val>
                                            <p:strVal val="#ppt_w"/>
                                          </p:val>
                                        </p:tav>
                                      </p:tavLst>
                                    </p:anim>
                                    <p:anim calcmode="lin" valueType="num">
                                      <p:cBhvr>
                                        <p:cTn id="12" dur="500" fill="hold"/>
                                        <p:tgtEl>
                                          <p:spTgt spid="120836"/>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20837"/>
                                        </p:tgtEl>
                                        <p:attrNameLst>
                                          <p:attrName>style.visibility</p:attrName>
                                        </p:attrNameLst>
                                      </p:cBhvr>
                                      <p:to>
                                        <p:strVal val="visible"/>
                                      </p:to>
                                    </p:set>
                                    <p:anim calcmode="lin" valueType="num">
                                      <p:cBhvr additive="base">
                                        <p:cTn id="16" dur="500" fill="hold"/>
                                        <p:tgtEl>
                                          <p:spTgt spid="120837"/>
                                        </p:tgtEl>
                                        <p:attrNameLst>
                                          <p:attrName>ppt_x</p:attrName>
                                        </p:attrNameLst>
                                      </p:cBhvr>
                                      <p:tavLst>
                                        <p:tav tm="0">
                                          <p:val>
                                            <p:strVal val="1+#ppt_w/2"/>
                                          </p:val>
                                        </p:tav>
                                        <p:tav tm="100000">
                                          <p:val>
                                            <p:strVal val="#ppt_x"/>
                                          </p:val>
                                        </p:tav>
                                      </p:tavLst>
                                    </p:anim>
                                    <p:anim calcmode="lin" valueType="num">
                                      <p:cBhvr additive="base">
                                        <p:cTn id="17" dur="500" fill="hold"/>
                                        <p:tgtEl>
                                          <p:spTgt spid="1208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6" grpId="0" autoUpdateAnimBg="0"/>
      <p:bldP spid="120837" grpId="0" autoUpdateAnimBg="0"/>
      <p:bldP spid="120838"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灯片编号占位符 3"/>
          <p:cNvSpPr>
            <a:spLocks noGrp="1"/>
          </p:cNvSpPr>
          <p:nvPr>
            <p:ph type="sldNum" sz="quarter" idx="12"/>
          </p:nvPr>
        </p:nvSpPr>
        <p:spPr/>
        <p:txBody>
          <a:bodyPr/>
          <a:lstStyle/>
          <a:p>
            <a:fld id="{FCC296D5-0A97-4705-8FA8-142A3F01F033}" type="slidenum">
              <a:rPr lang="zh-CN" altLang="en-US"/>
              <a:pPr/>
              <a:t>16</a:t>
            </a:fld>
            <a:endParaRPr lang="en-US" altLang="zh-CN"/>
          </a:p>
        </p:txBody>
      </p:sp>
      <p:sp>
        <p:nvSpPr>
          <p:cNvPr id="111636" name="Text Box 20"/>
          <p:cNvSpPr txBox="1">
            <a:spLocks noChangeArrowheads="1"/>
          </p:cNvSpPr>
          <p:nvPr/>
        </p:nvSpPr>
        <p:spPr bwMode="auto">
          <a:xfrm>
            <a:off x="606425" y="400050"/>
            <a:ext cx="8031163" cy="1117600"/>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en-US" altLang="zh-CN">
                <a:solidFill>
                  <a:srgbClr val="CC0000"/>
                </a:solidFill>
              </a:rPr>
              <a:t>(4) </a:t>
            </a:r>
            <a:r>
              <a:rPr lang="zh-CN" altLang="en-US">
                <a:solidFill>
                  <a:srgbClr val="CC0000"/>
                </a:solidFill>
              </a:rPr>
              <a:t>单缝衍射的动态变化</a:t>
            </a:r>
            <a:r>
              <a:rPr lang="en-US" altLang="zh-CN">
                <a:solidFill>
                  <a:srgbClr val="CC0000"/>
                </a:solidFill>
              </a:rPr>
              <a:t>----</a:t>
            </a:r>
            <a:r>
              <a:rPr lang="zh-CN" altLang="en-US"/>
              <a:t>单缝</a:t>
            </a:r>
            <a:r>
              <a:rPr lang="zh-CN" altLang="en-US">
                <a:solidFill>
                  <a:srgbClr val="CC0000"/>
                </a:solidFill>
              </a:rPr>
              <a:t>上下</a:t>
            </a:r>
            <a:r>
              <a:rPr lang="zh-CN" altLang="en-US"/>
              <a:t>移动，根据透镜成像原理衍射图</a:t>
            </a:r>
            <a:r>
              <a:rPr lang="zh-CN" altLang="en-US">
                <a:solidFill>
                  <a:srgbClr val="CC0000"/>
                </a:solidFill>
              </a:rPr>
              <a:t>不</a:t>
            </a:r>
            <a:r>
              <a:rPr lang="zh-CN" altLang="en-US"/>
              <a:t>变 </a:t>
            </a:r>
            <a:r>
              <a:rPr lang="en-US" altLang="zh-CN"/>
              <a:t>.</a:t>
            </a:r>
            <a:endParaRPr lang="en-US" altLang="zh-CN">
              <a:solidFill>
                <a:srgbClr val="CC0000"/>
              </a:solidFill>
            </a:endParaRPr>
          </a:p>
        </p:txBody>
      </p:sp>
      <p:sp>
        <p:nvSpPr>
          <p:cNvPr id="111637" name="Text Box 21"/>
          <p:cNvSpPr txBox="1">
            <a:spLocks noChangeArrowheads="1"/>
          </p:cNvSpPr>
          <p:nvPr/>
        </p:nvSpPr>
        <p:spPr bwMode="auto">
          <a:xfrm>
            <a:off x="5532438" y="1960563"/>
            <a:ext cx="3352800" cy="1117600"/>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zh-CN" altLang="en-US"/>
              <a:t>单缝上移，零级明纹仍在透镜光轴上</a:t>
            </a:r>
            <a:r>
              <a:rPr lang="en-US" altLang="zh-CN"/>
              <a:t>.</a:t>
            </a:r>
          </a:p>
        </p:txBody>
      </p:sp>
      <p:grpSp>
        <p:nvGrpSpPr>
          <p:cNvPr id="111680" name="Group 64"/>
          <p:cNvGrpSpPr>
            <a:grpSpLocks/>
          </p:cNvGrpSpPr>
          <p:nvPr/>
        </p:nvGrpSpPr>
        <p:grpSpPr bwMode="auto">
          <a:xfrm>
            <a:off x="874713" y="1600200"/>
            <a:ext cx="4283075" cy="1795463"/>
            <a:chOff x="551" y="1080"/>
            <a:chExt cx="2698" cy="1131"/>
          </a:xfrm>
        </p:grpSpPr>
        <p:sp>
          <p:nvSpPr>
            <p:cNvPr id="111621" name="Line 5"/>
            <p:cNvSpPr>
              <a:spLocks noChangeShapeType="1"/>
            </p:cNvSpPr>
            <p:nvPr/>
          </p:nvSpPr>
          <p:spPr bwMode="auto">
            <a:xfrm flipH="1">
              <a:off x="690" y="1316"/>
              <a:ext cx="1218" cy="0"/>
            </a:xfrm>
            <a:prstGeom prst="line">
              <a:avLst/>
            </a:prstGeom>
            <a:noFill/>
            <a:ln w="19050">
              <a:solidFill>
                <a:srgbClr val="0000FF"/>
              </a:solidFill>
              <a:round/>
              <a:headEnd/>
              <a:tailEnd/>
            </a:ln>
            <a:effectLst/>
          </p:spPr>
          <p:txBody>
            <a:bodyPr wrap="none" anchor="ctr"/>
            <a:lstStyle/>
            <a:p>
              <a:endParaRPr lang="zh-CN" altLang="en-US"/>
            </a:p>
          </p:txBody>
        </p:sp>
        <p:sp>
          <p:nvSpPr>
            <p:cNvPr id="111622" name="Line 6"/>
            <p:cNvSpPr>
              <a:spLocks noChangeShapeType="1"/>
            </p:cNvSpPr>
            <p:nvPr/>
          </p:nvSpPr>
          <p:spPr bwMode="auto">
            <a:xfrm flipH="1">
              <a:off x="677" y="1424"/>
              <a:ext cx="1200" cy="0"/>
            </a:xfrm>
            <a:prstGeom prst="line">
              <a:avLst/>
            </a:prstGeom>
            <a:noFill/>
            <a:ln w="19050">
              <a:solidFill>
                <a:srgbClr val="0000FF"/>
              </a:solidFill>
              <a:round/>
              <a:headEnd/>
              <a:tailEnd/>
            </a:ln>
            <a:effectLst/>
          </p:spPr>
          <p:txBody>
            <a:bodyPr wrap="none" anchor="ctr"/>
            <a:lstStyle/>
            <a:p>
              <a:endParaRPr lang="zh-CN" altLang="en-US"/>
            </a:p>
          </p:txBody>
        </p:sp>
        <p:sp>
          <p:nvSpPr>
            <p:cNvPr id="111623" name="Line 7"/>
            <p:cNvSpPr>
              <a:spLocks noChangeShapeType="1"/>
            </p:cNvSpPr>
            <p:nvPr/>
          </p:nvSpPr>
          <p:spPr bwMode="auto">
            <a:xfrm>
              <a:off x="1891" y="1317"/>
              <a:ext cx="1015" cy="339"/>
            </a:xfrm>
            <a:prstGeom prst="line">
              <a:avLst/>
            </a:prstGeom>
            <a:noFill/>
            <a:ln w="19050">
              <a:solidFill>
                <a:srgbClr val="0000FF"/>
              </a:solidFill>
              <a:round/>
              <a:headEnd/>
              <a:tailEnd/>
            </a:ln>
            <a:effectLst/>
          </p:spPr>
          <p:txBody>
            <a:bodyPr wrap="none" anchor="ctr"/>
            <a:lstStyle/>
            <a:p>
              <a:endParaRPr lang="zh-CN" altLang="en-US"/>
            </a:p>
          </p:txBody>
        </p:sp>
        <p:sp>
          <p:nvSpPr>
            <p:cNvPr id="111624" name="Line 8"/>
            <p:cNvSpPr>
              <a:spLocks noChangeShapeType="1"/>
            </p:cNvSpPr>
            <p:nvPr/>
          </p:nvSpPr>
          <p:spPr bwMode="auto">
            <a:xfrm>
              <a:off x="1853" y="1422"/>
              <a:ext cx="1034" cy="234"/>
            </a:xfrm>
            <a:prstGeom prst="line">
              <a:avLst/>
            </a:prstGeom>
            <a:noFill/>
            <a:ln w="19050">
              <a:solidFill>
                <a:srgbClr val="0000FF"/>
              </a:solidFill>
              <a:round/>
              <a:headEnd/>
              <a:tailEnd/>
            </a:ln>
            <a:effectLst/>
          </p:spPr>
          <p:txBody>
            <a:bodyPr wrap="none" anchor="ctr"/>
            <a:lstStyle/>
            <a:p>
              <a:endParaRPr lang="zh-CN" altLang="en-US"/>
            </a:p>
          </p:txBody>
        </p:sp>
        <p:graphicFrame>
          <p:nvGraphicFramePr>
            <p:cNvPr id="111626" name="Object 10"/>
            <p:cNvGraphicFramePr>
              <a:graphicFrameLocks noChangeAspect="1"/>
            </p:cNvGraphicFramePr>
            <p:nvPr/>
          </p:nvGraphicFramePr>
          <p:xfrm>
            <a:off x="2999" y="1682"/>
            <a:ext cx="250" cy="349"/>
          </p:xfrm>
          <a:graphic>
            <a:graphicData uri="http://schemas.openxmlformats.org/presentationml/2006/ole">
              <mc:AlternateContent xmlns:mc="http://schemas.openxmlformats.org/markup-compatibility/2006">
                <mc:Choice xmlns:v="urn:schemas-microsoft-com:vml" Requires="v">
                  <p:oleObj spid="_x0000_s111909" name="Equation" r:id="rId3" imgW="164957" imgH="190335" progId="Equation.3">
                    <p:embed/>
                  </p:oleObj>
                </mc:Choice>
                <mc:Fallback>
                  <p:oleObj name="Equation" r:id="rId3" imgW="164957" imgH="190335" progId="Equation.3">
                    <p:embed/>
                    <p:pic>
                      <p:nvPicPr>
                        <p:cNvPr id="0" name="Picture 1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9" y="1682"/>
                          <a:ext cx="250"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1661" name="Group 45"/>
            <p:cNvGrpSpPr>
              <a:grpSpLocks/>
            </p:cNvGrpSpPr>
            <p:nvPr/>
          </p:nvGrpSpPr>
          <p:grpSpPr bwMode="auto">
            <a:xfrm>
              <a:off x="551" y="1128"/>
              <a:ext cx="2640" cy="1062"/>
              <a:chOff x="551" y="1128"/>
              <a:chExt cx="2640" cy="1062"/>
            </a:xfrm>
          </p:grpSpPr>
          <p:sp>
            <p:nvSpPr>
              <p:cNvPr id="111620" name="Line 4"/>
              <p:cNvSpPr>
                <a:spLocks noChangeShapeType="1"/>
              </p:cNvSpPr>
              <p:nvPr/>
            </p:nvSpPr>
            <p:spPr bwMode="auto">
              <a:xfrm>
                <a:off x="551" y="1659"/>
                <a:ext cx="2640" cy="0"/>
              </a:xfrm>
              <a:prstGeom prst="line">
                <a:avLst/>
              </a:prstGeom>
              <a:noFill/>
              <a:ln w="12700">
                <a:solidFill>
                  <a:schemeClr val="tx1"/>
                </a:solidFill>
                <a:prstDash val="lgDashDot"/>
                <a:round/>
                <a:headEnd/>
                <a:tailEnd/>
              </a:ln>
              <a:effectLst/>
            </p:spPr>
            <p:txBody>
              <a:bodyPr wrap="none" anchor="ctr"/>
              <a:lstStyle/>
              <a:p>
                <a:endParaRPr lang="zh-CN" altLang="en-US"/>
              </a:p>
            </p:txBody>
          </p:sp>
          <p:sp>
            <p:nvSpPr>
              <p:cNvPr id="111625" name="Oval 9"/>
              <p:cNvSpPr>
                <a:spLocks noChangeArrowheads="1"/>
              </p:cNvSpPr>
              <p:nvPr/>
            </p:nvSpPr>
            <p:spPr bwMode="auto">
              <a:xfrm>
                <a:off x="1799" y="1128"/>
                <a:ext cx="118" cy="1062"/>
              </a:xfrm>
              <a:prstGeom prst="ellipse">
                <a:avLst/>
              </a:prstGeom>
              <a:solidFill>
                <a:srgbClr val="00FF99">
                  <a:alpha val="50000"/>
                </a:srgbClr>
              </a:solidFill>
              <a:ln w="19050">
                <a:solidFill>
                  <a:schemeClr val="tx1"/>
                </a:solidFill>
                <a:round/>
                <a:headEnd/>
                <a:tailEnd/>
              </a:ln>
              <a:effectLst/>
            </p:spPr>
            <p:txBody>
              <a:bodyPr wrap="none" anchor="ctr"/>
              <a:lstStyle/>
              <a:p>
                <a:endParaRPr lang="zh-CN" altLang="en-US"/>
              </a:p>
            </p:txBody>
          </p:sp>
          <p:sp>
            <p:nvSpPr>
              <p:cNvPr id="111627" name="Rectangle 11"/>
              <p:cNvSpPr>
                <a:spLocks noChangeArrowheads="1"/>
              </p:cNvSpPr>
              <p:nvPr/>
            </p:nvSpPr>
            <p:spPr bwMode="auto">
              <a:xfrm>
                <a:off x="2903" y="1141"/>
                <a:ext cx="48" cy="1036"/>
              </a:xfrm>
              <a:prstGeom prst="rect">
                <a:avLst/>
              </a:prstGeom>
              <a:gradFill rotWithShape="0">
                <a:gsLst>
                  <a:gs pos="0">
                    <a:schemeClr val="bg1">
                      <a:gamma/>
                      <a:shade val="0"/>
                      <a:invGamma/>
                    </a:schemeClr>
                  </a:gs>
                  <a:gs pos="100000">
                    <a:schemeClr val="bg1"/>
                  </a:gs>
                </a:gsLst>
                <a:lin ang="0" scaled="1"/>
              </a:gradFill>
              <a:ln w="19050">
                <a:solidFill>
                  <a:schemeClr val="tx1"/>
                </a:solidFill>
                <a:miter lim="800000"/>
                <a:headEnd/>
                <a:tailEnd/>
              </a:ln>
              <a:effectLst/>
            </p:spPr>
            <p:txBody>
              <a:bodyPr wrap="none" anchor="ctr"/>
              <a:lstStyle/>
              <a:p>
                <a:endParaRPr lang="zh-CN" altLang="en-US"/>
              </a:p>
            </p:txBody>
          </p:sp>
        </p:grpSp>
        <p:sp>
          <p:nvSpPr>
            <p:cNvPr id="111628" name="Line 12"/>
            <p:cNvSpPr>
              <a:spLocks noChangeShapeType="1"/>
            </p:cNvSpPr>
            <p:nvPr/>
          </p:nvSpPr>
          <p:spPr bwMode="auto">
            <a:xfrm flipV="1">
              <a:off x="1847" y="2193"/>
              <a:ext cx="1056" cy="0"/>
            </a:xfrm>
            <a:prstGeom prst="line">
              <a:avLst/>
            </a:prstGeom>
            <a:noFill/>
            <a:ln w="12700">
              <a:solidFill>
                <a:schemeClr val="tx1"/>
              </a:solidFill>
              <a:round/>
              <a:headEnd type="triangle" w="sm" len="lg"/>
              <a:tailEnd type="triangle" w="sm" len="lg"/>
            </a:ln>
            <a:effectLst/>
          </p:spPr>
          <p:txBody>
            <a:bodyPr wrap="none" anchor="ctr"/>
            <a:lstStyle/>
            <a:p>
              <a:endParaRPr lang="zh-CN" altLang="en-US"/>
            </a:p>
          </p:txBody>
        </p:sp>
        <p:graphicFrame>
          <p:nvGraphicFramePr>
            <p:cNvPr id="111629" name="Object 13"/>
            <p:cNvGraphicFramePr>
              <a:graphicFrameLocks noChangeAspect="1"/>
            </p:cNvGraphicFramePr>
            <p:nvPr/>
          </p:nvGraphicFramePr>
          <p:xfrm>
            <a:off x="2270" y="1898"/>
            <a:ext cx="283" cy="308"/>
          </p:xfrm>
          <a:graphic>
            <a:graphicData uri="http://schemas.openxmlformats.org/presentationml/2006/ole">
              <mc:AlternateContent xmlns:mc="http://schemas.openxmlformats.org/markup-compatibility/2006">
                <mc:Choice xmlns:v="urn:schemas-microsoft-com:vml" Requires="v">
                  <p:oleObj spid="_x0000_s111910" name="公式" r:id="rId5" imgW="215713" imgH="304536" progId="Equation.3">
                    <p:embed/>
                  </p:oleObj>
                </mc:Choice>
                <mc:Fallback>
                  <p:oleObj name="公式" r:id="rId5" imgW="215713" imgH="304536" progId="Equation.3">
                    <p:embed/>
                    <p:pic>
                      <p:nvPicPr>
                        <p:cNvPr id="0" name="Picture 1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0" y="1898"/>
                          <a:ext cx="283"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32" name="Rectangle 16"/>
            <p:cNvSpPr>
              <a:spLocks noChangeArrowheads="1"/>
            </p:cNvSpPr>
            <p:nvPr/>
          </p:nvSpPr>
          <p:spPr bwMode="auto">
            <a:xfrm>
              <a:off x="1018" y="1138"/>
              <a:ext cx="40" cy="168"/>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11634" name="Rectangle 18"/>
            <p:cNvSpPr>
              <a:spLocks noChangeArrowheads="1"/>
            </p:cNvSpPr>
            <p:nvPr/>
          </p:nvSpPr>
          <p:spPr bwMode="auto">
            <a:xfrm>
              <a:off x="1018" y="1150"/>
              <a:ext cx="27" cy="71"/>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11635" name="Rectangle 19"/>
            <p:cNvSpPr>
              <a:spLocks noChangeArrowheads="1"/>
            </p:cNvSpPr>
            <p:nvPr/>
          </p:nvSpPr>
          <p:spPr bwMode="auto">
            <a:xfrm>
              <a:off x="1018" y="1432"/>
              <a:ext cx="40" cy="779"/>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11642" name="Rectangle 26"/>
            <p:cNvSpPr>
              <a:spLocks noChangeArrowheads="1"/>
            </p:cNvSpPr>
            <p:nvPr/>
          </p:nvSpPr>
          <p:spPr bwMode="auto">
            <a:xfrm>
              <a:off x="831" y="1080"/>
              <a:ext cx="205" cy="269"/>
            </a:xfrm>
            <a:prstGeom prst="rect">
              <a:avLst/>
            </a:prstGeom>
            <a:noFill/>
            <a:ln w="9525">
              <a:noFill/>
              <a:miter lim="800000"/>
              <a:headEnd/>
              <a:tailEnd/>
            </a:ln>
          </p:spPr>
          <p:txBody>
            <a:bodyPr lIns="0" tIns="0" rIns="0" bIns="0">
              <a:spAutoFit/>
            </a:bodyPr>
            <a:lstStyle/>
            <a:p>
              <a:r>
                <a:rPr lang="en-US" altLang="zh-CN">
                  <a:solidFill>
                    <a:srgbClr val="000000"/>
                  </a:solidFill>
                </a:rPr>
                <a:t>b</a:t>
              </a:r>
              <a:endParaRPr lang="en-US" altLang="zh-CN"/>
            </a:p>
          </p:txBody>
        </p:sp>
      </p:grpSp>
      <p:grpSp>
        <p:nvGrpSpPr>
          <p:cNvPr id="111699" name="Group 83"/>
          <p:cNvGrpSpPr>
            <a:grpSpLocks/>
          </p:cNvGrpSpPr>
          <p:nvPr/>
        </p:nvGrpSpPr>
        <p:grpSpPr bwMode="auto">
          <a:xfrm>
            <a:off x="874713" y="1677988"/>
            <a:ext cx="4283075" cy="1711325"/>
            <a:chOff x="560" y="2555"/>
            <a:chExt cx="2698" cy="1078"/>
          </a:xfrm>
        </p:grpSpPr>
        <p:graphicFrame>
          <p:nvGraphicFramePr>
            <p:cNvPr id="111686" name="Object 70"/>
            <p:cNvGraphicFramePr>
              <a:graphicFrameLocks noChangeAspect="1"/>
            </p:cNvGraphicFramePr>
            <p:nvPr/>
          </p:nvGraphicFramePr>
          <p:xfrm>
            <a:off x="3008" y="3109"/>
            <a:ext cx="250" cy="349"/>
          </p:xfrm>
          <a:graphic>
            <a:graphicData uri="http://schemas.openxmlformats.org/presentationml/2006/ole">
              <mc:AlternateContent xmlns:mc="http://schemas.openxmlformats.org/markup-compatibility/2006">
                <mc:Choice xmlns:v="urn:schemas-microsoft-com:vml" Requires="v">
                  <p:oleObj spid="_x0000_s111911" name="Equation" r:id="rId7" imgW="164957" imgH="190335" progId="Equation.3">
                    <p:embed/>
                  </p:oleObj>
                </mc:Choice>
                <mc:Fallback>
                  <p:oleObj name="Equation" r:id="rId7" imgW="164957" imgH="190335" progId="Equation.3">
                    <p:embed/>
                    <p:pic>
                      <p:nvPicPr>
                        <p:cNvPr id="0" name="Picture 1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08" y="3109"/>
                          <a:ext cx="250" cy="3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1687" name="Group 71"/>
            <p:cNvGrpSpPr>
              <a:grpSpLocks/>
            </p:cNvGrpSpPr>
            <p:nvPr/>
          </p:nvGrpSpPr>
          <p:grpSpPr bwMode="auto">
            <a:xfrm>
              <a:off x="560" y="2555"/>
              <a:ext cx="2640" cy="1062"/>
              <a:chOff x="551" y="1128"/>
              <a:chExt cx="2640" cy="1062"/>
            </a:xfrm>
          </p:grpSpPr>
          <p:sp>
            <p:nvSpPr>
              <p:cNvPr id="111688" name="Line 72"/>
              <p:cNvSpPr>
                <a:spLocks noChangeShapeType="1"/>
              </p:cNvSpPr>
              <p:nvPr/>
            </p:nvSpPr>
            <p:spPr bwMode="auto">
              <a:xfrm>
                <a:off x="551" y="1659"/>
                <a:ext cx="2640" cy="0"/>
              </a:xfrm>
              <a:prstGeom prst="line">
                <a:avLst/>
              </a:prstGeom>
              <a:noFill/>
              <a:ln w="12700">
                <a:solidFill>
                  <a:schemeClr val="tx1"/>
                </a:solidFill>
                <a:prstDash val="lgDashDot"/>
                <a:round/>
                <a:headEnd/>
                <a:tailEnd/>
              </a:ln>
              <a:effectLst/>
            </p:spPr>
            <p:txBody>
              <a:bodyPr wrap="none" anchor="ctr"/>
              <a:lstStyle/>
              <a:p>
                <a:endParaRPr lang="zh-CN" altLang="en-US"/>
              </a:p>
            </p:txBody>
          </p:sp>
          <p:sp>
            <p:nvSpPr>
              <p:cNvPr id="111689" name="Oval 73"/>
              <p:cNvSpPr>
                <a:spLocks noChangeArrowheads="1"/>
              </p:cNvSpPr>
              <p:nvPr/>
            </p:nvSpPr>
            <p:spPr bwMode="auto">
              <a:xfrm>
                <a:off x="1799" y="1128"/>
                <a:ext cx="118" cy="1062"/>
              </a:xfrm>
              <a:prstGeom prst="ellipse">
                <a:avLst/>
              </a:prstGeom>
              <a:solidFill>
                <a:srgbClr val="00FF99">
                  <a:alpha val="50000"/>
                </a:srgbClr>
              </a:solidFill>
              <a:ln w="19050">
                <a:solidFill>
                  <a:schemeClr val="tx1"/>
                </a:solidFill>
                <a:round/>
                <a:headEnd/>
                <a:tailEnd/>
              </a:ln>
              <a:effectLst/>
            </p:spPr>
            <p:txBody>
              <a:bodyPr wrap="none" anchor="ctr"/>
              <a:lstStyle/>
              <a:p>
                <a:endParaRPr lang="zh-CN" altLang="en-US"/>
              </a:p>
            </p:txBody>
          </p:sp>
          <p:sp>
            <p:nvSpPr>
              <p:cNvPr id="111690" name="Rectangle 74"/>
              <p:cNvSpPr>
                <a:spLocks noChangeArrowheads="1"/>
              </p:cNvSpPr>
              <p:nvPr/>
            </p:nvSpPr>
            <p:spPr bwMode="auto">
              <a:xfrm>
                <a:off x="2903" y="1141"/>
                <a:ext cx="48" cy="1036"/>
              </a:xfrm>
              <a:prstGeom prst="rect">
                <a:avLst/>
              </a:prstGeom>
              <a:gradFill rotWithShape="0">
                <a:gsLst>
                  <a:gs pos="0">
                    <a:schemeClr val="bg1">
                      <a:gamma/>
                      <a:shade val="0"/>
                      <a:invGamma/>
                    </a:schemeClr>
                  </a:gs>
                  <a:gs pos="100000">
                    <a:schemeClr val="bg1"/>
                  </a:gs>
                </a:gsLst>
                <a:lin ang="0" scaled="1"/>
              </a:gradFill>
              <a:ln w="19050">
                <a:solidFill>
                  <a:schemeClr val="tx1"/>
                </a:solidFill>
                <a:miter lim="800000"/>
                <a:headEnd/>
                <a:tailEnd/>
              </a:ln>
              <a:effectLst/>
            </p:spPr>
            <p:txBody>
              <a:bodyPr wrap="none" anchor="ctr"/>
              <a:lstStyle/>
              <a:p>
                <a:endParaRPr lang="zh-CN" altLang="en-US"/>
              </a:p>
            </p:txBody>
          </p:sp>
        </p:grpSp>
        <p:sp>
          <p:nvSpPr>
            <p:cNvPr id="111691" name="Line 75"/>
            <p:cNvSpPr>
              <a:spLocks noChangeShapeType="1"/>
            </p:cNvSpPr>
            <p:nvPr/>
          </p:nvSpPr>
          <p:spPr bwMode="auto">
            <a:xfrm flipV="1">
              <a:off x="1856" y="3620"/>
              <a:ext cx="1056" cy="0"/>
            </a:xfrm>
            <a:prstGeom prst="line">
              <a:avLst/>
            </a:prstGeom>
            <a:noFill/>
            <a:ln w="12700">
              <a:solidFill>
                <a:schemeClr val="tx1"/>
              </a:solidFill>
              <a:round/>
              <a:headEnd type="triangle" w="sm" len="lg"/>
              <a:tailEnd type="triangle" w="sm" len="lg"/>
            </a:ln>
            <a:effectLst/>
          </p:spPr>
          <p:txBody>
            <a:bodyPr wrap="none" anchor="ctr"/>
            <a:lstStyle/>
            <a:p>
              <a:endParaRPr lang="zh-CN" altLang="en-US"/>
            </a:p>
          </p:txBody>
        </p:sp>
        <p:graphicFrame>
          <p:nvGraphicFramePr>
            <p:cNvPr id="111692" name="Object 76"/>
            <p:cNvGraphicFramePr>
              <a:graphicFrameLocks noChangeAspect="1"/>
            </p:cNvGraphicFramePr>
            <p:nvPr/>
          </p:nvGraphicFramePr>
          <p:xfrm>
            <a:off x="2279" y="3325"/>
            <a:ext cx="283" cy="308"/>
          </p:xfrm>
          <a:graphic>
            <a:graphicData uri="http://schemas.openxmlformats.org/presentationml/2006/ole">
              <mc:AlternateContent xmlns:mc="http://schemas.openxmlformats.org/markup-compatibility/2006">
                <mc:Choice xmlns:v="urn:schemas-microsoft-com:vml" Requires="v">
                  <p:oleObj spid="_x0000_s111912" name="公式" r:id="rId8" imgW="215713" imgH="304536" progId="Equation.3">
                    <p:embed/>
                  </p:oleObj>
                </mc:Choice>
                <mc:Fallback>
                  <p:oleObj name="公式" r:id="rId8" imgW="215713" imgH="304536" progId="Equation.3">
                    <p:embed/>
                    <p:pic>
                      <p:nvPicPr>
                        <p:cNvPr id="0" name="Picture 14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79" y="3325"/>
                          <a:ext cx="283" cy="30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93" name="Rectangle 77"/>
            <p:cNvSpPr>
              <a:spLocks noChangeArrowheads="1"/>
            </p:cNvSpPr>
            <p:nvPr/>
          </p:nvSpPr>
          <p:spPr bwMode="auto">
            <a:xfrm>
              <a:off x="1027" y="2565"/>
              <a:ext cx="40" cy="168"/>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11682" name="Line 66"/>
            <p:cNvSpPr>
              <a:spLocks noChangeShapeType="1"/>
            </p:cNvSpPr>
            <p:nvPr/>
          </p:nvSpPr>
          <p:spPr bwMode="auto">
            <a:xfrm flipH="1" flipV="1">
              <a:off x="704" y="3330"/>
              <a:ext cx="1218" cy="0"/>
            </a:xfrm>
            <a:prstGeom prst="line">
              <a:avLst/>
            </a:prstGeom>
            <a:noFill/>
            <a:ln w="19050">
              <a:solidFill>
                <a:srgbClr val="0000FF"/>
              </a:solidFill>
              <a:round/>
              <a:headEnd/>
              <a:tailEnd/>
            </a:ln>
            <a:effectLst/>
          </p:spPr>
          <p:txBody>
            <a:bodyPr wrap="none" anchor="ctr"/>
            <a:lstStyle/>
            <a:p>
              <a:endParaRPr lang="zh-CN" altLang="en-US"/>
            </a:p>
          </p:txBody>
        </p:sp>
        <p:sp>
          <p:nvSpPr>
            <p:cNvPr id="111683" name="Line 67"/>
            <p:cNvSpPr>
              <a:spLocks noChangeShapeType="1"/>
            </p:cNvSpPr>
            <p:nvPr/>
          </p:nvSpPr>
          <p:spPr bwMode="auto">
            <a:xfrm flipH="1" flipV="1">
              <a:off x="713" y="3220"/>
              <a:ext cx="1200" cy="0"/>
            </a:xfrm>
            <a:prstGeom prst="line">
              <a:avLst/>
            </a:prstGeom>
            <a:noFill/>
            <a:ln w="19050">
              <a:solidFill>
                <a:srgbClr val="0000FF"/>
              </a:solidFill>
              <a:round/>
              <a:headEnd/>
              <a:tailEnd/>
            </a:ln>
            <a:effectLst/>
          </p:spPr>
          <p:txBody>
            <a:bodyPr wrap="none" anchor="ctr"/>
            <a:lstStyle/>
            <a:p>
              <a:endParaRPr lang="zh-CN" altLang="en-US"/>
            </a:p>
          </p:txBody>
        </p:sp>
        <p:sp>
          <p:nvSpPr>
            <p:cNvPr id="111684" name="Line 68"/>
            <p:cNvSpPr>
              <a:spLocks noChangeShapeType="1"/>
            </p:cNvSpPr>
            <p:nvPr/>
          </p:nvSpPr>
          <p:spPr bwMode="auto">
            <a:xfrm flipV="1">
              <a:off x="1923" y="3088"/>
              <a:ext cx="989" cy="237"/>
            </a:xfrm>
            <a:prstGeom prst="line">
              <a:avLst/>
            </a:prstGeom>
            <a:noFill/>
            <a:ln w="19050">
              <a:solidFill>
                <a:srgbClr val="0000FF"/>
              </a:solidFill>
              <a:round/>
              <a:headEnd/>
              <a:tailEnd/>
            </a:ln>
            <a:effectLst/>
          </p:spPr>
          <p:txBody>
            <a:bodyPr wrap="none" anchor="ctr"/>
            <a:lstStyle/>
            <a:p>
              <a:endParaRPr lang="zh-CN" altLang="en-US"/>
            </a:p>
          </p:txBody>
        </p:sp>
        <p:sp>
          <p:nvSpPr>
            <p:cNvPr id="111685" name="Line 69"/>
            <p:cNvSpPr>
              <a:spLocks noChangeShapeType="1"/>
            </p:cNvSpPr>
            <p:nvPr/>
          </p:nvSpPr>
          <p:spPr bwMode="auto">
            <a:xfrm flipV="1">
              <a:off x="1922" y="3097"/>
              <a:ext cx="946" cy="124"/>
            </a:xfrm>
            <a:prstGeom prst="line">
              <a:avLst/>
            </a:prstGeom>
            <a:noFill/>
            <a:ln w="19050">
              <a:solidFill>
                <a:srgbClr val="0000FF"/>
              </a:solidFill>
              <a:round/>
              <a:headEnd/>
              <a:tailEnd/>
            </a:ln>
            <a:effectLst/>
          </p:spPr>
          <p:txBody>
            <a:bodyPr wrap="none" anchor="ctr"/>
            <a:lstStyle/>
            <a:p>
              <a:endParaRPr lang="zh-CN" altLang="en-US"/>
            </a:p>
          </p:txBody>
        </p:sp>
        <p:sp>
          <p:nvSpPr>
            <p:cNvPr id="111695" name="Rectangle 79"/>
            <p:cNvSpPr>
              <a:spLocks noChangeArrowheads="1"/>
            </p:cNvSpPr>
            <p:nvPr/>
          </p:nvSpPr>
          <p:spPr bwMode="auto">
            <a:xfrm flipV="1">
              <a:off x="1027" y="2739"/>
              <a:ext cx="40" cy="469"/>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sp>
          <p:nvSpPr>
            <p:cNvPr id="111696" name="Rectangle 80"/>
            <p:cNvSpPr>
              <a:spLocks noChangeArrowheads="1"/>
            </p:cNvSpPr>
            <p:nvPr/>
          </p:nvSpPr>
          <p:spPr bwMode="auto">
            <a:xfrm>
              <a:off x="805" y="3297"/>
              <a:ext cx="205" cy="269"/>
            </a:xfrm>
            <a:prstGeom prst="rect">
              <a:avLst/>
            </a:prstGeom>
            <a:noFill/>
            <a:ln w="9525">
              <a:noFill/>
              <a:miter lim="800000"/>
              <a:headEnd/>
              <a:tailEnd/>
            </a:ln>
          </p:spPr>
          <p:txBody>
            <a:bodyPr lIns="0" tIns="0" rIns="0" bIns="0">
              <a:spAutoFit/>
            </a:bodyPr>
            <a:lstStyle/>
            <a:p>
              <a:r>
                <a:rPr lang="en-US" altLang="zh-CN">
                  <a:solidFill>
                    <a:srgbClr val="000000"/>
                  </a:solidFill>
                </a:rPr>
                <a:t>b</a:t>
              </a:r>
              <a:endParaRPr lang="en-US" altLang="zh-CN"/>
            </a:p>
          </p:txBody>
        </p:sp>
        <p:sp>
          <p:nvSpPr>
            <p:cNvPr id="111698" name="Rectangle 82"/>
            <p:cNvSpPr>
              <a:spLocks noChangeArrowheads="1"/>
            </p:cNvSpPr>
            <p:nvPr/>
          </p:nvSpPr>
          <p:spPr bwMode="auto">
            <a:xfrm flipV="1">
              <a:off x="1027" y="3324"/>
              <a:ext cx="40" cy="274"/>
            </a:xfrm>
            <a:prstGeom prst="rect">
              <a:avLst/>
            </a:prstGeom>
            <a:solidFill>
              <a:srgbClr val="663300"/>
            </a:solidFill>
            <a:ln w="19050">
              <a:solidFill>
                <a:schemeClr val="tx1"/>
              </a:solidFill>
              <a:miter lim="800000"/>
              <a:headEnd/>
              <a:tailEnd/>
            </a:ln>
            <a:effectLst/>
          </p:spPr>
          <p:txBody>
            <a:bodyPr wrap="none" anchor="ctr"/>
            <a:lstStyle/>
            <a:p>
              <a:endParaRPr lang="zh-CN" altLang="en-US"/>
            </a:p>
          </p:txBody>
        </p:sp>
      </p:grpSp>
      <p:sp>
        <p:nvSpPr>
          <p:cNvPr id="111700" name="Text Box 84"/>
          <p:cNvSpPr txBox="1">
            <a:spLocks noChangeArrowheads="1"/>
          </p:cNvSpPr>
          <p:nvPr/>
        </p:nvSpPr>
        <p:spPr bwMode="auto">
          <a:xfrm>
            <a:off x="706438" y="3525838"/>
            <a:ext cx="7467600" cy="519112"/>
          </a:xfrm>
          <a:prstGeom prst="rect">
            <a:avLst/>
          </a:prstGeom>
          <a:noFill/>
          <a:ln w="9525">
            <a:noFill/>
            <a:miter lim="800000"/>
            <a:headEnd/>
            <a:tailEnd/>
          </a:ln>
          <a:effectLst/>
        </p:spPr>
        <p:txBody>
          <a:bodyPr>
            <a:spAutoFit/>
          </a:bodyPr>
          <a:lstStyle/>
          <a:p>
            <a:pPr eaLnBrk="1" hangingPunct="1">
              <a:spcBef>
                <a:spcPct val="50000"/>
              </a:spcBef>
            </a:pPr>
            <a:r>
              <a:rPr lang="en-US" altLang="zh-CN">
                <a:solidFill>
                  <a:srgbClr val="CC0000"/>
                </a:solidFill>
              </a:rPr>
              <a:t>(5) </a:t>
            </a:r>
            <a:r>
              <a:rPr lang="zh-CN" altLang="en-US">
                <a:solidFill>
                  <a:srgbClr val="CC0000"/>
                </a:solidFill>
              </a:rPr>
              <a:t>入射光非垂直入射时光程差的计算</a:t>
            </a:r>
          </a:p>
        </p:txBody>
      </p:sp>
      <p:grpSp>
        <p:nvGrpSpPr>
          <p:cNvPr id="111731" name="Group 115"/>
          <p:cNvGrpSpPr>
            <a:grpSpLocks/>
          </p:cNvGrpSpPr>
          <p:nvPr/>
        </p:nvGrpSpPr>
        <p:grpSpPr bwMode="auto">
          <a:xfrm>
            <a:off x="4984750" y="4110038"/>
            <a:ext cx="3352800" cy="2133600"/>
            <a:chOff x="3140" y="2573"/>
            <a:chExt cx="2112" cy="1344"/>
          </a:xfrm>
        </p:grpSpPr>
        <p:sp>
          <p:nvSpPr>
            <p:cNvPr id="111703" name="Rectangle 87"/>
            <p:cNvSpPr>
              <a:spLocks noChangeArrowheads="1"/>
            </p:cNvSpPr>
            <p:nvPr/>
          </p:nvSpPr>
          <p:spPr bwMode="auto">
            <a:xfrm>
              <a:off x="4148" y="2573"/>
              <a:ext cx="48" cy="384"/>
            </a:xfrm>
            <a:prstGeom prst="rect">
              <a:avLst/>
            </a:prstGeom>
            <a:solidFill>
              <a:srgbClr val="663300"/>
            </a:solidFill>
            <a:ln w="9525">
              <a:solidFill>
                <a:schemeClr val="tx1"/>
              </a:solidFill>
              <a:miter lim="800000"/>
              <a:headEnd/>
              <a:tailEnd/>
            </a:ln>
            <a:effectLst/>
          </p:spPr>
          <p:txBody>
            <a:bodyPr wrap="none" anchor="ctr"/>
            <a:lstStyle/>
            <a:p>
              <a:endParaRPr lang="zh-CN" altLang="en-US"/>
            </a:p>
          </p:txBody>
        </p:sp>
        <p:sp>
          <p:nvSpPr>
            <p:cNvPr id="111704" name="Rectangle 88"/>
            <p:cNvSpPr>
              <a:spLocks noChangeArrowheads="1"/>
            </p:cNvSpPr>
            <p:nvPr/>
          </p:nvSpPr>
          <p:spPr bwMode="auto">
            <a:xfrm>
              <a:off x="4148" y="3533"/>
              <a:ext cx="48" cy="384"/>
            </a:xfrm>
            <a:prstGeom prst="rect">
              <a:avLst/>
            </a:prstGeom>
            <a:solidFill>
              <a:srgbClr val="663300"/>
            </a:solidFill>
            <a:ln w="9525">
              <a:solidFill>
                <a:schemeClr val="tx1"/>
              </a:solidFill>
              <a:miter lim="800000"/>
              <a:headEnd/>
              <a:tailEnd/>
            </a:ln>
            <a:effectLst/>
          </p:spPr>
          <p:txBody>
            <a:bodyPr wrap="none" anchor="ctr"/>
            <a:lstStyle/>
            <a:p>
              <a:endParaRPr lang="zh-CN" altLang="en-US"/>
            </a:p>
          </p:txBody>
        </p:sp>
        <p:sp>
          <p:nvSpPr>
            <p:cNvPr id="111705" name="Line 89"/>
            <p:cNvSpPr>
              <a:spLocks noChangeShapeType="1"/>
            </p:cNvSpPr>
            <p:nvPr/>
          </p:nvSpPr>
          <p:spPr bwMode="auto">
            <a:xfrm>
              <a:off x="3140" y="2957"/>
              <a:ext cx="2112" cy="0"/>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graphicFrame>
          <p:nvGraphicFramePr>
            <p:cNvPr id="111706" name="Object 90"/>
            <p:cNvGraphicFramePr>
              <a:graphicFrameLocks noChangeAspect="1"/>
            </p:cNvGraphicFramePr>
            <p:nvPr/>
          </p:nvGraphicFramePr>
          <p:xfrm>
            <a:off x="3140" y="3005"/>
            <a:ext cx="183" cy="281"/>
          </p:xfrm>
          <a:graphic>
            <a:graphicData uri="http://schemas.openxmlformats.org/presentationml/2006/ole">
              <mc:AlternateContent xmlns:mc="http://schemas.openxmlformats.org/markup-compatibility/2006">
                <mc:Choice xmlns:v="urn:schemas-microsoft-com:vml" Requires="v">
                  <p:oleObj spid="_x0000_s111913" name="公式" r:id="rId9" imgW="164957" imgH="253780" progId="Equation.3">
                    <p:embed/>
                  </p:oleObj>
                </mc:Choice>
                <mc:Fallback>
                  <p:oleObj name="公式" r:id="rId9" imgW="164957" imgH="253780" progId="Equation.3">
                    <p:embed/>
                    <p:pic>
                      <p:nvPicPr>
                        <p:cNvPr id="0" name="Picture 15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40" y="3005"/>
                          <a:ext cx="183" cy="2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707" name="Line 91"/>
            <p:cNvSpPr>
              <a:spLocks noChangeShapeType="1"/>
            </p:cNvSpPr>
            <p:nvPr/>
          </p:nvSpPr>
          <p:spPr bwMode="auto">
            <a:xfrm flipV="1">
              <a:off x="3380" y="2957"/>
              <a:ext cx="0" cy="576"/>
            </a:xfrm>
            <a:prstGeom prst="line">
              <a:avLst/>
            </a:prstGeom>
            <a:noFill/>
            <a:ln w="12700">
              <a:solidFill>
                <a:schemeClr val="tx1"/>
              </a:solidFill>
              <a:round/>
              <a:headEnd type="triangle" w="sm" len="lg"/>
              <a:tailEnd type="triangle" w="sm" len="lg"/>
            </a:ln>
            <a:effectLst/>
          </p:spPr>
          <p:txBody>
            <a:bodyPr wrap="none" anchor="ctr"/>
            <a:lstStyle/>
            <a:p>
              <a:endParaRPr lang="zh-CN" altLang="en-US"/>
            </a:p>
          </p:txBody>
        </p:sp>
        <p:sp>
          <p:nvSpPr>
            <p:cNvPr id="111708" name="Line 92"/>
            <p:cNvSpPr>
              <a:spLocks noChangeShapeType="1"/>
            </p:cNvSpPr>
            <p:nvPr/>
          </p:nvSpPr>
          <p:spPr bwMode="auto">
            <a:xfrm>
              <a:off x="3140" y="3533"/>
              <a:ext cx="2112" cy="0"/>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graphicFrame>
          <p:nvGraphicFramePr>
            <p:cNvPr id="111709" name="Object 93"/>
            <p:cNvGraphicFramePr>
              <a:graphicFrameLocks noChangeAspect="1"/>
            </p:cNvGraphicFramePr>
            <p:nvPr/>
          </p:nvGraphicFramePr>
          <p:xfrm>
            <a:off x="4196" y="2621"/>
            <a:ext cx="266" cy="288"/>
          </p:xfrm>
          <a:graphic>
            <a:graphicData uri="http://schemas.openxmlformats.org/presentationml/2006/ole">
              <mc:AlternateContent xmlns:mc="http://schemas.openxmlformats.org/markup-compatibility/2006">
                <mc:Choice xmlns:v="urn:schemas-microsoft-com:vml" Requires="v">
                  <p:oleObj spid="_x0000_s111914" name="Equation" r:id="rId11" imgW="152268" imgH="164957" progId="Equation.3">
                    <p:embed/>
                  </p:oleObj>
                </mc:Choice>
                <mc:Fallback>
                  <p:oleObj name="Equation" r:id="rId11" imgW="152268" imgH="164957" progId="Equation.3">
                    <p:embed/>
                    <p:pic>
                      <p:nvPicPr>
                        <p:cNvPr id="0" name="Picture 1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96" y="2621"/>
                          <a:ext cx="26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710" name="Object 94"/>
            <p:cNvGraphicFramePr>
              <a:graphicFrameLocks noChangeAspect="1"/>
            </p:cNvGraphicFramePr>
            <p:nvPr/>
          </p:nvGraphicFramePr>
          <p:xfrm>
            <a:off x="3860" y="3581"/>
            <a:ext cx="266" cy="288"/>
          </p:xfrm>
          <a:graphic>
            <a:graphicData uri="http://schemas.openxmlformats.org/presentationml/2006/ole">
              <mc:AlternateContent xmlns:mc="http://schemas.openxmlformats.org/markup-compatibility/2006">
                <mc:Choice xmlns:v="urn:schemas-microsoft-com:vml" Requires="v">
                  <p:oleObj spid="_x0000_s111915" name="Equation" r:id="rId13" imgW="152268" imgH="164957" progId="Equation.3">
                    <p:embed/>
                  </p:oleObj>
                </mc:Choice>
                <mc:Fallback>
                  <p:oleObj name="Equation" r:id="rId13" imgW="152268" imgH="164957" progId="Equation.3">
                    <p:embed/>
                    <p:pic>
                      <p:nvPicPr>
                        <p:cNvPr id="0" name="Picture 15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60" y="3581"/>
                          <a:ext cx="26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711" name="Line 95"/>
            <p:cNvSpPr>
              <a:spLocks noChangeShapeType="1"/>
            </p:cNvSpPr>
            <p:nvPr/>
          </p:nvSpPr>
          <p:spPr bwMode="auto">
            <a:xfrm>
              <a:off x="4172" y="2981"/>
              <a:ext cx="0" cy="528"/>
            </a:xfrm>
            <a:prstGeom prst="line">
              <a:avLst/>
            </a:prstGeom>
            <a:noFill/>
            <a:ln w="9525">
              <a:solidFill>
                <a:schemeClr val="tx1"/>
              </a:solidFill>
              <a:prstDash val="lgDashDot"/>
              <a:round/>
              <a:headEnd/>
              <a:tailEnd/>
            </a:ln>
            <a:effectLst/>
          </p:spPr>
          <p:txBody>
            <a:bodyPr/>
            <a:lstStyle/>
            <a:p>
              <a:endParaRPr lang="zh-CN" altLang="en-US"/>
            </a:p>
          </p:txBody>
        </p:sp>
        <p:grpSp>
          <p:nvGrpSpPr>
            <p:cNvPr id="111712" name="Group 96"/>
            <p:cNvGrpSpPr>
              <a:grpSpLocks/>
            </p:cNvGrpSpPr>
            <p:nvPr/>
          </p:nvGrpSpPr>
          <p:grpSpPr bwMode="auto">
            <a:xfrm>
              <a:off x="4196" y="2669"/>
              <a:ext cx="912" cy="864"/>
              <a:chOff x="4176" y="1008"/>
              <a:chExt cx="912" cy="864"/>
            </a:xfrm>
          </p:grpSpPr>
          <p:sp>
            <p:nvSpPr>
              <p:cNvPr id="111713" name="Line 97"/>
              <p:cNvSpPr>
                <a:spLocks noChangeShapeType="1"/>
              </p:cNvSpPr>
              <p:nvPr/>
            </p:nvSpPr>
            <p:spPr bwMode="auto">
              <a:xfrm flipV="1">
                <a:off x="4176" y="1008"/>
                <a:ext cx="912" cy="288"/>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14" name="Line 98"/>
              <p:cNvSpPr>
                <a:spLocks noChangeShapeType="1"/>
              </p:cNvSpPr>
              <p:nvPr/>
            </p:nvSpPr>
            <p:spPr bwMode="auto">
              <a:xfrm flipV="1">
                <a:off x="4176" y="1584"/>
                <a:ext cx="912" cy="288"/>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15" name="Arc 99"/>
              <p:cNvSpPr>
                <a:spLocks/>
              </p:cNvSpPr>
              <p:nvPr/>
            </p:nvSpPr>
            <p:spPr bwMode="auto">
              <a:xfrm>
                <a:off x="4608" y="1152"/>
                <a:ext cx="48"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CC00CC"/>
                </a:solidFill>
                <a:round/>
                <a:headEnd type="none" w="sm" len="lg"/>
                <a:tailEnd type="none" w="sm" len="lg"/>
              </a:ln>
              <a:effectLst/>
            </p:spPr>
            <p:txBody>
              <a:bodyPr wrap="none" anchor="ctr"/>
              <a:lstStyle/>
              <a:p>
                <a:endParaRPr lang="zh-CN" altLang="en-US"/>
              </a:p>
            </p:txBody>
          </p:sp>
          <p:graphicFrame>
            <p:nvGraphicFramePr>
              <p:cNvPr id="111716" name="Object 100"/>
              <p:cNvGraphicFramePr>
                <a:graphicFrameLocks noChangeAspect="1"/>
              </p:cNvGraphicFramePr>
              <p:nvPr/>
            </p:nvGraphicFramePr>
            <p:xfrm>
              <a:off x="4795" y="1056"/>
              <a:ext cx="197" cy="267"/>
            </p:xfrm>
            <a:graphic>
              <a:graphicData uri="http://schemas.openxmlformats.org/presentationml/2006/ole">
                <mc:AlternateContent xmlns:mc="http://schemas.openxmlformats.org/markup-compatibility/2006">
                  <mc:Choice xmlns:v="urn:schemas-microsoft-com:vml" Requires="v">
                    <p:oleObj spid="_x0000_s111916" name="公式" r:id="rId15" imgW="175220" imgH="243813" progId="Equation.3">
                      <p:embed/>
                    </p:oleObj>
                  </mc:Choice>
                  <mc:Fallback>
                    <p:oleObj name="公式" r:id="rId15" imgW="175220" imgH="243813" progId="Equation.3">
                      <p:embed/>
                      <p:pic>
                        <p:nvPicPr>
                          <p:cNvPr id="0" name="Picture 15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795" y="1056"/>
                            <a:ext cx="197" cy="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17" name="Group 101"/>
            <p:cNvGrpSpPr>
              <a:grpSpLocks/>
            </p:cNvGrpSpPr>
            <p:nvPr/>
          </p:nvGrpSpPr>
          <p:grpSpPr bwMode="auto">
            <a:xfrm>
              <a:off x="3476" y="2621"/>
              <a:ext cx="672" cy="912"/>
              <a:chOff x="3456" y="960"/>
              <a:chExt cx="672" cy="912"/>
            </a:xfrm>
          </p:grpSpPr>
          <p:sp>
            <p:nvSpPr>
              <p:cNvPr id="111718" name="Line 102"/>
              <p:cNvSpPr>
                <a:spLocks noChangeShapeType="1"/>
              </p:cNvSpPr>
              <p:nvPr/>
            </p:nvSpPr>
            <p:spPr bwMode="auto">
              <a:xfrm>
                <a:off x="3456" y="960"/>
                <a:ext cx="672" cy="336"/>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19" name="Line 103"/>
              <p:cNvSpPr>
                <a:spLocks noChangeShapeType="1"/>
              </p:cNvSpPr>
              <p:nvPr/>
            </p:nvSpPr>
            <p:spPr bwMode="auto">
              <a:xfrm>
                <a:off x="3456" y="1536"/>
                <a:ext cx="672" cy="336"/>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20" name="Arc 104"/>
              <p:cNvSpPr>
                <a:spLocks/>
              </p:cNvSpPr>
              <p:nvPr/>
            </p:nvSpPr>
            <p:spPr bwMode="auto">
              <a:xfrm flipH="1">
                <a:off x="3792" y="1152"/>
                <a:ext cx="48"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CC00CC"/>
                </a:solidFill>
                <a:round/>
                <a:headEnd type="none" w="sm" len="lg"/>
                <a:tailEnd type="none" w="sm" len="lg"/>
              </a:ln>
              <a:effectLst/>
            </p:spPr>
            <p:txBody>
              <a:bodyPr wrap="none" anchor="ctr"/>
              <a:lstStyle/>
              <a:p>
                <a:endParaRPr lang="zh-CN" altLang="en-US"/>
              </a:p>
            </p:txBody>
          </p:sp>
          <p:graphicFrame>
            <p:nvGraphicFramePr>
              <p:cNvPr id="111721" name="Object 105"/>
              <p:cNvGraphicFramePr>
                <a:graphicFrameLocks noChangeAspect="1"/>
              </p:cNvGraphicFramePr>
              <p:nvPr/>
            </p:nvGraphicFramePr>
            <p:xfrm>
              <a:off x="3504" y="1056"/>
              <a:ext cx="226" cy="267"/>
            </p:xfrm>
            <a:graphic>
              <a:graphicData uri="http://schemas.openxmlformats.org/presentationml/2006/ole">
                <mc:AlternateContent xmlns:mc="http://schemas.openxmlformats.org/markup-compatibility/2006">
                  <mc:Choice xmlns:v="urn:schemas-microsoft-com:vml" Requires="v">
                    <p:oleObj spid="_x0000_s111917" name="公式" r:id="rId17" imgW="3893887" imgH="4625314" progId="Equation.3">
                      <p:embed/>
                    </p:oleObj>
                  </mc:Choice>
                  <mc:Fallback>
                    <p:oleObj name="公式" r:id="rId17" imgW="3893887" imgH="4625314" progId="Equation.3">
                      <p:embed/>
                      <p:pic>
                        <p:nvPicPr>
                          <p:cNvPr id="0" name="Picture 154"/>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04" y="1056"/>
                            <a:ext cx="226" cy="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22" name="Group 106"/>
            <p:cNvGrpSpPr>
              <a:grpSpLocks/>
            </p:cNvGrpSpPr>
            <p:nvPr/>
          </p:nvGrpSpPr>
          <p:grpSpPr bwMode="auto">
            <a:xfrm>
              <a:off x="3668" y="2951"/>
              <a:ext cx="498" cy="678"/>
              <a:chOff x="3648" y="1290"/>
              <a:chExt cx="498" cy="678"/>
            </a:xfrm>
          </p:grpSpPr>
          <p:sp>
            <p:nvSpPr>
              <p:cNvPr id="111723" name="Freeform 107"/>
              <p:cNvSpPr>
                <a:spLocks/>
              </p:cNvSpPr>
              <p:nvPr/>
            </p:nvSpPr>
            <p:spPr bwMode="auto">
              <a:xfrm>
                <a:off x="3888" y="1290"/>
                <a:ext cx="258" cy="438"/>
              </a:xfrm>
              <a:custGeom>
                <a:avLst/>
                <a:gdLst/>
                <a:ahLst/>
                <a:cxnLst>
                  <a:cxn ang="0">
                    <a:pos x="186" y="0"/>
                  </a:cxn>
                  <a:cxn ang="0">
                    <a:pos x="0" y="294"/>
                  </a:cxn>
                </a:cxnLst>
                <a:rect l="0" t="0" r="r" b="b"/>
                <a:pathLst>
                  <a:path w="186" h="294">
                    <a:moveTo>
                      <a:pt x="186" y="0"/>
                    </a:moveTo>
                    <a:lnTo>
                      <a:pt x="0" y="294"/>
                    </a:lnTo>
                  </a:path>
                </a:pathLst>
              </a:custGeom>
              <a:noFill/>
              <a:ln w="38100" cap="flat" cmpd="sng">
                <a:solidFill>
                  <a:srgbClr val="FF0000"/>
                </a:solidFill>
                <a:prstDash val="sysDot"/>
                <a:round/>
                <a:headEnd type="none" w="sm" len="lg"/>
                <a:tailEnd type="none" w="sm" len="lg"/>
              </a:ln>
              <a:effectLst/>
            </p:spPr>
            <p:txBody>
              <a:bodyPr wrap="none" anchor="ctr"/>
              <a:lstStyle/>
              <a:p>
                <a:endParaRPr lang="zh-CN" altLang="en-US"/>
              </a:p>
            </p:txBody>
          </p:sp>
          <p:graphicFrame>
            <p:nvGraphicFramePr>
              <p:cNvPr id="111724" name="Object 108"/>
              <p:cNvGraphicFramePr>
                <a:graphicFrameLocks noChangeAspect="1"/>
              </p:cNvGraphicFramePr>
              <p:nvPr/>
            </p:nvGraphicFramePr>
            <p:xfrm>
              <a:off x="3648" y="1720"/>
              <a:ext cx="248" cy="248"/>
            </p:xfrm>
            <a:graphic>
              <a:graphicData uri="http://schemas.openxmlformats.org/presentationml/2006/ole">
                <mc:AlternateContent xmlns:mc="http://schemas.openxmlformats.org/markup-compatibility/2006">
                  <mc:Choice xmlns:v="urn:schemas-microsoft-com:vml" Requires="v">
                    <p:oleObj spid="_x0000_s111918" name="Equation" r:id="rId19" imgW="3162367" imgH="3162220" progId="Equation.3">
                      <p:embed/>
                    </p:oleObj>
                  </mc:Choice>
                  <mc:Fallback>
                    <p:oleObj name="Equation" r:id="rId19" imgW="3162367" imgH="3162220" progId="Equation.3">
                      <p:embed/>
                      <p:pic>
                        <p:nvPicPr>
                          <p:cNvPr id="0" name="Picture 15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648" y="1720"/>
                            <a:ext cx="24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25" name="Group 109"/>
            <p:cNvGrpSpPr>
              <a:grpSpLocks/>
            </p:cNvGrpSpPr>
            <p:nvPr/>
          </p:nvGrpSpPr>
          <p:grpSpPr bwMode="auto">
            <a:xfrm>
              <a:off x="4172" y="2957"/>
              <a:ext cx="445" cy="795"/>
              <a:chOff x="4152" y="1296"/>
              <a:chExt cx="445" cy="795"/>
            </a:xfrm>
          </p:grpSpPr>
          <p:sp>
            <p:nvSpPr>
              <p:cNvPr id="111726" name="Freeform 110"/>
              <p:cNvSpPr>
                <a:spLocks/>
              </p:cNvSpPr>
              <p:nvPr/>
            </p:nvSpPr>
            <p:spPr bwMode="auto">
              <a:xfrm>
                <a:off x="4152" y="1296"/>
                <a:ext cx="216" cy="528"/>
              </a:xfrm>
              <a:custGeom>
                <a:avLst/>
                <a:gdLst/>
                <a:ahLst/>
                <a:cxnLst>
                  <a:cxn ang="0">
                    <a:pos x="0" y="0"/>
                  </a:cxn>
                  <a:cxn ang="0">
                    <a:pos x="156" y="342"/>
                  </a:cxn>
                </a:cxnLst>
                <a:rect l="0" t="0" r="r" b="b"/>
                <a:pathLst>
                  <a:path w="156" h="342">
                    <a:moveTo>
                      <a:pt x="0" y="0"/>
                    </a:moveTo>
                    <a:lnTo>
                      <a:pt x="156" y="342"/>
                    </a:lnTo>
                  </a:path>
                </a:pathLst>
              </a:custGeom>
              <a:noFill/>
              <a:ln w="38100" cap="flat" cmpd="sng">
                <a:solidFill>
                  <a:srgbClr val="FF0000"/>
                </a:solidFill>
                <a:prstDash val="sysDot"/>
                <a:round/>
                <a:headEnd type="none" w="sm" len="lg"/>
                <a:tailEnd type="none" w="sm" len="lg"/>
              </a:ln>
              <a:effectLst/>
            </p:spPr>
            <p:txBody>
              <a:bodyPr wrap="none" anchor="ctr"/>
              <a:lstStyle/>
              <a:p>
                <a:endParaRPr lang="zh-CN" altLang="en-US"/>
              </a:p>
            </p:txBody>
          </p:sp>
          <p:graphicFrame>
            <p:nvGraphicFramePr>
              <p:cNvPr id="111727" name="Object 111"/>
              <p:cNvGraphicFramePr>
                <a:graphicFrameLocks noChangeAspect="1"/>
              </p:cNvGraphicFramePr>
              <p:nvPr/>
            </p:nvGraphicFramePr>
            <p:xfrm>
              <a:off x="4368" y="1824"/>
              <a:ext cx="229" cy="267"/>
            </p:xfrm>
            <a:graphic>
              <a:graphicData uri="http://schemas.openxmlformats.org/presentationml/2006/ole">
                <mc:AlternateContent xmlns:mc="http://schemas.openxmlformats.org/markup-compatibility/2006">
                  <mc:Choice xmlns:v="urn:schemas-microsoft-com:vml" Requires="v">
                    <p:oleObj spid="_x0000_s111919" name="Equation" r:id="rId21" imgW="2918527" imgH="3406033" progId="Equation.3">
                      <p:embed/>
                    </p:oleObj>
                  </mc:Choice>
                  <mc:Fallback>
                    <p:oleObj name="Equation" r:id="rId21" imgW="2918527" imgH="3406033" progId="Equation.3">
                      <p:embed/>
                      <p:pic>
                        <p:nvPicPr>
                          <p:cNvPr id="0" name="Picture 15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368" y="1824"/>
                            <a:ext cx="229" cy="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aphicFrame>
        <p:nvGraphicFramePr>
          <p:cNvPr id="111728" name="Object 112"/>
          <p:cNvGraphicFramePr>
            <a:graphicFrameLocks noChangeAspect="1"/>
          </p:cNvGraphicFramePr>
          <p:nvPr/>
        </p:nvGraphicFramePr>
        <p:xfrm>
          <a:off x="1333500" y="4943475"/>
          <a:ext cx="2743200" cy="484188"/>
        </p:xfrm>
        <a:graphic>
          <a:graphicData uri="http://schemas.openxmlformats.org/presentationml/2006/ole">
            <mc:AlternateContent xmlns:mc="http://schemas.openxmlformats.org/markup-compatibility/2006">
              <mc:Choice xmlns:v="urn:schemas-microsoft-com:vml" Requires="v">
                <p:oleObj spid="_x0000_s111920" name="公式" r:id="rId23" imgW="1726451" imgH="304668" progId="Equation.3">
                  <p:embed/>
                </p:oleObj>
              </mc:Choice>
              <mc:Fallback>
                <p:oleObj name="公式" r:id="rId23" imgW="1726451" imgH="304668" progId="Equation.3">
                  <p:embed/>
                  <p:pic>
                    <p:nvPicPr>
                      <p:cNvPr id="0" name="Picture 15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33500" y="4943475"/>
                        <a:ext cx="2743200"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729" name="Object 113"/>
          <p:cNvGraphicFramePr>
            <a:graphicFrameLocks noChangeAspect="1"/>
          </p:cNvGraphicFramePr>
          <p:nvPr/>
        </p:nvGraphicFramePr>
        <p:xfrm>
          <a:off x="985838" y="4297363"/>
          <a:ext cx="2209800" cy="369887"/>
        </p:xfrm>
        <a:graphic>
          <a:graphicData uri="http://schemas.openxmlformats.org/presentationml/2006/ole">
            <mc:AlternateContent xmlns:mc="http://schemas.openxmlformats.org/markup-compatibility/2006">
              <mc:Choice xmlns:v="urn:schemas-microsoft-com:vml" Requires="v">
                <p:oleObj spid="_x0000_s111921" name="Equation" r:id="rId25" imgW="1651000" imgH="279400" progId="Equation.3">
                  <p:embed/>
                </p:oleObj>
              </mc:Choice>
              <mc:Fallback>
                <p:oleObj name="Equation" r:id="rId25" imgW="1651000" imgH="279400" progId="Equation.3">
                  <p:embed/>
                  <p:pic>
                    <p:nvPicPr>
                      <p:cNvPr id="0" name="Picture 15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985838" y="4297363"/>
                        <a:ext cx="2209800"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730" name="Text Box 114"/>
          <p:cNvSpPr txBox="1">
            <a:spLocks noChangeArrowheads="1"/>
          </p:cNvSpPr>
          <p:nvPr/>
        </p:nvSpPr>
        <p:spPr bwMode="auto">
          <a:xfrm>
            <a:off x="806450" y="5554663"/>
            <a:ext cx="4648200" cy="519112"/>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00"/>
                </a:solidFill>
              </a:rPr>
              <a:t>（中央明纹</a:t>
            </a:r>
            <a:r>
              <a:rPr lang="zh-CN" altLang="en-US">
                <a:solidFill>
                  <a:srgbClr val="CC0000"/>
                </a:solidFill>
              </a:rPr>
              <a:t>向下</a:t>
            </a:r>
            <a:r>
              <a:rPr lang="zh-CN" altLang="en-US">
                <a:solidFill>
                  <a:srgbClr val="000000"/>
                </a:solidFill>
              </a:rPr>
              <a:t>移动）</a:t>
            </a:r>
          </a:p>
        </p:txBody>
      </p:sp>
      <p:grpSp>
        <p:nvGrpSpPr>
          <p:cNvPr id="111732" name="Group 116"/>
          <p:cNvGrpSpPr>
            <a:grpSpLocks/>
          </p:cNvGrpSpPr>
          <p:nvPr/>
        </p:nvGrpSpPr>
        <p:grpSpPr bwMode="auto">
          <a:xfrm>
            <a:off x="4902200" y="4038600"/>
            <a:ext cx="3505200" cy="2209800"/>
            <a:chOff x="3072" y="816"/>
            <a:chExt cx="2208" cy="1392"/>
          </a:xfrm>
        </p:grpSpPr>
        <p:sp>
          <p:nvSpPr>
            <p:cNvPr id="111733" name="Rectangle 117"/>
            <p:cNvSpPr>
              <a:spLocks noChangeArrowheads="1"/>
            </p:cNvSpPr>
            <p:nvPr/>
          </p:nvSpPr>
          <p:spPr bwMode="auto">
            <a:xfrm>
              <a:off x="4128" y="864"/>
              <a:ext cx="48" cy="384"/>
            </a:xfrm>
            <a:prstGeom prst="rect">
              <a:avLst/>
            </a:prstGeom>
            <a:solidFill>
              <a:srgbClr val="663300"/>
            </a:solidFill>
            <a:ln w="9525">
              <a:solidFill>
                <a:schemeClr val="tx1"/>
              </a:solidFill>
              <a:miter lim="800000"/>
              <a:headEnd/>
              <a:tailEnd/>
            </a:ln>
            <a:effectLst/>
          </p:spPr>
          <p:txBody>
            <a:bodyPr wrap="none" anchor="ctr"/>
            <a:lstStyle/>
            <a:p>
              <a:endParaRPr lang="zh-CN" altLang="en-US"/>
            </a:p>
          </p:txBody>
        </p:sp>
        <p:sp>
          <p:nvSpPr>
            <p:cNvPr id="111734" name="Rectangle 118"/>
            <p:cNvSpPr>
              <a:spLocks noChangeArrowheads="1"/>
            </p:cNvSpPr>
            <p:nvPr/>
          </p:nvSpPr>
          <p:spPr bwMode="auto">
            <a:xfrm>
              <a:off x="4128" y="1824"/>
              <a:ext cx="48" cy="384"/>
            </a:xfrm>
            <a:prstGeom prst="rect">
              <a:avLst/>
            </a:prstGeom>
            <a:solidFill>
              <a:srgbClr val="663300"/>
            </a:solidFill>
            <a:ln w="9525">
              <a:solidFill>
                <a:schemeClr val="tx1"/>
              </a:solidFill>
              <a:miter lim="800000"/>
              <a:headEnd/>
              <a:tailEnd/>
            </a:ln>
            <a:effectLst/>
          </p:spPr>
          <p:txBody>
            <a:bodyPr wrap="none" anchor="ctr"/>
            <a:lstStyle/>
            <a:p>
              <a:endParaRPr lang="zh-CN" altLang="en-US"/>
            </a:p>
          </p:txBody>
        </p:sp>
        <p:sp>
          <p:nvSpPr>
            <p:cNvPr id="111735" name="Line 119"/>
            <p:cNvSpPr>
              <a:spLocks noChangeShapeType="1"/>
            </p:cNvSpPr>
            <p:nvPr/>
          </p:nvSpPr>
          <p:spPr bwMode="auto">
            <a:xfrm flipV="1">
              <a:off x="3408" y="1248"/>
              <a:ext cx="0" cy="576"/>
            </a:xfrm>
            <a:prstGeom prst="line">
              <a:avLst/>
            </a:prstGeom>
            <a:noFill/>
            <a:ln w="19050">
              <a:solidFill>
                <a:schemeClr val="tx1"/>
              </a:solidFill>
              <a:round/>
              <a:headEnd type="triangle" w="sm" len="lg"/>
              <a:tailEnd type="triangle" w="sm" len="lg"/>
            </a:ln>
            <a:effectLst/>
          </p:spPr>
          <p:txBody>
            <a:bodyPr wrap="none" anchor="ctr"/>
            <a:lstStyle/>
            <a:p>
              <a:endParaRPr lang="zh-CN" altLang="en-US"/>
            </a:p>
          </p:txBody>
        </p:sp>
        <p:graphicFrame>
          <p:nvGraphicFramePr>
            <p:cNvPr id="111736" name="Object 120"/>
            <p:cNvGraphicFramePr>
              <a:graphicFrameLocks noChangeAspect="1"/>
            </p:cNvGraphicFramePr>
            <p:nvPr/>
          </p:nvGraphicFramePr>
          <p:xfrm>
            <a:off x="4176" y="864"/>
            <a:ext cx="266" cy="288"/>
          </p:xfrm>
          <a:graphic>
            <a:graphicData uri="http://schemas.openxmlformats.org/presentationml/2006/ole">
              <mc:AlternateContent xmlns:mc="http://schemas.openxmlformats.org/markup-compatibility/2006">
                <mc:Choice xmlns:v="urn:schemas-microsoft-com:vml" Requires="v">
                  <p:oleObj spid="_x0000_s111922" name="Equation" r:id="rId27" imgW="152268" imgH="164957" progId="Equation.3">
                    <p:embed/>
                  </p:oleObj>
                </mc:Choice>
                <mc:Fallback>
                  <p:oleObj name="Equation" r:id="rId27" imgW="152268" imgH="164957" progId="Equation.3">
                    <p:embed/>
                    <p:pic>
                      <p:nvPicPr>
                        <p:cNvPr id="0" name="Picture 15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176" y="864"/>
                          <a:ext cx="26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737" name="Object 121"/>
            <p:cNvGraphicFramePr>
              <a:graphicFrameLocks noChangeAspect="1"/>
            </p:cNvGraphicFramePr>
            <p:nvPr/>
          </p:nvGraphicFramePr>
          <p:xfrm>
            <a:off x="3862" y="1872"/>
            <a:ext cx="266" cy="288"/>
          </p:xfrm>
          <a:graphic>
            <a:graphicData uri="http://schemas.openxmlformats.org/presentationml/2006/ole">
              <mc:AlternateContent xmlns:mc="http://schemas.openxmlformats.org/markup-compatibility/2006">
                <mc:Choice xmlns:v="urn:schemas-microsoft-com:vml" Requires="v">
                  <p:oleObj spid="_x0000_s111923" name="Equation" r:id="rId29" imgW="152268" imgH="164957" progId="Equation.3">
                    <p:embed/>
                  </p:oleObj>
                </mc:Choice>
                <mc:Fallback>
                  <p:oleObj name="Equation" r:id="rId29" imgW="152268" imgH="164957" progId="Equation.3">
                    <p:embed/>
                    <p:pic>
                      <p:nvPicPr>
                        <p:cNvPr id="0" name="Picture 16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862" y="1872"/>
                          <a:ext cx="266" cy="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738" name="Line 122"/>
            <p:cNvSpPr>
              <a:spLocks noChangeShapeType="1"/>
            </p:cNvSpPr>
            <p:nvPr/>
          </p:nvSpPr>
          <p:spPr bwMode="auto">
            <a:xfrm>
              <a:off x="3072" y="1248"/>
              <a:ext cx="2208" cy="0"/>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sp>
          <p:nvSpPr>
            <p:cNvPr id="111739" name="Line 123"/>
            <p:cNvSpPr>
              <a:spLocks noChangeShapeType="1"/>
            </p:cNvSpPr>
            <p:nvPr/>
          </p:nvSpPr>
          <p:spPr bwMode="auto">
            <a:xfrm>
              <a:off x="3072" y="1824"/>
              <a:ext cx="2208" cy="0"/>
            </a:xfrm>
            <a:prstGeom prst="line">
              <a:avLst/>
            </a:prstGeom>
            <a:noFill/>
            <a:ln w="12700">
              <a:solidFill>
                <a:schemeClr val="tx1"/>
              </a:solidFill>
              <a:prstDash val="dash"/>
              <a:round/>
              <a:headEnd type="none" w="sm" len="lg"/>
              <a:tailEnd type="none" w="sm" len="lg"/>
            </a:ln>
            <a:effectLst/>
          </p:spPr>
          <p:txBody>
            <a:bodyPr wrap="none" anchor="ctr"/>
            <a:lstStyle/>
            <a:p>
              <a:endParaRPr lang="zh-CN" altLang="en-US"/>
            </a:p>
          </p:txBody>
        </p:sp>
        <p:grpSp>
          <p:nvGrpSpPr>
            <p:cNvPr id="111740" name="Group 124"/>
            <p:cNvGrpSpPr>
              <a:grpSpLocks/>
            </p:cNvGrpSpPr>
            <p:nvPr/>
          </p:nvGrpSpPr>
          <p:grpSpPr bwMode="auto">
            <a:xfrm>
              <a:off x="3688" y="1096"/>
              <a:ext cx="440" cy="728"/>
              <a:chOff x="3688" y="2872"/>
              <a:chExt cx="440" cy="728"/>
            </a:xfrm>
          </p:grpSpPr>
          <p:sp>
            <p:nvSpPr>
              <p:cNvPr id="111741" name="Freeform 125"/>
              <p:cNvSpPr>
                <a:spLocks/>
              </p:cNvSpPr>
              <p:nvPr/>
            </p:nvSpPr>
            <p:spPr bwMode="auto">
              <a:xfrm>
                <a:off x="3966" y="3072"/>
                <a:ext cx="162" cy="528"/>
              </a:xfrm>
              <a:custGeom>
                <a:avLst/>
                <a:gdLst/>
                <a:ahLst/>
                <a:cxnLst>
                  <a:cxn ang="0">
                    <a:pos x="162" y="528"/>
                  </a:cxn>
                  <a:cxn ang="0">
                    <a:pos x="0" y="0"/>
                  </a:cxn>
                </a:cxnLst>
                <a:rect l="0" t="0" r="r" b="b"/>
                <a:pathLst>
                  <a:path w="162" h="528">
                    <a:moveTo>
                      <a:pt x="162" y="528"/>
                    </a:moveTo>
                    <a:lnTo>
                      <a:pt x="0" y="0"/>
                    </a:lnTo>
                  </a:path>
                </a:pathLst>
              </a:custGeom>
              <a:noFill/>
              <a:ln w="38100" cap="flat" cmpd="sng">
                <a:solidFill>
                  <a:srgbClr val="FF0000"/>
                </a:solidFill>
                <a:prstDash val="sysDot"/>
                <a:round/>
                <a:headEnd type="none" w="sm" len="lg"/>
                <a:tailEnd type="none" w="sm" len="lg"/>
              </a:ln>
              <a:effectLst/>
            </p:spPr>
            <p:txBody>
              <a:bodyPr wrap="none" anchor="ctr"/>
              <a:lstStyle/>
              <a:p>
                <a:endParaRPr lang="zh-CN" altLang="en-US"/>
              </a:p>
            </p:txBody>
          </p:sp>
          <p:graphicFrame>
            <p:nvGraphicFramePr>
              <p:cNvPr id="111742" name="Object 126"/>
              <p:cNvGraphicFramePr>
                <a:graphicFrameLocks noChangeAspect="1"/>
              </p:cNvGraphicFramePr>
              <p:nvPr/>
            </p:nvGraphicFramePr>
            <p:xfrm>
              <a:off x="3688" y="2872"/>
              <a:ext cx="248" cy="248"/>
            </p:xfrm>
            <a:graphic>
              <a:graphicData uri="http://schemas.openxmlformats.org/presentationml/2006/ole">
                <mc:AlternateContent xmlns:mc="http://schemas.openxmlformats.org/markup-compatibility/2006">
                  <mc:Choice xmlns:v="urn:schemas-microsoft-com:vml" Requires="v">
                    <p:oleObj spid="_x0000_s111924" name="Equation" r:id="rId31" imgW="3162367" imgH="3162220" progId="Equation.3">
                      <p:embed/>
                    </p:oleObj>
                  </mc:Choice>
                  <mc:Fallback>
                    <p:oleObj name="Equation" r:id="rId31" imgW="3162367" imgH="3162220" progId="Equation.3">
                      <p:embed/>
                      <p:pic>
                        <p:nvPicPr>
                          <p:cNvPr id="0" name="Picture 16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688" y="2872"/>
                            <a:ext cx="248" cy="2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43" name="Group 127"/>
            <p:cNvGrpSpPr>
              <a:grpSpLocks/>
            </p:cNvGrpSpPr>
            <p:nvPr/>
          </p:nvGrpSpPr>
          <p:grpSpPr bwMode="auto">
            <a:xfrm>
              <a:off x="4176" y="1248"/>
              <a:ext cx="432" cy="699"/>
              <a:chOff x="4176" y="3024"/>
              <a:chExt cx="432" cy="699"/>
            </a:xfrm>
          </p:grpSpPr>
          <p:sp>
            <p:nvSpPr>
              <p:cNvPr id="111744" name="Freeform 128"/>
              <p:cNvSpPr>
                <a:spLocks/>
              </p:cNvSpPr>
              <p:nvPr/>
            </p:nvSpPr>
            <p:spPr bwMode="auto">
              <a:xfrm>
                <a:off x="4176" y="3024"/>
                <a:ext cx="216" cy="456"/>
              </a:xfrm>
              <a:custGeom>
                <a:avLst/>
                <a:gdLst/>
                <a:ahLst/>
                <a:cxnLst>
                  <a:cxn ang="0">
                    <a:pos x="0" y="0"/>
                  </a:cxn>
                  <a:cxn ang="0">
                    <a:pos x="216" y="456"/>
                  </a:cxn>
                </a:cxnLst>
                <a:rect l="0" t="0" r="r" b="b"/>
                <a:pathLst>
                  <a:path w="216" h="456">
                    <a:moveTo>
                      <a:pt x="0" y="0"/>
                    </a:moveTo>
                    <a:lnTo>
                      <a:pt x="216" y="456"/>
                    </a:lnTo>
                  </a:path>
                </a:pathLst>
              </a:custGeom>
              <a:noFill/>
              <a:ln w="38100" cap="flat" cmpd="sng">
                <a:solidFill>
                  <a:srgbClr val="FF0000"/>
                </a:solidFill>
                <a:prstDash val="sysDot"/>
                <a:round/>
                <a:headEnd type="none" w="sm" len="lg"/>
                <a:tailEnd type="none" w="sm" len="lg"/>
              </a:ln>
              <a:effectLst/>
            </p:spPr>
            <p:txBody>
              <a:bodyPr wrap="none" anchor="ctr"/>
              <a:lstStyle/>
              <a:p>
                <a:endParaRPr lang="zh-CN" altLang="en-US"/>
              </a:p>
            </p:txBody>
          </p:sp>
          <p:graphicFrame>
            <p:nvGraphicFramePr>
              <p:cNvPr id="111745" name="Object 129"/>
              <p:cNvGraphicFramePr>
                <a:graphicFrameLocks noChangeAspect="1"/>
              </p:cNvGraphicFramePr>
              <p:nvPr/>
            </p:nvGraphicFramePr>
            <p:xfrm>
              <a:off x="4379" y="3456"/>
              <a:ext cx="229" cy="267"/>
            </p:xfrm>
            <a:graphic>
              <a:graphicData uri="http://schemas.openxmlformats.org/presentationml/2006/ole">
                <mc:AlternateContent xmlns:mc="http://schemas.openxmlformats.org/markup-compatibility/2006">
                  <mc:Choice xmlns:v="urn:schemas-microsoft-com:vml" Requires="v">
                    <p:oleObj spid="_x0000_s111925" name="Equation" r:id="rId33" imgW="2918527" imgH="3406033" progId="Equation.3">
                      <p:embed/>
                    </p:oleObj>
                  </mc:Choice>
                  <mc:Fallback>
                    <p:oleObj name="Equation" r:id="rId33" imgW="2918527" imgH="3406033" progId="Equation.3">
                      <p:embed/>
                      <p:pic>
                        <p:nvPicPr>
                          <p:cNvPr id="0" name="Picture 16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379" y="3456"/>
                            <a:ext cx="229" cy="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46" name="Group 130"/>
            <p:cNvGrpSpPr>
              <a:grpSpLocks/>
            </p:cNvGrpSpPr>
            <p:nvPr/>
          </p:nvGrpSpPr>
          <p:grpSpPr bwMode="auto">
            <a:xfrm>
              <a:off x="3072" y="1248"/>
              <a:ext cx="1056" cy="864"/>
              <a:chOff x="3072" y="1248"/>
              <a:chExt cx="1056" cy="864"/>
            </a:xfrm>
          </p:grpSpPr>
          <p:grpSp>
            <p:nvGrpSpPr>
              <p:cNvPr id="111747" name="Group 131"/>
              <p:cNvGrpSpPr>
                <a:grpSpLocks/>
              </p:cNvGrpSpPr>
              <p:nvPr/>
            </p:nvGrpSpPr>
            <p:grpSpPr bwMode="auto">
              <a:xfrm>
                <a:off x="3072" y="1248"/>
                <a:ext cx="1056" cy="864"/>
                <a:chOff x="3072" y="1248"/>
                <a:chExt cx="1056" cy="864"/>
              </a:xfrm>
            </p:grpSpPr>
            <p:sp>
              <p:nvSpPr>
                <p:cNvPr id="111748" name="Line 132"/>
                <p:cNvSpPr>
                  <a:spLocks noChangeShapeType="1"/>
                </p:cNvSpPr>
                <p:nvPr/>
              </p:nvSpPr>
              <p:spPr bwMode="auto">
                <a:xfrm flipV="1">
                  <a:off x="3072" y="1248"/>
                  <a:ext cx="1056" cy="240"/>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49" name="Line 133"/>
                <p:cNvSpPr>
                  <a:spLocks noChangeShapeType="1"/>
                </p:cNvSpPr>
                <p:nvPr/>
              </p:nvSpPr>
              <p:spPr bwMode="auto">
                <a:xfrm flipV="1">
                  <a:off x="3120" y="1824"/>
                  <a:ext cx="1008" cy="288"/>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50" name="Arc 134"/>
                <p:cNvSpPr>
                  <a:spLocks/>
                </p:cNvSpPr>
                <p:nvPr/>
              </p:nvSpPr>
              <p:spPr bwMode="auto">
                <a:xfrm rot="21113913" flipH="1">
                  <a:off x="3648" y="1824"/>
                  <a:ext cx="48" cy="144"/>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CC00CC"/>
                  </a:solidFill>
                  <a:round/>
                  <a:headEnd type="none" w="sm" len="lg"/>
                  <a:tailEnd type="none" w="sm" len="lg"/>
                </a:ln>
                <a:effectLst/>
              </p:spPr>
              <p:txBody>
                <a:bodyPr wrap="none" anchor="ctr"/>
                <a:lstStyle/>
                <a:p>
                  <a:endParaRPr lang="zh-CN" altLang="en-US"/>
                </a:p>
              </p:txBody>
            </p:sp>
          </p:grpSp>
          <p:graphicFrame>
            <p:nvGraphicFramePr>
              <p:cNvPr id="111751" name="Object 135"/>
              <p:cNvGraphicFramePr>
                <a:graphicFrameLocks noChangeAspect="1"/>
              </p:cNvGraphicFramePr>
              <p:nvPr/>
            </p:nvGraphicFramePr>
            <p:xfrm>
              <a:off x="3319" y="1824"/>
              <a:ext cx="185" cy="219"/>
            </p:xfrm>
            <a:graphic>
              <a:graphicData uri="http://schemas.openxmlformats.org/presentationml/2006/ole">
                <mc:AlternateContent xmlns:mc="http://schemas.openxmlformats.org/markup-compatibility/2006">
                  <mc:Choice xmlns:v="urn:schemas-microsoft-com:vml" Requires="v">
                    <p:oleObj spid="_x0000_s111926" name="公式" r:id="rId35" imgW="205646" imgH="243813" progId="Equation.3">
                      <p:embed/>
                    </p:oleObj>
                  </mc:Choice>
                  <mc:Fallback>
                    <p:oleObj name="公式" r:id="rId35" imgW="205646" imgH="243813" progId="Equation.3">
                      <p:embed/>
                      <p:pic>
                        <p:nvPicPr>
                          <p:cNvPr id="0" name="Picture 16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319" y="1824"/>
                            <a:ext cx="185"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11752" name="Group 136"/>
            <p:cNvGrpSpPr>
              <a:grpSpLocks/>
            </p:cNvGrpSpPr>
            <p:nvPr/>
          </p:nvGrpSpPr>
          <p:grpSpPr bwMode="auto">
            <a:xfrm>
              <a:off x="4128" y="816"/>
              <a:ext cx="912" cy="1008"/>
              <a:chOff x="4128" y="2592"/>
              <a:chExt cx="912" cy="1008"/>
            </a:xfrm>
          </p:grpSpPr>
          <p:sp>
            <p:nvSpPr>
              <p:cNvPr id="111753" name="Line 137"/>
              <p:cNvSpPr>
                <a:spLocks noChangeShapeType="1"/>
              </p:cNvSpPr>
              <p:nvPr/>
            </p:nvSpPr>
            <p:spPr bwMode="auto">
              <a:xfrm flipV="1">
                <a:off x="4128" y="2592"/>
                <a:ext cx="912" cy="432"/>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54" name="Line 138"/>
              <p:cNvSpPr>
                <a:spLocks noChangeShapeType="1"/>
              </p:cNvSpPr>
              <p:nvPr/>
            </p:nvSpPr>
            <p:spPr bwMode="auto">
              <a:xfrm flipV="1">
                <a:off x="4128" y="3168"/>
                <a:ext cx="912" cy="432"/>
              </a:xfrm>
              <a:prstGeom prst="line">
                <a:avLst/>
              </a:prstGeom>
              <a:noFill/>
              <a:ln w="19050">
                <a:solidFill>
                  <a:srgbClr val="0000FF"/>
                </a:solidFill>
                <a:round/>
                <a:headEnd type="none" w="sm" len="lg"/>
                <a:tailEnd type="triangle" w="sm" len="lg"/>
              </a:ln>
              <a:effectLst/>
            </p:spPr>
            <p:txBody>
              <a:bodyPr wrap="none" anchor="ctr"/>
              <a:lstStyle/>
              <a:p>
                <a:endParaRPr lang="zh-CN" altLang="en-US"/>
              </a:p>
            </p:txBody>
          </p:sp>
          <p:sp>
            <p:nvSpPr>
              <p:cNvPr id="111755" name="Arc 139"/>
              <p:cNvSpPr>
                <a:spLocks/>
              </p:cNvSpPr>
              <p:nvPr/>
            </p:nvSpPr>
            <p:spPr bwMode="auto">
              <a:xfrm>
                <a:off x="4560" y="2832"/>
                <a:ext cx="96" cy="192"/>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CC00CC"/>
                </a:solidFill>
                <a:round/>
                <a:headEnd type="none" w="sm" len="lg"/>
                <a:tailEnd type="none" w="sm" len="lg"/>
              </a:ln>
              <a:effectLst/>
            </p:spPr>
            <p:txBody>
              <a:bodyPr wrap="none" anchor="ctr"/>
              <a:lstStyle/>
              <a:p>
                <a:endParaRPr lang="zh-CN" altLang="en-US"/>
              </a:p>
            </p:txBody>
          </p:sp>
          <p:graphicFrame>
            <p:nvGraphicFramePr>
              <p:cNvPr id="111756" name="Object 140"/>
              <p:cNvGraphicFramePr>
                <a:graphicFrameLocks noChangeAspect="1"/>
              </p:cNvGraphicFramePr>
              <p:nvPr/>
            </p:nvGraphicFramePr>
            <p:xfrm>
              <a:off x="4704" y="2757"/>
              <a:ext cx="197" cy="267"/>
            </p:xfrm>
            <a:graphic>
              <a:graphicData uri="http://schemas.openxmlformats.org/presentationml/2006/ole">
                <mc:AlternateContent xmlns:mc="http://schemas.openxmlformats.org/markup-compatibility/2006">
                  <mc:Choice xmlns:v="urn:schemas-microsoft-com:vml" Requires="v">
                    <p:oleObj spid="_x0000_s111927" name="公式" r:id="rId37" imgW="175220" imgH="243813" progId="Equation.3">
                      <p:embed/>
                    </p:oleObj>
                  </mc:Choice>
                  <mc:Fallback>
                    <p:oleObj name="公式" r:id="rId37" imgW="175220" imgH="243813" progId="Equation.3">
                      <p:embed/>
                      <p:pic>
                        <p:nvPicPr>
                          <p:cNvPr id="0" name="Picture 16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704" y="2757"/>
                            <a:ext cx="197" cy="26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11757" name="Line 141"/>
            <p:cNvSpPr>
              <a:spLocks noChangeShapeType="1"/>
            </p:cNvSpPr>
            <p:nvPr/>
          </p:nvSpPr>
          <p:spPr bwMode="auto">
            <a:xfrm>
              <a:off x="4152" y="1248"/>
              <a:ext cx="0" cy="576"/>
            </a:xfrm>
            <a:prstGeom prst="line">
              <a:avLst/>
            </a:prstGeom>
            <a:noFill/>
            <a:ln w="3175">
              <a:solidFill>
                <a:schemeClr val="tx1"/>
              </a:solidFill>
              <a:prstDash val="lgDashDot"/>
              <a:round/>
              <a:headEnd/>
              <a:tailEnd/>
            </a:ln>
            <a:effectLst/>
          </p:spPr>
          <p:txBody>
            <a:bodyPr/>
            <a:lstStyle/>
            <a:p>
              <a:endParaRPr lang="zh-CN" altLang="en-US"/>
            </a:p>
          </p:txBody>
        </p:sp>
        <p:sp>
          <p:nvSpPr>
            <p:cNvPr id="111758" name="AutoShape 142"/>
            <p:cNvSpPr>
              <a:spLocks noChangeAspect="1" noChangeArrowheads="1" noTextEdit="1"/>
            </p:cNvSpPr>
            <p:nvPr/>
          </p:nvSpPr>
          <p:spPr bwMode="auto">
            <a:xfrm>
              <a:off x="3216" y="1495"/>
              <a:ext cx="183" cy="281"/>
            </a:xfrm>
            <a:prstGeom prst="rect">
              <a:avLst/>
            </a:prstGeom>
            <a:noFill/>
            <a:ln w="9525">
              <a:noFill/>
              <a:miter lim="800000"/>
              <a:headEnd/>
              <a:tailEnd/>
            </a:ln>
          </p:spPr>
          <p:txBody>
            <a:bodyPr/>
            <a:lstStyle/>
            <a:p>
              <a:endParaRPr lang="zh-CN" altLang="en-US"/>
            </a:p>
          </p:txBody>
        </p:sp>
        <p:sp>
          <p:nvSpPr>
            <p:cNvPr id="111759" name="Rectangle 143"/>
            <p:cNvSpPr>
              <a:spLocks noChangeArrowheads="1"/>
            </p:cNvSpPr>
            <p:nvPr/>
          </p:nvSpPr>
          <p:spPr bwMode="auto">
            <a:xfrm>
              <a:off x="3231" y="1484"/>
              <a:ext cx="140" cy="336"/>
            </a:xfrm>
            <a:prstGeom prst="rect">
              <a:avLst/>
            </a:prstGeom>
            <a:noFill/>
            <a:ln w="9525">
              <a:noFill/>
              <a:miter lim="800000"/>
              <a:headEnd/>
              <a:tailEnd/>
            </a:ln>
          </p:spPr>
          <p:txBody>
            <a:bodyPr wrap="none" lIns="0" tIns="0" rIns="0" bIns="0">
              <a:spAutoFit/>
            </a:bodyPr>
            <a:lstStyle/>
            <a:p>
              <a:r>
                <a:rPr lang="en-US" altLang="zh-CN" sz="3500" b="0" i="1">
                  <a:solidFill>
                    <a:srgbClr val="000000"/>
                  </a:solidFill>
                </a:rPr>
                <a:t>b</a:t>
              </a:r>
              <a:endParaRPr lang="en-US" altLang="zh-CN"/>
            </a:p>
          </p:txBody>
        </p:sp>
      </p:grpSp>
      <p:grpSp>
        <p:nvGrpSpPr>
          <p:cNvPr id="111764" name="Group 148"/>
          <p:cNvGrpSpPr>
            <a:grpSpLocks/>
          </p:cNvGrpSpPr>
          <p:nvPr/>
        </p:nvGrpSpPr>
        <p:grpSpPr bwMode="auto">
          <a:xfrm>
            <a:off x="295275" y="4278313"/>
            <a:ext cx="4648200" cy="1708150"/>
            <a:chOff x="4787" y="3244"/>
            <a:chExt cx="2928" cy="1076"/>
          </a:xfrm>
        </p:grpSpPr>
        <p:graphicFrame>
          <p:nvGraphicFramePr>
            <p:cNvPr id="111760" name="Object 144"/>
            <p:cNvGraphicFramePr>
              <a:graphicFrameLocks noChangeAspect="1"/>
            </p:cNvGraphicFramePr>
            <p:nvPr/>
          </p:nvGraphicFramePr>
          <p:xfrm>
            <a:off x="5443" y="3658"/>
            <a:ext cx="1563" cy="294"/>
          </p:xfrm>
          <a:graphic>
            <a:graphicData uri="http://schemas.openxmlformats.org/presentationml/2006/ole">
              <mc:AlternateContent xmlns:mc="http://schemas.openxmlformats.org/markup-compatibility/2006">
                <mc:Choice xmlns:v="urn:schemas-microsoft-com:vml" Requires="v">
                  <p:oleObj spid="_x0000_s111928" name="公式" r:id="rId39" imgW="1079032" imgH="203112" progId="Equation.3">
                    <p:embed/>
                  </p:oleObj>
                </mc:Choice>
                <mc:Fallback>
                  <p:oleObj name="公式" r:id="rId39" imgW="1079032" imgH="203112" progId="Equation.3">
                    <p:embed/>
                    <p:pic>
                      <p:nvPicPr>
                        <p:cNvPr id="0" name="Picture 165"/>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443" y="3658"/>
                          <a:ext cx="1563" cy="29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1761" name="Object 145"/>
            <p:cNvGraphicFramePr>
              <a:graphicFrameLocks noChangeAspect="1"/>
            </p:cNvGraphicFramePr>
            <p:nvPr/>
          </p:nvGraphicFramePr>
          <p:xfrm>
            <a:off x="5222" y="3244"/>
            <a:ext cx="1287" cy="257"/>
          </p:xfrm>
          <a:graphic>
            <a:graphicData uri="http://schemas.openxmlformats.org/presentationml/2006/ole">
              <mc:AlternateContent xmlns:mc="http://schemas.openxmlformats.org/markup-compatibility/2006">
                <mc:Choice xmlns:v="urn:schemas-microsoft-com:vml" Requires="v">
                  <p:oleObj spid="_x0000_s111929" name="公式" r:id="rId41" imgW="888614" imgH="177723" progId="Equation.3">
                    <p:embed/>
                  </p:oleObj>
                </mc:Choice>
                <mc:Fallback>
                  <p:oleObj name="公式" r:id="rId41" imgW="888614" imgH="177723" progId="Equation.3">
                    <p:embed/>
                    <p:pic>
                      <p:nvPicPr>
                        <p:cNvPr id="0" name="Picture 166"/>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222" y="3244"/>
                          <a:ext cx="1287" cy="2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762" name="Text Box 146"/>
            <p:cNvSpPr txBox="1">
              <a:spLocks noChangeArrowheads="1"/>
            </p:cNvSpPr>
            <p:nvPr/>
          </p:nvSpPr>
          <p:spPr bwMode="auto">
            <a:xfrm>
              <a:off x="4787" y="3993"/>
              <a:ext cx="2928" cy="327"/>
            </a:xfrm>
            <a:prstGeom prst="rect">
              <a:avLst/>
            </a:prstGeom>
            <a:noFill/>
            <a:ln w="9525">
              <a:noFill/>
              <a:miter lim="800000"/>
              <a:headEnd/>
              <a:tailEnd/>
            </a:ln>
            <a:effectLst/>
          </p:spPr>
          <p:txBody>
            <a:bodyPr>
              <a:spAutoFit/>
            </a:bodyPr>
            <a:lstStyle/>
            <a:p>
              <a:pPr eaLnBrk="1" hangingPunct="1">
                <a:spcBef>
                  <a:spcPct val="50000"/>
                </a:spcBef>
              </a:pPr>
              <a:r>
                <a:rPr lang="zh-CN" altLang="en-US">
                  <a:solidFill>
                    <a:srgbClr val="000000"/>
                  </a:solidFill>
                </a:rPr>
                <a:t>（中央明纹</a:t>
              </a:r>
              <a:r>
                <a:rPr lang="zh-CN" altLang="en-US">
                  <a:solidFill>
                    <a:srgbClr val="CC0000"/>
                  </a:solidFill>
                </a:rPr>
                <a:t>向上</a:t>
              </a:r>
              <a:r>
                <a:rPr lang="zh-CN" altLang="en-US">
                  <a:solidFill>
                    <a:srgbClr val="000000"/>
                  </a:solidFill>
                </a:rPr>
                <a:t>移动）</a:t>
              </a: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1680"/>
                                        </p:tgtEl>
                                        <p:attrNameLst>
                                          <p:attrName>style.visibility</p:attrName>
                                        </p:attrNameLst>
                                      </p:cBhvr>
                                      <p:to>
                                        <p:strVal val="visible"/>
                                      </p:to>
                                    </p:set>
                                    <p:animEffect transition="in" filter="wipe(left)">
                                      <p:cBhvr>
                                        <p:cTn id="7" dur="500"/>
                                        <p:tgtEl>
                                          <p:spTgt spid="1116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111680"/>
                                        </p:tgtEl>
                                      </p:cBhvr>
                                    </p:animEffect>
                                    <p:set>
                                      <p:cBhvr>
                                        <p:cTn id="12" dur="1" fill="hold">
                                          <p:stCondLst>
                                            <p:cond delay="499"/>
                                          </p:stCondLst>
                                        </p:cTn>
                                        <p:tgtEl>
                                          <p:spTgt spid="111680"/>
                                        </p:tgtEl>
                                        <p:attrNameLst>
                                          <p:attrName>style.visibility</p:attrName>
                                        </p:attrNameLst>
                                      </p:cBhvr>
                                      <p:to>
                                        <p:strVal val="hidden"/>
                                      </p:to>
                                    </p:set>
                                  </p:childTnLst>
                                </p:cTn>
                              </p:par>
                              <p:par>
                                <p:cTn id="13" presetID="22" presetClass="entr" presetSubtype="8" fill="hold" nodeType="withEffect">
                                  <p:stCondLst>
                                    <p:cond delay="0"/>
                                  </p:stCondLst>
                                  <p:childTnLst>
                                    <p:set>
                                      <p:cBhvr>
                                        <p:cTn id="14" dur="1" fill="hold">
                                          <p:stCondLst>
                                            <p:cond delay="0"/>
                                          </p:stCondLst>
                                        </p:cTn>
                                        <p:tgtEl>
                                          <p:spTgt spid="111699"/>
                                        </p:tgtEl>
                                        <p:attrNameLst>
                                          <p:attrName>style.visibility</p:attrName>
                                        </p:attrNameLst>
                                      </p:cBhvr>
                                      <p:to>
                                        <p:strVal val="visible"/>
                                      </p:to>
                                    </p:set>
                                    <p:animEffect transition="in" filter="wipe(left)">
                                      <p:cBhvr>
                                        <p:cTn id="15" dur="500"/>
                                        <p:tgtEl>
                                          <p:spTgt spid="11169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11637"/>
                                        </p:tgtEl>
                                        <p:attrNameLst>
                                          <p:attrName>style.visibility</p:attrName>
                                        </p:attrNameLst>
                                      </p:cBhvr>
                                      <p:to>
                                        <p:strVal val="visible"/>
                                      </p:to>
                                    </p:set>
                                    <p:animEffect transition="in" filter="wipe(left)">
                                      <p:cBhvr>
                                        <p:cTn id="20" dur="500"/>
                                        <p:tgtEl>
                                          <p:spTgt spid="1116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11700"/>
                                        </p:tgtEl>
                                        <p:attrNameLst>
                                          <p:attrName>style.visibility</p:attrName>
                                        </p:attrNameLst>
                                      </p:cBhvr>
                                      <p:to>
                                        <p:strVal val="visible"/>
                                      </p:to>
                                    </p:set>
                                    <p:animEffect transition="in" filter="wipe(left)">
                                      <p:cBhvr>
                                        <p:cTn id="25" dur="500"/>
                                        <p:tgtEl>
                                          <p:spTgt spid="111700"/>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11731"/>
                                        </p:tgtEl>
                                        <p:attrNameLst>
                                          <p:attrName>style.visibility</p:attrName>
                                        </p:attrNameLst>
                                      </p:cBhvr>
                                      <p:to>
                                        <p:strVal val="visible"/>
                                      </p:to>
                                    </p:set>
                                    <p:animEffect transition="in" filter="wipe(left)">
                                      <p:cBhvr>
                                        <p:cTn id="30" dur="500"/>
                                        <p:tgtEl>
                                          <p:spTgt spid="111731"/>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111729"/>
                                        </p:tgtEl>
                                        <p:attrNameLst>
                                          <p:attrName>style.visibility</p:attrName>
                                        </p:attrNameLst>
                                      </p:cBhvr>
                                      <p:to>
                                        <p:strVal val="visible"/>
                                      </p:to>
                                    </p:set>
                                    <p:animEffect transition="in" filter="blinds(vertical)">
                                      <p:cBhvr>
                                        <p:cTn id="35" dur="500"/>
                                        <p:tgtEl>
                                          <p:spTgt spid="111729"/>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5" fill="hold" nodeType="clickEffect">
                                  <p:stCondLst>
                                    <p:cond delay="0"/>
                                  </p:stCondLst>
                                  <p:childTnLst>
                                    <p:set>
                                      <p:cBhvr>
                                        <p:cTn id="39" dur="1" fill="hold">
                                          <p:stCondLst>
                                            <p:cond delay="0"/>
                                          </p:stCondLst>
                                        </p:cTn>
                                        <p:tgtEl>
                                          <p:spTgt spid="111728"/>
                                        </p:tgtEl>
                                        <p:attrNameLst>
                                          <p:attrName>style.visibility</p:attrName>
                                        </p:attrNameLst>
                                      </p:cBhvr>
                                      <p:to>
                                        <p:strVal val="visible"/>
                                      </p:to>
                                    </p:set>
                                    <p:animEffect transition="in" filter="blinds(vertical)">
                                      <p:cBhvr>
                                        <p:cTn id="40" dur="500"/>
                                        <p:tgtEl>
                                          <p:spTgt spid="111728"/>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5" fill="hold" grpId="0" nodeType="clickEffect">
                                  <p:stCondLst>
                                    <p:cond delay="0"/>
                                  </p:stCondLst>
                                  <p:childTnLst>
                                    <p:set>
                                      <p:cBhvr>
                                        <p:cTn id="44" dur="1" fill="hold">
                                          <p:stCondLst>
                                            <p:cond delay="0"/>
                                          </p:stCondLst>
                                        </p:cTn>
                                        <p:tgtEl>
                                          <p:spTgt spid="111730"/>
                                        </p:tgtEl>
                                        <p:attrNameLst>
                                          <p:attrName>style.visibility</p:attrName>
                                        </p:attrNameLst>
                                      </p:cBhvr>
                                      <p:to>
                                        <p:strVal val="visible"/>
                                      </p:to>
                                    </p:set>
                                    <p:animEffect transition="in" filter="blinds(vertical)">
                                      <p:cBhvr>
                                        <p:cTn id="45" dur="500"/>
                                        <p:tgtEl>
                                          <p:spTgt spid="111730"/>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xit" presetSubtype="10" fill="hold" nodeType="clickEffect">
                                  <p:stCondLst>
                                    <p:cond delay="0"/>
                                  </p:stCondLst>
                                  <p:childTnLst>
                                    <p:animEffect transition="out" filter="blinds(horizontal)">
                                      <p:cBhvr>
                                        <p:cTn id="49" dur="500"/>
                                        <p:tgtEl>
                                          <p:spTgt spid="111731"/>
                                        </p:tgtEl>
                                      </p:cBhvr>
                                    </p:animEffect>
                                    <p:set>
                                      <p:cBhvr>
                                        <p:cTn id="50" dur="1" fill="hold">
                                          <p:stCondLst>
                                            <p:cond delay="499"/>
                                          </p:stCondLst>
                                        </p:cTn>
                                        <p:tgtEl>
                                          <p:spTgt spid="111731"/>
                                        </p:tgtEl>
                                        <p:attrNameLst>
                                          <p:attrName>style.visibility</p:attrName>
                                        </p:attrNameLst>
                                      </p:cBhvr>
                                      <p:to>
                                        <p:strVal val="hidden"/>
                                      </p:to>
                                    </p:set>
                                  </p:childTnLst>
                                </p:cTn>
                              </p:par>
                              <p:par>
                                <p:cTn id="51" presetID="22" presetClass="entr" presetSubtype="4" fill="hold" nodeType="withEffect">
                                  <p:stCondLst>
                                    <p:cond delay="0"/>
                                  </p:stCondLst>
                                  <p:childTnLst>
                                    <p:set>
                                      <p:cBhvr>
                                        <p:cTn id="52" dur="1" fill="hold">
                                          <p:stCondLst>
                                            <p:cond delay="0"/>
                                          </p:stCondLst>
                                        </p:cTn>
                                        <p:tgtEl>
                                          <p:spTgt spid="111732"/>
                                        </p:tgtEl>
                                        <p:attrNameLst>
                                          <p:attrName>style.visibility</p:attrName>
                                        </p:attrNameLst>
                                      </p:cBhvr>
                                      <p:to>
                                        <p:strVal val="visible"/>
                                      </p:to>
                                    </p:set>
                                    <p:animEffect transition="in" filter="wipe(down)">
                                      <p:cBhvr>
                                        <p:cTn id="53" dur="500"/>
                                        <p:tgtEl>
                                          <p:spTgt spid="11173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xit" presetSubtype="10" fill="hold" nodeType="clickEffect">
                                  <p:stCondLst>
                                    <p:cond delay="0"/>
                                  </p:stCondLst>
                                  <p:childTnLst>
                                    <p:animEffect transition="out" filter="blinds(horizontal)">
                                      <p:cBhvr>
                                        <p:cTn id="57" dur="500"/>
                                        <p:tgtEl>
                                          <p:spTgt spid="111729"/>
                                        </p:tgtEl>
                                      </p:cBhvr>
                                    </p:animEffect>
                                    <p:set>
                                      <p:cBhvr>
                                        <p:cTn id="58" dur="1" fill="hold">
                                          <p:stCondLst>
                                            <p:cond delay="499"/>
                                          </p:stCondLst>
                                        </p:cTn>
                                        <p:tgtEl>
                                          <p:spTgt spid="111729"/>
                                        </p:tgtEl>
                                        <p:attrNameLst>
                                          <p:attrName>style.visibility</p:attrName>
                                        </p:attrNameLst>
                                      </p:cBhvr>
                                      <p:to>
                                        <p:strVal val="hidden"/>
                                      </p:to>
                                    </p:set>
                                  </p:childTnLst>
                                </p:cTn>
                              </p:par>
                              <p:par>
                                <p:cTn id="59" presetID="3" presetClass="exit" presetSubtype="10" fill="hold" nodeType="withEffect">
                                  <p:stCondLst>
                                    <p:cond delay="0"/>
                                  </p:stCondLst>
                                  <p:childTnLst>
                                    <p:animEffect transition="out" filter="blinds(horizontal)">
                                      <p:cBhvr>
                                        <p:cTn id="60" dur="500"/>
                                        <p:tgtEl>
                                          <p:spTgt spid="111728"/>
                                        </p:tgtEl>
                                      </p:cBhvr>
                                    </p:animEffect>
                                    <p:set>
                                      <p:cBhvr>
                                        <p:cTn id="61" dur="1" fill="hold">
                                          <p:stCondLst>
                                            <p:cond delay="499"/>
                                          </p:stCondLst>
                                        </p:cTn>
                                        <p:tgtEl>
                                          <p:spTgt spid="111728"/>
                                        </p:tgtEl>
                                        <p:attrNameLst>
                                          <p:attrName>style.visibility</p:attrName>
                                        </p:attrNameLst>
                                      </p:cBhvr>
                                      <p:to>
                                        <p:strVal val="hidden"/>
                                      </p:to>
                                    </p:set>
                                  </p:childTnLst>
                                </p:cTn>
                              </p:par>
                              <p:par>
                                <p:cTn id="62" presetID="3" presetClass="exit" presetSubtype="10" fill="hold" grpId="1" nodeType="withEffect">
                                  <p:stCondLst>
                                    <p:cond delay="0"/>
                                  </p:stCondLst>
                                  <p:childTnLst>
                                    <p:animEffect transition="out" filter="blinds(horizontal)">
                                      <p:cBhvr>
                                        <p:cTn id="63" dur="500"/>
                                        <p:tgtEl>
                                          <p:spTgt spid="111730"/>
                                        </p:tgtEl>
                                      </p:cBhvr>
                                    </p:animEffect>
                                    <p:set>
                                      <p:cBhvr>
                                        <p:cTn id="64" dur="1" fill="hold">
                                          <p:stCondLst>
                                            <p:cond delay="499"/>
                                          </p:stCondLst>
                                        </p:cTn>
                                        <p:tgtEl>
                                          <p:spTgt spid="111730"/>
                                        </p:tgtEl>
                                        <p:attrNameLst>
                                          <p:attrName>style.visibility</p:attrName>
                                        </p:attrNameLst>
                                      </p:cBhvr>
                                      <p:to>
                                        <p:strVal val="hidden"/>
                                      </p:to>
                                    </p:set>
                                  </p:childTnLst>
                                </p:cTn>
                              </p:par>
                            </p:childTnLst>
                          </p:cTn>
                        </p:par>
                        <p:par>
                          <p:cTn id="65" fill="hold">
                            <p:stCondLst>
                              <p:cond delay="500"/>
                            </p:stCondLst>
                            <p:childTnLst>
                              <p:par>
                                <p:cTn id="66" presetID="22" presetClass="entr" presetSubtype="8" fill="hold" nodeType="afterEffect">
                                  <p:stCondLst>
                                    <p:cond delay="0"/>
                                  </p:stCondLst>
                                  <p:childTnLst>
                                    <p:set>
                                      <p:cBhvr>
                                        <p:cTn id="67" dur="1" fill="hold">
                                          <p:stCondLst>
                                            <p:cond delay="0"/>
                                          </p:stCondLst>
                                        </p:cTn>
                                        <p:tgtEl>
                                          <p:spTgt spid="111764"/>
                                        </p:tgtEl>
                                        <p:attrNameLst>
                                          <p:attrName>style.visibility</p:attrName>
                                        </p:attrNameLst>
                                      </p:cBhvr>
                                      <p:to>
                                        <p:strVal val="visible"/>
                                      </p:to>
                                    </p:set>
                                    <p:animEffect transition="in" filter="wipe(left)">
                                      <p:cBhvr>
                                        <p:cTn id="68" dur="500"/>
                                        <p:tgtEl>
                                          <p:spTgt spid="1117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37" grpId="0"/>
      <p:bldP spid="111700" grpId="0"/>
      <p:bldP spid="111730" grpId="0" autoUpdateAnimBg="0"/>
      <p:bldP spid="111730" grpId="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3"/>
          <p:cNvSpPr>
            <a:spLocks noGrp="1"/>
          </p:cNvSpPr>
          <p:nvPr>
            <p:ph type="sldNum" sz="quarter" idx="12"/>
          </p:nvPr>
        </p:nvSpPr>
        <p:spPr/>
        <p:txBody>
          <a:bodyPr/>
          <a:lstStyle/>
          <a:p>
            <a:fld id="{9CC4AE76-4DBC-45CD-BDEE-0E5BD4126EBB}" type="slidenum">
              <a:rPr lang="zh-CN" altLang="en-US"/>
              <a:pPr/>
              <a:t>17</a:t>
            </a:fld>
            <a:endParaRPr lang="en-US" altLang="zh-CN"/>
          </a:p>
        </p:txBody>
      </p:sp>
      <p:sp>
        <p:nvSpPr>
          <p:cNvPr id="114690" name="Text Box 2"/>
          <p:cNvSpPr txBox="1">
            <a:spLocks noChangeArrowheads="1"/>
          </p:cNvSpPr>
          <p:nvPr/>
        </p:nvSpPr>
        <p:spPr bwMode="auto">
          <a:xfrm>
            <a:off x="533400" y="500063"/>
            <a:ext cx="8118475" cy="3168650"/>
          </a:xfrm>
          <a:prstGeom prst="rect">
            <a:avLst/>
          </a:prstGeom>
          <a:noFill/>
          <a:ln w="9525">
            <a:noFill/>
            <a:miter lim="800000"/>
            <a:headEnd/>
            <a:tailEnd type="none" w="sm" len="lg"/>
          </a:ln>
          <a:effectLst/>
        </p:spPr>
        <p:txBody>
          <a:bodyPr>
            <a:spAutoFit/>
          </a:bodyPr>
          <a:lstStyle/>
          <a:p>
            <a:pPr eaLnBrk="1" hangingPunct="1">
              <a:lnSpc>
                <a:spcPct val="120000"/>
              </a:lnSpc>
              <a:spcBef>
                <a:spcPct val="50000"/>
              </a:spcBef>
            </a:pPr>
            <a:r>
              <a:rPr lang="zh-CN" altLang="en-US"/>
              <a:t> </a:t>
            </a:r>
            <a:r>
              <a:rPr lang="zh-CN" altLang="en-US">
                <a:solidFill>
                  <a:srgbClr val="CC0000"/>
                </a:solidFill>
              </a:rPr>
              <a:t>例</a:t>
            </a:r>
            <a:r>
              <a:rPr lang="en-US" altLang="zh-CN">
                <a:solidFill>
                  <a:srgbClr val="CC0000"/>
                </a:solidFill>
              </a:rPr>
              <a:t>1</a:t>
            </a:r>
            <a:r>
              <a:rPr lang="en-US" altLang="zh-CN"/>
              <a:t>  </a:t>
            </a:r>
            <a:r>
              <a:rPr lang="zh-CN" altLang="en-US"/>
              <a:t>一单缝，宽为</a:t>
            </a:r>
            <a:r>
              <a:rPr lang="en-US" altLang="zh-CN" b="0" i="1"/>
              <a:t>b</a:t>
            </a:r>
            <a:r>
              <a:rPr lang="en-US" altLang="zh-CN" b="0"/>
              <a:t>=0.1 mm</a:t>
            </a:r>
            <a:r>
              <a:rPr lang="zh-CN" altLang="en-US"/>
              <a:t>，缝后放有一焦距为</a:t>
            </a:r>
            <a:r>
              <a:rPr lang="en-US" altLang="zh-CN" b="0"/>
              <a:t>50 cm</a:t>
            </a:r>
            <a:r>
              <a:rPr lang="zh-CN" altLang="en-US"/>
              <a:t>的会聚透镜，用波长</a:t>
            </a:r>
            <a:r>
              <a:rPr lang="zh-CN" altLang="en-US" b="0" i="1">
                <a:sym typeface="Symbol" pitchFamily="18" charset="2"/>
              </a:rPr>
              <a:t></a:t>
            </a:r>
            <a:r>
              <a:rPr lang="en-US" altLang="zh-CN" b="0">
                <a:sym typeface="Symbol" pitchFamily="18" charset="2"/>
              </a:rPr>
              <a:t>=546.1 nm</a:t>
            </a:r>
            <a:r>
              <a:rPr lang="zh-CN" altLang="en-US">
                <a:sym typeface="Symbol" pitchFamily="18" charset="2"/>
              </a:rPr>
              <a:t>的平行光垂直照射单缝，</a:t>
            </a:r>
            <a:r>
              <a:rPr lang="zh-CN" altLang="en-US">
                <a:solidFill>
                  <a:srgbClr val="CC0000"/>
                </a:solidFill>
                <a:sym typeface="Symbol" pitchFamily="18" charset="2"/>
              </a:rPr>
              <a:t>试求</a:t>
            </a:r>
            <a:r>
              <a:rPr lang="zh-CN" altLang="en-US">
                <a:sym typeface="Symbol" pitchFamily="18" charset="2"/>
              </a:rPr>
              <a:t>位于透镜焦平面处的屏幕上中央明纹的宽度和中央明纹两侧任意两相邻暗纹中心之间的距离．如将单缝位置作上下小距离移动，屏上衍射条纹有何变化？</a:t>
            </a:r>
            <a:endParaRPr lang="zh-CN" altLang="en-US">
              <a:solidFill>
                <a:srgbClr val="000000"/>
              </a:solidFill>
            </a:endParaRPr>
          </a:p>
        </p:txBody>
      </p:sp>
      <p:grpSp>
        <p:nvGrpSpPr>
          <p:cNvPr id="114699" name="Group 11"/>
          <p:cNvGrpSpPr>
            <a:grpSpLocks/>
          </p:cNvGrpSpPr>
          <p:nvPr/>
        </p:nvGrpSpPr>
        <p:grpSpPr bwMode="auto">
          <a:xfrm>
            <a:off x="627063" y="3600450"/>
            <a:ext cx="6678612" cy="901700"/>
            <a:chOff x="404" y="2205"/>
            <a:chExt cx="4207" cy="568"/>
          </a:xfrm>
        </p:grpSpPr>
        <p:graphicFrame>
          <p:nvGraphicFramePr>
            <p:cNvPr id="114692" name="Object 4"/>
            <p:cNvGraphicFramePr>
              <a:graphicFrameLocks noChangeAspect="1"/>
            </p:cNvGraphicFramePr>
            <p:nvPr/>
          </p:nvGraphicFramePr>
          <p:xfrm>
            <a:off x="2355" y="2205"/>
            <a:ext cx="2256" cy="568"/>
          </p:xfrm>
          <a:graphic>
            <a:graphicData uri="http://schemas.openxmlformats.org/presentationml/2006/ole">
              <mc:AlternateContent xmlns:mc="http://schemas.openxmlformats.org/markup-compatibility/2006">
                <mc:Choice xmlns:v="urn:schemas-microsoft-com:vml" Requires="v">
                  <p:oleObj spid="_x0000_s114710" name="公式" r:id="rId3" imgW="1422400" imgH="406400" progId="Equation.3">
                    <p:embed/>
                  </p:oleObj>
                </mc:Choice>
                <mc:Fallback>
                  <p:oleObj name="公式" r:id="rId3" imgW="1422400" imgH="406400" progId="Equation.3">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5" y="2205"/>
                          <a:ext cx="2256" cy="568"/>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8000"/>
                              </a:solidFill>
                              <a:miter lim="800000"/>
                              <a:headEnd/>
                              <a:tailEnd/>
                            </a14:hiddenLine>
                          </a:ext>
                        </a:extLst>
                      </p:spPr>
                    </p:pic>
                  </p:oleObj>
                </mc:Fallback>
              </mc:AlternateContent>
            </a:graphicData>
          </a:graphic>
        </p:graphicFrame>
        <p:grpSp>
          <p:nvGrpSpPr>
            <p:cNvPr id="114696" name="Group 8"/>
            <p:cNvGrpSpPr>
              <a:grpSpLocks/>
            </p:cNvGrpSpPr>
            <p:nvPr/>
          </p:nvGrpSpPr>
          <p:grpSpPr bwMode="auto">
            <a:xfrm>
              <a:off x="404" y="2289"/>
              <a:ext cx="2181" cy="344"/>
              <a:chOff x="768" y="2690"/>
              <a:chExt cx="2181" cy="344"/>
            </a:xfrm>
          </p:grpSpPr>
          <p:sp>
            <p:nvSpPr>
              <p:cNvPr id="114691" name="Text Box 3"/>
              <p:cNvSpPr txBox="1">
                <a:spLocks noChangeArrowheads="1"/>
              </p:cNvSpPr>
              <p:nvPr/>
            </p:nvSpPr>
            <p:spPr bwMode="auto">
              <a:xfrm>
                <a:off x="768" y="2690"/>
                <a:ext cx="849" cy="327"/>
              </a:xfrm>
              <a:prstGeom prst="rect">
                <a:avLst/>
              </a:prstGeom>
              <a:noFill/>
              <a:ln w="9525">
                <a:noFill/>
                <a:miter lim="800000"/>
                <a:headEnd/>
                <a:tailEnd type="none" w="sm" len="lg"/>
              </a:ln>
              <a:effectLst/>
            </p:spPr>
            <p:txBody>
              <a:bodyPr>
                <a:spAutoFit/>
              </a:bodyPr>
              <a:lstStyle/>
              <a:p>
                <a:pPr eaLnBrk="1" hangingPunct="1">
                  <a:spcBef>
                    <a:spcPct val="50000"/>
                  </a:spcBef>
                </a:pPr>
                <a:r>
                  <a:rPr lang="zh-CN" altLang="en-US">
                    <a:solidFill>
                      <a:srgbClr val="CC0000"/>
                    </a:solidFill>
                  </a:rPr>
                  <a:t>解：</a:t>
                </a:r>
              </a:p>
            </p:txBody>
          </p:sp>
          <p:sp>
            <p:nvSpPr>
              <p:cNvPr id="114693" name="Text Box 5"/>
              <p:cNvSpPr txBox="1">
                <a:spLocks noChangeArrowheads="1"/>
              </p:cNvSpPr>
              <p:nvPr/>
            </p:nvSpPr>
            <p:spPr bwMode="auto">
              <a:xfrm>
                <a:off x="1173" y="2707"/>
                <a:ext cx="1776" cy="327"/>
              </a:xfrm>
              <a:prstGeom prst="rect">
                <a:avLst/>
              </a:prstGeom>
              <a:noFill/>
              <a:ln w="9525">
                <a:noFill/>
                <a:miter lim="800000"/>
                <a:headEnd/>
                <a:tailEnd/>
              </a:ln>
              <a:effectLst/>
            </p:spPr>
            <p:txBody>
              <a:bodyPr>
                <a:spAutoFit/>
              </a:bodyPr>
              <a:lstStyle/>
              <a:p>
                <a:pPr eaLnBrk="1" hangingPunct="1">
                  <a:spcBef>
                    <a:spcPct val="50000"/>
                  </a:spcBef>
                </a:pPr>
                <a:r>
                  <a:rPr lang="zh-CN" altLang="en-US"/>
                  <a:t>中央明纹宽度</a:t>
                </a:r>
              </a:p>
            </p:txBody>
          </p:sp>
        </p:grpSp>
      </p:grpSp>
      <p:grpSp>
        <p:nvGrpSpPr>
          <p:cNvPr id="114698" name="Group 10"/>
          <p:cNvGrpSpPr>
            <a:grpSpLocks/>
          </p:cNvGrpSpPr>
          <p:nvPr/>
        </p:nvGrpSpPr>
        <p:grpSpPr bwMode="auto">
          <a:xfrm>
            <a:off x="1243013" y="4591050"/>
            <a:ext cx="5765800" cy="908050"/>
            <a:chOff x="792" y="2829"/>
            <a:chExt cx="3632" cy="572"/>
          </a:xfrm>
        </p:grpSpPr>
        <p:sp>
          <p:nvSpPr>
            <p:cNvPr id="114694" name="Text Box 6"/>
            <p:cNvSpPr txBox="1">
              <a:spLocks noChangeArrowheads="1"/>
            </p:cNvSpPr>
            <p:nvPr/>
          </p:nvSpPr>
          <p:spPr bwMode="auto">
            <a:xfrm>
              <a:off x="792" y="2907"/>
              <a:ext cx="1776" cy="327"/>
            </a:xfrm>
            <a:prstGeom prst="rect">
              <a:avLst/>
            </a:prstGeom>
            <a:noFill/>
            <a:ln w="9525">
              <a:noFill/>
              <a:miter lim="800000"/>
              <a:headEnd/>
              <a:tailEnd/>
            </a:ln>
            <a:effectLst/>
          </p:spPr>
          <p:txBody>
            <a:bodyPr>
              <a:spAutoFit/>
            </a:bodyPr>
            <a:lstStyle/>
            <a:p>
              <a:pPr eaLnBrk="1" hangingPunct="1">
                <a:spcBef>
                  <a:spcPct val="50000"/>
                </a:spcBef>
              </a:pPr>
              <a:r>
                <a:rPr lang="zh-CN" altLang="en-US"/>
                <a:t>其它明纹宽度</a:t>
              </a:r>
            </a:p>
          </p:txBody>
        </p:sp>
        <p:graphicFrame>
          <p:nvGraphicFramePr>
            <p:cNvPr id="114695" name="Object 7"/>
            <p:cNvGraphicFramePr>
              <a:graphicFrameLocks noChangeAspect="1"/>
            </p:cNvGraphicFramePr>
            <p:nvPr/>
          </p:nvGraphicFramePr>
          <p:xfrm>
            <a:off x="2383" y="2829"/>
            <a:ext cx="2041" cy="572"/>
          </p:xfrm>
          <a:graphic>
            <a:graphicData uri="http://schemas.openxmlformats.org/presentationml/2006/ole">
              <mc:AlternateContent xmlns:mc="http://schemas.openxmlformats.org/markup-compatibility/2006">
                <mc:Choice xmlns:v="urn:schemas-microsoft-com:vml" Requires="v">
                  <p:oleObj spid="_x0000_s114711" name="公式" r:id="rId5" imgW="1282700" imgH="406400" progId="Equation.3">
                    <p:embed/>
                  </p:oleObj>
                </mc:Choice>
                <mc:Fallback>
                  <p:oleObj name="公式" r:id="rId5" imgW="1282700" imgH="406400" progId="Equation.3">
                    <p:embed/>
                    <p:pic>
                      <p:nvPicPr>
                        <p:cNvPr id="0"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3" y="2829"/>
                          <a:ext cx="2041" cy="572"/>
                        </a:xfrm>
                        <a:prstGeom prst="rect">
                          <a:avLst/>
                        </a:prstGeom>
                        <a:noFill/>
                        <a:ln>
                          <a:noFill/>
                        </a:ln>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8000"/>
                              </a:solidFill>
                              <a:miter lim="800000"/>
                              <a:headEnd/>
                              <a:tailEnd/>
                            </a14:hiddenLine>
                          </a:ext>
                        </a:extLst>
                      </p:spPr>
                    </p:pic>
                  </p:oleObj>
                </mc:Fallback>
              </mc:AlternateContent>
            </a:graphicData>
          </a:graphic>
        </p:graphicFrame>
      </p:grpSp>
      <p:sp>
        <p:nvSpPr>
          <p:cNvPr id="114700" name="Text Box 12"/>
          <p:cNvSpPr txBox="1">
            <a:spLocks noChangeArrowheads="1"/>
          </p:cNvSpPr>
          <p:nvPr/>
        </p:nvSpPr>
        <p:spPr bwMode="auto">
          <a:xfrm>
            <a:off x="750888" y="5484813"/>
            <a:ext cx="7777162" cy="604837"/>
          </a:xfrm>
          <a:prstGeom prst="rect">
            <a:avLst/>
          </a:prstGeom>
          <a:noFill/>
          <a:ln w="9525">
            <a:noFill/>
            <a:miter lim="800000"/>
            <a:headEnd/>
            <a:tailEnd/>
          </a:ln>
          <a:effectLst/>
        </p:spPr>
        <p:txBody>
          <a:bodyPr>
            <a:spAutoFit/>
          </a:bodyPr>
          <a:lstStyle/>
          <a:p>
            <a:pPr eaLnBrk="1" hangingPunct="1">
              <a:lnSpc>
                <a:spcPct val="120000"/>
              </a:lnSpc>
              <a:spcBef>
                <a:spcPct val="50000"/>
              </a:spcBef>
            </a:pPr>
            <a:r>
              <a:rPr lang="zh-CN" altLang="en-US"/>
              <a:t> 将单缝位置作上下小距离移动，衍射条纹不变</a:t>
            </a:r>
            <a:r>
              <a:rPr lang="en-US" altLang="zh-CN"/>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4699"/>
                                        </p:tgtEl>
                                        <p:attrNameLst>
                                          <p:attrName>style.visibility</p:attrName>
                                        </p:attrNameLst>
                                      </p:cBhvr>
                                      <p:to>
                                        <p:strVal val="visible"/>
                                      </p:to>
                                    </p:set>
                                    <p:animEffect transition="in" filter="wipe(left)">
                                      <p:cBhvr>
                                        <p:cTn id="7" dur="500"/>
                                        <p:tgtEl>
                                          <p:spTgt spid="1146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14698"/>
                                        </p:tgtEl>
                                        <p:attrNameLst>
                                          <p:attrName>style.visibility</p:attrName>
                                        </p:attrNameLst>
                                      </p:cBhvr>
                                      <p:to>
                                        <p:strVal val="visible"/>
                                      </p:to>
                                    </p:set>
                                    <p:animEffect transition="in" filter="wipe(left)">
                                      <p:cBhvr>
                                        <p:cTn id="12" dur="500"/>
                                        <p:tgtEl>
                                          <p:spTgt spid="11469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4700"/>
                                        </p:tgtEl>
                                        <p:attrNameLst>
                                          <p:attrName>style.visibility</p:attrName>
                                        </p:attrNameLst>
                                      </p:cBhvr>
                                      <p:to>
                                        <p:strVal val="visible"/>
                                      </p:to>
                                    </p:set>
                                    <p:animEffect transition="in" filter="blinds(horizontal)">
                                      <p:cBhvr>
                                        <p:cTn id="17" dur="500"/>
                                        <p:tgtEl>
                                          <p:spTgt spid="114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0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4"/>
          <p:cNvSpPr txBox="1">
            <a:spLocks noChangeArrowheads="1"/>
          </p:cNvSpPr>
          <p:nvPr/>
        </p:nvSpPr>
        <p:spPr bwMode="auto">
          <a:xfrm>
            <a:off x="2862263" y="503238"/>
            <a:ext cx="3505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r>
              <a:rPr kumimoji="1" lang="zh-CN" altLang="en-US" sz="3200" dirty="0"/>
              <a:t>§</a:t>
            </a:r>
            <a:r>
              <a:rPr kumimoji="1" lang="zh-CN" altLang="en-US" sz="3200" dirty="0" smtClean="0"/>
              <a:t>1</a:t>
            </a:r>
            <a:r>
              <a:rPr kumimoji="1" lang="en-US" altLang="zh-CN" sz="3200" dirty="0" smtClean="0"/>
              <a:t>2.4   </a:t>
            </a:r>
            <a:r>
              <a:rPr kumimoji="1" lang="zh-CN" altLang="en-US" sz="3200" dirty="0" smtClean="0"/>
              <a:t>衍射光栅</a:t>
            </a:r>
            <a:endParaRPr kumimoji="1" lang="zh-CN" altLang="en-US" sz="3200" dirty="0"/>
          </a:p>
        </p:txBody>
      </p:sp>
      <p:sp>
        <p:nvSpPr>
          <p:cNvPr id="5123" name="Text Box 5"/>
          <p:cNvSpPr txBox="1">
            <a:spLocks noChangeArrowheads="1"/>
          </p:cNvSpPr>
          <p:nvPr/>
        </p:nvSpPr>
        <p:spPr bwMode="auto">
          <a:xfrm>
            <a:off x="358775" y="1314450"/>
            <a:ext cx="183255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r>
              <a:rPr kumimoji="1" lang="zh-CN" altLang="en-US" sz="3200" dirty="0">
                <a:solidFill>
                  <a:srgbClr val="0000FF"/>
                </a:solidFill>
              </a:rPr>
              <a:t>一</a:t>
            </a:r>
            <a:r>
              <a:rPr kumimoji="1" lang="zh-CN" altLang="en-US" sz="3200" dirty="0" smtClean="0">
                <a:solidFill>
                  <a:srgbClr val="0000FF"/>
                </a:solidFill>
              </a:rPr>
              <a:t>、光栅</a:t>
            </a:r>
            <a:endParaRPr kumimoji="1" lang="zh-CN" altLang="en-US" sz="3200" dirty="0">
              <a:solidFill>
                <a:srgbClr val="0000FF"/>
              </a:solidFill>
            </a:endParaRPr>
          </a:p>
        </p:txBody>
      </p:sp>
      <p:grpSp>
        <p:nvGrpSpPr>
          <p:cNvPr id="22599" name="Group 71"/>
          <p:cNvGrpSpPr>
            <a:grpSpLocks/>
          </p:cNvGrpSpPr>
          <p:nvPr/>
        </p:nvGrpSpPr>
        <p:grpSpPr bwMode="auto">
          <a:xfrm>
            <a:off x="1582738" y="4043363"/>
            <a:ext cx="2935287" cy="1311275"/>
            <a:chOff x="672" y="2160"/>
            <a:chExt cx="2160" cy="1153"/>
          </a:xfrm>
        </p:grpSpPr>
        <p:grpSp>
          <p:nvGrpSpPr>
            <p:cNvPr id="5166" name="Group 72"/>
            <p:cNvGrpSpPr>
              <a:grpSpLocks/>
            </p:cNvGrpSpPr>
            <p:nvPr/>
          </p:nvGrpSpPr>
          <p:grpSpPr bwMode="auto">
            <a:xfrm>
              <a:off x="672" y="3024"/>
              <a:ext cx="2160" cy="1"/>
              <a:chOff x="672" y="3504"/>
              <a:chExt cx="2160" cy="0"/>
            </a:xfrm>
          </p:grpSpPr>
          <p:sp>
            <p:nvSpPr>
              <p:cNvPr id="5179" name="Line 73"/>
              <p:cNvSpPr>
                <a:spLocks noChangeShapeType="1"/>
              </p:cNvSpPr>
              <p:nvPr/>
            </p:nvSpPr>
            <p:spPr bwMode="auto">
              <a:xfrm>
                <a:off x="1056" y="3504"/>
                <a:ext cx="177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80" name="Line 74"/>
              <p:cNvSpPr>
                <a:spLocks noChangeShapeType="1"/>
              </p:cNvSpPr>
              <p:nvPr/>
            </p:nvSpPr>
            <p:spPr bwMode="auto">
              <a:xfrm>
                <a:off x="672" y="3504"/>
                <a:ext cx="62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67" name="Group 75"/>
            <p:cNvGrpSpPr>
              <a:grpSpLocks/>
            </p:cNvGrpSpPr>
            <p:nvPr/>
          </p:nvGrpSpPr>
          <p:grpSpPr bwMode="auto">
            <a:xfrm>
              <a:off x="672" y="3312"/>
              <a:ext cx="2160" cy="1"/>
              <a:chOff x="672" y="3504"/>
              <a:chExt cx="2160" cy="0"/>
            </a:xfrm>
          </p:grpSpPr>
          <p:sp>
            <p:nvSpPr>
              <p:cNvPr id="5177" name="Line 76"/>
              <p:cNvSpPr>
                <a:spLocks noChangeShapeType="1"/>
              </p:cNvSpPr>
              <p:nvPr/>
            </p:nvSpPr>
            <p:spPr bwMode="auto">
              <a:xfrm>
                <a:off x="1056" y="3504"/>
                <a:ext cx="177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8" name="Line 77"/>
              <p:cNvSpPr>
                <a:spLocks noChangeShapeType="1"/>
              </p:cNvSpPr>
              <p:nvPr/>
            </p:nvSpPr>
            <p:spPr bwMode="auto">
              <a:xfrm>
                <a:off x="672" y="3504"/>
                <a:ext cx="62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68" name="Group 78"/>
            <p:cNvGrpSpPr>
              <a:grpSpLocks/>
            </p:cNvGrpSpPr>
            <p:nvPr/>
          </p:nvGrpSpPr>
          <p:grpSpPr bwMode="auto">
            <a:xfrm>
              <a:off x="672" y="2736"/>
              <a:ext cx="2160" cy="1"/>
              <a:chOff x="672" y="3504"/>
              <a:chExt cx="2160" cy="0"/>
            </a:xfrm>
          </p:grpSpPr>
          <p:sp>
            <p:nvSpPr>
              <p:cNvPr id="5175" name="Line 79"/>
              <p:cNvSpPr>
                <a:spLocks noChangeShapeType="1"/>
              </p:cNvSpPr>
              <p:nvPr/>
            </p:nvSpPr>
            <p:spPr bwMode="auto">
              <a:xfrm>
                <a:off x="1056" y="3504"/>
                <a:ext cx="177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6" name="Line 80"/>
              <p:cNvSpPr>
                <a:spLocks noChangeShapeType="1"/>
              </p:cNvSpPr>
              <p:nvPr/>
            </p:nvSpPr>
            <p:spPr bwMode="auto">
              <a:xfrm>
                <a:off x="672" y="3504"/>
                <a:ext cx="62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69" name="Group 81"/>
            <p:cNvGrpSpPr>
              <a:grpSpLocks/>
            </p:cNvGrpSpPr>
            <p:nvPr/>
          </p:nvGrpSpPr>
          <p:grpSpPr bwMode="auto">
            <a:xfrm>
              <a:off x="672" y="2448"/>
              <a:ext cx="2160" cy="1"/>
              <a:chOff x="672" y="3504"/>
              <a:chExt cx="2160" cy="0"/>
            </a:xfrm>
          </p:grpSpPr>
          <p:sp>
            <p:nvSpPr>
              <p:cNvPr id="5173" name="Line 82"/>
              <p:cNvSpPr>
                <a:spLocks noChangeShapeType="1"/>
              </p:cNvSpPr>
              <p:nvPr/>
            </p:nvSpPr>
            <p:spPr bwMode="auto">
              <a:xfrm>
                <a:off x="1056" y="3504"/>
                <a:ext cx="177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4" name="Line 83"/>
              <p:cNvSpPr>
                <a:spLocks noChangeShapeType="1"/>
              </p:cNvSpPr>
              <p:nvPr/>
            </p:nvSpPr>
            <p:spPr bwMode="auto">
              <a:xfrm>
                <a:off x="672" y="3504"/>
                <a:ext cx="62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170" name="Group 84"/>
            <p:cNvGrpSpPr>
              <a:grpSpLocks/>
            </p:cNvGrpSpPr>
            <p:nvPr/>
          </p:nvGrpSpPr>
          <p:grpSpPr bwMode="auto">
            <a:xfrm>
              <a:off x="672" y="2160"/>
              <a:ext cx="2160" cy="1"/>
              <a:chOff x="672" y="3504"/>
              <a:chExt cx="2160" cy="0"/>
            </a:xfrm>
          </p:grpSpPr>
          <p:sp>
            <p:nvSpPr>
              <p:cNvPr id="5171" name="Line 85"/>
              <p:cNvSpPr>
                <a:spLocks noChangeShapeType="1"/>
              </p:cNvSpPr>
              <p:nvPr/>
            </p:nvSpPr>
            <p:spPr bwMode="auto">
              <a:xfrm>
                <a:off x="1056" y="3504"/>
                <a:ext cx="1776"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72" name="Line 86"/>
              <p:cNvSpPr>
                <a:spLocks noChangeShapeType="1"/>
              </p:cNvSpPr>
              <p:nvPr/>
            </p:nvSpPr>
            <p:spPr bwMode="auto">
              <a:xfrm>
                <a:off x="672" y="3504"/>
                <a:ext cx="624" cy="0"/>
              </a:xfrm>
              <a:prstGeom prst="line">
                <a:avLst/>
              </a:prstGeom>
              <a:noFill/>
              <a:ln w="28575">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22615" name="Group 87"/>
          <p:cNvGrpSpPr>
            <a:grpSpLocks/>
          </p:cNvGrpSpPr>
          <p:nvPr/>
        </p:nvGrpSpPr>
        <p:grpSpPr bwMode="auto">
          <a:xfrm>
            <a:off x="4452938" y="4043363"/>
            <a:ext cx="2870200" cy="1309687"/>
            <a:chOff x="2784" y="2160"/>
            <a:chExt cx="2112" cy="1152"/>
          </a:xfrm>
        </p:grpSpPr>
        <p:sp>
          <p:nvSpPr>
            <p:cNvPr id="5161" name="Line 88"/>
            <p:cNvSpPr>
              <a:spLocks noChangeShapeType="1"/>
            </p:cNvSpPr>
            <p:nvPr/>
          </p:nvSpPr>
          <p:spPr bwMode="auto">
            <a:xfrm>
              <a:off x="2784" y="2160"/>
              <a:ext cx="2112" cy="576"/>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2" name="Line 89"/>
            <p:cNvSpPr>
              <a:spLocks noChangeShapeType="1"/>
            </p:cNvSpPr>
            <p:nvPr/>
          </p:nvSpPr>
          <p:spPr bwMode="auto">
            <a:xfrm>
              <a:off x="2832" y="2448"/>
              <a:ext cx="2064"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3" name="Line 90"/>
            <p:cNvSpPr>
              <a:spLocks noChangeShapeType="1"/>
            </p:cNvSpPr>
            <p:nvPr/>
          </p:nvSpPr>
          <p:spPr bwMode="auto">
            <a:xfrm>
              <a:off x="2832" y="2736"/>
              <a:ext cx="2064" cy="0"/>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4" name="Line 91"/>
            <p:cNvSpPr>
              <a:spLocks noChangeShapeType="1"/>
            </p:cNvSpPr>
            <p:nvPr/>
          </p:nvSpPr>
          <p:spPr bwMode="auto">
            <a:xfrm flipV="1">
              <a:off x="2784" y="2736"/>
              <a:ext cx="2112" cy="288"/>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5" name="Line 92"/>
            <p:cNvSpPr>
              <a:spLocks noChangeShapeType="1"/>
            </p:cNvSpPr>
            <p:nvPr/>
          </p:nvSpPr>
          <p:spPr bwMode="auto">
            <a:xfrm flipV="1">
              <a:off x="2784" y="2736"/>
              <a:ext cx="2112" cy="576"/>
            </a:xfrm>
            <a:prstGeom prst="line">
              <a:avLst/>
            </a:prstGeom>
            <a:noFill/>
            <a:ln w="28575">
              <a:solidFill>
                <a:srgbClr val="0000FF"/>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2621" name="Group 93"/>
          <p:cNvGrpSpPr>
            <a:grpSpLocks/>
          </p:cNvGrpSpPr>
          <p:nvPr/>
        </p:nvGrpSpPr>
        <p:grpSpPr bwMode="auto">
          <a:xfrm>
            <a:off x="2690813" y="3443288"/>
            <a:ext cx="1827212" cy="1909762"/>
            <a:chOff x="1488" y="1632"/>
            <a:chExt cx="1344" cy="1680"/>
          </a:xfrm>
        </p:grpSpPr>
        <p:sp>
          <p:nvSpPr>
            <p:cNvPr id="5156" name="Line 94"/>
            <p:cNvSpPr>
              <a:spLocks noChangeShapeType="1"/>
            </p:cNvSpPr>
            <p:nvPr/>
          </p:nvSpPr>
          <p:spPr bwMode="auto">
            <a:xfrm flipV="1">
              <a:off x="1488" y="1632"/>
              <a:ext cx="1344" cy="52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7" name="Line 95"/>
            <p:cNvSpPr>
              <a:spLocks noChangeShapeType="1"/>
            </p:cNvSpPr>
            <p:nvPr/>
          </p:nvSpPr>
          <p:spPr bwMode="auto">
            <a:xfrm flipV="1">
              <a:off x="1488" y="1920"/>
              <a:ext cx="1344" cy="52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8" name="Line 96"/>
            <p:cNvSpPr>
              <a:spLocks noChangeShapeType="1"/>
            </p:cNvSpPr>
            <p:nvPr/>
          </p:nvSpPr>
          <p:spPr bwMode="auto">
            <a:xfrm flipV="1">
              <a:off x="1488" y="2208"/>
              <a:ext cx="1344" cy="52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9" name="Line 97"/>
            <p:cNvSpPr>
              <a:spLocks noChangeShapeType="1"/>
            </p:cNvSpPr>
            <p:nvPr/>
          </p:nvSpPr>
          <p:spPr bwMode="auto">
            <a:xfrm flipV="1">
              <a:off x="1488" y="2496"/>
              <a:ext cx="1344" cy="52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60" name="Line 98"/>
            <p:cNvSpPr>
              <a:spLocks noChangeShapeType="1"/>
            </p:cNvSpPr>
            <p:nvPr/>
          </p:nvSpPr>
          <p:spPr bwMode="auto">
            <a:xfrm flipV="1">
              <a:off x="1488" y="2784"/>
              <a:ext cx="1344" cy="52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2627" name="Group 99"/>
          <p:cNvGrpSpPr>
            <a:grpSpLocks/>
          </p:cNvGrpSpPr>
          <p:nvPr/>
        </p:nvGrpSpPr>
        <p:grpSpPr bwMode="auto">
          <a:xfrm>
            <a:off x="4516438" y="3443288"/>
            <a:ext cx="3295650" cy="1309687"/>
            <a:chOff x="2830" y="1632"/>
            <a:chExt cx="2426" cy="1152"/>
          </a:xfrm>
        </p:grpSpPr>
        <p:graphicFrame>
          <p:nvGraphicFramePr>
            <p:cNvPr id="5149" name="Object 100"/>
            <p:cNvGraphicFramePr>
              <a:graphicFrameLocks noChangeAspect="1"/>
            </p:cNvGraphicFramePr>
            <p:nvPr/>
          </p:nvGraphicFramePr>
          <p:xfrm>
            <a:off x="4992" y="1920"/>
            <a:ext cx="264" cy="352"/>
          </p:xfrm>
          <a:graphic>
            <a:graphicData uri="http://schemas.openxmlformats.org/presentationml/2006/ole">
              <mc:AlternateContent xmlns:mc="http://schemas.openxmlformats.org/markup-compatibility/2006">
                <mc:Choice xmlns:v="urn:schemas-microsoft-com:vml" Requires="v">
                  <p:oleObj spid="_x0000_s142374" name="Equation" r:id="rId3" imgW="152268" imgH="203024" progId="Equation.3">
                    <p:embed/>
                  </p:oleObj>
                </mc:Choice>
                <mc:Fallback>
                  <p:oleObj name="Equation" r:id="rId3" imgW="152268" imgH="203024"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2" y="1920"/>
                          <a:ext cx="264"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150" name="Group 101"/>
            <p:cNvGrpSpPr>
              <a:grpSpLocks/>
            </p:cNvGrpSpPr>
            <p:nvPr/>
          </p:nvGrpSpPr>
          <p:grpSpPr bwMode="auto">
            <a:xfrm>
              <a:off x="2830" y="1632"/>
              <a:ext cx="2065" cy="1152"/>
              <a:chOff x="2830" y="1632"/>
              <a:chExt cx="2065" cy="1152"/>
            </a:xfrm>
          </p:grpSpPr>
          <p:sp>
            <p:nvSpPr>
              <p:cNvPr id="5151" name="Line 102"/>
              <p:cNvSpPr>
                <a:spLocks noChangeShapeType="1"/>
              </p:cNvSpPr>
              <p:nvPr/>
            </p:nvSpPr>
            <p:spPr bwMode="auto">
              <a:xfrm rot="-3806">
                <a:off x="2830" y="1632"/>
                <a:ext cx="2065" cy="384"/>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2" name="Line 103"/>
              <p:cNvSpPr>
                <a:spLocks noChangeShapeType="1"/>
              </p:cNvSpPr>
              <p:nvPr/>
            </p:nvSpPr>
            <p:spPr bwMode="auto">
              <a:xfrm rot="-3806">
                <a:off x="2830" y="1919"/>
                <a:ext cx="2065" cy="96"/>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3" name="Line 104"/>
              <p:cNvSpPr>
                <a:spLocks noChangeShapeType="1"/>
              </p:cNvSpPr>
              <p:nvPr/>
            </p:nvSpPr>
            <p:spPr bwMode="auto">
              <a:xfrm rot="21596194" flipV="1">
                <a:off x="2831" y="2016"/>
                <a:ext cx="2064" cy="479"/>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4" name="Line 105"/>
              <p:cNvSpPr>
                <a:spLocks noChangeShapeType="1"/>
              </p:cNvSpPr>
              <p:nvPr/>
            </p:nvSpPr>
            <p:spPr bwMode="auto">
              <a:xfrm rot="21596194" flipV="1">
                <a:off x="2831" y="2016"/>
                <a:ext cx="2064" cy="192"/>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55" name="Line 106"/>
              <p:cNvSpPr>
                <a:spLocks noChangeShapeType="1"/>
              </p:cNvSpPr>
              <p:nvPr/>
            </p:nvSpPr>
            <p:spPr bwMode="auto">
              <a:xfrm rot="21596194" flipV="1">
                <a:off x="2831" y="2016"/>
                <a:ext cx="2064" cy="768"/>
              </a:xfrm>
              <a:prstGeom prst="line">
                <a:avLst/>
              </a:prstGeom>
              <a:noFill/>
              <a:ln w="28575">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22709" name="Group 181"/>
          <p:cNvGrpSpPr>
            <a:grpSpLocks/>
          </p:cNvGrpSpPr>
          <p:nvPr/>
        </p:nvGrpSpPr>
        <p:grpSpPr bwMode="auto">
          <a:xfrm>
            <a:off x="746125" y="2673350"/>
            <a:ext cx="7966075" cy="3725863"/>
            <a:chOff x="470" y="1684"/>
            <a:chExt cx="5018" cy="2347"/>
          </a:xfrm>
        </p:grpSpPr>
        <p:sp>
          <p:nvSpPr>
            <p:cNvPr id="5134" name="Rectangle 63"/>
            <p:cNvSpPr>
              <a:spLocks noChangeArrowheads="1"/>
            </p:cNvSpPr>
            <p:nvPr/>
          </p:nvSpPr>
          <p:spPr bwMode="auto">
            <a:xfrm>
              <a:off x="470" y="1684"/>
              <a:ext cx="5018" cy="2347"/>
            </a:xfrm>
            <a:prstGeom prst="rect">
              <a:avLst/>
            </a:prstGeom>
            <a:noFill/>
            <a:ln w="9525">
              <a:solidFill>
                <a:schemeClr val="tx2"/>
              </a:solidFill>
              <a:miter lim="800000"/>
              <a:headEnd/>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5135" name="AutoShape 65" descr="栎木"/>
            <p:cNvSpPr>
              <a:spLocks noChangeArrowheads="1"/>
            </p:cNvSpPr>
            <p:nvPr/>
          </p:nvSpPr>
          <p:spPr bwMode="auto">
            <a:xfrm rot="-5419152">
              <a:off x="1568" y="2347"/>
              <a:ext cx="292" cy="26"/>
            </a:xfrm>
            <a:custGeom>
              <a:avLst/>
              <a:gdLst>
                <a:gd name="T0" fmla="*/ 292 w 21600"/>
                <a:gd name="T1" fmla="*/ 13 h 21600"/>
                <a:gd name="T2" fmla="*/ 146 w 21600"/>
                <a:gd name="T3" fmla="*/ 26 h 21600"/>
                <a:gd name="T4" fmla="*/ 0 w 21600"/>
                <a:gd name="T5" fmla="*/ 13 h 21600"/>
                <a:gd name="T6" fmla="*/ 146 w 21600"/>
                <a:gd name="T7" fmla="*/ 0 h 21600"/>
                <a:gd name="T8" fmla="*/ 0 60000 65536"/>
                <a:gd name="T9" fmla="*/ 0 60000 65536"/>
                <a:gd name="T10" fmla="*/ 0 60000 65536"/>
                <a:gd name="T11" fmla="*/ 0 60000 65536"/>
                <a:gd name="T12" fmla="*/ 1775 w 21600"/>
                <a:gd name="T13" fmla="*/ 1662 h 21600"/>
                <a:gd name="T14" fmla="*/ 19825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6" name="AutoShape 66" descr="栎木"/>
            <p:cNvSpPr>
              <a:spLocks noChangeArrowheads="1"/>
            </p:cNvSpPr>
            <p:nvPr/>
          </p:nvSpPr>
          <p:spPr bwMode="auto">
            <a:xfrm rot="-5419152">
              <a:off x="1645" y="2636"/>
              <a:ext cx="138" cy="26"/>
            </a:xfrm>
            <a:custGeom>
              <a:avLst/>
              <a:gdLst>
                <a:gd name="T0" fmla="*/ 138 w 21600"/>
                <a:gd name="T1" fmla="*/ 13 h 21600"/>
                <a:gd name="T2" fmla="*/ 69 w 21600"/>
                <a:gd name="T3" fmla="*/ 26 h 21600"/>
                <a:gd name="T4" fmla="*/ 0 w 21600"/>
                <a:gd name="T5" fmla="*/ 13 h 21600"/>
                <a:gd name="T6" fmla="*/ 69 w 21600"/>
                <a:gd name="T7" fmla="*/ 0 h 21600"/>
                <a:gd name="T8" fmla="*/ 0 60000 65536"/>
                <a:gd name="T9" fmla="*/ 0 60000 65536"/>
                <a:gd name="T10" fmla="*/ 0 60000 65536"/>
                <a:gd name="T11" fmla="*/ 0 60000 65536"/>
                <a:gd name="T12" fmla="*/ 1878 w 21600"/>
                <a:gd name="T13" fmla="*/ 1662 h 21600"/>
                <a:gd name="T14" fmla="*/ 19878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7" name="AutoShape 67" descr="栎木"/>
            <p:cNvSpPr>
              <a:spLocks noChangeArrowheads="1"/>
            </p:cNvSpPr>
            <p:nvPr/>
          </p:nvSpPr>
          <p:spPr bwMode="auto">
            <a:xfrm rot="-5419152">
              <a:off x="1645" y="2842"/>
              <a:ext cx="138" cy="26"/>
            </a:xfrm>
            <a:custGeom>
              <a:avLst/>
              <a:gdLst>
                <a:gd name="T0" fmla="*/ 138 w 21600"/>
                <a:gd name="T1" fmla="*/ 13 h 21600"/>
                <a:gd name="T2" fmla="*/ 69 w 21600"/>
                <a:gd name="T3" fmla="*/ 26 h 21600"/>
                <a:gd name="T4" fmla="*/ 0 w 21600"/>
                <a:gd name="T5" fmla="*/ 13 h 21600"/>
                <a:gd name="T6" fmla="*/ 69 w 21600"/>
                <a:gd name="T7" fmla="*/ 0 h 21600"/>
                <a:gd name="T8" fmla="*/ 0 60000 65536"/>
                <a:gd name="T9" fmla="*/ 0 60000 65536"/>
                <a:gd name="T10" fmla="*/ 0 60000 65536"/>
                <a:gd name="T11" fmla="*/ 0 60000 65536"/>
                <a:gd name="T12" fmla="*/ 1878 w 21600"/>
                <a:gd name="T13" fmla="*/ 1662 h 21600"/>
                <a:gd name="T14" fmla="*/ 19878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8" name="AutoShape 68" descr="栎木"/>
            <p:cNvSpPr>
              <a:spLocks noChangeArrowheads="1"/>
            </p:cNvSpPr>
            <p:nvPr/>
          </p:nvSpPr>
          <p:spPr bwMode="auto">
            <a:xfrm rot="-5419152">
              <a:off x="1645" y="3049"/>
              <a:ext cx="137" cy="26"/>
            </a:xfrm>
            <a:custGeom>
              <a:avLst/>
              <a:gdLst>
                <a:gd name="T0" fmla="*/ 137 w 21600"/>
                <a:gd name="T1" fmla="*/ 13 h 21600"/>
                <a:gd name="T2" fmla="*/ 69 w 21600"/>
                <a:gd name="T3" fmla="*/ 26 h 21600"/>
                <a:gd name="T4" fmla="*/ 0 w 21600"/>
                <a:gd name="T5" fmla="*/ 13 h 21600"/>
                <a:gd name="T6" fmla="*/ 69 w 21600"/>
                <a:gd name="T7" fmla="*/ 0 h 21600"/>
                <a:gd name="T8" fmla="*/ 0 60000 65536"/>
                <a:gd name="T9" fmla="*/ 0 60000 65536"/>
                <a:gd name="T10" fmla="*/ 0 60000 65536"/>
                <a:gd name="T11" fmla="*/ 0 60000 65536"/>
                <a:gd name="T12" fmla="*/ 1734 w 21600"/>
                <a:gd name="T13" fmla="*/ 1662 h 21600"/>
                <a:gd name="T14" fmla="*/ 19866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39" name="AutoShape 69" descr="栎木"/>
            <p:cNvSpPr>
              <a:spLocks noChangeArrowheads="1"/>
            </p:cNvSpPr>
            <p:nvPr/>
          </p:nvSpPr>
          <p:spPr bwMode="auto">
            <a:xfrm rot="-5419152">
              <a:off x="1645" y="3255"/>
              <a:ext cx="137" cy="26"/>
            </a:xfrm>
            <a:custGeom>
              <a:avLst/>
              <a:gdLst>
                <a:gd name="T0" fmla="*/ 137 w 21600"/>
                <a:gd name="T1" fmla="*/ 13 h 21600"/>
                <a:gd name="T2" fmla="*/ 69 w 21600"/>
                <a:gd name="T3" fmla="*/ 26 h 21600"/>
                <a:gd name="T4" fmla="*/ 0 w 21600"/>
                <a:gd name="T5" fmla="*/ 13 h 21600"/>
                <a:gd name="T6" fmla="*/ 69 w 21600"/>
                <a:gd name="T7" fmla="*/ 0 h 21600"/>
                <a:gd name="T8" fmla="*/ 0 60000 65536"/>
                <a:gd name="T9" fmla="*/ 0 60000 65536"/>
                <a:gd name="T10" fmla="*/ 0 60000 65536"/>
                <a:gd name="T11" fmla="*/ 0 60000 65536"/>
                <a:gd name="T12" fmla="*/ 1734 w 21600"/>
                <a:gd name="T13" fmla="*/ 1662 h 21600"/>
                <a:gd name="T14" fmla="*/ 19866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40" name="AutoShape 70" descr="栎木"/>
            <p:cNvSpPr>
              <a:spLocks noChangeArrowheads="1"/>
            </p:cNvSpPr>
            <p:nvPr/>
          </p:nvSpPr>
          <p:spPr bwMode="auto">
            <a:xfrm rot="-5419152">
              <a:off x="1559" y="3546"/>
              <a:ext cx="310" cy="26"/>
            </a:xfrm>
            <a:custGeom>
              <a:avLst/>
              <a:gdLst>
                <a:gd name="T0" fmla="*/ 310 w 21600"/>
                <a:gd name="T1" fmla="*/ 13 h 21600"/>
                <a:gd name="T2" fmla="*/ 155 w 21600"/>
                <a:gd name="T3" fmla="*/ 26 h 21600"/>
                <a:gd name="T4" fmla="*/ 0 w 21600"/>
                <a:gd name="T5" fmla="*/ 13 h 21600"/>
                <a:gd name="T6" fmla="*/ 155 w 21600"/>
                <a:gd name="T7" fmla="*/ 0 h 21600"/>
                <a:gd name="T8" fmla="*/ 0 60000 65536"/>
                <a:gd name="T9" fmla="*/ 0 60000 65536"/>
                <a:gd name="T10" fmla="*/ 0 60000 65536"/>
                <a:gd name="T11" fmla="*/ 0 60000 65536"/>
                <a:gd name="T12" fmla="*/ 1812 w 21600"/>
                <a:gd name="T13" fmla="*/ 1662 h 21600"/>
                <a:gd name="T14" fmla="*/ 19788 w 21600"/>
                <a:gd name="T15" fmla="*/ 19938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5"/>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6" name="Rectangle 108"/>
            <p:cNvSpPr>
              <a:spLocks noChangeArrowheads="1"/>
            </p:cNvSpPr>
            <p:nvPr/>
          </p:nvSpPr>
          <p:spPr bwMode="auto">
            <a:xfrm>
              <a:off x="4608" y="2038"/>
              <a:ext cx="46" cy="1854"/>
            </a:xfrm>
            <a:prstGeom prst="rect">
              <a:avLst/>
            </a:prstGeom>
            <a:gradFill rotWithShape="0">
              <a:gsLst>
                <a:gs pos="0">
                  <a:schemeClr val="bg1"/>
                </a:gs>
                <a:gs pos="100000">
                  <a:schemeClr val="bg1">
                    <a:gamma/>
                    <a:shade val="0"/>
                    <a:invGamma/>
                  </a:schemeClr>
                </a:gs>
              </a:gsLst>
              <a:lin ang="0" scaled="1"/>
            </a:gradFill>
            <a:ln w="19050">
              <a:solidFill>
                <a:schemeClr val="tx1"/>
              </a:solidFill>
              <a:miter lim="800000"/>
              <a:headEnd/>
              <a:tailEnd/>
            </a:ln>
          </p:spPr>
          <p:txBody>
            <a:bodyPr/>
            <a:lstStyle/>
            <a:p>
              <a:pPr>
                <a:defRPr/>
              </a:pPr>
              <a:endParaRPr lang="zh-CN" altLang="en-US">
                <a:ea typeface="宋体" pitchFamily="2" charset="-122"/>
              </a:endParaRPr>
            </a:p>
          </p:txBody>
        </p:sp>
        <p:graphicFrame>
          <p:nvGraphicFramePr>
            <p:cNvPr id="5142" name="Object 109"/>
            <p:cNvGraphicFramePr>
              <a:graphicFrameLocks noChangeAspect="1"/>
            </p:cNvGraphicFramePr>
            <p:nvPr/>
          </p:nvGraphicFramePr>
          <p:xfrm>
            <a:off x="4687" y="2999"/>
            <a:ext cx="214" cy="206"/>
          </p:xfrm>
          <a:graphic>
            <a:graphicData uri="http://schemas.openxmlformats.org/presentationml/2006/ole">
              <mc:AlternateContent xmlns:mc="http://schemas.openxmlformats.org/markup-compatibility/2006">
                <mc:Choice xmlns:v="urn:schemas-microsoft-com:vml" Requires="v">
                  <p:oleObj spid="_x0000_s142375" name="Equation" r:id="rId6" imgW="164957" imgH="190335" progId="Equation.3">
                    <p:embed/>
                  </p:oleObj>
                </mc:Choice>
                <mc:Fallback>
                  <p:oleObj name="Equation" r:id="rId6" imgW="164957" imgH="190335"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87" y="2999"/>
                          <a:ext cx="214" cy="2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3" name="Object 110"/>
            <p:cNvGraphicFramePr>
              <a:graphicFrameLocks noChangeAspect="1"/>
            </p:cNvGraphicFramePr>
            <p:nvPr/>
          </p:nvGraphicFramePr>
          <p:xfrm>
            <a:off x="2558" y="1826"/>
            <a:ext cx="284" cy="280"/>
          </p:xfrm>
          <a:graphic>
            <a:graphicData uri="http://schemas.openxmlformats.org/presentationml/2006/ole">
              <mc:AlternateContent xmlns:mc="http://schemas.openxmlformats.org/markup-compatibility/2006">
                <mc:Choice xmlns:v="urn:schemas-microsoft-com:vml" Requires="v">
                  <p:oleObj spid="_x0000_s142376" name="Equation" r:id="rId8" imgW="139579" imgH="164957" progId="Equation.3">
                    <p:embed/>
                  </p:oleObj>
                </mc:Choice>
                <mc:Fallback>
                  <p:oleObj name="Equation" r:id="rId8" imgW="139579" imgH="16495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58" y="1826"/>
                          <a:ext cx="284"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4" name="Line 111"/>
            <p:cNvSpPr>
              <a:spLocks noChangeShapeType="1"/>
            </p:cNvSpPr>
            <p:nvPr/>
          </p:nvSpPr>
          <p:spPr bwMode="auto">
            <a:xfrm flipV="1">
              <a:off x="750" y="2965"/>
              <a:ext cx="4315" cy="0"/>
            </a:xfrm>
            <a:prstGeom prst="line">
              <a:avLst/>
            </a:prstGeom>
            <a:noFill/>
            <a:ln w="12700">
              <a:solidFill>
                <a:schemeClr val="tx1"/>
              </a:solidFill>
              <a:prstDash val="lgDashDot"/>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aphicFrame>
          <p:nvGraphicFramePr>
            <p:cNvPr id="5145" name="Object 112"/>
            <p:cNvGraphicFramePr>
              <a:graphicFrameLocks noChangeAspect="1"/>
            </p:cNvGraphicFramePr>
            <p:nvPr/>
          </p:nvGraphicFramePr>
          <p:xfrm>
            <a:off x="4661" y="1866"/>
            <a:ext cx="281" cy="278"/>
          </p:xfrm>
          <a:graphic>
            <a:graphicData uri="http://schemas.openxmlformats.org/presentationml/2006/ole">
              <mc:AlternateContent xmlns:mc="http://schemas.openxmlformats.org/markup-compatibility/2006">
                <mc:Choice xmlns:v="urn:schemas-microsoft-com:vml" Requires="v">
                  <p:oleObj spid="_x0000_s142377" name="Equation" r:id="rId10" imgW="139579" imgH="164957" progId="Equation.3">
                    <p:embed/>
                  </p:oleObj>
                </mc:Choice>
                <mc:Fallback>
                  <p:oleObj name="Equation" r:id="rId10" imgW="139579" imgH="164957"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61" y="1866"/>
                          <a:ext cx="281"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6" name="Object 113"/>
            <p:cNvGraphicFramePr>
              <a:graphicFrameLocks noChangeAspect="1"/>
            </p:cNvGraphicFramePr>
            <p:nvPr/>
          </p:nvGraphicFramePr>
          <p:xfrm>
            <a:off x="3627" y="3446"/>
            <a:ext cx="246" cy="274"/>
          </p:xfrm>
          <a:graphic>
            <a:graphicData uri="http://schemas.openxmlformats.org/presentationml/2006/ole">
              <mc:AlternateContent xmlns:mc="http://schemas.openxmlformats.org/markup-compatibility/2006">
                <mc:Choice xmlns:v="urn:schemas-microsoft-com:vml" Requires="v">
                  <p:oleObj spid="_x0000_s142378" name="Equation" r:id="rId12" imgW="152268" imgH="203024" progId="Equation.3">
                    <p:embed/>
                  </p:oleObj>
                </mc:Choice>
                <mc:Fallback>
                  <p:oleObj name="Equation" r:id="rId12" imgW="152268" imgH="203024"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27" y="3446"/>
                          <a:ext cx="246" cy="2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47" name="Line 114"/>
            <p:cNvSpPr>
              <a:spLocks noChangeShapeType="1"/>
            </p:cNvSpPr>
            <p:nvPr/>
          </p:nvSpPr>
          <p:spPr bwMode="auto">
            <a:xfrm>
              <a:off x="2846" y="3686"/>
              <a:ext cx="1767" cy="0"/>
            </a:xfrm>
            <a:prstGeom prst="line">
              <a:avLst/>
            </a:prstGeom>
            <a:noFill/>
            <a:ln w="12700">
              <a:solidFill>
                <a:schemeClr val="tx1"/>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5148" name="Oval 115"/>
            <p:cNvSpPr>
              <a:spLocks noChangeArrowheads="1"/>
            </p:cNvSpPr>
            <p:nvPr/>
          </p:nvSpPr>
          <p:spPr bwMode="auto">
            <a:xfrm>
              <a:off x="2764" y="2038"/>
              <a:ext cx="164" cy="1854"/>
            </a:xfrm>
            <a:prstGeom prst="ellipse">
              <a:avLst/>
            </a:prstGeom>
            <a:solidFill>
              <a:srgbClr val="00FF99">
                <a:alpha val="50195"/>
              </a:srgbClr>
            </a:solidFill>
            <a:ln w="19050">
              <a:solidFill>
                <a:srgbClr val="006666"/>
              </a:solidFill>
              <a:round/>
              <a:headEnd/>
              <a:tailEnd/>
            </a:ln>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grpSp>
        <p:nvGrpSpPr>
          <p:cNvPr id="22708" name="Group 180"/>
          <p:cNvGrpSpPr>
            <a:grpSpLocks/>
          </p:cNvGrpSpPr>
          <p:nvPr/>
        </p:nvGrpSpPr>
        <p:grpSpPr bwMode="auto">
          <a:xfrm>
            <a:off x="1495425" y="2879725"/>
            <a:ext cx="2360613" cy="1217613"/>
            <a:chOff x="942" y="1814"/>
            <a:chExt cx="1487" cy="767"/>
          </a:xfrm>
        </p:grpSpPr>
        <p:sp>
          <p:nvSpPr>
            <p:cNvPr id="5131" name="Freeform 116"/>
            <p:cNvSpPr>
              <a:spLocks/>
            </p:cNvSpPr>
            <p:nvPr/>
          </p:nvSpPr>
          <p:spPr bwMode="auto">
            <a:xfrm>
              <a:off x="2095" y="2418"/>
              <a:ext cx="49" cy="109"/>
            </a:xfrm>
            <a:custGeom>
              <a:avLst/>
              <a:gdLst>
                <a:gd name="T0" fmla="*/ 0 w 57"/>
                <a:gd name="T1" fmla="*/ 0 h 153"/>
                <a:gd name="T2" fmla="*/ 0 w 57"/>
                <a:gd name="T3" fmla="*/ 13 h 153"/>
                <a:gd name="T4" fmla="*/ 4 w 57"/>
                <a:gd name="T5" fmla="*/ 14 h 153"/>
                <a:gd name="T6" fmla="*/ 4 w 57"/>
                <a:gd name="T7" fmla="*/ 7 h 153"/>
                <a:gd name="T8" fmla="*/ 2 w 57"/>
                <a:gd name="T9" fmla="*/ 13 h 153"/>
                <a:gd name="T10" fmla="*/ 5 w 57"/>
                <a:gd name="T11" fmla="*/ 14 h 153"/>
                <a:gd name="T12" fmla="*/ 9 w 57"/>
                <a:gd name="T13" fmla="*/ 9 h 153"/>
                <a:gd name="T14" fmla="*/ 3 w 57"/>
                <a:gd name="T15" fmla="*/ 13 h 153"/>
                <a:gd name="T16" fmla="*/ 7 w 57"/>
                <a:gd name="T17" fmla="*/ 16 h 153"/>
                <a:gd name="T18" fmla="*/ 10 w 57"/>
                <a:gd name="T19" fmla="*/ 19 h 153"/>
                <a:gd name="T20" fmla="*/ 15 w 57"/>
                <a:gd name="T21" fmla="*/ 24 h 153"/>
                <a:gd name="T22" fmla="*/ 20 w 57"/>
                <a:gd name="T23" fmla="*/ 19 h 153"/>
                <a:gd name="T24" fmla="*/ 13 w 57"/>
                <a:gd name="T25" fmla="*/ 21 h 153"/>
                <a:gd name="T26" fmla="*/ 16 w 57"/>
                <a:gd name="T27" fmla="*/ 26 h 153"/>
                <a:gd name="T28" fmla="*/ 19 w 57"/>
                <a:gd name="T29" fmla="*/ 32 h 153"/>
                <a:gd name="T30" fmla="*/ 22 w 57"/>
                <a:gd name="T31" fmla="*/ 39 h 153"/>
                <a:gd name="T32" fmla="*/ 27 w 57"/>
                <a:gd name="T33" fmla="*/ 54 h 153"/>
                <a:gd name="T34" fmla="*/ 34 w 57"/>
                <a:gd name="T35" fmla="*/ 51 h 153"/>
                <a:gd name="T36" fmla="*/ 27 w 57"/>
                <a:gd name="T37" fmla="*/ 51 h 153"/>
                <a:gd name="T38" fmla="*/ 30 w 57"/>
                <a:gd name="T39" fmla="*/ 69 h 153"/>
                <a:gd name="T40" fmla="*/ 33 w 57"/>
                <a:gd name="T41" fmla="*/ 88 h 153"/>
                <a:gd name="T42" fmla="*/ 34 w 57"/>
                <a:gd name="T43" fmla="*/ 109 h 153"/>
                <a:gd name="T44" fmla="*/ 49 w 57"/>
                <a:gd name="T45" fmla="*/ 109 h 153"/>
                <a:gd name="T46" fmla="*/ 48 w 57"/>
                <a:gd name="T47" fmla="*/ 88 h 153"/>
                <a:gd name="T48" fmla="*/ 46 w 57"/>
                <a:gd name="T49" fmla="*/ 69 h 153"/>
                <a:gd name="T50" fmla="*/ 42 w 57"/>
                <a:gd name="T51" fmla="*/ 51 h 153"/>
                <a:gd name="T52" fmla="*/ 41 w 57"/>
                <a:gd name="T53" fmla="*/ 49 h 153"/>
                <a:gd name="T54" fmla="*/ 37 w 57"/>
                <a:gd name="T55" fmla="*/ 34 h 153"/>
                <a:gd name="T56" fmla="*/ 34 w 57"/>
                <a:gd name="T57" fmla="*/ 27 h 153"/>
                <a:gd name="T58" fmla="*/ 31 w 57"/>
                <a:gd name="T59" fmla="*/ 21 h 153"/>
                <a:gd name="T60" fmla="*/ 28 w 57"/>
                <a:gd name="T61" fmla="*/ 16 h 153"/>
                <a:gd name="T62" fmla="*/ 26 w 57"/>
                <a:gd name="T63" fmla="*/ 14 h 153"/>
                <a:gd name="T64" fmla="*/ 21 w 57"/>
                <a:gd name="T65" fmla="*/ 10 h 153"/>
                <a:gd name="T66" fmla="*/ 18 w 57"/>
                <a:gd name="T67" fmla="*/ 6 h 153"/>
                <a:gd name="T68" fmla="*/ 14 w 57"/>
                <a:gd name="T69" fmla="*/ 4 h 153"/>
                <a:gd name="T70" fmla="*/ 11 w 57"/>
                <a:gd name="T71" fmla="*/ 2 h 153"/>
                <a:gd name="T72" fmla="*/ 8 w 57"/>
                <a:gd name="T73" fmla="*/ 1 h 153"/>
                <a:gd name="T74" fmla="*/ 4 w 57"/>
                <a:gd name="T75" fmla="*/ 1 h 153"/>
                <a:gd name="T76" fmla="*/ 0 w 57"/>
                <a:gd name="T77" fmla="*/ 0 h 15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7" h="153">
                  <a:moveTo>
                    <a:pt x="0" y="0"/>
                  </a:moveTo>
                  <a:lnTo>
                    <a:pt x="0" y="18"/>
                  </a:lnTo>
                  <a:lnTo>
                    <a:pt x="5" y="19"/>
                  </a:lnTo>
                  <a:lnTo>
                    <a:pt x="5" y="10"/>
                  </a:lnTo>
                  <a:lnTo>
                    <a:pt x="2" y="18"/>
                  </a:lnTo>
                  <a:lnTo>
                    <a:pt x="6" y="20"/>
                  </a:lnTo>
                  <a:lnTo>
                    <a:pt x="10" y="12"/>
                  </a:lnTo>
                  <a:lnTo>
                    <a:pt x="3" y="18"/>
                  </a:lnTo>
                  <a:lnTo>
                    <a:pt x="8" y="22"/>
                  </a:lnTo>
                  <a:lnTo>
                    <a:pt x="12" y="27"/>
                  </a:lnTo>
                  <a:lnTo>
                    <a:pt x="17" y="33"/>
                  </a:lnTo>
                  <a:lnTo>
                    <a:pt x="23" y="26"/>
                  </a:lnTo>
                  <a:lnTo>
                    <a:pt x="15" y="30"/>
                  </a:lnTo>
                  <a:lnTo>
                    <a:pt x="19" y="37"/>
                  </a:lnTo>
                  <a:lnTo>
                    <a:pt x="22" y="45"/>
                  </a:lnTo>
                  <a:lnTo>
                    <a:pt x="26" y="55"/>
                  </a:lnTo>
                  <a:lnTo>
                    <a:pt x="31" y="76"/>
                  </a:lnTo>
                  <a:lnTo>
                    <a:pt x="40" y="72"/>
                  </a:lnTo>
                  <a:lnTo>
                    <a:pt x="31" y="72"/>
                  </a:lnTo>
                  <a:lnTo>
                    <a:pt x="35" y="97"/>
                  </a:lnTo>
                  <a:lnTo>
                    <a:pt x="38" y="124"/>
                  </a:lnTo>
                  <a:lnTo>
                    <a:pt x="39" y="153"/>
                  </a:lnTo>
                  <a:lnTo>
                    <a:pt x="57" y="153"/>
                  </a:lnTo>
                  <a:lnTo>
                    <a:pt x="56" y="124"/>
                  </a:lnTo>
                  <a:lnTo>
                    <a:pt x="53" y="97"/>
                  </a:lnTo>
                  <a:lnTo>
                    <a:pt x="49" y="72"/>
                  </a:lnTo>
                  <a:lnTo>
                    <a:pt x="48" y="69"/>
                  </a:lnTo>
                  <a:lnTo>
                    <a:pt x="43" y="48"/>
                  </a:lnTo>
                  <a:lnTo>
                    <a:pt x="39" y="38"/>
                  </a:lnTo>
                  <a:lnTo>
                    <a:pt x="36" y="30"/>
                  </a:lnTo>
                  <a:lnTo>
                    <a:pt x="32" y="23"/>
                  </a:lnTo>
                  <a:lnTo>
                    <a:pt x="30" y="20"/>
                  </a:lnTo>
                  <a:lnTo>
                    <a:pt x="25" y="14"/>
                  </a:lnTo>
                  <a:lnTo>
                    <a:pt x="21" y="9"/>
                  </a:lnTo>
                  <a:lnTo>
                    <a:pt x="16" y="5"/>
                  </a:lnTo>
                  <a:lnTo>
                    <a:pt x="13" y="3"/>
                  </a:lnTo>
                  <a:lnTo>
                    <a:pt x="9" y="1"/>
                  </a:lnTo>
                  <a:lnTo>
                    <a:pt x="5" y="1"/>
                  </a:lnTo>
                  <a:lnTo>
                    <a:pt x="0" y="0"/>
                  </a:lnTo>
                  <a:close/>
                </a:path>
              </a:pathLst>
            </a:custGeom>
            <a:solidFill>
              <a:srgbClr val="CCFFFF"/>
            </a:solidFill>
            <a:ln w="28575" cmpd="sng">
              <a:solidFill>
                <a:srgbClr val="FF0000"/>
              </a:solidFill>
              <a:round/>
              <a:headEnd/>
              <a:tailEnd/>
            </a:ln>
          </p:spPr>
          <p:txBody>
            <a:bodyPr/>
            <a:lstStyle/>
            <a:p>
              <a:endParaRPr lang="zh-CN" altLang="en-US"/>
            </a:p>
          </p:txBody>
        </p:sp>
        <p:graphicFrame>
          <p:nvGraphicFramePr>
            <p:cNvPr id="5132" name="Object 117"/>
            <p:cNvGraphicFramePr>
              <a:graphicFrameLocks noChangeAspect="1"/>
            </p:cNvGraphicFramePr>
            <p:nvPr/>
          </p:nvGraphicFramePr>
          <p:xfrm>
            <a:off x="2185" y="2303"/>
            <a:ext cx="244" cy="278"/>
          </p:xfrm>
          <a:graphic>
            <a:graphicData uri="http://schemas.openxmlformats.org/presentationml/2006/ole">
              <mc:AlternateContent xmlns:mc="http://schemas.openxmlformats.org/markup-compatibility/2006">
                <mc:Choice xmlns:v="urn:schemas-microsoft-com:vml" Requires="v">
                  <p:oleObj spid="_x0000_s142379" name="Equation" r:id="rId14" imgW="114266" imgH="171450" progId="Equation.3">
                    <p:embed/>
                  </p:oleObj>
                </mc:Choice>
                <mc:Fallback>
                  <p:oleObj name="Equation" r:id="rId14" imgW="114266" imgH="17145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185" y="2303"/>
                          <a:ext cx="24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33" name="AutoShape 118"/>
            <p:cNvSpPr>
              <a:spLocks noChangeArrowheads="1"/>
            </p:cNvSpPr>
            <p:nvPr/>
          </p:nvSpPr>
          <p:spPr bwMode="auto">
            <a:xfrm>
              <a:off x="942" y="1814"/>
              <a:ext cx="1202" cy="333"/>
            </a:xfrm>
            <a:prstGeom prst="wedgeRectCallout">
              <a:avLst>
                <a:gd name="adj1" fmla="val 52829"/>
                <a:gd name="adj2" fmla="val 134384"/>
              </a:avLst>
            </a:prstGeom>
            <a:gradFill rotWithShape="0">
              <a:gsLst>
                <a:gs pos="0">
                  <a:srgbClr val="FFCCCC"/>
                </a:gs>
                <a:gs pos="50000">
                  <a:srgbClr val="FFFFFF"/>
                </a:gs>
                <a:gs pos="100000">
                  <a:srgbClr val="FFCCCC"/>
                </a:gs>
              </a:gsLst>
              <a:lin ang="5400000" scaled="1"/>
            </a:gradFill>
            <a:ln w="9525">
              <a:solidFill>
                <a:srgbClr val="FF0000"/>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eaLnBrk="1" hangingPunct="1">
                <a:spcBef>
                  <a:spcPct val="50000"/>
                </a:spcBef>
              </a:pPr>
              <a:r>
                <a:rPr lang="zh-CN" altLang="en-US"/>
                <a:t>衍射角</a:t>
              </a:r>
            </a:p>
          </p:txBody>
        </p:sp>
      </p:grpSp>
      <p:sp>
        <p:nvSpPr>
          <p:cNvPr id="22647" name="Rectangle 119"/>
          <p:cNvSpPr>
            <a:spLocks noChangeArrowheads="1"/>
          </p:cNvSpPr>
          <p:nvPr/>
        </p:nvSpPr>
        <p:spPr bwMode="auto">
          <a:xfrm>
            <a:off x="1150938" y="2054225"/>
            <a:ext cx="74564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CC0000"/>
                </a:solidFill>
              </a:rPr>
              <a:t>等宽度</a:t>
            </a:r>
            <a:r>
              <a:rPr lang="zh-CN" altLang="en-US"/>
              <a:t>、</a:t>
            </a:r>
            <a:r>
              <a:rPr lang="zh-CN" altLang="en-US">
                <a:solidFill>
                  <a:srgbClr val="CC0000"/>
                </a:solidFill>
              </a:rPr>
              <a:t>等距离</a:t>
            </a:r>
            <a:r>
              <a:rPr lang="zh-CN" altLang="en-US"/>
              <a:t>的狭缝排列起来的光学元件</a:t>
            </a:r>
            <a:r>
              <a:rPr lang="en-US" altLang="zh-CN"/>
              <a:t>.</a:t>
            </a:r>
          </a:p>
        </p:txBody>
      </p:sp>
    </p:spTree>
    <p:extLst>
      <p:ext uri="{BB962C8B-B14F-4D97-AF65-F5344CB8AC3E}">
        <p14:creationId xmlns:p14="http://schemas.microsoft.com/office/powerpoint/2010/main" val="219819216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2647"/>
                                        </p:tgtEl>
                                        <p:attrNameLst>
                                          <p:attrName>style.visibility</p:attrName>
                                        </p:attrNameLst>
                                      </p:cBhvr>
                                      <p:to>
                                        <p:strVal val="visible"/>
                                      </p:to>
                                    </p:set>
                                    <p:animEffect transition="in" filter="blinds(horizontal)">
                                      <p:cBhvr>
                                        <p:cTn id="7" dur="500"/>
                                        <p:tgtEl>
                                          <p:spTgt spid="226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709"/>
                                        </p:tgtEl>
                                        <p:attrNameLst>
                                          <p:attrName>style.visibility</p:attrName>
                                        </p:attrNameLst>
                                      </p:cBhvr>
                                      <p:to>
                                        <p:strVal val="visible"/>
                                      </p:to>
                                    </p:set>
                                    <p:animEffect transition="in" filter="wipe(left)">
                                      <p:cBhvr>
                                        <p:cTn id="12" dur="500"/>
                                        <p:tgtEl>
                                          <p:spTgt spid="227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2599"/>
                                        </p:tgtEl>
                                        <p:attrNameLst>
                                          <p:attrName>style.visibility</p:attrName>
                                        </p:attrNameLst>
                                      </p:cBhvr>
                                      <p:to>
                                        <p:strVal val="visible"/>
                                      </p:to>
                                    </p:set>
                                    <p:animEffect transition="in" filter="wipe(left)">
                                      <p:cBhvr>
                                        <p:cTn id="17" dur="500"/>
                                        <p:tgtEl>
                                          <p:spTgt spid="225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2615"/>
                                        </p:tgtEl>
                                        <p:attrNameLst>
                                          <p:attrName>style.visibility</p:attrName>
                                        </p:attrNameLst>
                                      </p:cBhvr>
                                      <p:to>
                                        <p:strVal val="visible"/>
                                      </p:to>
                                    </p:set>
                                    <p:animEffect transition="in" filter="wipe(left)">
                                      <p:cBhvr>
                                        <p:cTn id="22" dur="500"/>
                                        <p:tgtEl>
                                          <p:spTgt spid="2261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2621"/>
                                        </p:tgtEl>
                                        <p:attrNameLst>
                                          <p:attrName>style.visibility</p:attrName>
                                        </p:attrNameLst>
                                      </p:cBhvr>
                                      <p:to>
                                        <p:strVal val="visible"/>
                                      </p:to>
                                    </p:set>
                                    <p:animEffect transition="in" filter="wipe(left)">
                                      <p:cBhvr>
                                        <p:cTn id="27" dur="500"/>
                                        <p:tgtEl>
                                          <p:spTgt spid="2262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2627"/>
                                        </p:tgtEl>
                                        <p:attrNameLst>
                                          <p:attrName>style.visibility</p:attrName>
                                        </p:attrNameLst>
                                      </p:cBhvr>
                                      <p:to>
                                        <p:strVal val="visible"/>
                                      </p:to>
                                    </p:set>
                                    <p:animEffect transition="in" filter="wipe(left)">
                                      <p:cBhvr>
                                        <p:cTn id="32" dur="500"/>
                                        <p:tgtEl>
                                          <p:spTgt spid="226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22708"/>
                                        </p:tgtEl>
                                        <p:attrNameLst>
                                          <p:attrName>style.visibility</p:attrName>
                                        </p:attrNameLst>
                                      </p:cBhvr>
                                      <p:to>
                                        <p:strVal val="visible"/>
                                      </p:to>
                                    </p:set>
                                    <p:animEffect transition="in" filter="wipe(down)">
                                      <p:cBhvr>
                                        <p:cTn id="37" dur="500"/>
                                        <p:tgtEl>
                                          <p:spTgt spid="2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647"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5892008A-C21D-48BE-A507-544F523DCE54}" type="slidenum">
              <a:rPr lang="zh-CN" altLang="en-US" sz="1400" b="0">
                <a:solidFill>
                  <a:schemeClr val="bg2"/>
                </a:solidFill>
              </a:rPr>
              <a:pPr/>
              <a:t>19</a:t>
            </a:fld>
            <a:endParaRPr lang="en-US" altLang="zh-CN" sz="1400" b="0">
              <a:solidFill>
                <a:schemeClr val="bg2"/>
              </a:solidFill>
            </a:endParaRPr>
          </a:p>
        </p:txBody>
      </p:sp>
      <p:sp>
        <p:nvSpPr>
          <p:cNvPr id="8195" name="Text Box 72"/>
          <p:cNvSpPr txBox="1">
            <a:spLocks noChangeArrowheads="1"/>
          </p:cNvSpPr>
          <p:nvPr/>
        </p:nvSpPr>
        <p:spPr bwMode="auto">
          <a:xfrm>
            <a:off x="655638" y="614363"/>
            <a:ext cx="6248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0000FF"/>
                </a:solidFill>
              </a:rPr>
              <a:t>二、光栅衍射条纹的形成</a:t>
            </a:r>
          </a:p>
        </p:txBody>
      </p:sp>
      <p:sp>
        <p:nvSpPr>
          <p:cNvPr id="8196" name="Rectangle 58"/>
          <p:cNvSpPr>
            <a:spLocks noChangeArrowheads="1"/>
          </p:cNvSpPr>
          <p:nvPr/>
        </p:nvSpPr>
        <p:spPr bwMode="auto">
          <a:xfrm>
            <a:off x="836613" y="1270000"/>
            <a:ext cx="7529512" cy="3419475"/>
          </a:xfrm>
          <a:prstGeom prst="rect">
            <a:avLst/>
          </a:prstGeom>
          <a:noFill/>
          <a:ln w="9525">
            <a:solidFill>
              <a:schemeClr val="tx2"/>
            </a:solidFill>
            <a:miter lim="800000"/>
            <a:headEnd/>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8197" name="AutoShape 60" descr="栎木"/>
          <p:cNvSpPr>
            <a:spLocks noChangeArrowheads="1"/>
          </p:cNvSpPr>
          <p:nvPr/>
        </p:nvSpPr>
        <p:spPr bwMode="auto">
          <a:xfrm rot="-5419152">
            <a:off x="4233863" y="1922463"/>
            <a:ext cx="584200" cy="88900"/>
          </a:xfrm>
          <a:custGeom>
            <a:avLst/>
            <a:gdLst>
              <a:gd name="T0" fmla="*/ 584200 w 21600"/>
              <a:gd name="T1" fmla="*/ 44450 h 21600"/>
              <a:gd name="T2" fmla="*/ 292100 w 21600"/>
              <a:gd name="T3" fmla="*/ 88900 h 21600"/>
              <a:gd name="T4" fmla="*/ 0 w 21600"/>
              <a:gd name="T5" fmla="*/ 44450 h 21600"/>
              <a:gd name="T6" fmla="*/ 292100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8" name="AutoShape 61" descr="栎木"/>
          <p:cNvSpPr>
            <a:spLocks noChangeArrowheads="1"/>
          </p:cNvSpPr>
          <p:nvPr/>
        </p:nvSpPr>
        <p:spPr bwMode="auto">
          <a:xfrm rot="-5419152">
            <a:off x="4377531" y="2561432"/>
            <a:ext cx="296863" cy="88900"/>
          </a:xfrm>
          <a:custGeom>
            <a:avLst/>
            <a:gdLst>
              <a:gd name="T0" fmla="*/ 296863 w 21600"/>
              <a:gd name="T1" fmla="*/ 44450 h 21600"/>
              <a:gd name="T2" fmla="*/ 148432 w 21600"/>
              <a:gd name="T3" fmla="*/ 88900 h 21600"/>
              <a:gd name="T4" fmla="*/ 0 w 21600"/>
              <a:gd name="T5" fmla="*/ 44450 h 21600"/>
              <a:gd name="T6" fmla="*/ 148432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99" name="AutoShape 62" descr="栎木"/>
          <p:cNvSpPr>
            <a:spLocks noChangeArrowheads="1"/>
          </p:cNvSpPr>
          <p:nvPr/>
        </p:nvSpPr>
        <p:spPr bwMode="auto">
          <a:xfrm rot="-5419152">
            <a:off x="4373563" y="3032125"/>
            <a:ext cx="304800" cy="88900"/>
          </a:xfrm>
          <a:custGeom>
            <a:avLst/>
            <a:gdLst>
              <a:gd name="T0" fmla="*/ 304800 w 21600"/>
              <a:gd name="T1" fmla="*/ 44450 h 21600"/>
              <a:gd name="T2" fmla="*/ 152400 w 21600"/>
              <a:gd name="T3" fmla="*/ 88900 h 21600"/>
              <a:gd name="T4" fmla="*/ 0 w 21600"/>
              <a:gd name="T5" fmla="*/ 44450 h 21600"/>
              <a:gd name="T6" fmla="*/ 152400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0" name="AutoShape 63" descr="栎木"/>
          <p:cNvSpPr>
            <a:spLocks noChangeArrowheads="1"/>
          </p:cNvSpPr>
          <p:nvPr/>
        </p:nvSpPr>
        <p:spPr bwMode="auto">
          <a:xfrm rot="-5419152">
            <a:off x="4379912" y="3506788"/>
            <a:ext cx="295275" cy="88900"/>
          </a:xfrm>
          <a:custGeom>
            <a:avLst/>
            <a:gdLst>
              <a:gd name="T0" fmla="*/ 295275 w 21600"/>
              <a:gd name="T1" fmla="*/ 44450 h 21600"/>
              <a:gd name="T2" fmla="*/ 147638 w 21600"/>
              <a:gd name="T3" fmla="*/ 88900 h 21600"/>
              <a:gd name="T4" fmla="*/ 0 w 21600"/>
              <a:gd name="T5" fmla="*/ 44450 h 21600"/>
              <a:gd name="T6" fmla="*/ 147638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1" name="AutoShape 64" descr="栎木"/>
          <p:cNvSpPr>
            <a:spLocks noChangeArrowheads="1"/>
          </p:cNvSpPr>
          <p:nvPr/>
        </p:nvSpPr>
        <p:spPr bwMode="auto">
          <a:xfrm rot="-5419152">
            <a:off x="4194969" y="4167981"/>
            <a:ext cx="663575" cy="87313"/>
          </a:xfrm>
          <a:custGeom>
            <a:avLst/>
            <a:gdLst>
              <a:gd name="T0" fmla="*/ 663575 w 21600"/>
              <a:gd name="T1" fmla="*/ 43657 h 21600"/>
              <a:gd name="T2" fmla="*/ 331788 w 21600"/>
              <a:gd name="T3" fmla="*/ 87313 h 21600"/>
              <a:gd name="T4" fmla="*/ 0 w 21600"/>
              <a:gd name="T5" fmla="*/ 43657 h 21600"/>
              <a:gd name="T6" fmla="*/ 331788 w 21600"/>
              <a:gd name="T7" fmla="*/ 0 h 21600"/>
              <a:gd name="T8" fmla="*/ 0 60000 65536"/>
              <a:gd name="T9" fmla="*/ 0 60000 65536"/>
              <a:gd name="T10" fmla="*/ 0 60000 65536"/>
              <a:gd name="T11" fmla="*/ 0 60000 65536"/>
              <a:gd name="T12" fmla="*/ 1800 w 21600"/>
              <a:gd name="T13" fmla="*/ 1800 h 21600"/>
              <a:gd name="T14" fmla="*/ 19800 w 21600"/>
              <a:gd name="T15" fmla="*/ 19800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2" name="Line 74"/>
          <p:cNvSpPr>
            <a:spLocks noChangeShapeType="1"/>
          </p:cNvSpPr>
          <p:nvPr/>
        </p:nvSpPr>
        <p:spPr bwMode="auto">
          <a:xfrm flipH="1">
            <a:off x="1323975" y="2439988"/>
            <a:ext cx="3157538"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3" name="Line 75"/>
          <p:cNvSpPr>
            <a:spLocks noChangeShapeType="1"/>
          </p:cNvSpPr>
          <p:nvPr/>
        </p:nvSpPr>
        <p:spPr bwMode="auto">
          <a:xfrm flipH="1" flipV="1">
            <a:off x="1323975" y="2255838"/>
            <a:ext cx="4418013" cy="4762"/>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4" name="Line 77"/>
          <p:cNvSpPr>
            <a:spLocks noChangeShapeType="1"/>
          </p:cNvSpPr>
          <p:nvPr/>
        </p:nvSpPr>
        <p:spPr bwMode="auto">
          <a:xfrm>
            <a:off x="2281238" y="2220913"/>
            <a:ext cx="0" cy="255587"/>
          </a:xfrm>
          <a:prstGeom prst="line">
            <a:avLst/>
          </a:prstGeom>
          <a:noFill/>
          <a:ln w="19050">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05" name="Object 78"/>
          <p:cNvGraphicFramePr>
            <a:graphicFrameLocks noChangeAspect="1"/>
          </p:cNvGraphicFramePr>
          <p:nvPr/>
        </p:nvGraphicFramePr>
        <p:xfrm>
          <a:off x="1820863" y="1776413"/>
          <a:ext cx="622300" cy="534987"/>
        </p:xfrm>
        <a:graphic>
          <a:graphicData uri="http://schemas.openxmlformats.org/presentationml/2006/ole">
            <mc:AlternateContent xmlns:mc="http://schemas.openxmlformats.org/markup-compatibility/2006">
              <mc:Choice xmlns:v="urn:schemas-microsoft-com:vml" Requires="v">
                <p:oleObj spid="_x0000_s143416" name="公式" r:id="rId4" imgW="152355" imgH="247590" progId="Equation.3">
                  <p:embed/>
                </p:oleObj>
              </mc:Choice>
              <mc:Fallback>
                <p:oleObj name="公式" r:id="rId4" imgW="152355" imgH="24759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20863" y="1776413"/>
                        <a:ext cx="622300" cy="534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6" name="Line 80"/>
          <p:cNvSpPr>
            <a:spLocks noChangeShapeType="1"/>
          </p:cNvSpPr>
          <p:nvPr/>
        </p:nvSpPr>
        <p:spPr bwMode="auto">
          <a:xfrm flipH="1">
            <a:off x="2725738" y="2754313"/>
            <a:ext cx="1746250"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07" name="Line 82"/>
          <p:cNvSpPr>
            <a:spLocks noChangeShapeType="1"/>
          </p:cNvSpPr>
          <p:nvPr/>
        </p:nvSpPr>
        <p:spPr bwMode="auto">
          <a:xfrm>
            <a:off x="3962400" y="2449513"/>
            <a:ext cx="0" cy="311150"/>
          </a:xfrm>
          <a:prstGeom prst="line">
            <a:avLst/>
          </a:prstGeom>
          <a:noFill/>
          <a:ln w="19050">
            <a:solidFill>
              <a:schemeClr val="tx1"/>
            </a:solidFill>
            <a:round/>
            <a:headEnd type="stealth" w="sm" len="lg"/>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08" name="Object 83"/>
          <p:cNvGraphicFramePr>
            <a:graphicFrameLocks noChangeAspect="1"/>
          </p:cNvGraphicFramePr>
          <p:nvPr/>
        </p:nvGraphicFramePr>
        <p:xfrm>
          <a:off x="3424238" y="2351088"/>
          <a:ext cx="393700" cy="485775"/>
        </p:xfrm>
        <a:graphic>
          <a:graphicData uri="http://schemas.openxmlformats.org/presentationml/2006/ole">
            <mc:AlternateContent xmlns:mc="http://schemas.openxmlformats.org/markup-compatibility/2006">
              <mc:Choice xmlns:v="urn:schemas-microsoft-com:vml" Requires="v">
                <p:oleObj spid="_x0000_s143417" name="Equation" r:id="rId6" imgW="133446" imgH="171450" progId="Equation.3">
                  <p:embed/>
                </p:oleObj>
              </mc:Choice>
              <mc:Fallback>
                <p:oleObj name="Equation" r:id="rId6" imgW="133446" imgH="17145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24238" y="2351088"/>
                        <a:ext cx="393700" cy="485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09" name="Line 87" descr="浅色上对角线"/>
          <p:cNvSpPr>
            <a:spLocks noChangeShapeType="1"/>
          </p:cNvSpPr>
          <p:nvPr/>
        </p:nvSpPr>
        <p:spPr bwMode="auto">
          <a:xfrm flipH="1">
            <a:off x="2771775" y="3251200"/>
            <a:ext cx="1662113" cy="0"/>
          </a:xfrm>
          <a:prstGeom prst="line">
            <a:avLst/>
          </a:prstGeom>
          <a:noFill/>
          <a:ln w="12700">
            <a:solidFill>
              <a:schemeClr val="tx1"/>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10" name="Line 89"/>
          <p:cNvSpPr>
            <a:spLocks noChangeShapeType="1"/>
          </p:cNvSpPr>
          <p:nvPr/>
        </p:nvSpPr>
        <p:spPr bwMode="auto">
          <a:xfrm>
            <a:off x="3130550" y="2800350"/>
            <a:ext cx="0" cy="461963"/>
          </a:xfrm>
          <a:prstGeom prst="line">
            <a:avLst/>
          </a:prstGeom>
          <a:noFill/>
          <a:ln w="19050">
            <a:solidFill>
              <a:srgbClr val="FF0000"/>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11" name="Object 90"/>
          <p:cNvGraphicFramePr>
            <a:graphicFrameLocks noChangeAspect="1"/>
          </p:cNvGraphicFramePr>
          <p:nvPr/>
        </p:nvGraphicFramePr>
        <p:xfrm>
          <a:off x="1511300" y="2755900"/>
          <a:ext cx="1541463" cy="498475"/>
        </p:xfrm>
        <a:graphic>
          <a:graphicData uri="http://schemas.openxmlformats.org/presentationml/2006/ole">
            <mc:AlternateContent xmlns:mc="http://schemas.openxmlformats.org/markup-compatibility/2006">
              <mc:Choice xmlns:v="urn:schemas-microsoft-com:vml" Requires="v">
                <p:oleObj spid="_x0000_s143418" name="公式" r:id="rId8" imgW="609690" imgH="171450" progId="Equation.3">
                  <p:embed/>
                </p:oleObj>
              </mc:Choice>
              <mc:Fallback>
                <p:oleObj name="公式" r:id="rId8" imgW="609690" imgH="17145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511300" y="2755900"/>
                        <a:ext cx="1541463" cy="4984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D60093"/>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212" name="Group 94"/>
          <p:cNvGrpSpPr>
            <a:grpSpLocks/>
          </p:cNvGrpSpPr>
          <p:nvPr/>
        </p:nvGrpSpPr>
        <p:grpSpPr bwMode="auto">
          <a:xfrm>
            <a:off x="4572000" y="1404938"/>
            <a:ext cx="2519363" cy="2295525"/>
            <a:chOff x="4272" y="816"/>
            <a:chExt cx="1056" cy="1392"/>
          </a:xfrm>
        </p:grpSpPr>
        <p:sp>
          <p:nvSpPr>
            <p:cNvPr id="8231" name="Line 95"/>
            <p:cNvSpPr>
              <a:spLocks noChangeShapeType="1"/>
            </p:cNvSpPr>
            <p:nvPr/>
          </p:nvSpPr>
          <p:spPr bwMode="auto">
            <a:xfrm flipV="1">
              <a:off x="4272" y="816"/>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32" name="Line 96"/>
            <p:cNvSpPr>
              <a:spLocks noChangeShapeType="1"/>
            </p:cNvSpPr>
            <p:nvPr/>
          </p:nvSpPr>
          <p:spPr bwMode="auto">
            <a:xfrm flipV="1">
              <a:off x="4272" y="1104"/>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33" name="Line 97"/>
            <p:cNvSpPr>
              <a:spLocks noChangeShapeType="1"/>
            </p:cNvSpPr>
            <p:nvPr/>
          </p:nvSpPr>
          <p:spPr bwMode="auto">
            <a:xfrm flipV="1">
              <a:off x="4272" y="1392"/>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234" name="Line 98"/>
            <p:cNvSpPr>
              <a:spLocks noChangeShapeType="1"/>
            </p:cNvSpPr>
            <p:nvPr/>
          </p:nvSpPr>
          <p:spPr bwMode="auto">
            <a:xfrm flipV="1">
              <a:off x="4272" y="1680"/>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8213" name="Object 102"/>
          <p:cNvGraphicFramePr>
            <a:graphicFrameLocks noChangeAspect="1"/>
          </p:cNvGraphicFramePr>
          <p:nvPr/>
        </p:nvGraphicFramePr>
        <p:xfrm>
          <a:off x="5573713" y="1844675"/>
          <a:ext cx="798512" cy="506413"/>
        </p:xfrm>
        <a:graphic>
          <a:graphicData uri="http://schemas.openxmlformats.org/presentationml/2006/ole">
            <mc:AlternateContent xmlns:mc="http://schemas.openxmlformats.org/markup-compatibility/2006">
              <mc:Choice xmlns:v="urn:schemas-microsoft-com:vml" Requires="v">
                <p:oleObj spid="_x0000_s143419" name="Equation" r:id="rId10" imgW="114266" imgH="171450" progId="Equation.3">
                  <p:embed/>
                </p:oleObj>
              </mc:Choice>
              <mc:Fallback>
                <p:oleObj name="Equation" r:id="rId10" imgW="114266" imgH="17145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73713" y="1844675"/>
                        <a:ext cx="798512" cy="50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14" name="Arc 110"/>
          <p:cNvSpPr>
            <a:spLocks/>
          </p:cNvSpPr>
          <p:nvPr/>
        </p:nvSpPr>
        <p:spPr bwMode="auto">
          <a:xfrm>
            <a:off x="5291138" y="2081213"/>
            <a:ext cx="90487" cy="169862"/>
          </a:xfrm>
          <a:custGeom>
            <a:avLst/>
            <a:gdLst>
              <a:gd name="T0" fmla="*/ 0 w 21600"/>
              <a:gd name="T1" fmla="*/ 0 h 31425"/>
              <a:gd name="T2" fmla="*/ 80584 w 21600"/>
              <a:gd name="T3" fmla="*/ 169862 h 31425"/>
              <a:gd name="T4" fmla="*/ 0 w 21600"/>
              <a:gd name="T5" fmla="*/ 116755 h 31425"/>
              <a:gd name="T6" fmla="*/ 0 60000 65536"/>
              <a:gd name="T7" fmla="*/ 0 60000 65536"/>
              <a:gd name="T8" fmla="*/ 0 60000 65536"/>
            </a:gdLst>
            <a:ahLst/>
            <a:cxnLst>
              <a:cxn ang="T6">
                <a:pos x="T0" y="T1"/>
              </a:cxn>
              <a:cxn ang="T7">
                <a:pos x="T2" y="T3"/>
              </a:cxn>
              <a:cxn ang="T8">
                <a:pos x="T4" y="T5"/>
              </a:cxn>
            </a:cxnLst>
            <a:rect l="0" t="0" r="r" b="b"/>
            <a:pathLst>
              <a:path w="21600" h="31425" fill="none" extrusionOk="0">
                <a:moveTo>
                  <a:pt x="-1" y="0"/>
                </a:moveTo>
                <a:cubicBezTo>
                  <a:pt x="11929" y="0"/>
                  <a:pt x="21600" y="9670"/>
                  <a:pt x="21600" y="21600"/>
                </a:cubicBezTo>
                <a:cubicBezTo>
                  <a:pt x="21600" y="25015"/>
                  <a:pt x="20789" y="28383"/>
                  <a:pt x="19236" y="31425"/>
                </a:cubicBezTo>
              </a:path>
              <a:path w="21600" h="31425" stroke="0" extrusionOk="0">
                <a:moveTo>
                  <a:pt x="-1" y="0"/>
                </a:moveTo>
                <a:cubicBezTo>
                  <a:pt x="11929" y="0"/>
                  <a:pt x="21600" y="9670"/>
                  <a:pt x="21600" y="21600"/>
                </a:cubicBezTo>
                <a:cubicBezTo>
                  <a:pt x="21600" y="25015"/>
                  <a:pt x="20789" y="28383"/>
                  <a:pt x="19236" y="31425"/>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546" name="Group 122"/>
          <p:cNvGrpSpPr>
            <a:grpSpLocks/>
          </p:cNvGrpSpPr>
          <p:nvPr/>
        </p:nvGrpSpPr>
        <p:grpSpPr bwMode="auto">
          <a:xfrm>
            <a:off x="4437063" y="2755900"/>
            <a:ext cx="3284537" cy="1468438"/>
            <a:chOff x="2795" y="1736"/>
            <a:chExt cx="2069" cy="925"/>
          </a:xfrm>
        </p:grpSpPr>
        <p:sp>
          <p:nvSpPr>
            <p:cNvPr id="8226" name="Freeform 67"/>
            <p:cNvSpPr>
              <a:spLocks/>
            </p:cNvSpPr>
            <p:nvPr/>
          </p:nvSpPr>
          <p:spPr bwMode="auto">
            <a:xfrm>
              <a:off x="2880" y="1736"/>
              <a:ext cx="368" cy="879"/>
            </a:xfrm>
            <a:custGeom>
              <a:avLst/>
              <a:gdLst>
                <a:gd name="T0" fmla="*/ 0 w 432"/>
                <a:gd name="T1" fmla="*/ 0 h 732"/>
                <a:gd name="T2" fmla="*/ 368 w 432"/>
                <a:gd name="T3" fmla="*/ 879 h 732"/>
                <a:gd name="T4" fmla="*/ 0 60000 65536"/>
                <a:gd name="T5" fmla="*/ 0 60000 65536"/>
              </a:gdLst>
              <a:ahLst/>
              <a:cxnLst>
                <a:cxn ang="T4">
                  <a:pos x="T0" y="T1"/>
                </a:cxn>
                <a:cxn ang="T5">
                  <a:pos x="T2" y="T3"/>
                </a:cxn>
              </a:cxnLst>
              <a:rect l="0" t="0" r="r" b="b"/>
              <a:pathLst>
                <a:path w="432" h="732">
                  <a:moveTo>
                    <a:pt x="0" y="0"/>
                  </a:moveTo>
                  <a:lnTo>
                    <a:pt x="432" y="732"/>
                  </a:lnTo>
                </a:path>
              </a:pathLst>
            </a:custGeom>
            <a:noFill/>
            <a:ln w="28575">
              <a:solidFill>
                <a:srgbClr val="0000FF"/>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7" name="Freeform 69"/>
            <p:cNvSpPr>
              <a:spLocks/>
            </p:cNvSpPr>
            <p:nvPr/>
          </p:nvSpPr>
          <p:spPr bwMode="auto">
            <a:xfrm rot="781013">
              <a:off x="2795" y="2501"/>
              <a:ext cx="247" cy="144"/>
            </a:xfrm>
            <a:custGeom>
              <a:avLst/>
              <a:gdLst>
                <a:gd name="T0" fmla="*/ 0 w 204"/>
                <a:gd name="T1" fmla="*/ 144 h 120"/>
                <a:gd name="T2" fmla="*/ 247 w 204"/>
                <a:gd name="T3" fmla="*/ 0 h 120"/>
                <a:gd name="T4" fmla="*/ 0 60000 65536"/>
                <a:gd name="T5" fmla="*/ 0 60000 65536"/>
              </a:gdLst>
              <a:ahLst/>
              <a:cxnLst>
                <a:cxn ang="T4">
                  <a:pos x="T0" y="T1"/>
                </a:cxn>
                <a:cxn ang="T5">
                  <a:pos x="T2" y="T3"/>
                </a:cxn>
              </a:cxnLst>
              <a:rect l="0" t="0" r="r" b="b"/>
              <a:pathLst>
                <a:path w="204" h="120">
                  <a:moveTo>
                    <a:pt x="0" y="120"/>
                  </a:moveTo>
                  <a:lnTo>
                    <a:pt x="204" y="0"/>
                  </a:lnTo>
                </a:path>
              </a:pathLst>
            </a:custGeom>
            <a:noFill/>
            <a:ln w="28575" cmpd="sng">
              <a:solidFill>
                <a:srgbClr val="0000FF"/>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28" name="Freeform 70"/>
            <p:cNvSpPr>
              <a:spLocks/>
            </p:cNvSpPr>
            <p:nvPr/>
          </p:nvSpPr>
          <p:spPr bwMode="auto">
            <a:xfrm rot="-299505">
              <a:off x="3163" y="2403"/>
              <a:ext cx="288" cy="70"/>
            </a:xfrm>
            <a:custGeom>
              <a:avLst/>
              <a:gdLst>
                <a:gd name="T0" fmla="*/ 0 w 240"/>
                <a:gd name="T1" fmla="*/ 70 h 144"/>
                <a:gd name="T2" fmla="*/ 288 w 240"/>
                <a:gd name="T3" fmla="*/ 0 h 144"/>
                <a:gd name="T4" fmla="*/ 0 60000 65536"/>
                <a:gd name="T5" fmla="*/ 0 60000 65536"/>
              </a:gdLst>
              <a:ahLst/>
              <a:cxnLst>
                <a:cxn ang="T4">
                  <a:pos x="T0" y="T1"/>
                </a:cxn>
                <a:cxn ang="T5">
                  <a:pos x="T2" y="T3"/>
                </a:cxn>
              </a:cxnLst>
              <a:rect l="0" t="0" r="r" b="b"/>
              <a:pathLst>
                <a:path w="240" h="144">
                  <a:moveTo>
                    <a:pt x="0" y="144"/>
                  </a:moveTo>
                  <a:lnTo>
                    <a:pt x="240" y="0"/>
                  </a:lnTo>
                </a:path>
              </a:pathLst>
            </a:custGeom>
            <a:noFill/>
            <a:ln w="28575" cmpd="sng">
              <a:solidFill>
                <a:srgbClr val="0000FF"/>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8229" name="Object 71"/>
            <p:cNvGraphicFramePr>
              <a:graphicFrameLocks noChangeAspect="1"/>
            </p:cNvGraphicFramePr>
            <p:nvPr/>
          </p:nvGraphicFramePr>
          <p:xfrm>
            <a:off x="3560" y="2331"/>
            <a:ext cx="1304" cy="330"/>
          </p:xfrm>
          <a:graphic>
            <a:graphicData uri="http://schemas.openxmlformats.org/presentationml/2006/ole">
              <mc:AlternateContent xmlns:mc="http://schemas.openxmlformats.org/markup-compatibility/2006">
                <mc:Choice xmlns:v="urn:schemas-microsoft-com:vml" Requires="v">
                  <p:oleObj spid="_x0000_s143420" name="公式" r:id="rId12" imgW="800134" imgH="190620" progId="Equation.3">
                    <p:embed/>
                  </p:oleObj>
                </mc:Choice>
                <mc:Fallback>
                  <p:oleObj name="公式" r:id="rId12" imgW="800134" imgH="19062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0" y="2331"/>
                          <a:ext cx="1304" cy="33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30" name="Freeform 111"/>
            <p:cNvSpPr>
              <a:spLocks/>
            </p:cNvSpPr>
            <p:nvPr/>
          </p:nvSpPr>
          <p:spPr bwMode="auto">
            <a:xfrm>
              <a:off x="2880" y="2019"/>
              <a:ext cx="255" cy="624"/>
            </a:xfrm>
            <a:custGeom>
              <a:avLst/>
              <a:gdLst>
                <a:gd name="T0" fmla="*/ 0 w 432"/>
                <a:gd name="T1" fmla="*/ 0 h 732"/>
                <a:gd name="T2" fmla="*/ 255 w 432"/>
                <a:gd name="T3" fmla="*/ 624 h 732"/>
                <a:gd name="T4" fmla="*/ 0 60000 65536"/>
                <a:gd name="T5" fmla="*/ 0 60000 65536"/>
              </a:gdLst>
              <a:ahLst/>
              <a:cxnLst>
                <a:cxn ang="T4">
                  <a:pos x="T0" y="T1"/>
                </a:cxn>
                <a:cxn ang="T5">
                  <a:pos x="T2" y="T3"/>
                </a:cxn>
              </a:cxnLst>
              <a:rect l="0" t="0" r="r" b="b"/>
              <a:pathLst>
                <a:path w="432" h="732">
                  <a:moveTo>
                    <a:pt x="0" y="0"/>
                  </a:moveTo>
                  <a:lnTo>
                    <a:pt x="432" y="732"/>
                  </a:lnTo>
                </a:path>
              </a:pathLst>
            </a:custGeom>
            <a:noFill/>
            <a:ln w="28575">
              <a:solidFill>
                <a:srgbClr val="0000FF"/>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8216" name="Group 113"/>
          <p:cNvGrpSpPr>
            <a:grpSpLocks/>
          </p:cNvGrpSpPr>
          <p:nvPr/>
        </p:nvGrpSpPr>
        <p:grpSpPr bwMode="auto">
          <a:xfrm>
            <a:off x="985838" y="4016375"/>
            <a:ext cx="2160587" cy="457200"/>
            <a:chOff x="697" y="2529"/>
            <a:chExt cx="1361" cy="288"/>
          </a:xfrm>
        </p:grpSpPr>
        <p:sp>
          <p:nvSpPr>
            <p:cNvPr id="8224" name="AutoShape 99"/>
            <p:cNvSpPr>
              <a:spLocks noChangeArrowheads="1"/>
            </p:cNvSpPr>
            <p:nvPr/>
          </p:nvSpPr>
          <p:spPr bwMode="auto">
            <a:xfrm>
              <a:off x="697" y="2538"/>
              <a:ext cx="1361" cy="274"/>
            </a:xfrm>
            <a:prstGeom prst="wedgeRectCallout">
              <a:avLst>
                <a:gd name="adj1" fmla="val 37731"/>
                <a:gd name="adj2" fmla="val -216421"/>
              </a:avLst>
            </a:prstGeom>
            <a:noFill/>
            <a:ln w="9525">
              <a:solidFill>
                <a:schemeClr val="tx1"/>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eaLnBrk="1" hangingPunct="1">
                <a:spcBef>
                  <a:spcPct val="50000"/>
                </a:spcBef>
              </a:pPr>
              <a:endParaRPr lang="zh-CN" altLang="en-US"/>
            </a:p>
          </p:txBody>
        </p:sp>
        <p:sp>
          <p:nvSpPr>
            <p:cNvPr id="8225" name="Rectangle 112"/>
            <p:cNvSpPr>
              <a:spLocks noChangeArrowheads="1"/>
            </p:cNvSpPr>
            <p:nvPr/>
          </p:nvSpPr>
          <p:spPr bwMode="auto">
            <a:xfrm>
              <a:off x="896" y="2529"/>
              <a:ext cx="88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sz="2400"/>
                <a:t>光栅常数</a:t>
              </a:r>
            </a:p>
          </p:txBody>
        </p:sp>
      </p:grpSp>
      <p:grpSp>
        <p:nvGrpSpPr>
          <p:cNvPr id="103545" name="Group 121"/>
          <p:cNvGrpSpPr>
            <a:grpSpLocks/>
          </p:cNvGrpSpPr>
          <p:nvPr/>
        </p:nvGrpSpPr>
        <p:grpSpPr bwMode="auto">
          <a:xfrm>
            <a:off x="471488" y="4721225"/>
            <a:ext cx="8543925" cy="1674813"/>
            <a:chOff x="315" y="2947"/>
            <a:chExt cx="5382" cy="1055"/>
          </a:xfrm>
        </p:grpSpPr>
        <p:sp>
          <p:nvSpPr>
            <p:cNvPr id="8218" name="Rectangle 117"/>
            <p:cNvSpPr>
              <a:spLocks noChangeArrowheads="1"/>
            </p:cNvSpPr>
            <p:nvPr/>
          </p:nvSpPr>
          <p:spPr bwMode="auto">
            <a:xfrm>
              <a:off x="315" y="3278"/>
              <a:ext cx="5382" cy="7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t>      相邻两缝之间的距离</a:t>
              </a:r>
              <a:r>
                <a:rPr lang="zh-CN" altLang="en-US" i="1"/>
                <a:t> </a:t>
              </a:r>
              <a:r>
                <a:rPr lang="en-US" altLang="zh-CN" i="1"/>
                <a:t>   </a:t>
              </a:r>
              <a:r>
                <a:rPr lang="zh-CN" altLang="en-US"/>
                <a:t>称为</a:t>
              </a:r>
              <a:r>
                <a:rPr kumimoji="1" lang="zh-CN" altLang="en-US">
                  <a:solidFill>
                    <a:srgbClr val="CC3300"/>
                  </a:solidFill>
                </a:rPr>
                <a:t>光栅常数</a:t>
              </a:r>
              <a:r>
                <a:rPr kumimoji="1" lang="en-US" altLang="zh-CN">
                  <a:solidFill>
                    <a:srgbClr val="CC3300"/>
                  </a:solidFill>
                </a:rPr>
                <a:t>: </a:t>
              </a:r>
              <a:r>
                <a:rPr kumimoji="1" lang="en-US" altLang="zh-CN" i="1">
                  <a:solidFill>
                    <a:srgbClr val="CC3300"/>
                  </a:solidFill>
                </a:rPr>
                <a:t>               </a:t>
              </a:r>
              <a:r>
                <a:rPr lang="en-US" altLang="zh-CN"/>
                <a:t> , </a:t>
              </a:r>
              <a:r>
                <a:rPr kumimoji="1" lang="zh-CN" altLang="en-US"/>
                <a:t>光栅常数的数量级 约10 </a:t>
              </a:r>
              <a:r>
                <a:rPr kumimoji="1" lang="zh-CN" altLang="en-US" baseline="30000"/>
                <a:t>-5 </a:t>
              </a:r>
              <a:r>
                <a:rPr kumimoji="1" lang="zh-CN" altLang="en-US"/>
                <a:t>~10</a:t>
              </a:r>
              <a:r>
                <a:rPr kumimoji="1" lang="zh-CN" altLang="en-US" baseline="30000"/>
                <a:t>-6 </a:t>
              </a:r>
              <a:r>
                <a:rPr kumimoji="1" lang="zh-CN" altLang="en-US"/>
                <a:t>米。</a:t>
              </a:r>
              <a:endParaRPr kumimoji="1" lang="en-US" altLang="zh-CN"/>
            </a:p>
          </p:txBody>
        </p:sp>
        <p:sp>
          <p:nvSpPr>
            <p:cNvPr id="8219" name="Text Box 114"/>
            <p:cNvSpPr txBox="1">
              <a:spLocks noChangeArrowheads="1"/>
            </p:cNvSpPr>
            <p:nvPr/>
          </p:nvSpPr>
          <p:spPr bwMode="auto">
            <a:xfrm>
              <a:off x="329" y="2947"/>
              <a:ext cx="526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t>        光栅中透光处的缝宽度为    </a:t>
              </a:r>
              <a:r>
                <a:rPr lang="en-US" altLang="zh-CN"/>
                <a:t>, </a:t>
              </a:r>
              <a:r>
                <a:rPr lang="zh-CN" altLang="en-US"/>
                <a:t>不透光处的宽度为</a:t>
              </a:r>
              <a:endParaRPr kumimoji="1" lang="en-US" altLang="zh-CN"/>
            </a:p>
          </p:txBody>
        </p:sp>
        <p:graphicFrame>
          <p:nvGraphicFramePr>
            <p:cNvPr id="8220" name="Object 116"/>
            <p:cNvGraphicFramePr>
              <a:graphicFrameLocks noChangeAspect="1"/>
            </p:cNvGraphicFramePr>
            <p:nvPr/>
          </p:nvGraphicFramePr>
          <p:xfrm>
            <a:off x="4449" y="3328"/>
            <a:ext cx="839" cy="305"/>
          </p:xfrm>
          <a:graphic>
            <a:graphicData uri="http://schemas.openxmlformats.org/presentationml/2006/ole">
              <mc:AlternateContent xmlns:mc="http://schemas.openxmlformats.org/markup-compatibility/2006">
                <mc:Choice xmlns:v="urn:schemas-microsoft-com:vml" Requires="v">
                  <p:oleObj spid="_x0000_s143421" name="公式" r:id="rId14" imgW="609690" imgH="171450" progId="Equation.3">
                    <p:embed/>
                  </p:oleObj>
                </mc:Choice>
                <mc:Fallback>
                  <p:oleObj name="公式" r:id="rId14" imgW="609690" imgH="17145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49" y="3328"/>
                          <a:ext cx="839"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1" name="Object 118"/>
            <p:cNvGraphicFramePr>
              <a:graphicFrameLocks noChangeAspect="1"/>
            </p:cNvGraphicFramePr>
            <p:nvPr/>
          </p:nvGraphicFramePr>
          <p:xfrm>
            <a:off x="445" y="3331"/>
            <a:ext cx="205" cy="305"/>
          </p:xfrm>
          <a:graphic>
            <a:graphicData uri="http://schemas.openxmlformats.org/presentationml/2006/ole">
              <mc:AlternateContent xmlns:mc="http://schemas.openxmlformats.org/markup-compatibility/2006">
                <mc:Choice xmlns:v="urn:schemas-microsoft-com:vml" Requires="v">
                  <p:oleObj spid="_x0000_s143422" name="公式" r:id="rId16" imgW="142900" imgH="171450" progId="Equation.3">
                    <p:embed/>
                  </p:oleObj>
                </mc:Choice>
                <mc:Fallback>
                  <p:oleObj name="公式" r:id="rId16" imgW="142900" imgH="17145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5" y="3331"/>
                          <a:ext cx="205"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2" name="Object 119"/>
            <p:cNvGraphicFramePr>
              <a:graphicFrameLocks noChangeAspect="1"/>
            </p:cNvGraphicFramePr>
            <p:nvPr/>
          </p:nvGraphicFramePr>
          <p:xfrm>
            <a:off x="3333" y="3002"/>
            <a:ext cx="171" cy="305"/>
          </p:xfrm>
          <a:graphic>
            <a:graphicData uri="http://schemas.openxmlformats.org/presentationml/2006/ole">
              <mc:AlternateContent xmlns:mc="http://schemas.openxmlformats.org/markup-compatibility/2006">
                <mc:Choice xmlns:v="urn:schemas-microsoft-com:vml" Requires="v">
                  <p:oleObj spid="_x0000_s143423" name="公式" r:id="rId18" imgW="114266" imgH="171450" progId="Equation.3">
                    <p:embed/>
                  </p:oleObj>
                </mc:Choice>
                <mc:Fallback>
                  <p:oleObj name="公式" r:id="rId18" imgW="114266" imgH="17145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33" y="3002"/>
                          <a:ext cx="171"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23" name="Object 120"/>
            <p:cNvGraphicFramePr>
              <a:graphicFrameLocks noChangeAspect="1"/>
            </p:cNvGraphicFramePr>
            <p:nvPr/>
          </p:nvGraphicFramePr>
          <p:xfrm>
            <a:off x="2731" y="3340"/>
            <a:ext cx="188" cy="305"/>
          </p:xfrm>
          <a:graphic>
            <a:graphicData uri="http://schemas.openxmlformats.org/presentationml/2006/ole">
              <mc:AlternateContent xmlns:mc="http://schemas.openxmlformats.org/markup-compatibility/2006">
                <mc:Choice xmlns:v="urn:schemas-microsoft-com:vml" Requires="v">
                  <p:oleObj spid="_x0000_s143424" name="公式" r:id="rId20" imgW="133446" imgH="171450" progId="Equation.3">
                    <p:embed/>
                  </p:oleObj>
                </mc:Choice>
                <mc:Fallback>
                  <p:oleObj name="公式" r:id="rId20" imgW="133446" imgH="17145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731" y="3340"/>
                          <a:ext cx="188" cy="3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95212126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3546"/>
                                        </p:tgtEl>
                                        <p:attrNameLst>
                                          <p:attrName>style.visibility</p:attrName>
                                        </p:attrNameLst>
                                      </p:cBhvr>
                                      <p:to>
                                        <p:strVal val="visible"/>
                                      </p:to>
                                    </p:set>
                                    <p:animEffect transition="in" filter="wipe(left)">
                                      <p:cBhvr>
                                        <p:cTn id="7" dur="500"/>
                                        <p:tgtEl>
                                          <p:spTgt spid="1035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3545"/>
                                        </p:tgtEl>
                                        <p:attrNameLst>
                                          <p:attrName>style.visibility</p:attrName>
                                        </p:attrNameLst>
                                      </p:cBhvr>
                                      <p:to>
                                        <p:strVal val="visible"/>
                                      </p:to>
                                    </p:set>
                                    <p:animEffect transition="in" filter="wipe(left)">
                                      <p:cBhvr>
                                        <p:cTn id="12" dur="500"/>
                                        <p:tgtEl>
                                          <p:spTgt spid="1035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4"/>
          <p:cNvSpPr txBox="1">
            <a:spLocks noChangeArrowheads="1"/>
          </p:cNvSpPr>
          <p:nvPr/>
        </p:nvSpPr>
        <p:spPr bwMode="auto">
          <a:xfrm>
            <a:off x="763588" y="663575"/>
            <a:ext cx="2441575"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buFontTx/>
              <a:buChar char="•"/>
            </a:pPr>
            <a:r>
              <a:rPr kumimoji="1" lang="zh-CN" altLang="en-US">
                <a:solidFill>
                  <a:srgbClr val="CC3300"/>
                </a:solidFill>
              </a:rPr>
              <a:t>单缝衍射图样</a:t>
            </a:r>
          </a:p>
        </p:txBody>
      </p:sp>
      <p:sp>
        <p:nvSpPr>
          <p:cNvPr id="23557" name="Text Box 5"/>
          <p:cNvSpPr txBox="1">
            <a:spLocks noChangeArrowheads="1"/>
          </p:cNvSpPr>
          <p:nvPr/>
        </p:nvSpPr>
        <p:spPr bwMode="auto">
          <a:xfrm>
            <a:off x="581025" y="1349375"/>
            <a:ext cx="4479925"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t>        单缝的夫琅和费衍射 图样与缝在垂直于透镜 </a:t>
            </a:r>
            <a:r>
              <a:rPr kumimoji="1" lang="en-US" altLang="en-US" i="1"/>
              <a:t>L </a:t>
            </a:r>
            <a:r>
              <a:rPr kumimoji="1" lang="zh-CN" altLang="en-US"/>
              <a:t>的光轴方向上的位置无关。</a:t>
            </a:r>
          </a:p>
        </p:txBody>
      </p:sp>
      <p:sp>
        <p:nvSpPr>
          <p:cNvPr id="23558" name="Text Box 6"/>
          <p:cNvSpPr txBox="1">
            <a:spLocks noChangeArrowheads="1"/>
          </p:cNvSpPr>
          <p:nvPr/>
        </p:nvSpPr>
        <p:spPr bwMode="auto">
          <a:xfrm>
            <a:off x="582613" y="3255963"/>
            <a:ext cx="459105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t>     衍射角相同的光线，会聚在接收屏的相同的位置上。</a:t>
            </a:r>
          </a:p>
        </p:txBody>
      </p:sp>
      <p:sp>
        <p:nvSpPr>
          <p:cNvPr id="23598" name="Text Box 46"/>
          <p:cNvSpPr txBox="1">
            <a:spLocks noChangeArrowheads="1"/>
          </p:cNvSpPr>
          <p:nvPr/>
        </p:nvSpPr>
        <p:spPr bwMode="auto">
          <a:xfrm>
            <a:off x="504825" y="4768850"/>
            <a:ext cx="47244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t>       单缝的夫琅和费衍射图样不随缝的上下移动而变化。</a:t>
            </a:r>
          </a:p>
        </p:txBody>
      </p:sp>
      <p:grpSp>
        <p:nvGrpSpPr>
          <p:cNvPr id="23607" name="Group 55"/>
          <p:cNvGrpSpPr>
            <a:grpSpLocks/>
          </p:cNvGrpSpPr>
          <p:nvPr/>
        </p:nvGrpSpPr>
        <p:grpSpPr bwMode="auto">
          <a:xfrm>
            <a:off x="5391150" y="1055688"/>
            <a:ext cx="3349625" cy="2192337"/>
            <a:chOff x="3024" y="200"/>
            <a:chExt cx="2472" cy="1381"/>
          </a:xfrm>
        </p:grpSpPr>
        <p:sp>
          <p:nvSpPr>
            <p:cNvPr id="9244" name="Line 8"/>
            <p:cNvSpPr>
              <a:spLocks noChangeShapeType="1"/>
            </p:cNvSpPr>
            <p:nvPr/>
          </p:nvSpPr>
          <p:spPr bwMode="auto">
            <a:xfrm>
              <a:off x="3755" y="776"/>
              <a:ext cx="133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5" name="Line 9"/>
            <p:cNvSpPr>
              <a:spLocks noChangeShapeType="1"/>
            </p:cNvSpPr>
            <p:nvPr/>
          </p:nvSpPr>
          <p:spPr bwMode="auto">
            <a:xfrm>
              <a:off x="5142" y="200"/>
              <a:ext cx="0" cy="1296"/>
            </a:xfrm>
            <a:prstGeom prst="line">
              <a:avLst/>
            </a:prstGeom>
            <a:noFill/>
            <a:ln w="2857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6" name="Line 10"/>
            <p:cNvSpPr>
              <a:spLocks noChangeShapeType="1"/>
            </p:cNvSpPr>
            <p:nvPr/>
          </p:nvSpPr>
          <p:spPr bwMode="auto">
            <a:xfrm flipV="1">
              <a:off x="3648" y="304"/>
              <a:ext cx="0" cy="192"/>
            </a:xfrm>
            <a:prstGeom prst="line">
              <a:avLst/>
            </a:prstGeom>
            <a:noFill/>
            <a:ln w="88900">
              <a:solidFill>
                <a:srgbClr val="00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7" name="Line 11"/>
            <p:cNvSpPr>
              <a:spLocks noChangeShapeType="1"/>
            </p:cNvSpPr>
            <p:nvPr/>
          </p:nvSpPr>
          <p:spPr bwMode="auto">
            <a:xfrm flipV="1">
              <a:off x="3648" y="1052"/>
              <a:ext cx="0" cy="192"/>
            </a:xfrm>
            <a:prstGeom prst="line">
              <a:avLst/>
            </a:prstGeom>
            <a:noFill/>
            <a:ln w="88900">
              <a:solidFill>
                <a:srgbClr val="00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8" name="Text Box 12"/>
            <p:cNvSpPr txBox="1">
              <a:spLocks noChangeArrowheads="1"/>
            </p:cNvSpPr>
            <p:nvPr/>
          </p:nvSpPr>
          <p:spPr bwMode="auto">
            <a:xfrm>
              <a:off x="5157" y="588"/>
              <a:ext cx="339"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a:t>O</a:t>
              </a:r>
            </a:p>
          </p:txBody>
        </p:sp>
        <p:sp>
          <p:nvSpPr>
            <p:cNvPr id="9249" name="Text Box 13"/>
            <p:cNvSpPr txBox="1">
              <a:spLocks noChangeArrowheads="1"/>
            </p:cNvSpPr>
            <p:nvPr/>
          </p:nvSpPr>
          <p:spPr bwMode="auto">
            <a:xfrm>
              <a:off x="3504" y="528"/>
              <a:ext cx="26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i="1"/>
                <a:t>b</a:t>
              </a:r>
            </a:p>
          </p:txBody>
        </p:sp>
        <p:sp>
          <p:nvSpPr>
            <p:cNvPr id="9250" name="Line 15"/>
            <p:cNvSpPr>
              <a:spLocks noChangeShapeType="1"/>
            </p:cNvSpPr>
            <p:nvPr/>
          </p:nvSpPr>
          <p:spPr bwMode="auto">
            <a:xfrm>
              <a:off x="3821" y="493"/>
              <a:ext cx="134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1" name="Line 16"/>
            <p:cNvSpPr>
              <a:spLocks noChangeShapeType="1"/>
            </p:cNvSpPr>
            <p:nvPr/>
          </p:nvSpPr>
          <p:spPr bwMode="auto">
            <a:xfrm flipH="1">
              <a:off x="3803" y="768"/>
              <a:ext cx="134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52" name="Group 17"/>
            <p:cNvGrpSpPr>
              <a:grpSpLocks/>
            </p:cNvGrpSpPr>
            <p:nvPr/>
          </p:nvGrpSpPr>
          <p:grpSpPr bwMode="auto">
            <a:xfrm rot="-5523508">
              <a:off x="4602" y="497"/>
              <a:ext cx="678" cy="541"/>
              <a:chOff x="3696" y="2241"/>
              <a:chExt cx="678" cy="541"/>
            </a:xfrm>
          </p:grpSpPr>
          <p:sp>
            <p:nvSpPr>
              <p:cNvPr id="9260" name="Freeform 18"/>
              <p:cNvSpPr>
                <a:spLocks/>
              </p:cNvSpPr>
              <p:nvPr/>
            </p:nvSpPr>
            <p:spPr bwMode="auto">
              <a:xfrm rot="21585315" flipH="1">
                <a:off x="3927" y="2241"/>
                <a:ext cx="212" cy="449"/>
              </a:xfrm>
              <a:custGeom>
                <a:avLst/>
                <a:gdLst>
                  <a:gd name="T0" fmla="*/ 0 w 388"/>
                  <a:gd name="T1" fmla="*/ 443 h 934"/>
                  <a:gd name="T2" fmla="*/ 36 w 388"/>
                  <a:gd name="T3" fmla="*/ 288 h 934"/>
                  <a:gd name="T4" fmla="*/ 106 w 388"/>
                  <a:gd name="T5" fmla="*/ 0 h 934"/>
                  <a:gd name="T6" fmla="*/ 166 w 388"/>
                  <a:gd name="T7" fmla="*/ 288 h 934"/>
                  <a:gd name="T8" fmla="*/ 212 w 388"/>
                  <a:gd name="T9" fmla="*/ 437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1" name="Freeform 19"/>
              <p:cNvSpPr>
                <a:spLocks/>
              </p:cNvSpPr>
              <p:nvPr/>
            </p:nvSpPr>
            <p:spPr bwMode="auto">
              <a:xfrm>
                <a:off x="4138" y="2630"/>
                <a:ext cx="236" cy="152"/>
              </a:xfrm>
              <a:custGeom>
                <a:avLst/>
                <a:gdLst>
                  <a:gd name="T0" fmla="*/ 0 w 236"/>
                  <a:gd name="T1" fmla="*/ 50 h 152"/>
                  <a:gd name="T2" fmla="*/ 98 w 236"/>
                  <a:gd name="T3" fmla="*/ 64 h 152"/>
                  <a:gd name="T4" fmla="*/ 236 w 236"/>
                  <a:gd name="T5" fmla="*/ 88 h 152"/>
                  <a:gd name="T6" fmla="*/ 0 60000 65536"/>
                  <a:gd name="T7" fmla="*/ 0 60000 65536"/>
                  <a:gd name="T8" fmla="*/ 0 60000 65536"/>
                </a:gdLst>
                <a:ahLst/>
                <a:cxnLst>
                  <a:cxn ang="T6">
                    <a:pos x="T0" y="T1"/>
                  </a:cxn>
                  <a:cxn ang="T7">
                    <a:pos x="T2" y="T3"/>
                  </a:cxn>
                  <a:cxn ang="T8">
                    <a:pos x="T4" y="T5"/>
                  </a:cxn>
                </a:cxnLst>
                <a:rect l="0" t="0" r="r" b="b"/>
                <a:pathLst>
                  <a:path w="236" h="152">
                    <a:moveTo>
                      <a:pt x="0" y="50"/>
                    </a:moveTo>
                    <a:cubicBezTo>
                      <a:pt x="0" y="51"/>
                      <a:pt x="52" y="152"/>
                      <a:pt x="98" y="64"/>
                    </a:cubicBezTo>
                    <a:cubicBezTo>
                      <a:pt x="149" y="0"/>
                      <a:pt x="207" y="83"/>
                      <a:pt x="236" y="88"/>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62" name="Freeform 20"/>
              <p:cNvSpPr>
                <a:spLocks/>
              </p:cNvSpPr>
              <p:nvPr/>
            </p:nvSpPr>
            <p:spPr bwMode="auto">
              <a:xfrm>
                <a:off x="3696" y="2610"/>
                <a:ext cx="234" cy="151"/>
              </a:xfrm>
              <a:custGeom>
                <a:avLst/>
                <a:gdLst>
                  <a:gd name="T0" fmla="*/ 234 w 270"/>
                  <a:gd name="T1" fmla="*/ 54 h 151"/>
                  <a:gd name="T2" fmla="*/ 140 w 270"/>
                  <a:gd name="T3" fmla="*/ 64 h 151"/>
                  <a:gd name="T4" fmla="*/ 0 w 270"/>
                  <a:gd name="T5" fmla="*/ 90 h 151"/>
                  <a:gd name="T6" fmla="*/ 0 60000 65536"/>
                  <a:gd name="T7" fmla="*/ 0 60000 65536"/>
                  <a:gd name="T8" fmla="*/ 0 60000 65536"/>
                </a:gdLst>
                <a:ahLst/>
                <a:cxnLst>
                  <a:cxn ang="T6">
                    <a:pos x="T0" y="T1"/>
                  </a:cxn>
                  <a:cxn ang="T7">
                    <a:pos x="T2" y="T3"/>
                  </a:cxn>
                  <a:cxn ang="T8">
                    <a:pos x="T4" y="T5"/>
                  </a:cxn>
                </a:cxnLst>
                <a:rect l="0" t="0" r="r" b="b"/>
                <a:pathLst>
                  <a:path w="270" h="151">
                    <a:moveTo>
                      <a:pt x="270" y="54"/>
                    </a:moveTo>
                    <a:cubicBezTo>
                      <a:pt x="270" y="55"/>
                      <a:pt x="216" y="151"/>
                      <a:pt x="161" y="64"/>
                    </a:cubicBezTo>
                    <a:cubicBezTo>
                      <a:pt x="101" y="0"/>
                      <a:pt x="34" y="85"/>
                      <a:pt x="0" y="90"/>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53" name="Line 21"/>
            <p:cNvSpPr>
              <a:spLocks noChangeShapeType="1"/>
            </p:cNvSpPr>
            <p:nvPr/>
          </p:nvSpPr>
          <p:spPr bwMode="auto">
            <a:xfrm>
              <a:off x="3168" y="576"/>
              <a:ext cx="336"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4" name="Line 22"/>
            <p:cNvSpPr>
              <a:spLocks noChangeShapeType="1"/>
            </p:cNvSpPr>
            <p:nvPr/>
          </p:nvSpPr>
          <p:spPr bwMode="auto">
            <a:xfrm>
              <a:off x="3168" y="960"/>
              <a:ext cx="336"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5" name="Line 23"/>
            <p:cNvSpPr>
              <a:spLocks noChangeShapeType="1"/>
            </p:cNvSpPr>
            <p:nvPr/>
          </p:nvSpPr>
          <p:spPr bwMode="auto">
            <a:xfrm>
              <a:off x="3635" y="489"/>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6" name="Line 24"/>
            <p:cNvSpPr>
              <a:spLocks noChangeShapeType="1"/>
            </p:cNvSpPr>
            <p:nvPr/>
          </p:nvSpPr>
          <p:spPr bwMode="auto">
            <a:xfrm>
              <a:off x="3648" y="1043"/>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57" name="Text Box 25"/>
            <p:cNvSpPr txBox="1">
              <a:spLocks noChangeArrowheads="1"/>
            </p:cNvSpPr>
            <p:nvPr/>
          </p:nvSpPr>
          <p:spPr bwMode="auto">
            <a:xfrm>
              <a:off x="3024" y="563"/>
              <a:ext cx="28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b="0">
                  <a:sym typeface="Symbol" pitchFamily="18" charset="2"/>
                </a:rPr>
                <a:t></a:t>
              </a:r>
              <a:endParaRPr kumimoji="1" lang="zh-CN" altLang="en-US" b="0"/>
            </a:p>
          </p:txBody>
        </p:sp>
        <p:sp>
          <p:nvSpPr>
            <p:cNvPr id="9258" name="Oval 50"/>
            <p:cNvSpPr>
              <a:spLocks noChangeArrowheads="1"/>
            </p:cNvSpPr>
            <p:nvPr/>
          </p:nvSpPr>
          <p:spPr bwMode="auto">
            <a:xfrm>
              <a:off x="3840" y="240"/>
              <a:ext cx="144" cy="1104"/>
            </a:xfrm>
            <a:prstGeom prst="ellipse">
              <a:avLst/>
            </a:prstGeom>
            <a:solidFill>
              <a:srgbClr val="33CCFF"/>
            </a:solidFill>
            <a:ln w="2857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9259" name="Text Box 53"/>
            <p:cNvSpPr txBox="1">
              <a:spLocks noChangeArrowheads="1"/>
            </p:cNvSpPr>
            <p:nvPr/>
          </p:nvSpPr>
          <p:spPr bwMode="auto">
            <a:xfrm>
              <a:off x="3984" y="1200"/>
              <a:ext cx="24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en-US" altLang="zh-CN" i="1"/>
                <a:t>L</a:t>
              </a:r>
            </a:p>
          </p:txBody>
        </p:sp>
      </p:grpSp>
      <p:grpSp>
        <p:nvGrpSpPr>
          <p:cNvPr id="23608" name="Group 56"/>
          <p:cNvGrpSpPr>
            <a:grpSpLocks/>
          </p:cNvGrpSpPr>
          <p:nvPr/>
        </p:nvGrpSpPr>
        <p:grpSpPr bwMode="auto">
          <a:xfrm>
            <a:off x="5372100" y="4116388"/>
            <a:ext cx="3386138" cy="2238375"/>
            <a:chOff x="3120" y="1995"/>
            <a:chExt cx="2353" cy="1410"/>
          </a:xfrm>
        </p:grpSpPr>
        <p:sp>
          <p:nvSpPr>
            <p:cNvPr id="9224" name="Line 27"/>
            <p:cNvSpPr>
              <a:spLocks noChangeShapeType="1"/>
            </p:cNvSpPr>
            <p:nvPr/>
          </p:nvSpPr>
          <p:spPr bwMode="auto">
            <a:xfrm>
              <a:off x="3593" y="2600"/>
              <a:ext cx="1560"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25" name="Line 28"/>
            <p:cNvSpPr>
              <a:spLocks noChangeShapeType="1"/>
            </p:cNvSpPr>
            <p:nvPr/>
          </p:nvSpPr>
          <p:spPr bwMode="auto">
            <a:xfrm>
              <a:off x="5139" y="2011"/>
              <a:ext cx="0" cy="1296"/>
            </a:xfrm>
            <a:prstGeom prst="line">
              <a:avLst/>
            </a:prstGeom>
            <a:noFill/>
            <a:ln w="28575">
              <a:solidFill>
                <a:srgbClr val="FF7C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26" name="Group 29"/>
            <p:cNvGrpSpPr>
              <a:grpSpLocks/>
            </p:cNvGrpSpPr>
            <p:nvPr/>
          </p:nvGrpSpPr>
          <p:grpSpPr bwMode="auto">
            <a:xfrm>
              <a:off x="3665" y="1995"/>
              <a:ext cx="13" cy="940"/>
              <a:chOff x="2086" y="1945"/>
              <a:chExt cx="13" cy="940"/>
            </a:xfrm>
          </p:grpSpPr>
          <p:sp>
            <p:nvSpPr>
              <p:cNvPr id="9242" name="Line 30"/>
              <p:cNvSpPr>
                <a:spLocks noChangeShapeType="1"/>
              </p:cNvSpPr>
              <p:nvPr/>
            </p:nvSpPr>
            <p:spPr bwMode="auto">
              <a:xfrm flipV="1">
                <a:off x="2099" y="1945"/>
                <a:ext cx="0" cy="192"/>
              </a:xfrm>
              <a:prstGeom prst="line">
                <a:avLst/>
              </a:prstGeom>
              <a:noFill/>
              <a:ln w="88900">
                <a:solidFill>
                  <a:srgbClr val="00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3" name="Line 31"/>
              <p:cNvSpPr>
                <a:spLocks noChangeShapeType="1"/>
              </p:cNvSpPr>
              <p:nvPr/>
            </p:nvSpPr>
            <p:spPr bwMode="auto">
              <a:xfrm flipV="1">
                <a:off x="2086" y="2693"/>
                <a:ext cx="0" cy="192"/>
              </a:xfrm>
              <a:prstGeom prst="line">
                <a:avLst/>
              </a:prstGeom>
              <a:noFill/>
              <a:ln w="88900">
                <a:solidFill>
                  <a:srgbClr val="00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27" name="Text Box 32"/>
            <p:cNvSpPr txBox="1">
              <a:spLocks noChangeArrowheads="1"/>
            </p:cNvSpPr>
            <p:nvPr/>
          </p:nvSpPr>
          <p:spPr bwMode="auto">
            <a:xfrm>
              <a:off x="5153" y="2412"/>
              <a:ext cx="320"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a:t>O</a:t>
              </a:r>
            </a:p>
          </p:txBody>
        </p:sp>
        <p:sp>
          <p:nvSpPr>
            <p:cNvPr id="9228" name="Text Box 33"/>
            <p:cNvSpPr txBox="1">
              <a:spLocks noChangeArrowheads="1"/>
            </p:cNvSpPr>
            <p:nvPr/>
          </p:nvSpPr>
          <p:spPr bwMode="auto">
            <a:xfrm>
              <a:off x="3520" y="2266"/>
              <a:ext cx="25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i="1"/>
                <a:t>b</a:t>
              </a:r>
            </a:p>
          </p:txBody>
        </p:sp>
        <p:grpSp>
          <p:nvGrpSpPr>
            <p:cNvPr id="9229" name="Group 35"/>
            <p:cNvGrpSpPr>
              <a:grpSpLocks/>
            </p:cNvGrpSpPr>
            <p:nvPr/>
          </p:nvGrpSpPr>
          <p:grpSpPr bwMode="auto">
            <a:xfrm rot="-5523508">
              <a:off x="4599" y="2321"/>
              <a:ext cx="678" cy="541"/>
              <a:chOff x="3696" y="2241"/>
              <a:chExt cx="678" cy="541"/>
            </a:xfrm>
          </p:grpSpPr>
          <p:sp>
            <p:nvSpPr>
              <p:cNvPr id="9239" name="Freeform 36"/>
              <p:cNvSpPr>
                <a:spLocks/>
              </p:cNvSpPr>
              <p:nvPr/>
            </p:nvSpPr>
            <p:spPr bwMode="auto">
              <a:xfrm rot="21585315" flipH="1">
                <a:off x="3927" y="2241"/>
                <a:ext cx="212" cy="449"/>
              </a:xfrm>
              <a:custGeom>
                <a:avLst/>
                <a:gdLst>
                  <a:gd name="T0" fmla="*/ 0 w 388"/>
                  <a:gd name="T1" fmla="*/ 443 h 934"/>
                  <a:gd name="T2" fmla="*/ 36 w 388"/>
                  <a:gd name="T3" fmla="*/ 288 h 934"/>
                  <a:gd name="T4" fmla="*/ 106 w 388"/>
                  <a:gd name="T5" fmla="*/ 0 h 934"/>
                  <a:gd name="T6" fmla="*/ 166 w 388"/>
                  <a:gd name="T7" fmla="*/ 288 h 934"/>
                  <a:gd name="T8" fmla="*/ 212 w 388"/>
                  <a:gd name="T9" fmla="*/ 437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0" name="Freeform 37"/>
              <p:cNvSpPr>
                <a:spLocks/>
              </p:cNvSpPr>
              <p:nvPr/>
            </p:nvSpPr>
            <p:spPr bwMode="auto">
              <a:xfrm>
                <a:off x="4138" y="2630"/>
                <a:ext cx="236" cy="152"/>
              </a:xfrm>
              <a:custGeom>
                <a:avLst/>
                <a:gdLst>
                  <a:gd name="T0" fmla="*/ 0 w 236"/>
                  <a:gd name="T1" fmla="*/ 50 h 152"/>
                  <a:gd name="T2" fmla="*/ 98 w 236"/>
                  <a:gd name="T3" fmla="*/ 64 h 152"/>
                  <a:gd name="T4" fmla="*/ 236 w 236"/>
                  <a:gd name="T5" fmla="*/ 88 h 152"/>
                  <a:gd name="T6" fmla="*/ 0 60000 65536"/>
                  <a:gd name="T7" fmla="*/ 0 60000 65536"/>
                  <a:gd name="T8" fmla="*/ 0 60000 65536"/>
                </a:gdLst>
                <a:ahLst/>
                <a:cxnLst>
                  <a:cxn ang="T6">
                    <a:pos x="T0" y="T1"/>
                  </a:cxn>
                  <a:cxn ang="T7">
                    <a:pos x="T2" y="T3"/>
                  </a:cxn>
                  <a:cxn ang="T8">
                    <a:pos x="T4" y="T5"/>
                  </a:cxn>
                </a:cxnLst>
                <a:rect l="0" t="0" r="r" b="b"/>
                <a:pathLst>
                  <a:path w="236" h="152">
                    <a:moveTo>
                      <a:pt x="0" y="50"/>
                    </a:moveTo>
                    <a:cubicBezTo>
                      <a:pt x="0" y="51"/>
                      <a:pt x="52" y="152"/>
                      <a:pt x="98" y="64"/>
                    </a:cubicBezTo>
                    <a:cubicBezTo>
                      <a:pt x="149" y="0"/>
                      <a:pt x="207" y="83"/>
                      <a:pt x="236" y="88"/>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41" name="Freeform 38"/>
              <p:cNvSpPr>
                <a:spLocks/>
              </p:cNvSpPr>
              <p:nvPr/>
            </p:nvSpPr>
            <p:spPr bwMode="auto">
              <a:xfrm>
                <a:off x="3696" y="2610"/>
                <a:ext cx="234" cy="151"/>
              </a:xfrm>
              <a:custGeom>
                <a:avLst/>
                <a:gdLst>
                  <a:gd name="T0" fmla="*/ 234 w 270"/>
                  <a:gd name="T1" fmla="*/ 54 h 151"/>
                  <a:gd name="T2" fmla="*/ 140 w 270"/>
                  <a:gd name="T3" fmla="*/ 64 h 151"/>
                  <a:gd name="T4" fmla="*/ 0 w 270"/>
                  <a:gd name="T5" fmla="*/ 90 h 151"/>
                  <a:gd name="T6" fmla="*/ 0 60000 65536"/>
                  <a:gd name="T7" fmla="*/ 0 60000 65536"/>
                  <a:gd name="T8" fmla="*/ 0 60000 65536"/>
                </a:gdLst>
                <a:ahLst/>
                <a:cxnLst>
                  <a:cxn ang="T6">
                    <a:pos x="T0" y="T1"/>
                  </a:cxn>
                  <a:cxn ang="T7">
                    <a:pos x="T2" y="T3"/>
                  </a:cxn>
                  <a:cxn ang="T8">
                    <a:pos x="T4" y="T5"/>
                  </a:cxn>
                </a:cxnLst>
                <a:rect l="0" t="0" r="r" b="b"/>
                <a:pathLst>
                  <a:path w="270" h="151">
                    <a:moveTo>
                      <a:pt x="270" y="54"/>
                    </a:moveTo>
                    <a:cubicBezTo>
                      <a:pt x="270" y="55"/>
                      <a:pt x="216" y="151"/>
                      <a:pt x="161" y="64"/>
                    </a:cubicBezTo>
                    <a:cubicBezTo>
                      <a:pt x="101" y="0"/>
                      <a:pt x="34" y="85"/>
                      <a:pt x="0" y="90"/>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9230" name="Line 39"/>
            <p:cNvSpPr>
              <a:spLocks noChangeShapeType="1"/>
            </p:cNvSpPr>
            <p:nvPr/>
          </p:nvSpPr>
          <p:spPr bwMode="auto">
            <a:xfrm>
              <a:off x="3857" y="2173"/>
              <a:ext cx="129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1" name="Line 40"/>
            <p:cNvSpPr>
              <a:spLocks noChangeShapeType="1"/>
            </p:cNvSpPr>
            <p:nvPr/>
          </p:nvSpPr>
          <p:spPr bwMode="auto">
            <a:xfrm flipV="1">
              <a:off x="3833" y="2607"/>
              <a:ext cx="1296"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Line 41"/>
            <p:cNvSpPr>
              <a:spLocks noChangeShapeType="1"/>
            </p:cNvSpPr>
            <p:nvPr/>
          </p:nvSpPr>
          <p:spPr bwMode="auto">
            <a:xfrm>
              <a:off x="3198" y="2687"/>
              <a:ext cx="336"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Line 42"/>
            <p:cNvSpPr>
              <a:spLocks noChangeShapeType="1"/>
            </p:cNvSpPr>
            <p:nvPr/>
          </p:nvSpPr>
          <p:spPr bwMode="auto">
            <a:xfrm>
              <a:off x="3665" y="2172"/>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Line 43"/>
            <p:cNvSpPr>
              <a:spLocks noChangeShapeType="1"/>
            </p:cNvSpPr>
            <p:nvPr/>
          </p:nvSpPr>
          <p:spPr bwMode="auto">
            <a:xfrm>
              <a:off x="3665" y="2744"/>
              <a:ext cx="1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5" name="Line 44"/>
            <p:cNvSpPr>
              <a:spLocks noChangeShapeType="1"/>
            </p:cNvSpPr>
            <p:nvPr/>
          </p:nvSpPr>
          <p:spPr bwMode="auto">
            <a:xfrm>
              <a:off x="3202" y="2256"/>
              <a:ext cx="336" cy="0"/>
            </a:xfrm>
            <a:prstGeom prst="line">
              <a:avLst/>
            </a:prstGeom>
            <a:noFill/>
            <a:ln w="9525">
              <a:solidFill>
                <a:schemeClr val="tx1"/>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Text Box 45"/>
            <p:cNvSpPr txBox="1">
              <a:spLocks noChangeArrowheads="1"/>
            </p:cNvSpPr>
            <p:nvPr/>
          </p:nvSpPr>
          <p:spPr bwMode="auto">
            <a:xfrm>
              <a:off x="3120" y="2277"/>
              <a:ext cx="26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b="0">
                  <a:sym typeface="Symbol" pitchFamily="18" charset="2"/>
                </a:rPr>
                <a:t></a:t>
              </a:r>
              <a:endParaRPr kumimoji="1" lang="zh-CN" altLang="en-US" b="0"/>
            </a:p>
          </p:txBody>
        </p:sp>
        <p:sp>
          <p:nvSpPr>
            <p:cNvPr id="9237" name="Oval 51"/>
            <p:cNvSpPr>
              <a:spLocks noChangeArrowheads="1"/>
            </p:cNvSpPr>
            <p:nvPr/>
          </p:nvSpPr>
          <p:spPr bwMode="auto">
            <a:xfrm>
              <a:off x="3936" y="2064"/>
              <a:ext cx="144" cy="1104"/>
            </a:xfrm>
            <a:prstGeom prst="ellipse">
              <a:avLst/>
            </a:prstGeom>
            <a:solidFill>
              <a:srgbClr val="33CCFF"/>
            </a:solidFill>
            <a:ln w="28575">
              <a:solidFill>
                <a:srgbClr val="000099"/>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9238" name="Text Box 54"/>
            <p:cNvSpPr txBox="1">
              <a:spLocks noChangeArrowheads="1"/>
            </p:cNvSpPr>
            <p:nvPr/>
          </p:nvSpPr>
          <p:spPr bwMode="auto">
            <a:xfrm>
              <a:off x="4080" y="3024"/>
              <a:ext cx="288"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en-US" altLang="zh-CN" i="1"/>
                <a:t>L</a:t>
              </a:r>
              <a:endParaRPr lang="zh-CN" altLang="en-US" i="1"/>
            </a:p>
          </p:txBody>
        </p:sp>
      </p:grpSp>
    </p:spTree>
    <p:extLst>
      <p:ext uri="{BB962C8B-B14F-4D97-AF65-F5344CB8AC3E}">
        <p14:creationId xmlns:p14="http://schemas.microsoft.com/office/powerpoint/2010/main" val="313582579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box(in)">
                                      <p:cBhvr>
                                        <p:cTn id="7" dur="500"/>
                                        <p:tgtEl>
                                          <p:spTgt spid="2355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3607"/>
                                        </p:tgtEl>
                                        <p:attrNameLst>
                                          <p:attrName>style.visibility</p:attrName>
                                        </p:attrNameLst>
                                      </p:cBhvr>
                                      <p:to>
                                        <p:strVal val="visible"/>
                                      </p:to>
                                    </p:set>
                                    <p:animEffect transition="in" filter="wipe(left)">
                                      <p:cBhvr>
                                        <p:cTn id="12" dur="500"/>
                                        <p:tgtEl>
                                          <p:spTgt spid="236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3608"/>
                                        </p:tgtEl>
                                        <p:attrNameLst>
                                          <p:attrName>style.visibility</p:attrName>
                                        </p:attrNameLst>
                                      </p:cBhvr>
                                      <p:to>
                                        <p:strVal val="visible"/>
                                      </p:to>
                                    </p:set>
                                    <p:animEffect transition="in" filter="wipe(left)">
                                      <p:cBhvr>
                                        <p:cTn id="17" dur="500"/>
                                        <p:tgtEl>
                                          <p:spTgt spid="2360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23558"/>
                                        </p:tgtEl>
                                        <p:attrNameLst>
                                          <p:attrName>style.visibility</p:attrName>
                                        </p:attrNameLst>
                                      </p:cBhvr>
                                      <p:to>
                                        <p:strVal val="visible"/>
                                      </p:to>
                                    </p:set>
                                    <p:animEffect transition="in" filter="box(out)">
                                      <p:cBhvr>
                                        <p:cTn id="22" dur="500"/>
                                        <p:tgtEl>
                                          <p:spTgt spid="235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7" presetClass="entr" presetSubtype="10" fill="hold" grpId="0" nodeType="clickEffect">
                                  <p:stCondLst>
                                    <p:cond delay="0"/>
                                  </p:stCondLst>
                                  <p:childTnLst>
                                    <p:set>
                                      <p:cBhvr>
                                        <p:cTn id="26" dur="1" fill="hold">
                                          <p:stCondLst>
                                            <p:cond delay="0"/>
                                          </p:stCondLst>
                                        </p:cTn>
                                        <p:tgtEl>
                                          <p:spTgt spid="23598"/>
                                        </p:tgtEl>
                                        <p:attrNameLst>
                                          <p:attrName>style.visibility</p:attrName>
                                        </p:attrNameLst>
                                      </p:cBhvr>
                                      <p:to>
                                        <p:strVal val="visible"/>
                                      </p:to>
                                    </p:set>
                                    <p:anim calcmode="lin" valueType="num">
                                      <p:cBhvr>
                                        <p:cTn id="27" dur="500" fill="hold"/>
                                        <p:tgtEl>
                                          <p:spTgt spid="23598"/>
                                        </p:tgtEl>
                                        <p:attrNameLst>
                                          <p:attrName>ppt_w</p:attrName>
                                        </p:attrNameLst>
                                      </p:cBhvr>
                                      <p:tavLst>
                                        <p:tav tm="0">
                                          <p:val>
                                            <p:fltVal val="0"/>
                                          </p:val>
                                        </p:tav>
                                        <p:tav tm="100000">
                                          <p:val>
                                            <p:strVal val="#ppt_w"/>
                                          </p:val>
                                        </p:tav>
                                      </p:tavLst>
                                    </p:anim>
                                    <p:anim calcmode="lin" valueType="num">
                                      <p:cBhvr>
                                        <p:cTn id="28" dur="500" fill="hold"/>
                                        <p:tgtEl>
                                          <p:spTgt spid="2359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utoUpdateAnimBg="0"/>
      <p:bldP spid="23558" grpId="0" autoUpdateAnimBg="0"/>
      <p:bldP spid="23598"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3" name="Text Box 5"/>
          <p:cNvSpPr txBox="1">
            <a:spLocks noChangeArrowheads="1"/>
          </p:cNvSpPr>
          <p:nvPr/>
        </p:nvSpPr>
        <p:spPr bwMode="auto">
          <a:xfrm>
            <a:off x="457200" y="1520825"/>
            <a:ext cx="3665538"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solidFill>
                  <a:srgbClr val="000000"/>
                </a:solidFill>
              </a:rPr>
              <a:t>        光栅衍射图样是由来自</a:t>
            </a:r>
            <a:r>
              <a:rPr kumimoji="1" lang="zh-CN" altLang="en-US">
                <a:solidFill>
                  <a:srgbClr val="0000FF"/>
                </a:solidFill>
              </a:rPr>
              <a:t>每一个单缝上许多子波衍射,</a:t>
            </a:r>
            <a:r>
              <a:rPr kumimoji="1" lang="zh-CN" altLang="en-US">
                <a:solidFill>
                  <a:srgbClr val="000000"/>
                </a:solidFill>
              </a:rPr>
              <a:t>以及</a:t>
            </a:r>
          </a:p>
          <a:p>
            <a:pPr eaLnBrk="1" hangingPunct="1">
              <a:lnSpc>
                <a:spcPct val="120000"/>
              </a:lnSpc>
            </a:pPr>
            <a:r>
              <a:rPr kumimoji="1" lang="zh-CN" altLang="en-US">
                <a:solidFill>
                  <a:srgbClr val="000000"/>
                </a:solidFill>
              </a:rPr>
              <a:t>来自</a:t>
            </a:r>
            <a:r>
              <a:rPr kumimoji="1" lang="zh-CN" altLang="en-US">
                <a:solidFill>
                  <a:srgbClr val="993300"/>
                </a:solidFill>
              </a:rPr>
              <a:t>各单缝对应的</a:t>
            </a:r>
          </a:p>
          <a:p>
            <a:pPr eaLnBrk="1" hangingPunct="1">
              <a:lnSpc>
                <a:spcPct val="120000"/>
              </a:lnSpc>
            </a:pPr>
            <a:r>
              <a:rPr kumimoji="1" lang="zh-CN" altLang="en-US">
                <a:solidFill>
                  <a:srgbClr val="993300"/>
                </a:solidFill>
              </a:rPr>
              <a:t>子波彼此干涉叠加</a:t>
            </a:r>
          </a:p>
          <a:p>
            <a:pPr eaLnBrk="1" hangingPunct="1">
              <a:lnSpc>
                <a:spcPct val="120000"/>
              </a:lnSpc>
            </a:pPr>
            <a:r>
              <a:rPr kumimoji="1" lang="zh-CN" altLang="en-US"/>
              <a:t>而形成的。</a:t>
            </a:r>
          </a:p>
        </p:txBody>
      </p:sp>
      <p:grpSp>
        <p:nvGrpSpPr>
          <p:cNvPr id="27847" name="Group 199"/>
          <p:cNvGrpSpPr>
            <a:grpSpLocks/>
          </p:cNvGrpSpPr>
          <p:nvPr/>
        </p:nvGrpSpPr>
        <p:grpSpPr bwMode="auto">
          <a:xfrm>
            <a:off x="4067175" y="1989138"/>
            <a:ext cx="4619625" cy="1681162"/>
            <a:chOff x="2562" y="1253"/>
            <a:chExt cx="2910" cy="1059"/>
          </a:xfrm>
        </p:grpSpPr>
        <p:sp>
          <p:nvSpPr>
            <p:cNvPr id="10335" name="Line 16"/>
            <p:cNvSpPr>
              <a:spLocks noChangeShapeType="1"/>
            </p:cNvSpPr>
            <p:nvPr/>
          </p:nvSpPr>
          <p:spPr bwMode="auto">
            <a:xfrm>
              <a:off x="3896" y="1391"/>
              <a:ext cx="0" cy="879"/>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36" name="Line 17"/>
            <p:cNvSpPr>
              <a:spLocks noChangeShapeType="1"/>
            </p:cNvSpPr>
            <p:nvPr/>
          </p:nvSpPr>
          <p:spPr bwMode="auto">
            <a:xfrm>
              <a:off x="2562" y="2286"/>
              <a:ext cx="2716" cy="0"/>
            </a:xfrm>
            <a:prstGeom prst="line">
              <a:avLst/>
            </a:prstGeom>
            <a:noFill/>
            <a:ln w="41275">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37" name="Group 18"/>
            <p:cNvGrpSpPr>
              <a:grpSpLocks/>
            </p:cNvGrpSpPr>
            <p:nvPr/>
          </p:nvGrpSpPr>
          <p:grpSpPr bwMode="auto">
            <a:xfrm>
              <a:off x="2975" y="1741"/>
              <a:ext cx="504" cy="571"/>
              <a:chOff x="2779" y="2880"/>
              <a:chExt cx="1507" cy="571"/>
            </a:xfrm>
          </p:grpSpPr>
          <p:grpSp>
            <p:nvGrpSpPr>
              <p:cNvPr id="10413" name="Group 19"/>
              <p:cNvGrpSpPr>
                <a:grpSpLocks/>
              </p:cNvGrpSpPr>
              <p:nvPr/>
            </p:nvGrpSpPr>
            <p:grpSpPr bwMode="auto">
              <a:xfrm>
                <a:off x="2779" y="2895"/>
                <a:ext cx="485" cy="556"/>
                <a:chOff x="2766" y="2895"/>
                <a:chExt cx="485" cy="556"/>
              </a:xfrm>
            </p:grpSpPr>
            <p:sp>
              <p:nvSpPr>
                <p:cNvPr id="10428" name="Freeform 20"/>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29" name="Group 21"/>
                <p:cNvGrpSpPr>
                  <a:grpSpLocks/>
                </p:cNvGrpSpPr>
                <p:nvPr/>
              </p:nvGrpSpPr>
              <p:grpSpPr bwMode="auto">
                <a:xfrm>
                  <a:off x="3085" y="3303"/>
                  <a:ext cx="166" cy="138"/>
                  <a:chOff x="3075" y="3414"/>
                  <a:chExt cx="166" cy="138"/>
                </a:xfrm>
              </p:grpSpPr>
              <p:sp>
                <p:nvSpPr>
                  <p:cNvPr id="10432" name="Freeform 22"/>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3" name="Freeform 23"/>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30" name="Freeform 24"/>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1" name="Freeform 25"/>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4" name="Group 26"/>
              <p:cNvGrpSpPr>
                <a:grpSpLocks/>
              </p:cNvGrpSpPr>
              <p:nvPr/>
            </p:nvGrpSpPr>
            <p:grpSpPr bwMode="auto">
              <a:xfrm>
                <a:off x="3290" y="2893"/>
                <a:ext cx="485" cy="556"/>
                <a:chOff x="2766" y="2895"/>
                <a:chExt cx="485" cy="556"/>
              </a:xfrm>
            </p:grpSpPr>
            <p:sp>
              <p:nvSpPr>
                <p:cNvPr id="10422" name="Freeform 27"/>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23" name="Group 28"/>
                <p:cNvGrpSpPr>
                  <a:grpSpLocks/>
                </p:cNvGrpSpPr>
                <p:nvPr/>
              </p:nvGrpSpPr>
              <p:grpSpPr bwMode="auto">
                <a:xfrm>
                  <a:off x="3085" y="3303"/>
                  <a:ext cx="166" cy="138"/>
                  <a:chOff x="3075" y="3414"/>
                  <a:chExt cx="166" cy="138"/>
                </a:xfrm>
              </p:grpSpPr>
              <p:sp>
                <p:nvSpPr>
                  <p:cNvPr id="10426" name="Freeform 29"/>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7" name="Freeform 30"/>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24" name="Freeform 31"/>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5" name="Freeform 32"/>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415" name="Group 33"/>
              <p:cNvGrpSpPr>
                <a:grpSpLocks/>
              </p:cNvGrpSpPr>
              <p:nvPr/>
            </p:nvGrpSpPr>
            <p:grpSpPr bwMode="auto">
              <a:xfrm>
                <a:off x="3801" y="2880"/>
                <a:ext cx="485" cy="556"/>
                <a:chOff x="2766" y="2895"/>
                <a:chExt cx="485" cy="556"/>
              </a:xfrm>
            </p:grpSpPr>
            <p:sp>
              <p:nvSpPr>
                <p:cNvPr id="10416" name="Freeform 34"/>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17" name="Group 35"/>
                <p:cNvGrpSpPr>
                  <a:grpSpLocks/>
                </p:cNvGrpSpPr>
                <p:nvPr/>
              </p:nvGrpSpPr>
              <p:grpSpPr bwMode="auto">
                <a:xfrm>
                  <a:off x="3085" y="3303"/>
                  <a:ext cx="166" cy="138"/>
                  <a:chOff x="3075" y="3414"/>
                  <a:chExt cx="166" cy="138"/>
                </a:xfrm>
              </p:grpSpPr>
              <p:sp>
                <p:nvSpPr>
                  <p:cNvPr id="10420" name="Freeform 36"/>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1" name="Freeform 37"/>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18" name="Freeform 38"/>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9" name="Freeform 39"/>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0338" name="Group 40"/>
            <p:cNvGrpSpPr>
              <a:grpSpLocks/>
            </p:cNvGrpSpPr>
            <p:nvPr/>
          </p:nvGrpSpPr>
          <p:grpSpPr bwMode="auto">
            <a:xfrm>
              <a:off x="3479" y="1739"/>
              <a:ext cx="504" cy="571"/>
              <a:chOff x="2779" y="2880"/>
              <a:chExt cx="1507" cy="571"/>
            </a:xfrm>
          </p:grpSpPr>
          <p:grpSp>
            <p:nvGrpSpPr>
              <p:cNvPr id="10392" name="Group 41"/>
              <p:cNvGrpSpPr>
                <a:grpSpLocks/>
              </p:cNvGrpSpPr>
              <p:nvPr/>
            </p:nvGrpSpPr>
            <p:grpSpPr bwMode="auto">
              <a:xfrm>
                <a:off x="2779" y="2895"/>
                <a:ext cx="485" cy="556"/>
                <a:chOff x="2766" y="2895"/>
                <a:chExt cx="485" cy="556"/>
              </a:xfrm>
            </p:grpSpPr>
            <p:sp>
              <p:nvSpPr>
                <p:cNvPr id="10407" name="Freeform 42"/>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08" name="Group 43"/>
                <p:cNvGrpSpPr>
                  <a:grpSpLocks/>
                </p:cNvGrpSpPr>
                <p:nvPr/>
              </p:nvGrpSpPr>
              <p:grpSpPr bwMode="auto">
                <a:xfrm>
                  <a:off x="3085" y="3303"/>
                  <a:ext cx="166" cy="138"/>
                  <a:chOff x="3075" y="3414"/>
                  <a:chExt cx="166" cy="138"/>
                </a:xfrm>
              </p:grpSpPr>
              <p:sp>
                <p:nvSpPr>
                  <p:cNvPr id="10411" name="Freeform 44"/>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2" name="Freeform 45"/>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09" name="Freeform 46"/>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0" name="Freeform 47"/>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93" name="Group 48"/>
              <p:cNvGrpSpPr>
                <a:grpSpLocks/>
              </p:cNvGrpSpPr>
              <p:nvPr/>
            </p:nvGrpSpPr>
            <p:grpSpPr bwMode="auto">
              <a:xfrm>
                <a:off x="3290" y="2893"/>
                <a:ext cx="485" cy="556"/>
                <a:chOff x="2766" y="2895"/>
                <a:chExt cx="485" cy="556"/>
              </a:xfrm>
            </p:grpSpPr>
            <p:sp>
              <p:nvSpPr>
                <p:cNvPr id="10401" name="Freeform 49"/>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402" name="Group 50"/>
                <p:cNvGrpSpPr>
                  <a:grpSpLocks/>
                </p:cNvGrpSpPr>
                <p:nvPr/>
              </p:nvGrpSpPr>
              <p:grpSpPr bwMode="auto">
                <a:xfrm>
                  <a:off x="3085" y="3303"/>
                  <a:ext cx="166" cy="138"/>
                  <a:chOff x="3075" y="3414"/>
                  <a:chExt cx="166" cy="138"/>
                </a:xfrm>
              </p:grpSpPr>
              <p:sp>
                <p:nvSpPr>
                  <p:cNvPr id="10405" name="Freeform 51"/>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6" name="Freeform 52"/>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403" name="Freeform 53"/>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4" name="Freeform 54"/>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94" name="Group 55"/>
              <p:cNvGrpSpPr>
                <a:grpSpLocks/>
              </p:cNvGrpSpPr>
              <p:nvPr/>
            </p:nvGrpSpPr>
            <p:grpSpPr bwMode="auto">
              <a:xfrm>
                <a:off x="3801" y="2880"/>
                <a:ext cx="485" cy="556"/>
                <a:chOff x="2766" y="2895"/>
                <a:chExt cx="485" cy="556"/>
              </a:xfrm>
            </p:grpSpPr>
            <p:sp>
              <p:nvSpPr>
                <p:cNvPr id="10395" name="Freeform 56"/>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96" name="Group 57"/>
                <p:cNvGrpSpPr>
                  <a:grpSpLocks/>
                </p:cNvGrpSpPr>
                <p:nvPr/>
              </p:nvGrpSpPr>
              <p:grpSpPr bwMode="auto">
                <a:xfrm>
                  <a:off x="3085" y="3303"/>
                  <a:ext cx="166" cy="138"/>
                  <a:chOff x="3075" y="3414"/>
                  <a:chExt cx="166" cy="138"/>
                </a:xfrm>
              </p:grpSpPr>
              <p:sp>
                <p:nvSpPr>
                  <p:cNvPr id="10399" name="Freeform 58"/>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0" name="Freeform 59"/>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97" name="Freeform 60"/>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8" name="Freeform 61"/>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0339" name="Group 62"/>
            <p:cNvGrpSpPr>
              <a:grpSpLocks/>
            </p:cNvGrpSpPr>
            <p:nvPr/>
          </p:nvGrpSpPr>
          <p:grpSpPr bwMode="auto">
            <a:xfrm>
              <a:off x="3983" y="1741"/>
              <a:ext cx="504" cy="571"/>
              <a:chOff x="2779" y="2880"/>
              <a:chExt cx="1507" cy="571"/>
            </a:xfrm>
          </p:grpSpPr>
          <p:grpSp>
            <p:nvGrpSpPr>
              <p:cNvPr id="10371" name="Group 63"/>
              <p:cNvGrpSpPr>
                <a:grpSpLocks/>
              </p:cNvGrpSpPr>
              <p:nvPr/>
            </p:nvGrpSpPr>
            <p:grpSpPr bwMode="auto">
              <a:xfrm>
                <a:off x="2779" y="2895"/>
                <a:ext cx="485" cy="556"/>
                <a:chOff x="2766" y="2895"/>
                <a:chExt cx="485" cy="556"/>
              </a:xfrm>
            </p:grpSpPr>
            <p:sp>
              <p:nvSpPr>
                <p:cNvPr id="10386" name="Freeform 64"/>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87" name="Group 65"/>
                <p:cNvGrpSpPr>
                  <a:grpSpLocks/>
                </p:cNvGrpSpPr>
                <p:nvPr/>
              </p:nvGrpSpPr>
              <p:grpSpPr bwMode="auto">
                <a:xfrm>
                  <a:off x="3085" y="3303"/>
                  <a:ext cx="166" cy="138"/>
                  <a:chOff x="3075" y="3414"/>
                  <a:chExt cx="166" cy="138"/>
                </a:xfrm>
              </p:grpSpPr>
              <p:sp>
                <p:nvSpPr>
                  <p:cNvPr id="10390" name="Freeform 66"/>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1" name="Freeform 67"/>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88" name="Freeform 68"/>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9" name="Freeform 69"/>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72" name="Group 70"/>
              <p:cNvGrpSpPr>
                <a:grpSpLocks/>
              </p:cNvGrpSpPr>
              <p:nvPr/>
            </p:nvGrpSpPr>
            <p:grpSpPr bwMode="auto">
              <a:xfrm>
                <a:off x="3290" y="2893"/>
                <a:ext cx="485" cy="556"/>
                <a:chOff x="2766" y="2895"/>
                <a:chExt cx="485" cy="556"/>
              </a:xfrm>
            </p:grpSpPr>
            <p:sp>
              <p:nvSpPr>
                <p:cNvPr id="10380" name="Freeform 71"/>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81" name="Group 72"/>
                <p:cNvGrpSpPr>
                  <a:grpSpLocks/>
                </p:cNvGrpSpPr>
                <p:nvPr/>
              </p:nvGrpSpPr>
              <p:grpSpPr bwMode="auto">
                <a:xfrm>
                  <a:off x="3085" y="3303"/>
                  <a:ext cx="166" cy="138"/>
                  <a:chOff x="3075" y="3414"/>
                  <a:chExt cx="166" cy="138"/>
                </a:xfrm>
              </p:grpSpPr>
              <p:sp>
                <p:nvSpPr>
                  <p:cNvPr id="10384" name="Freeform 73"/>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5" name="Freeform 74"/>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82" name="Freeform 75"/>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3" name="Freeform 76"/>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73" name="Group 77"/>
              <p:cNvGrpSpPr>
                <a:grpSpLocks/>
              </p:cNvGrpSpPr>
              <p:nvPr/>
            </p:nvGrpSpPr>
            <p:grpSpPr bwMode="auto">
              <a:xfrm>
                <a:off x="3801" y="2880"/>
                <a:ext cx="485" cy="556"/>
                <a:chOff x="2766" y="2895"/>
                <a:chExt cx="485" cy="556"/>
              </a:xfrm>
            </p:grpSpPr>
            <p:sp>
              <p:nvSpPr>
                <p:cNvPr id="10374" name="Freeform 78"/>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75" name="Group 79"/>
                <p:cNvGrpSpPr>
                  <a:grpSpLocks/>
                </p:cNvGrpSpPr>
                <p:nvPr/>
              </p:nvGrpSpPr>
              <p:grpSpPr bwMode="auto">
                <a:xfrm>
                  <a:off x="3085" y="3303"/>
                  <a:ext cx="166" cy="138"/>
                  <a:chOff x="3075" y="3414"/>
                  <a:chExt cx="166" cy="138"/>
                </a:xfrm>
              </p:grpSpPr>
              <p:sp>
                <p:nvSpPr>
                  <p:cNvPr id="10378" name="Freeform 80"/>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79" name="Freeform 81"/>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76" name="Freeform 82"/>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77" name="Freeform 83"/>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0340" name="Group 84"/>
            <p:cNvGrpSpPr>
              <a:grpSpLocks/>
            </p:cNvGrpSpPr>
            <p:nvPr/>
          </p:nvGrpSpPr>
          <p:grpSpPr bwMode="auto">
            <a:xfrm>
              <a:off x="4500" y="1741"/>
              <a:ext cx="504" cy="571"/>
              <a:chOff x="2779" y="2880"/>
              <a:chExt cx="1507" cy="571"/>
            </a:xfrm>
          </p:grpSpPr>
          <p:grpSp>
            <p:nvGrpSpPr>
              <p:cNvPr id="10350" name="Group 85"/>
              <p:cNvGrpSpPr>
                <a:grpSpLocks/>
              </p:cNvGrpSpPr>
              <p:nvPr/>
            </p:nvGrpSpPr>
            <p:grpSpPr bwMode="auto">
              <a:xfrm>
                <a:off x="2779" y="2895"/>
                <a:ext cx="485" cy="556"/>
                <a:chOff x="2766" y="2895"/>
                <a:chExt cx="485" cy="556"/>
              </a:xfrm>
            </p:grpSpPr>
            <p:sp>
              <p:nvSpPr>
                <p:cNvPr id="10365" name="Freeform 86"/>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66" name="Group 87"/>
                <p:cNvGrpSpPr>
                  <a:grpSpLocks/>
                </p:cNvGrpSpPr>
                <p:nvPr/>
              </p:nvGrpSpPr>
              <p:grpSpPr bwMode="auto">
                <a:xfrm>
                  <a:off x="3085" y="3303"/>
                  <a:ext cx="166" cy="138"/>
                  <a:chOff x="3075" y="3414"/>
                  <a:chExt cx="166" cy="138"/>
                </a:xfrm>
              </p:grpSpPr>
              <p:sp>
                <p:nvSpPr>
                  <p:cNvPr id="10369" name="Freeform 88"/>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70" name="Freeform 89"/>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67" name="Freeform 90"/>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68" name="Freeform 91"/>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51" name="Group 92"/>
              <p:cNvGrpSpPr>
                <a:grpSpLocks/>
              </p:cNvGrpSpPr>
              <p:nvPr/>
            </p:nvGrpSpPr>
            <p:grpSpPr bwMode="auto">
              <a:xfrm>
                <a:off x="3290" y="2893"/>
                <a:ext cx="485" cy="556"/>
                <a:chOff x="2766" y="2895"/>
                <a:chExt cx="485" cy="556"/>
              </a:xfrm>
            </p:grpSpPr>
            <p:sp>
              <p:nvSpPr>
                <p:cNvPr id="10359" name="Freeform 93"/>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60" name="Group 94"/>
                <p:cNvGrpSpPr>
                  <a:grpSpLocks/>
                </p:cNvGrpSpPr>
                <p:nvPr/>
              </p:nvGrpSpPr>
              <p:grpSpPr bwMode="auto">
                <a:xfrm>
                  <a:off x="3085" y="3303"/>
                  <a:ext cx="166" cy="138"/>
                  <a:chOff x="3075" y="3414"/>
                  <a:chExt cx="166" cy="138"/>
                </a:xfrm>
              </p:grpSpPr>
              <p:sp>
                <p:nvSpPr>
                  <p:cNvPr id="10363" name="Freeform 95"/>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64" name="Freeform 96"/>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61" name="Freeform 97"/>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62" name="Freeform 98"/>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52" name="Group 99"/>
              <p:cNvGrpSpPr>
                <a:grpSpLocks/>
              </p:cNvGrpSpPr>
              <p:nvPr/>
            </p:nvGrpSpPr>
            <p:grpSpPr bwMode="auto">
              <a:xfrm>
                <a:off x="3801" y="2880"/>
                <a:ext cx="485" cy="556"/>
                <a:chOff x="2766" y="2895"/>
                <a:chExt cx="485" cy="556"/>
              </a:xfrm>
            </p:grpSpPr>
            <p:sp>
              <p:nvSpPr>
                <p:cNvPr id="10353" name="Freeform 100"/>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54" name="Group 101"/>
                <p:cNvGrpSpPr>
                  <a:grpSpLocks/>
                </p:cNvGrpSpPr>
                <p:nvPr/>
              </p:nvGrpSpPr>
              <p:grpSpPr bwMode="auto">
                <a:xfrm>
                  <a:off x="3085" y="3303"/>
                  <a:ext cx="166" cy="138"/>
                  <a:chOff x="3075" y="3414"/>
                  <a:chExt cx="166" cy="138"/>
                </a:xfrm>
              </p:grpSpPr>
              <p:sp>
                <p:nvSpPr>
                  <p:cNvPr id="10357" name="Freeform 102"/>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58" name="Freeform 103"/>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55" name="Freeform 104"/>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56" name="Freeform 105"/>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nvGrpSpPr>
            <p:cNvPr id="10341" name="Group 106"/>
            <p:cNvGrpSpPr>
              <a:grpSpLocks/>
            </p:cNvGrpSpPr>
            <p:nvPr/>
          </p:nvGrpSpPr>
          <p:grpSpPr bwMode="auto">
            <a:xfrm>
              <a:off x="2796" y="1736"/>
              <a:ext cx="162" cy="556"/>
              <a:chOff x="2766" y="2895"/>
              <a:chExt cx="485" cy="556"/>
            </a:xfrm>
          </p:grpSpPr>
          <p:sp>
            <p:nvSpPr>
              <p:cNvPr id="10344" name="Freeform 107"/>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45" name="Group 108"/>
              <p:cNvGrpSpPr>
                <a:grpSpLocks/>
              </p:cNvGrpSpPr>
              <p:nvPr/>
            </p:nvGrpSpPr>
            <p:grpSpPr bwMode="auto">
              <a:xfrm>
                <a:off x="3085" y="3303"/>
                <a:ext cx="166" cy="138"/>
                <a:chOff x="3075" y="3414"/>
                <a:chExt cx="166" cy="138"/>
              </a:xfrm>
            </p:grpSpPr>
            <p:sp>
              <p:nvSpPr>
                <p:cNvPr id="10348" name="Freeform 109"/>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9" name="Freeform 110"/>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46" name="Freeform 111"/>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47" name="Freeform 112"/>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42" name="Text Box 113"/>
            <p:cNvSpPr txBox="1">
              <a:spLocks noChangeArrowheads="1"/>
            </p:cNvSpPr>
            <p:nvPr/>
          </p:nvSpPr>
          <p:spPr bwMode="auto">
            <a:xfrm>
              <a:off x="4978" y="1858"/>
              <a:ext cx="494"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en-US" b="0">
                  <a:sym typeface="Symbol" pitchFamily="18" charset="2"/>
                </a:rPr>
                <a:t>sin</a:t>
              </a:r>
              <a:r>
                <a:rPr kumimoji="1" lang="en-US" altLang="zh-CN" b="0">
                  <a:sym typeface="Symbol" pitchFamily="18" charset="2"/>
                </a:rPr>
                <a:t></a:t>
              </a:r>
              <a:endParaRPr kumimoji="1" lang="zh-CN" altLang="en-US" b="0">
                <a:sym typeface="Symbol" pitchFamily="18" charset="2"/>
              </a:endParaRPr>
            </a:p>
          </p:txBody>
        </p:sp>
        <p:sp>
          <p:nvSpPr>
            <p:cNvPr id="10343" name="Text Box 114"/>
            <p:cNvSpPr txBox="1">
              <a:spLocks noChangeArrowheads="1"/>
            </p:cNvSpPr>
            <p:nvPr/>
          </p:nvSpPr>
          <p:spPr bwMode="auto">
            <a:xfrm>
              <a:off x="3968" y="1253"/>
              <a:ext cx="203"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i="1"/>
                <a:t>I</a:t>
              </a:r>
            </a:p>
          </p:txBody>
        </p:sp>
      </p:grpSp>
      <p:sp>
        <p:nvSpPr>
          <p:cNvPr id="27763" name="AutoShape 115"/>
          <p:cNvSpPr>
            <a:spLocks noChangeArrowheads="1"/>
          </p:cNvSpPr>
          <p:nvPr/>
        </p:nvSpPr>
        <p:spPr bwMode="auto">
          <a:xfrm>
            <a:off x="3733800" y="3962400"/>
            <a:ext cx="1673225" cy="685800"/>
          </a:xfrm>
          <a:prstGeom prst="cloudCallout">
            <a:avLst>
              <a:gd name="adj1" fmla="val 32352"/>
              <a:gd name="adj2" fmla="val -92824"/>
            </a:avLst>
          </a:prstGeom>
          <a:solidFill>
            <a:srgbClr val="FFFFFF"/>
          </a:solidFill>
          <a:ln w="9525">
            <a:solidFill>
              <a:srgbClr val="0066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eaLnBrk="1" hangingPunct="1">
              <a:lnSpc>
                <a:spcPct val="120000"/>
              </a:lnSpc>
            </a:pPr>
            <a:r>
              <a:rPr kumimoji="1" lang="zh-CN" altLang="en-US">
                <a:solidFill>
                  <a:srgbClr val="FF0000"/>
                </a:solidFill>
              </a:rPr>
              <a:t>多缝干涉</a:t>
            </a:r>
            <a:endParaRPr kumimoji="1" lang="zh-CN" altLang="en-US" b="0">
              <a:solidFill>
                <a:srgbClr val="FF0000"/>
              </a:solidFill>
            </a:endParaRPr>
          </a:p>
        </p:txBody>
      </p:sp>
      <p:sp>
        <p:nvSpPr>
          <p:cNvPr id="27849" name="Text Box 201"/>
          <p:cNvSpPr txBox="1">
            <a:spLocks noChangeArrowheads="1"/>
          </p:cNvSpPr>
          <p:nvPr/>
        </p:nvSpPr>
        <p:spPr bwMode="auto">
          <a:xfrm>
            <a:off x="476250" y="4689475"/>
            <a:ext cx="49530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t>因此，</a:t>
            </a:r>
            <a:r>
              <a:rPr kumimoji="1" lang="zh-CN" altLang="en-US">
                <a:solidFill>
                  <a:srgbClr val="FF0000"/>
                </a:solidFill>
              </a:rPr>
              <a:t>它是单缝衍射</a:t>
            </a:r>
          </a:p>
          <a:p>
            <a:pPr eaLnBrk="1" hangingPunct="1">
              <a:lnSpc>
                <a:spcPct val="120000"/>
              </a:lnSpc>
            </a:pPr>
            <a:r>
              <a:rPr kumimoji="1" lang="zh-CN" altLang="en-US">
                <a:solidFill>
                  <a:srgbClr val="FF0000"/>
                </a:solidFill>
              </a:rPr>
              <a:t>和多缝干涉的总效果。</a:t>
            </a:r>
            <a:endParaRPr lang="zh-CN" altLang="en-US" b="0"/>
          </a:p>
        </p:txBody>
      </p:sp>
      <p:grpSp>
        <p:nvGrpSpPr>
          <p:cNvPr id="10246" name="Group 236"/>
          <p:cNvGrpSpPr>
            <a:grpSpLocks/>
          </p:cNvGrpSpPr>
          <p:nvPr/>
        </p:nvGrpSpPr>
        <p:grpSpPr bwMode="auto">
          <a:xfrm>
            <a:off x="4103688" y="379413"/>
            <a:ext cx="4529137" cy="1660525"/>
            <a:chOff x="2585" y="239"/>
            <a:chExt cx="2844" cy="1046"/>
          </a:xfrm>
        </p:grpSpPr>
        <p:sp>
          <p:nvSpPr>
            <p:cNvPr id="10326" name="Line 7"/>
            <p:cNvSpPr>
              <a:spLocks noChangeShapeType="1"/>
            </p:cNvSpPr>
            <p:nvPr/>
          </p:nvSpPr>
          <p:spPr bwMode="auto">
            <a:xfrm>
              <a:off x="3881" y="369"/>
              <a:ext cx="0" cy="882"/>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7" name="Line 12"/>
            <p:cNvSpPr>
              <a:spLocks noChangeShapeType="1"/>
            </p:cNvSpPr>
            <p:nvPr/>
          </p:nvSpPr>
          <p:spPr bwMode="auto">
            <a:xfrm>
              <a:off x="2585" y="1281"/>
              <a:ext cx="2716" cy="0"/>
            </a:xfrm>
            <a:prstGeom prst="line">
              <a:avLst/>
            </a:prstGeom>
            <a:noFill/>
            <a:ln w="41275">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8" name="Text Box 13"/>
            <p:cNvSpPr txBox="1">
              <a:spLocks noChangeArrowheads="1"/>
            </p:cNvSpPr>
            <p:nvPr/>
          </p:nvSpPr>
          <p:spPr bwMode="auto">
            <a:xfrm>
              <a:off x="4937" y="853"/>
              <a:ext cx="49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en-US" b="0">
                  <a:sym typeface="Symbol" pitchFamily="18" charset="2"/>
                </a:rPr>
                <a:t>sin</a:t>
              </a:r>
              <a:r>
                <a:rPr kumimoji="1" lang="en-US" altLang="zh-CN" b="0">
                  <a:sym typeface="Symbol" pitchFamily="18" charset="2"/>
                </a:rPr>
                <a:t></a:t>
              </a:r>
              <a:endParaRPr kumimoji="1" lang="en-US" altLang="zh-CN" b="0"/>
            </a:p>
          </p:txBody>
        </p:sp>
        <p:sp>
          <p:nvSpPr>
            <p:cNvPr id="10329" name="Text Box 14"/>
            <p:cNvSpPr txBox="1">
              <a:spLocks noChangeArrowheads="1"/>
            </p:cNvSpPr>
            <p:nvPr/>
          </p:nvSpPr>
          <p:spPr bwMode="auto">
            <a:xfrm>
              <a:off x="3978" y="239"/>
              <a:ext cx="203"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i="1"/>
                <a:t>I</a:t>
              </a:r>
            </a:p>
          </p:txBody>
        </p:sp>
        <p:sp>
          <p:nvSpPr>
            <p:cNvPr id="10330" name="AutoShape 198"/>
            <p:cNvSpPr>
              <a:spLocks noChangeArrowheads="1"/>
            </p:cNvSpPr>
            <p:nvPr/>
          </p:nvSpPr>
          <p:spPr bwMode="auto">
            <a:xfrm>
              <a:off x="4383" y="396"/>
              <a:ext cx="1008" cy="432"/>
            </a:xfrm>
            <a:prstGeom prst="cloudCallout">
              <a:avLst>
                <a:gd name="adj1" fmla="val -55060"/>
                <a:gd name="adj2" fmla="val 72917"/>
              </a:avLst>
            </a:prstGeom>
            <a:solidFill>
              <a:srgbClr val="FFFFFF"/>
            </a:solidFill>
            <a:ln w="9525">
              <a:solidFill>
                <a:srgbClr val="0066CC"/>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eaLnBrk="1" hangingPunct="1">
                <a:lnSpc>
                  <a:spcPct val="120000"/>
                </a:lnSpc>
              </a:pPr>
              <a:r>
                <a:rPr kumimoji="1" lang="zh-CN" altLang="en-US">
                  <a:solidFill>
                    <a:srgbClr val="FF0000"/>
                  </a:solidFill>
                </a:rPr>
                <a:t>单缝衍射</a:t>
              </a:r>
              <a:endParaRPr kumimoji="1" lang="zh-CN" altLang="en-US" b="0">
                <a:solidFill>
                  <a:srgbClr val="FF0000"/>
                </a:solidFill>
              </a:endParaRPr>
            </a:p>
          </p:txBody>
        </p:sp>
        <p:grpSp>
          <p:nvGrpSpPr>
            <p:cNvPr id="10331" name="Group 235"/>
            <p:cNvGrpSpPr>
              <a:grpSpLocks/>
            </p:cNvGrpSpPr>
            <p:nvPr/>
          </p:nvGrpSpPr>
          <p:grpSpPr bwMode="auto">
            <a:xfrm>
              <a:off x="2795" y="686"/>
              <a:ext cx="2155" cy="599"/>
              <a:chOff x="2795" y="686"/>
              <a:chExt cx="2155" cy="599"/>
            </a:xfrm>
          </p:grpSpPr>
          <p:sp>
            <p:nvSpPr>
              <p:cNvPr id="10332" name="Freeform 213"/>
              <p:cNvSpPr>
                <a:spLocks/>
              </p:cNvSpPr>
              <p:nvPr/>
            </p:nvSpPr>
            <p:spPr bwMode="auto">
              <a:xfrm>
                <a:off x="3337" y="686"/>
                <a:ext cx="1070" cy="599"/>
              </a:xfrm>
              <a:custGeom>
                <a:avLst/>
                <a:gdLst>
                  <a:gd name="T0" fmla="*/ 0 w 1070"/>
                  <a:gd name="T1" fmla="*/ 596 h 599"/>
                  <a:gd name="T2" fmla="*/ 197 w 1070"/>
                  <a:gd name="T3" fmla="*/ 500 h 599"/>
                  <a:gd name="T4" fmla="*/ 539 w 1070"/>
                  <a:gd name="T5" fmla="*/ 0 h 599"/>
                  <a:gd name="T6" fmla="*/ 905 w 1070"/>
                  <a:gd name="T7" fmla="*/ 500 h 599"/>
                  <a:gd name="T8" fmla="*/ 1070 w 1070"/>
                  <a:gd name="T9" fmla="*/ 594 h 59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70" h="599">
                    <a:moveTo>
                      <a:pt x="0" y="596"/>
                    </a:moveTo>
                    <a:cubicBezTo>
                      <a:pt x="31" y="580"/>
                      <a:pt x="107" y="599"/>
                      <a:pt x="197" y="500"/>
                    </a:cubicBezTo>
                    <a:cubicBezTo>
                      <a:pt x="287" y="401"/>
                      <a:pt x="422" y="0"/>
                      <a:pt x="539" y="0"/>
                    </a:cubicBezTo>
                    <a:cubicBezTo>
                      <a:pt x="657" y="0"/>
                      <a:pt x="817" y="401"/>
                      <a:pt x="905" y="500"/>
                    </a:cubicBezTo>
                    <a:cubicBezTo>
                      <a:pt x="993" y="599"/>
                      <a:pt x="1036" y="575"/>
                      <a:pt x="1070" y="594"/>
                    </a:cubicBezTo>
                  </a:path>
                </a:pathLst>
              </a:custGeom>
              <a:noFill/>
              <a:ln w="28575"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33" name="Freeform 218"/>
              <p:cNvSpPr>
                <a:spLocks/>
              </p:cNvSpPr>
              <p:nvPr/>
            </p:nvSpPr>
            <p:spPr bwMode="auto">
              <a:xfrm>
                <a:off x="2795" y="1170"/>
                <a:ext cx="564" cy="111"/>
              </a:xfrm>
              <a:custGeom>
                <a:avLst/>
                <a:gdLst>
                  <a:gd name="T0" fmla="*/ 564 w 564"/>
                  <a:gd name="T1" fmla="*/ 111 h 111"/>
                  <a:gd name="T2" fmla="*/ 289 w 564"/>
                  <a:gd name="T3" fmla="*/ 0 h 111"/>
                  <a:gd name="T4" fmla="*/ 0 w 564"/>
                  <a:gd name="T5" fmla="*/ 111 h 111"/>
                  <a:gd name="T6" fmla="*/ 0 60000 65536"/>
                  <a:gd name="T7" fmla="*/ 0 60000 65536"/>
                  <a:gd name="T8" fmla="*/ 0 60000 65536"/>
                </a:gdLst>
                <a:ahLst/>
                <a:cxnLst>
                  <a:cxn ang="T6">
                    <a:pos x="T0" y="T1"/>
                  </a:cxn>
                  <a:cxn ang="T7">
                    <a:pos x="T2" y="T3"/>
                  </a:cxn>
                  <a:cxn ang="T8">
                    <a:pos x="T4" y="T5"/>
                  </a:cxn>
                </a:cxnLst>
                <a:rect l="0" t="0" r="r" b="b"/>
                <a:pathLst>
                  <a:path w="564" h="111">
                    <a:moveTo>
                      <a:pt x="564" y="111"/>
                    </a:moveTo>
                    <a:cubicBezTo>
                      <a:pt x="518" y="92"/>
                      <a:pt x="383" y="0"/>
                      <a:pt x="289" y="0"/>
                    </a:cubicBezTo>
                    <a:cubicBezTo>
                      <a:pt x="195" y="0"/>
                      <a:pt x="48" y="93"/>
                      <a:pt x="0" y="111"/>
                    </a:cubicBezTo>
                  </a:path>
                </a:pathLst>
              </a:custGeom>
              <a:noFill/>
              <a:ln w="28575"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0334" name="Freeform 234"/>
              <p:cNvSpPr>
                <a:spLocks/>
              </p:cNvSpPr>
              <p:nvPr/>
            </p:nvSpPr>
            <p:spPr bwMode="auto">
              <a:xfrm flipH="1">
                <a:off x="4386" y="1170"/>
                <a:ext cx="564" cy="111"/>
              </a:xfrm>
              <a:custGeom>
                <a:avLst/>
                <a:gdLst>
                  <a:gd name="T0" fmla="*/ 564 w 564"/>
                  <a:gd name="T1" fmla="*/ 111 h 111"/>
                  <a:gd name="T2" fmla="*/ 289 w 564"/>
                  <a:gd name="T3" fmla="*/ 0 h 111"/>
                  <a:gd name="T4" fmla="*/ 0 w 564"/>
                  <a:gd name="T5" fmla="*/ 111 h 111"/>
                  <a:gd name="T6" fmla="*/ 0 60000 65536"/>
                  <a:gd name="T7" fmla="*/ 0 60000 65536"/>
                  <a:gd name="T8" fmla="*/ 0 60000 65536"/>
                </a:gdLst>
                <a:ahLst/>
                <a:cxnLst>
                  <a:cxn ang="T6">
                    <a:pos x="T0" y="T1"/>
                  </a:cxn>
                  <a:cxn ang="T7">
                    <a:pos x="T2" y="T3"/>
                  </a:cxn>
                  <a:cxn ang="T8">
                    <a:pos x="T4" y="T5"/>
                  </a:cxn>
                </a:cxnLst>
                <a:rect l="0" t="0" r="r" b="b"/>
                <a:pathLst>
                  <a:path w="564" h="111">
                    <a:moveTo>
                      <a:pt x="564" y="111"/>
                    </a:moveTo>
                    <a:cubicBezTo>
                      <a:pt x="518" y="92"/>
                      <a:pt x="383" y="0"/>
                      <a:pt x="289" y="0"/>
                    </a:cubicBezTo>
                    <a:cubicBezTo>
                      <a:pt x="195" y="0"/>
                      <a:pt x="48" y="93"/>
                      <a:pt x="0" y="111"/>
                    </a:cubicBezTo>
                  </a:path>
                </a:pathLst>
              </a:custGeom>
              <a:noFill/>
              <a:ln w="28575"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grpSp>
        <p:nvGrpSpPr>
          <p:cNvPr id="27889" name="Group 241"/>
          <p:cNvGrpSpPr>
            <a:grpSpLocks/>
          </p:cNvGrpSpPr>
          <p:nvPr/>
        </p:nvGrpSpPr>
        <p:grpSpPr bwMode="auto">
          <a:xfrm>
            <a:off x="4267200" y="3665538"/>
            <a:ext cx="4489450" cy="2540000"/>
            <a:chOff x="2688" y="2309"/>
            <a:chExt cx="2792" cy="1609"/>
          </a:xfrm>
        </p:grpSpPr>
        <p:grpSp>
          <p:nvGrpSpPr>
            <p:cNvPr id="10249" name="Group 200"/>
            <p:cNvGrpSpPr>
              <a:grpSpLocks/>
            </p:cNvGrpSpPr>
            <p:nvPr/>
          </p:nvGrpSpPr>
          <p:grpSpPr bwMode="auto">
            <a:xfrm>
              <a:off x="2688" y="2309"/>
              <a:ext cx="2792" cy="1099"/>
              <a:chOff x="2688" y="2309"/>
              <a:chExt cx="2792" cy="1099"/>
            </a:xfrm>
          </p:grpSpPr>
          <p:grpSp>
            <p:nvGrpSpPr>
              <p:cNvPr id="10253" name="Group 123"/>
              <p:cNvGrpSpPr>
                <a:grpSpLocks/>
              </p:cNvGrpSpPr>
              <p:nvPr/>
            </p:nvGrpSpPr>
            <p:grpSpPr bwMode="auto">
              <a:xfrm>
                <a:off x="2826" y="2852"/>
                <a:ext cx="2169" cy="556"/>
                <a:chOff x="2422" y="2470"/>
                <a:chExt cx="2169" cy="556"/>
              </a:xfrm>
            </p:grpSpPr>
            <p:grpSp>
              <p:nvGrpSpPr>
                <p:cNvPr id="10258" name="Group 124"/>
                <p:cNvGrpSpPr>
                  <a:grpSpLocks/>
                </p:cNvGrpSpPr>
                <p:nvPr/>
              </p:nvGrpSpPr>
              <p:grpSpPr bwMode="auto">
                <a:xfrm>
                  <a:off x="2422" y="2483"/>
                  <a:ext cx="2169" cy="495"/>
                  <a:chOff x="3168" y="1392"/>
                  <a:chExt cx="2169" cy="495"/>
                </a:xfrm>
              </p:grpSpPr>
              <p:sp>
                <p:nvSpPr>
                  <p:cNvPr id="10323" name="Freeform 125"/>
                  <p:cNvSpPr>
                    <a:spLocks/>
                  </p:cNvSpPr>
                  <p:nvPr/>
                </p:nvSpPr>
                <p:spPr bwMode="auto">
                  <a:xfrm>
                    <a:off x="3748" y="1392"/>
                    <a:ext cx="1018" cy="489"/>
                  </a:xfrm>
                  <a:custGeom>
                    <a:avLst/>
                    <a:gdLst>
                      <a:gd name="T0" fmla="*/ 0 w 388"/>
                      <a:gd name="T1" fmla="*/ 482 h 934"/>
                      <a:gd name="T2" fmla="*/ 173 w 388"/>
                      <a:gd name="T3" fmla="*/ 314 h 934"/>
                      <a:gd name="T4" fmla="*/ 509 w 388"/>
                      <a:gd name="T5" fmla="*/ 0 h 934"/>
                      <a:gd name="T6" fmla="*/ 798 w 388"/>
                      <a:gd name="T7" fmla="*/ 314 h 934"/>
                      <a:gd name="T8" fmla="*/ 1018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cap="flat">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4" name="Freeform 126"/>
                  <p:cNvSpPr>
                    <a:spLocks/>
                  </p:cNvSpPr>
                  <p:nvPr/>
                </p:nvSpPr>
                <p:spPr bwMode="auto">
                  <a:xfrm>
                    <a:off x="3168" y="1702"/>
                    <a:ext cx="578" cy="185"/>
                  </a:xfrm>
                  <a:custGeom>
                    <a:avLst/>
                    <a:gdLst>
                      <a:gd name="T0" fmla="*/ 0 w 388"/>
                      <a:gd name="T1" fmla="*/ 182 h 934"/>
                      <a:gd name="T2" fmla="*/ 98 w 388"/>
                      <a:gd name="T3" fmla="*/ 119 h 934"/>
                      <a:gd name="T4" fmla="*/ 289 w 388"/>
                      <a:gd name="T5" fmla="*/ 0 h 934"/>
                      <a:gd name="T6" fmla="*/ 453 w 388"/>
                      <a:gd name="T7" fmla="*/ 119 h 934"/>
                      <a:gd name="T8" fmla="*/ 578 w 388"/>
                      <a:gd name="T9" fmla="*/ 180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cap="flat">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5" name="Freeform 127"/>
                  <p:cNvSpPr>
                    <a:spLocks/>
                  </p:cNvSpPr>
                  <p:nvPr/>
                </p:nvSpPr>
                <p:spPr bwMode="auto">
                  <a:xfrm>
                    <a:off x="4759" y="1680"/>
                    <a:ext cx="578" cy="185"/>
                  </a:xfrm>
                  <a:custGeom>
                    <a:avLst/>
                    <a:gdLst>
                      <a:gd name="T0" fmla="*/ 0 w 388"/>
                      <a:gd name="T1" fmla="*/ 182 h 934"/>
                      <a:gd name="T2" fmla="*/ 98 w 388"/>
                      <a:gd name="T3" fmla="*/ 119 h 934"/>
                      <a:gd name="T4" fmla="*/ 289 w 388"/>
                      <a:gd name="T5" fmla="*/ 0 h 934"/>
                      <a:gd name="T6" fmla="*/ 453 w 388"/>
                      <a:gd name="T7" fmla="*/ 119 h 934"/>
                      <a:gd name="T8" fmla="*/ 578 w 388"/>
                      <a:gd name="T9" fmla="*/ 180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cap="flat">
                    <a:solidFill>
                      <a:schemeClr val="tx1"/>
                    </a:solidFill>
                    <a:prstDash val="sysDot"/>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59" name="Group 128"/>
                <p:cNvGrpSpPr>
                  <a:grpSpLocks/>
                </p:cNvGrpSpPr>
                <p:nvPr/>
              </p:nvGrpSpPr>
              <p:grpSpPr bwMode="auto">
                <a:xfrm>
                  <a:off x="2557" y="2470"/>
                  <a:ext cx="1907" cy="556"/>
                  <a:chOff x="2557" y="2470"/>
                  <a:chExt cx="1907" cy="556"/>
                </a:xfrm>
              </p:grpSpPr>
              <p:grpSp>
                <p:nvGrpSpPr>
                  <p:cNvPr id="10260" name="Group 129"/>
                  <p:cNvGrpSpPr>
                    <a:grpSpLocks/>
                  </p:cNvGrpSpPr>
                  <p:nvPr/>
                </p:nvGrpSpPr>
                <p:grpSpPr bwMode="auto">
                  <a:xfrm>
                    <a:off x="3757" y="2784"/>
                    <a:ext cx="131" cy="215"/>
                    <a:chOff x="2766" y="2895"/>
                    <a:chExt cx="485" cy="556"/>
                  </a:xfrm>
                </p:grpSpPr>
                <p:sp>
                  <p:nvSpPr>
                    <p:cNvPr id="10317" name="Freeform 130"/>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18" name="Group 131"/>
                    <p:cNvGrpSpPr>
                      <a:grpSpLocks/>
                    </p:cNvGrpSpPr>
                    <p:nvPr/>
                  </p:nvGrpSpPr>
                  <p:grpSpPr bwMode="auto">
                    <a:xfrm>
                      <a:off x="3085" y="3303"/>
                      <a:ext cx="166" cy="138"/>
                      <a:chOff x="3075" y="3414"/>
                      <a:chExt cx="166" cy="138"/>
                    </a:xfrm>
                  </p:grpSpPr>
                  <p:sp>
                    <p:nvSpPr>
                      <p:cNvPr id="10321" name="Freeform 132"/>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2" name="Freeform 133"/>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19" name="Freeform 134"/>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20" name="Freeform 135"/>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1" name="Group 136"/>
                  <p:cNvGrpSpPr>
                    <a:grpSpLocks/>
                  </p:cNvGrpSpPr>
                  <p:nvPr/>
                </p:nvGrpSpPr>
                <p:grpSpPr bwMode="auto">
                  <a:xfrm>
                    <a:off x="3435" y="2470"/>
                    <a:ext cx="162" cy="556"/>
                    <a:chOff x="2766" y="2895"/>
                    <a:chExt cx="485" cy="556"/>
                  </a:xfrm>
                </p:grpSpPr>
                <p:sp>
                  <p:nvSpPr>
                    <p:cNvPr id="10311" name="Freeform 137"/>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12" name="Group 138"/>
                    <p:cNvGrpSpPr>
                      <a:grpSpLocks/>
                    </p:cNvGrpSpPr>
                    <p:nvPr/>
                  </p:nvGrpSpPr>
                  <p:grpSpPr bwMode="auto">
                    <a:xfrm>
                      <a:off x="3085" y="3303"/>
                      <a:ext cx="166" cy="138"/>
                      <a:chOff x="3075" y="3414"/>
                      <a:chExt cx="166" cy="138"/>
                    </a:xfrm>
                  </p:grpSpPr>
                  <p:sp>
                    <p:nvSpPr>
                      <p:cNvPr id="10315" name="Freeform 139"/>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6" name="Freeform 140"/>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13" name="Freeform 141"/>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4" name="Freeform 142"/>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2" name="Group 143"/>
                  <p:cNvGrpSpPr>
                    <a:grpSpLocks/>
                  </p:cNvGrpSpPr>
                  <p:nvPr/>
                </p:nvGrpSpPr>
                <p:grpSpPr bwMode="auto">
                  <a:xfrm>
                    <a:off x="3587" y="2592"/>
                    <a:ext cx="144" cy="432"/>
                    <a:chOff x="2766" y="2895"/>
                    <a:chExt cx="485" cy="556"/>
                  </a:xfrm>
                </p:grpSpPr>
                <p:sp>
                  <p:nvSpPr>
                    <p:cNvPr id="10305" name="Freeform 144"/>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06" name="Group 145"/>
                    <p:cNvGrpSpPr>
                      <a:grpSpLocks/>
                    </p:cNvGrpSpPr>
                    <p:nvPr/>
                  </p:nvGrpSpPr>
                  <p:grpSpPr bwMode="auto">
                    <a:xfrm>
                      <a:off x="3085" y="3303"/>
                      <a:ext cx="166" cy="138"/>
                      <a:chOff x="3075" y="3414"/>
                      <a:chExt cx="166" cy="138"/>
                    </a:xfrm>
                  </p:grpSpPr>
                  <p:sp>
                    <p:nvSpPr>
                      <p:cNvPr id="10309" name="Freeform 146"/>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10" name="Freeform 147"/>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07" name="Freeform 148"/>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8" name="Freeform 149"/>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3" name="Group 150"/>
                  <p:cNvGrpSpPr>
                    <a:grpSpLocks/>
                  </p:cNvGrpSpPr>
                  <p:nvPr/>
                </p:nvGrpSpPr>
                <p:grpSpPr bwMode="auto">
                  <a:xfrm>
                    <a:off x="3107" y="2775"/>
                    <a:ext cx="131" cy="215"/>
                    <a:chOff x="2766" y="2895"/>
                    <a:chExt cx="485" cy="556"/>
                  </a:xfrm>
                </p:grpSpPr>
                <p:sp>
                  <p:nvSpPr>
                    <p:cNvPr id="10299" name="Freeform 151"/>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300" name="Group 152"/>
                    <p:cNvGrpSpPr>
                      <a:grpSpLocks/>
                    </p:cNvGrpSpPr>
                    <p:nvPr/>
                  </p:nvGrpSpPr>
                  <p:grpSpPr bwMode="auto">
                    <a:xfrm>
                      <a:off x="3085" y="3303"/>
                      <a:ext cx="166" cy="138"/>
                      <a:chOff x="3075" y="3414"/>
                      <a:chExt cx="166" cy="138"/>
                    </a:xfrm>
                  </p:grpSpPr>
                  <p:sp>
                    <p:nvSpPr>
                      <p:cNvPr id="10303" name="Freeform 153"/>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4" name="Freeform 154"/>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301" name="Freeform 155"/>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02" name="Freeform 156"/>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4" name="Group 157"/>
                  <p:cNvGrpSpPr>
                    <a:grpSpLocks/>
                  </p:cNvGrpSpPr>
                  <p:nvPr/>
                </p:nvGrpSpPr>
                <p:grpSpPr bwMode="auto">
                  <a:xfrm>
                    <a:off x="3264" y="2592"/>
                    <a:ext cx="144" cy="432"/>
                    <a:chOff x="2766" y="2895"/>
                    <a:chExt cx="485" cy="556"/>
                  </a:xfrm>
                </p:grpSpPr>
                <p:sp>
                  <p:nvSpPr>
                    <p:cNvPr id="10293" name="Freeform 158"/>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94" name="Group 159"/>
                    <p:cNvGrpSpPr>
                      <a:grpSpLocks/>
                    </p:cNvGrpSpPr>
                    <p:nvPr/>
                  </p:nvGrpSpPr>
                  <p:grpSpPr bwMode="auto">
                    <a:xfrm>
                      <a:off x="3085" y="3303"/>
                      <a:ext cx="166" cy="138"/>
                      <a:chOff x="3075" y="3414"/>
                      <a:chExt cx="166" cy="138"/>
                    </a:xfrm>
                  </p:grpSpPr>
                  <p:sp>
                    <p:nvSpPr>
                      <p:cNvPr id="10297" name="Freeform 160"/>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8" name="Freeform 161"/>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95" name="Freeform 162"/>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6" name="Freeform 163"/>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5" name="Group 164"/>
                  <p:cNvGrpSpPr>
                    <a:grpSpLocks/>
                  </p:cNvGrpSpPr>
                  <p:nvPr/>
                </p:nvGrpSpPr>
                <p:grpSpPr bwMode="auto">
                  <a:xfrm>
                    <a:off x="4333" y="2809"/>
                    <a:ext cx="131" cy="170"/>
                    <a:chOff x="2766" y="2895"/>
                    <a:chExt cx="485" cy="556"/>
                  </a:xfrm>
                </p:grpSpPr>
                <p:sp>
                  <p:nvSpPr>
                    <p:cNvPr id="10287" name="Freeform 165"/>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88" name="Group 166"/>
                    <p:cNvGrpSpPr>
                      <a:grpSpLocks/>
                    </p:cNvGrpSpPr>
                    <p:nvPr/>
                  </p:nvGrpSpPr>
                  <p:grpSpPr bwMode="auto">
                    <a:xfrm>
                      <a:off x="3085" y="3303"/>
                      <a:ext cx="166" cy="138"/>
                      <a:chOff x="3075" y="3414"/>
                      <a:chExt cx="166" cy="138"/>
                    </a:xfrm>
                  </p:grpSpPr>
                  <p:sp>
                    <p:nvSpPr>
                      <p:cNvPr id="10291" name="Freeform 167"/>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2" name="Freeform 168"/>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9" name="Freeform 169"/>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90" name="Freeform 170"/>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6" name="Group 171"/>
                  <p:cNvGrpSpPr>
                    <a:grpSpLocks/>
                  </p:cNvGrpSpPr>
                  <p:nvPr/>
                </p:nvGrpSpPr>
                <p:grpSpPr bwMode="auto">
                  <a:xfrm>
                    <a:off x="4128" y="2819"/>
                    <a:ext cx="131" cy="168"/>
                    <a:chOff x="2766" y="2895"/>
                    <a:chExt cx="485" cy="556"/>
                  </a:xfrm>
                </p:grpSpPr>
                <p:sp>
                  <p:nvSpPr>
                    <p:cNvPr id="10281" name="Freeform 172"/>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82" name="Group 173"/>
                    <p:cNvGrpSpPr>
                      <a:grpSpLocks/>
                    </p:cNvGrpSpPr>
                    <p:nvPr/>
                  </p:nvGrpSpPr>
                  <p:grpSpPr bwMode="auto">
                    <a:xfrm>
                      <a:off x="3085" y="3303"/>
                      <a:ext cx="166" cy="138"/>
                      <a:chOff x="3075" y="3414"/>
                      <a:chExt cx="166" cy="138"/>
                    </a:xfrm>
                  </p:grpSpPr>
                  <p:sp>
                    <p:nvSpPr>
                      <p:cNvPr id="10285" name="Freeform 174"/>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6" name="Freeform 175"/>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3" name="Freeform 176"/>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4" name="Freeform 177"/>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7" name="Group 178"/>
                  <p:cNvGrpSpPr>
                    <a:grpSpLocks/>
                  </p:cNvGrpSpPr>
                  <p:nvPr/>
                </p:nvGrpSpPr>
                <p:grpSpPr bwMode="auto">
                  <a:xfrm>
                    <a:off x="2557" y="2832"/>
                    <a:ext cx="131" cy="168"/>
                    <a:chOff x="2766" y="2895"/>
                    <a:chExt cx="485" cy="556"/>
                  </a:xfrm>
                </p:grpSpPr>
                <p:sp>
                  <p:nvSpPr>
                    <p:cNvPr id="10275" name="Freeform 179"/>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76" name="Group 180"/>
                    <p:cNvGrpSpPr>
                      <a:grpSpLocks/>
                    </p:cNvGrpSpPr>
                    <p:nvPr/>
                  </p:nvGrpSpPr>
                  <p:grpSpPr bwMode="auto">
                    <a:xfrm>
                      <a:off x="3085" y="3303"/>
                      <a:ext cx="166" cy="138"/>
                      <a:chOff x="3075" y="3414"/>
                      <a:chExt cx="166" cy="138"/>
                    </a:xfrm>
                  </p:grpSpPr>
                  <p:sp>
                    <p:nvSpPr>
                      <p:cNvPr id="10279" name="Freeform 181"/>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80" name="Freeform 182"/>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77" name="Freeform 183"/>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8" name="Freeform 184"/>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268" name="Group 185"/>
                  <p:cNvGrpSpPr>
                    <a:grpSpLocks/>
                  </p:cNvGrpSpPr>
                  <p:nvPr/>
                </p:nvGrpSpPr>
                <p:grpSpPr bwMode="auto">
                  <a:xfrm>
                    <a:off x="2736" y="2819"/>
                    <a:ext cx="131" cy="170"/>
                    <a:chOff x="2766" y="2895"/>
                    <a:chExt cx="485" cy="556"/>
                  </a:xfrm>
                </p:grpSpPr>
                <p:sp>
                  <p:nvSpPr>
                    <p:cNvPr id="10269" name="Freeform 186"/>
                    <p:cNvSpPr>
                      <a:spLocks/>
                    </p:cNvSpPr>
                    <p:nvPr/>
                  </p:nvSpPr>
                  <p:spPr bwMode="auto">
                    <a:xfrm>
                      <a:off x="2907" y="2895"/>
                      <a:ext cx="172" cy="489"/>
                    </a:xfrm>
                    <a:custGeom>
                      <a:avLst/>
                      <a:gdLst>
                        <a:gd name="T0" fmla="*/ 0 w 388"/>
                        <a:gd name="T1" fmla="*/ 482 h 934"/>
                        <a:gd name="T2" fmla="*/ 29 w 388"/>
                        <a:gd name="T3" fmla="*/ 314 h 934"/>
                        <a:gd name="T4" fmla="*/ 86 w 388"/>
                        <a:gd name="T5" fmla="*/ 0 h 934"/>
                        <a:gd name="T6" fmla="*/ 135 w 388"/>
                        <a:gd name="T7" fmla="*/ 314 h 934"/>
                        <a:gd name="T8" fmla="*/ 172 w 388"/>
                        <a:gd name="T9" fmla="*/ 476 h 9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8" h="934">
                          <a:moveTo>
                            <a:pt x="0" y="921"/>
                          </a:moveTo>
                          <a:cubicBezTo>
                            <a:pt x="26" y="934"/>
                            <a:pt x="34" y="753"/>
                            <a:pt x="66" y="600"/>
                          </a:cubicBezTo>
                          <a:cubicBezTo>
                            <a:pt x="98" y="447"/>
                            <a:pt x="143" y="0"/>
                            <a:pt x="194" y="0"/>
                          </a:cubicBezTo>
                          <a:cubicBezTo>
                            <a:pt x="246" y="0"/>
                            <a:pt x="278" y="440"/>
                            <a:pt x="304" y="600"/>
                          </a:cubicBezTo>
                          <a:cubicBezTo>
                            <a:pt x="330" y="760"/>
                            <a:pt x="382" y="903"/>
                            <a:pt x="388" y="909"/>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0270" name="Group 187"/>
                    <p:cNvGrpSpPr>
                      <a:grpSpLocks/>
                    </p:cNvGrpSpPr>
                    <p:nvPr/>
                  </p:nvGrpSpPr>
                  <p:grpSpPr bwMode="auto">
                    <a:xfrm>
                      <a:off x="3085" y="3303"/>
                      <a:ext cx="166" cy="138"/>
                      <a:chOff x="3075" y="3414"/>
                      <a:chExt cx="166" cy="138"/>
                    </a:xfrm>
                  </p:grpSpPr>
                  <p:sp>
                    <p:nvSpPr>
                      <p:cNvPr id="10273" name="Freeform 188"/>
                      <p:cNvSpPr>
                        <a:spLocks/>
                      </p:cNvSpPr>
                      <p:nvPr/>
                    </p:nvSpPr>
                    <p:spPr bwMode="auto">
                      <a:xfrm>
                        <a:off x="3166" y="3439"/>
                        <a:ext cx="75" cy="95"/>
                      </a:xfrm>
                      <a:custGeom>
                        <a:avLst/>
                        <a:gdLst>
                          <a:gd name="T0" fmla="*/ 0 w 384"/>
                          <a:gd name="T1" fmla="*/ 53 h 636"/>
                          <a:gd name="T2" fmla="*/ 38 w 384"/>
                          <a:gd name="T3" fmla="*/ 40 h 636"/>
                          <a:gd name="T4" fmla="*/ 75 w 384"/>
                          <a:gd name="T5" fmla="*/ 53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4" name="Freeform 189"/>
                      <p:cNvSpPr>
                        <a:spLocks/>
                      </p:cNvSpPr>
                      <p:nvPr/>
                    </p:nvSpPr>
                    <p:spPr bwMode="auto">
                      <a:xfrm>
                        <a:off x="3075" y="3414"/>
                        <a:ext cx="87" cy="138"/>
                      </a:xfrm>
                      <a:custGeom>
                        <a:avLst/>
                        <a:gdLst>
                          <a:gd name="T0" fmla="*/ 0 w 183"/>
                          <a:gd name="T1" fmla="*/ 72 h 264"/>
                          <a:gd name="T2" fmla="*/ 48 w 183"/>
                          <a:gd name="T3" fmla="*/ 59 h 264"/>
                          <a:gd name="T4" fmla="*/ 87 w 183"/>
                          <a:gd name="T5" fmla="*/ 77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71" name="Freeform 190"/>
                    <p:cNvSpPr>
                      <a:spLocks/>
                    </p:cNvSpPr>
                    <p:nvPr/>
                  </p:nvSpPr>
                  <p:spPr bwMode="auto">
                    <a:xfrm flipH="1">
                      <a:off x="2766" y="3327"/>
                      <a:ext cx="67" cy="104"/>
                    </a:xfrm>
                    <a:custGeom>
                      <a:avLst/>
                      <a:gdLst>
                        <a:gd name="T0" fmla="*/ 0 w 384"/>
                        <a:gd name="T1" fmla="*/ 58 h 636"/>
                        <a:gd name="T2" fmla="*/ 34 w 384"/>
                        <a:gd name="T3" fmla="*/ 44 h 636"/>
                        <a:gd name="T4" fmla="*/ 67 w 384"/>
                        <a:gd name="T5" fmla="*/ 58 h 636"/>
                        <a:gd name="T6" fmla="*/ 0 60000 65536"/>
                        <a:gd name="T7" fmla="*/ 0 60000 65536"/>
                        <a:gd name="T8" fmla="*/ 0 60000 65536"/>
                      </a:gdLst>
                      <a:ahLst/>
                      <a:cxnLst>
                        <a:cxn ang="T6">
                          <a:pos x="T0" y="T1"/>
                        </a:cxn>
                        <a:cxn ang="T7">
                          <a:pos x="T2" y="T3"/>
                        </a:cxn>
                        <a:cxn ang="T8">
                          <a:pos x="T4" y="T5"/>
                        </a:cxn>
                      </a:cxnLst>
                      <a:rect l="0" t="0" r="r" b="b"/>
                      <a:pathLst>
                        <a:path w="384" h="636">
                          <a:moveTo>
                            <a:pt x="0" y="354"/>
                          </a:moveTo>
                          <a:cubicBezTo>
                            <a:pt x="0" y="360"/>
                            <a:pt x="109" y="636"/>
                            <a:pt x="197" y="270"/>
                          </a:cubicBezTo>
                          <a:cubicBezTo>
                            <a:pt x="296" y="0"/>
                            <a:pt x="384" y="354"/>
                            <a:pt x="384" y="354"/>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72" name="Freeform 191"/>
                    <p:cNvSpPr>
                      <a:spLocks/>
                    </p:cNvSpPr>
                    <p:nvPr/>
                  </p:nvSpPr>
                  <p:spPr bwMode="auto">
                    <a:xfrm flipH="1">
                      <a:off x="2837" y="3300"/>
                      <a:ext cx="78" cy="151"/>
                    </a:xfrm>
                    <a:custGeom>
                      <a:avLst/>
                      <a:gdLst>
                        <a:gd name="T0" fmla="*/ 0 w 183"/>
                        <a:gd name="T1" fmla="*/ 79 h 264"/>
                        <a:gd name="T2" fmla="*/ 43 w 183"/>
                        <a:gd name="T3" fmla="*/ 64 h 264"/>
                        <a:gd name="T4" fmla="*/ 78 w 183"/>
                        <a:gd name="T5" fmla="*/ 84 h 264"/>
                        <a:gd name="T6" fmla="*/ 0 60000 65536"/>
                        <a:gd name="T7" fmla="*/ 0 60000 65536"/>
                        <a:gd name="T8" fmla="*/ 0 60000 65536"/>
                      </a:gdLst>
                      <a:ahLst/>
                      <a:cxnLst>
                        <a:cxn ang="T6">
                          <a:pos x="T0" y="T1"/>
                        </a:cxn>
                        <a:cxn ang="T7">
                          <a:pos x="T2" y="T3"/>
                        </a:cxn>
                        <a:cxn ang="T8">
                          <a:pos x="T4" y="T5"/>
                        </a:cxn>
                      </a:cxnLst>
                      <a:rect l="0" t="0" r="r" b="b"/>
                      <a:pathLst>
                        <a:path w="183" h="264">
                          <a:moveTo>
                            <a:pt x="0" y="138"/>
                          </a:moveTo>
                          <a:cubicBezTo>
                            <a:pt x="0" y="140"/>
                            <a:pt x="61" y="264"/>
                            <a:pt x="100" y="112"/>
                          </a:cubicBezTo>
                          <a:cubicBezTo>
                            <a:pt x="144" y="0"/>
                            <a:pt x="183" y="147"/>
                            <a:pt x="183" y="147"/>
                          </a:cubicBezTo>
                        </a:path>
                      </a:pathLst>
                    </a:custGeom>
                    <a:noFill/>
                    <a:ln w="41275">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10254" name="Line 192"/>
              <p:cNvSpPr>
                <a:spLocks noChangeShapeType="1"/>
              </p:cNvSpPr>
              <p:nvPr/>
            </p:nvSpPr>
            <p:spPr bwMode="auto">
              <a:xfrm flipV="1">
                <a:off x="2688" y="3360"/>
                <a:ext cx="2620" cy="24"/>
              </a:xfrm>
              <a:prstGeom prst="line">
                <a:avLst/>
              </a:prstGeom>
              <a:noFill/>
              <a:ln w="41275">
                <a:solidFill>
                  <a:srgbClr val="0000FF"/>
                </a:solidFill>
                <a:round/>
                <a:headE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5" name="Line 193"/>
              <p:cNvSpPr>
                <a:spLocks noChangeShapeType="1"/>
              </p:cNvSpPr>
              <p:nvPr/>
            </p:nvSpPr>
            <p:spPr bwMode="auto">
              <a:xfrm>
                <a:off x="3912" y="2481"/>
                <a:ext cx="0" cy="879"/>
              </a:xfrm>
              <a:prstGeom prst="line">
                <a:avLst/>
              </a:prstGeom>
              <a:noFill/>
              <a:ln w="41275">
                <a:solidFill>
                  <a:srgbClr val="0000FF"/>
                </a:solidFill>
                <a:round/>
                <a:headEnd type="arrow"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56" name="Text Box 194"/>
              <p:cNvSpPr txBox="1">
                <a:spLocks noChangeArrowheads="1"/>
              </p:cNvSpPr>
              <p:nvPr/>
            </p:nvSpPr>
            <p:spPr bwMode="auto">
              <a:xfrm>
                <a:off x="3985" y="2309"/>
                <a:ext cx="201" cy="3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zh-CN" i="1"/>
                  <a:t>I</a:t>
                </a:r>
              </a:p>
            </p:txBody>
          </p:sp>
          <p:sp>
            <p:nvSpPr>
              <p:cNvPr id="10257" name="Text Box 195"/>
              <p:cNvSpPr txBox="1">
                <a:spLocks noChangeArrowheads="1"/>
              </p:cNvSpPr>
              <p:nvPr/>
            </p:nvSpPr>
            <p:spPr bwMode="auto">
              <a:xfrm>
                <a:off x="4992" y="2941"/>
                <a:ext cx="48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en-US" altLang="en-US" b="0">
                    <a:sym typeface="Symbol" pitchFamily="18" charset="2"/>
                  </a:rPr>
                  <a:t>sin</a:t>
                </a:r>
                <a:r>
                  <a:rPr kumimoji="1" lang="en-US" altLang="zh-CN" b="0">
                    <a:sym typeface="Symbol" pitchFamily="18" charset="2"/>
                  </a:rPr>
                  <a:t></a:t>
                </a:r>
                <a:endParaRPr kumimoji="1" lang="zh-CN" altLang="en-US" b="0">
                  <a:sym typeface="Symbol" pitchFamily="18" charset="2"/>
                </a:endParaRPr>
              </a:p>
            </p:txBody>
          </p:sp>
        </p:grpSp>
        <p:grpSp>
          <p:nvGrpSpPr>
            <p:cNvPr id="10250" name="Group 239"/>
            <p:cNvGrpSpPr>
              <a:grpSpLocks/>
            </p:cNvGrpSpPr>
            <p:nvPr/>
          </p:nvGrpSpPr>
          <p:grpSpPr bwMode="auto">
            <a:xfrm>
              <a:off x="3419" y="3577"/>
              <a:ext cx="1621" cy="341"/>
              <a:chOff x="3419" y="3577"/>
              <a:chExt cx="1621" cy="341"/>
            </a:xfrm>
          </p:grpSpPr>
          <p:sp>
            <p:nvSpPr>
              <p:cNvPr id="10251" name="AutoShape 117"/>
              <p:cNvSpPr>
                <a:spLocks noChangeArrowheads="1"/>
              </p:cNvSpPr>
              <p:nvPr/>
            </p:nvSpPr>
            <p:spPr bwMode="auto">
              <a:xfrm>
                <a:off x="3419" y="3582"/>
                <a:ext cx="1621" cy="336"/>
              </a:xfrm>
              <a:prstGeom prst="wedgeEllipseCallout">
                <a:avLst>
                  <a:gd name="adj1" fmla="val -23227"/>
                  <a:gd name="adj2" fmla="val -91069"/>
                </a:avLst>
              </a:prstGeom>
              <a:solidFill>
                <a:srgbClr val="FFFFFF"/>
              </a:solidFill>
              <a:ln w="1905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a:lnSpc>
                    <a:spcPct val="120000"/>
                  </a:lnSpc>
                </a:pPr>
                <a:endParaRPr lang="zh-CN" altLang="en-US">
                  <a:solidFill>
                    <a:srgbClr val="CC3300"/>
                  </a:solidFill>
                </a:endParaRPr>
              </a:p>
            </p:txBody>
          </p:sp>
          <p:sp>
            <p:nvSpPr>
              <p:cNvPr id="10252" name="Rectangle 237"/>
              <p:cNvSpPr>
                <a:spLocks noChangeArrowheads="1"/>
              </p:cNvSpPr>
              <p:nvPr/>
            </p:nvSpPr>
            <p:spPr bwMode="auto">
              <a:xfrm>
                <a:off x="3702" y="3577"/>
                <a:ext cx="1003"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solidFill>
                      <a:srgbClr val="CC3300"/>
                    </a:solidFill>
                  </a:rPr>
                  <a:t>光栅衍射</a:t>
                </a:r>
              </a:p>
            </p:txBody>
          </p:sp>
        </p:grpSp>
      </p:grpSp>
      <p:sp>
        <p:nvSpPr>
          <p:cNvPr id="10248" name="Text Box 240"/>
          <p:cNvSpPr txBox="1">
            <a:spLocks noChangeArrowheads="1"/>
          </p:cNvSpPr>
          <p:nvPr/>
        </p:nvSpPr>
        <p:spPr bwMode="auto">
          <a:xfrm>
            <a:off x="792163" y="663575"/>
            <a:ext cx="24511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buFontTx/>
              <a:buChar char="•"/>
            </a:pPr>
            <a:r>
              <a:rPr kumimoji="1" lang="zh-CN" altLang="en-US">
                <a:solidFill>
                  <a:srgbClr val="CC3300"/>
                </a:solidFill>
              </a:rPr>
              <a:t>光栅衍射图样</a:t>
            </a:r>
          </a:p>
        </p:txBody>
      </p:sp>
    </p:spTree>
    <p:extLst>
      <p:ext uri="{BB962C8B-B14F-4D97-AF65-F5344CB8AC3E}">
        <p14:creationId xmlns:p14="http://schemas.microsoft.com/office/powerpoint/2010/main" val="307433988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27653"/>
                                        </p:tgtEl>
                                        <p:attrNameLst>
                                          <p:attrName>style.visibility</p:attrName>
                                        </p:attrNameLst>
                                      </p:cBhvr>
                                      <p:to>
                                        <p:strVal val="visible"/>
                                      </p:to>
                                    </p:set>
                                    <p:animEffect transition="in" filter="blinds(vertical)">
                                      <p:cBhvr>
                                        <p:cTn id="7" dur="500"/>
                                        <p:tgtEl>
                                          <p:spTgt spid="276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7763"/>
                                        </p:tgtEl>
                                        <p:attrNameLst>
                                          <p:attrName>style.visibility</p:attrName>
                                        </p:attrNameLst>
                                      </p:cBhvr>
                                      <p:to>
                                        <p:strVal val="visible"/>
                                      </p:to>
                                    </p:set>
                                    <p:animEffect transition="in" filter="wipe(down)">
                                      <p:cBhvr>
                                        <p:cTn id="12" dur="500"/>
                                        <p:tgtEl>
                                          <p:spTgt spid="27763"/>
                                        </p:tgtEl>
                                      </p:cBhvr>
                                    </p:animEffect>
                                  </p:childTnLst>
                                </p:cTn>
                              </p:par>
                              <p:par>
                                <p:cTn id="13" presetID="16" presetClass="entr" presetSubtype="37" fill="hold" nodeType="withEffect">
                                  <p:stCondLst>
                                    <p:cond delay="0"/>
                                  </p:stCondLst>
                                  <p:childTnLst>
                                    <p:set>
                                      <p:cBhvr>
                                        <p:cTn id="14" dur="1" fill="hold">
                                          <p:stCondLst>
                                            <p:cond delay="0"/>
                                          </p:stCondLst>
                                        </p:cTn>
                                        <p:tgtEl>
                                          <p:spTgt spid="27847"/>
                                        </p:tgtEl>
                                        <p:attrNameLst>
                                          <p:attrName>style.visibility</p:attrName>
                                        </p:attrNameLst>
                                      </p:cBhvr>
                                      <p:to>
                                        <p:strVal val="visible"/>
                                      </p:to>
                                    </p:set>
                                    <p:animEffect transition="in" filter="barn(outVertical)">
                                      <p:cBhvr>
                                        <p:cTn id="15" dur="500"/>
                                        <p:tgtEl>
                                          <p:spTgt spid="2784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27849"/>
                                        </p:tgtEl>
                                        <p:attrNameLst>
                                          <p:attrName>style.visibility</p:attrName>
                                        </p:attrNameLst>
                                      </p:cBhvr>
                                      <p:to>
                                        <p:strVal val="visible"/>
                                      </p:to>
                                    </p:set>
                                    <p:animEffect transition="in" filter="box(in)">
                                      <p:cBhvr>
                                        <p:cTn id="20" dur="500"/>
                                        <p:tgtEl>
                                          <p:spTgt spid="2784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27889"/>
                                        </p:tgtEl>
                                        <p:attrNameLst>
                                          <p:attrName>style.visibility</p:attrName>
                                        </p:attrNameLst>
                                      </p:cBhvr>
                                      <p:to>
                                        <p:strVal val="visible"/>
                                      </p:to>
                                    </p:set>
                                    <p:animEffect transition="in" filter="wipe(left)">
                                      <p:cBhvr>
                                        <p:cTn id="25" dur="500"/>
                                        <p:tgtEl>
                                          <p:spTgt spid="278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3" grpId="0" autoUpdateAnimBg="0"/>
      <p:bldP spid="27763" grpId="0" animBg="1" autoUpdateAnimBg="0"/>
      <p:bldP spid="2784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4"/>
          <p:cNvSpPr txBox="1">
            <a:spLocks noChangeArrowheads="1"/>
          </p:cNvSpPr>
          <p:nvPr/>
        </p:nvSpPr>
        <p:spPr bwMode="auto">
          <a:xfrm>
            <a:off x="566738" y="709613"/>
            <a:ext cx="4060825"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buFontTx/>
              <a:buChar char="•"/>
            </a:pPr>
            <a:r>
              <a:rPr kumimoji="1" lang="zh-CN" altLang="en-US">
                <a:solidFill>
                  <a:srgbClr val="CC3300"/>
                </a:solidFill>
              </a:rPr>
              <a:t> 光栅衍射条纹的形成</a:t>
            </a:r>
            <a:endParaRPr kumimoji="1" lang="zh-CN" altLang="en-US" sz="2400">
              <a:solidFill>
                <a:srgbClr val="CC3300"/>
              </a:solidFill>
            </a:endParaRPr>
          </a:p>
        </p:txBody>
      </p:sp>
      <p:sp>
        <p:nvSpPr>
          <p:cNvPr id="24582" name="Text Box 6"/>
          <p:cNvSpPr txBox="1">
            <a:spLocks noChangeArrowheads="1"/>
          </p:cNvSpPr>
          <p:nvPr/>
        </p:nvSpPr>
        <p:spPr bwMode="auto">
          <a:xfrm>
            <a:off x="701675" y="1358900"/>
            <a:ext cx="3627438"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t>       若形成明条纹，</a:t>
            </a:r>
            <a:r>
              <a:rPr kumimoji="1" lang="zh-CN" altLang="en-US">
                <a:solidFill>
                  <a:srgbClr val="0000FF"/>
                </a:solidFill>
              </a:rPr>
              <a:t>相邻狭缝对应点</a:t>
            </a:r>
            <a:r>
              <a:rPr kumimoji="1" lang="zh-CN" altLang="en-US"/>
              <a:t>在衍射角 </a:t>
            </a:r>
            <a:r>
              <a:rPr kumimoji="1" lang="zh-CN" altLang="en-US">
                <a:sym typeface="Symbol" pitchFamily="18" charset="2"/>
              </a:rPr>
              <a:t> 方向上的光程 差满足</a:t>
            </a:r>
            <a:r>
              <a:rPr kumimoji="1" lang="zh-CN" altLang="en-US">
                <a:solidFill>
                  <a:srgbClr val="FF0000"/>
                </a:solidFill>
              </a:rPr>
              <a:t>相干条件：</a:t>
            </a:r>
            <a:endParaRPr kumimoji="1" lang="zh-CN" altLang="en-US"/>
          </a:p>
        </p:txBody>
      </p:sp>
      <p:grpSp>
        <p:nvGrpSpPr>
          <p:cNvPr id="11268" name="Group 101"/>
          <p:cNvGrpSpPr>
            <a:grpSpLocks/>
          </p:cNvGrpSpPr>
          <p:nvPr/>
        </p:nvGrpSpPr>
        <p:grpSpPr bwMode="auto">
          <a:xfrm>
            <a:off x="5021263" y="368300"/>
            <a:ext cx="3284537" cy="3138488"/>
            <a:chOff x="3163" y="402"/>
            <a:chExt cx="2069" cy="1977"/>
          </a:xfrm>
        </p:grpSpPr>
        <p:sp>
          <p:nvSpPr>
            <p:cNvPr id="11277" name="AutoShape 65" descr="栎木"/>
            <p:cNvSpPr>
              <a:spLocks noChangeArrowheads="1"/>
            </p:cNvSpPr>
            <p:nvPr/>
          </p:nvSpPr>
          <p:spPr bwMode="auto">
            <a:xfrm rot="-5419152">
              <a:off x="3035" y="728"/>
              <a:ext cx="368" cy="56"/>
            </a:xfrm>
            <a:custGeom>
              <a:avLst/>
              <a:gdLst>
                <a:gd name="T0" fmla="*/ 368 w 21600"/>
                <a:gd name="T1" fmla="*/ 28 h 21600"/>
                <a:gd name="T2" fmla="*/ 184 w 21600"/>
                <a:gd name="T3" fmla="*/ 56 h 21600"/>
                <a:gd name="T4" fmla="*/ 0 w 21600"/>
                <a:gd name="T5" fmla="*/ 28 h 21600"/>
                <a:gd name="T6" fmla="*/ 184 w 21600"/>
                <a:gd name="T7" fmla="*/ 0 h 21600"/>
                <a:gd name="T8" fmla="*/ 0 60000 65536"/>
                <a:gd name="T9" fmla="*/ 0 60000 65536"/>
                <a:gd name="T10" fmla="*/ 0 60000 65536"/>
                <a:gd name="T11" fmla="*/ 0 60000 65536"/>
                <a:gd name="T12" fmla="*/ 1820 w 21600"/>
                <a:gd name="T13" fmla="*/ 1929 h 21600"/>
                <a:gd name="T14" fmla="*/ 19780 w 21600"/>
                <a:gd name="T15" fmla="*/ 19671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8" name="AutoShape 66" descr="栎木"/>
            <p:cNvSpPr>
              <a:spLocks noChangeArrowheads="1"/>
            </p:cNvSpPr>
            <p:nvPr/>
          </p:nvSpPr>
          <p:spPr bwMode="auto">
            <a:xfrm rot="-5419152">
              <a:off x="3125" y="1131"/>
              <a:ext cx="187" cy="56"/>
            </a:xfrm>
            <a:custGeom>
              <a:avLst/>
              <a:gdLst>
                <a:gd name="T0" fmla="*/ 187 w 21600"/>
                <a:gd name="T1" fmla="*/ 28 h 21600"/>
                <a:gd name="T2" fmla="*/ 94 w 21600"/>
                <a:gd name="T3" fmla="*/ 56 h 21600"/>
                <a:gd name="T4" fmla="*/ 0 w 21600"/>
                <a:gd name="T5" fmla="*/ 28 h 21600"/>
                <a:gd name="T6" fmla="*/ 94 w 21600"/>
                <a:gd name="T7" fmla="*/ 0 h 21600"/>
                <a:gd name="T8" fmla="*/ 0 60000 65536"/>
                <a:gd name="T9" fmla="*/ 0 60000 65536"/>
                <a:gd name="T10" fmla="*/ 0 60000 65536"/>
                <a:gd name="T11" fmla="*/ 0 60000 65536"/>
                <a:gd name="T12" fmla="*/ 1848 w 21600"/>
                <a:gd name="T13" fmla="*/ 1929 h 21600"/>
                <a:gd name="T14" fmla="*/ 19752 w 21600"/>
                <a:gd name="T15" fmla="*/ 19671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9" name="AutoShape 67" descr="栎木"/>
            <p:cNvSpPr>
              <a:spLocks noChangeArrowheads="1"/>
            </p:cNvSpPr>
            <p:nvPr/>
          </p:nvSpPr>
          <p:spPr bwMode="auto">
            <a:xfrm rot="-5419152">
              <a:off x="3123" y="1427"/>
              <a:ext cx="192" cy="56"/>
            </a:xfrm>
            <a:custGeom>
              <a:avLst/>
              <a:gdLst>
                <a:gd name="T0" fmla="*/ 192 w 21600"/>
                <a:gd name="T1" fmla="*/ 28 h 21600"/>
                <a:gd name="T2" fmla="*/ 96 w 21600"/>
                <a:gd name="T3" fmla="*/ 56 h 21600"/>
                <a:gd name="T4" fmla="*/ 0 w 21600"/>
                <a:gd name="T5" fmla="*/ 28 h 21600"/>
                <a:gd name="T6" fmla="*/ 96 w 21600"/>
                <a:gd name="T7" fmla="*/ 0 h 21600"/>
                <a:gd name="T8" fmla="*/ 0 60000 65536"/>
                <a:gd name="T9" fmla="*/ 0 60000 65536"/>
                <a:gd name="T10" fmla="*/ 0 60000 65536"/>
                <a:gd name="T11" fmla="*/ 0 60000 65536"/>
                <a:gd name="T12" fmla="*/ 1800 w 21600"/>
                <a:gd name="T13" fmla="*/ 1929 h 21600"/>
                <a:gd name="T14" fmla="*/ 19800 w 21600"/>
                <a:gd name="T15" fmla="*/ 19671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0" name="AutoShape 68" descr="栎木"/>
            <p:cNvSpPr>
              <a:spLocks noChangeArrowheads="1"/>
            </p:cNvSpPr>
            <p:nvPr/>
          </p:nvSpPr>
          <p:spPr bwMode="auto">
            <a:xfrm rot="-5419152">
              <a:off x="3127" y="1726"/>
              <a:ext cx="186" cy="56"/>
            </a:xfrm>
            <a:custGeom>
              <a:avLst/>
              <a:gdLst>
                <a:gd name="T0" fmla="*/ 186 w 21600"/>
                <a:gd name="T1" fmla="*/ 28 h 21600"/>
                <a:gd name="T2" fmla="*/ 93 w 21600"/>
                <a:gd name="T3" fmla="*/ 56 h 21600"/>
                <a:gd name="T4" fmla="*/ 0 w 21600"/>
                <a:gd name="T5" fmla="*/ 28 h 21600"/>
                <a:gd name="T6" fmla="*/ 93 w 21600"/>
                <a:gd name="T7" fmla="*/ 0 h 21600"/>
                <a:gd name="T8" fmla="*/ 0 60000 65536"/>
                <a:gd name="T9" fmla="*/ 0 60000 65536"/>
                <a:gd name="T10" fmla="*/ 0 60000 65536"/>
                <a:gd name="T11" fmla="*/ 0 60000 65536"/>
                <a:gd name="T12" fmla="*/ 1858 w 21600"/>
                <a:gd name="T13" fmla="*/ 1929 h 21600"/>
                <a:gd name="T14" fmla="*/ 19858 w 21600"/>
                <a:gd name="T15" fmla="*/ 19671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AutoShape 69" descr="栎木"/>
            <p:cNvSpPr>
              <a:spLocks noChangeArrowheads="1"/>
            </p:cNvSpPr>
            <p:nvPr/>
          </p:nvSpPr>
          <p:spPr bwMode="auto">
            <a:xfrm rot="-5419152">
              <a:off x="3011" y="2142"/>
              <a:ext cx="418" cy="55"/>
            </a:xfrm>
            <a:custGeom>
              <a:avLst/>
              <a:gdLst>
                <a:gd name="T0" fmla="*/ 418 w 21600"/>
                <a:gd name="T1" fmla="*/ 28 h 21600"/>
                <a:gd name="T2" fmla="*/ 209 w 21600"/>
                <a:gd name="T3" fmla="*/ 55 h 21600"/>
                <a:gd name="T4" fmla="*/ 0 w 21600"/>
                <a:gd name="T5" fmla="*/ 28 h 21600"/>
                <a:gd name="T6" fmla="*/ 209 w 21600"/>
                <a:gd name="T7" fmla="*/ 0 h 21600"/>
                <a:gd name="T8" fmla="*/ 0 60000 65536"/>
                <a:gd name="T9" fmla="*/ 0 60000 65536"/>
                <a:gd name="T10" fmla="*/ 0 60000 65536"/>
                <a:gd name="T11" fmla="*/ 0 60000 65536"/>
                <a:gd name="T12" fmla="*/ 1809 w 21600"/>
                <a:gd name="T13" fmla="*/ 1964 h 21600"/>
                <a:gd name="T14" fmla="*/ 19791 w 21600"/>
                <a:gd name="T15" fmla="*/ 19636 h 21600"/>
              </a:gdLst>
              <a:ahLst/>
              <a:cxnLst>
                <a:cxn ang="T8">
                  <a:pos x="T0" y="T1"/>
                </a:cxn>
                <a:cxn ang="T9">
                  <a:pos x="T2" y="T3"/>
                </a:cxn>
                <a:cxn ang="T10">
                  <a:pos x="T4" y="T5"/>
                </a:cxn>
                <a:cxn ang="T11">
                  <a:pos x="T6" y="T7"/>
                </a:cxn>
              </a:cxnLst>
              <a:rect l="T12" t="T13" r="T14" b="T15"/>
              <a:pathLst>
                <a:path w="21600" h="21600">
                  <a:moveTo>
                    <a:pt x="0" y="0"/>
                  </a:moveTo>
                  <a:lnTo>
                    <a:pt x="0" y="21600"/>
                  </a:lnTo>
                  <a:lnTo>
                    <a:pt x="21600" y="21600"/>
                  </a:lnTo>
                  <a:lnTo>
                    <a:pt x="21600" y="0"/>
                  </a:lnTo>
                  <a:lnTo>
                    <a:pt x="0" y="0"/>
                  </a:lnTo>
                  <a:close/>
                </a:path>
              </a:pathLst>
            </a:custGeom>
            <a:blipFill dpi="0" rotWithShape="0">
              <a:blip r:embed="rId3"/>
              <a:srcRect/>
              <a:tile tx="0" ty="0" sx="100000" sy="100000" flip="none" algn="tl"/>
            </a:bli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2" name="Freeform 70"/>
            <p:cNvSpPr>
              <a:spLocks/>
            </p:cNvSpPr>
            <p:nvPr/>
          </p:nvSpPr>
          <p:spPr bwMode="auto">
            <a:xfrm>
              <a:off x="3248" y="1253"/>
              <a:ext cx="368" cy="879"/>
            </a:xfrm>
            <a:custGeom>
              <a:avLst/>
              <a:gdLst>
                <a:gd name="T0" fmla="*/ 0 w 432"/>
                <a:gd name="T1" fmla="*/ 0 h 732"/>
                <a:gd name="T2" fmla="*/ 368 w 432"/>
                <a:gd name="T3" fmla="*/ 879 h 732"/>
                <a:gd name="T4" fmla="*/ 0 60000 65536"/>
                <a:gd name="T5" fmla="*/ 0 60000 65536"/>
              </a:gdLst>
              <a:ahLst/>
              <a:cxnLst>
                <a:cxn ang="T4">
                  <a:pos x="T0" y="T1"/>
                </a:cxn>
                <a:cxn ang="T5">
                  <a:pos x="T2" y="T3"/>
                </a:cxn>
              </a:cxnLst>
              <a:rect l="0" t="0" r="r" b="b"/>
              <a:pathLst>
                <a:path w="432" h="732">
                  <a:moveTo>
                    <a:pt x="0" y="0"/>
                  </a:moveTo>
                  <a:lnTo>
                    <a:pt x="432" y="732"/>
                  </a:lnTo>
                </a:path>
              </a:pathLst>
            </a:custGeom>
            <a:noFill/>
            <a:ln w="28575">
              <a:solidFill>
                <a:srgbClr val="0000FF"/>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3" name="Freeform 71"/>
            <p:cNvSpPr>
              <a:spLocks/>
            </p:cNvSpPr>
            <p:nvPr/>
          </p:nvSpPr>
          <p:spPr bwMode="auto">
            <a:xfrm rot="781013">
              <a:off x="3163" y="2018"/>
              <a:ext cx="247" cy="144"/>
            </a:xfrm>
            <a:custGeom>
              <a:avLst/>
              <a:gdLst>
                <a:gd name="T0" fmla="*/ 0 w 204"/>
                <a:gd name="T1" fmla="*/ 144 h 120"/>
                <a:gd name="T2" fmla="*/ 247 w 204"/>
                <a:gd name="T3" fmla="*/ 0 h 120"/>
                <a:gd name="T4" fmla="*/ 0 60000 65536"/>
                <a:gd name="T5" fmla="*/ 0 60000 65536"/>
              </a:gdLst>
              <a:ahLst/>
              <a:cxnLst>
                <a:cxn ang="T4">
                  <a:pos x="T0" y="T1"/>
                </a:cxn>
                <a:cxn ang="T5">
                  <a:pos x="T2" y="T3"/>
                </a:cxn>
              </a:cxnLst>
              <a:rect l="0" t="0" r="r" b="b"/>
              <a:pathLst>
                <a:path w="204" h="120">
                  <a:moveTo>
                    <a:pt x="0" y="120"/>
                  </a:moveTo>
                  <a:lnTo>
                    <a:pt x="204" y="0"/>
                  </a:lnTo>
                </a:path>
              </a:pathLst>
            </a:custGeom>
            <a:noFill/>
            <a:ln w="28575" cmpd="sng">
              <a:solidFill>
                <a:srgbClr val="0000FF"/>
              </a:solidFill>
              <a:round/>
              <a:headEnd type="none" w="sm" len="lg"/>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Freeform 72"/>
            <p:cNvSpPr>
              <a:spLocks/>
            </p:cNvSpPr>
            <p:nvPr/>
          </p:nvSpPr>
          <p:spPr bwMode="auto">
            <a:xfrm rot="-299505">
              <a:off x="3531" y="1920"/>
              <a:ext cx="288" cy="70"/>
            </a:xfrm>
            <a:custGeom>
              <a:avLst/>
              <a:gdLst>
                <a:gd name="T0" fmla="*/ 0 w 240"/>
                <a:gd name="T1" fmla="*/ 70 h 144"/>
                <a:gd name="T2" fmla="*/ 288 w 240"/>
                <a:gd name="T3" fmla="*/ 0 h 144"/>
                <a:gd name="T4" fmla="*/ 0 60000 65536"/>
                <a:gd name="T5" fmla="*/ 0 60000 65536"/>
              </a:gdLst>
              <a:ahLst/>
              <a:cxnLst>
                <a:cxn ang="T4">
                  <a:pos x="T0" y="T1"/>
                </a:cxn>
                <a:cxn ang="T5">
                  <a:pos x="T2" y="T3"/>
                </a:cxn>
              </a:cxnLst>
              <a:rect l="0" t="0" r="r" b="b"/>
              <a:pathLst>
                <a:path w="240" h="144">
                  <a:moveTo>
                    <a:pt x="0" y="144"/>
                  </a:moveTo>
                  <a:lnTo>
                    <a:pt x="240" y="0"/>
                  </a:lnTo>
                </a:path>
              </a:pathLst>
            </a:custGeom>
            <a:noFill/>
            <a:ln w="28575" cmpd="sng">
              <a:solidFill>
                <a:srgbClr val="0000FF"/>
              </a:solidFill>
              <a:round/>
              <a:headEnd type="triangl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1285" name="Object 73"/>
            <p:cNvGraphicFramePr>
              <a:graphicFrameLocks noChangeAspect="1"/>
            </p:cNvGraphicFramePr>
            <p:nvPr/>
          </p:nvGraphicFramePr>
          <p:xfrm>
            <a:off x="3928" y="1848"/>
            <a:ext cx="1304" cy="330"/>
          </p:xfrm>
          <a:graphic>
            <a:graphicData uri="http://schemas.openxmlformats.org/presentationml/2006/ole">
              <mc:AlternateContent xmlns:mc="http://schemas.openxmlformats.org/markup-compatibility/2006">
                <mc:Choice xmlns:v="urn:schemas-microsoft-com:vml" Requires="v">
                  <p:oleObj spid="_x0000_s144422" name="公式" r:id="rId4" imgW="800134" imgH="190620" progId="Equation.3">
                    <p:embed/>
                  </p:oleObj>
                </mc:Choice>
                <mc:Fallback>
                  <p:oleObj name="公式" r:id="rId4" imgW="800134" imgH="19062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8" y="1848"/>
                          <a:ext cx="1304" cy="33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286" name="Group 86"/>
            <p:cNvGrpSpPr>
              <a:grpSpLocks/>
            </p:cNvGrpSpPr>
            <p:nvPr/>
          </p:nvGrpSpPr>
          <p:grpSpPr bwMode="auto">
            <a:xfrm>
              <a:off x="3248" y="402"/>
              <a:ext cx="1587" cy="1446"/>
              <a:chOff x="4272" y="816"/>
              <a:chExt cx="1056" cy="1392"/>
            </a:xfrm>
          </p:grpSpPr>
          <p:sp>
            <p:nvSpPr>
              <p:cNvPr id="11290" name="Line 87"/>
              <p:cNvSpPr>
                <a:spLocks noChangeShapeType="1"/>
              </p:cNvSpPr>
              <p:nvPr/>
            </p:nvSpPr>
            <p:spPr bwMode="auto">
              <a:xfrm flipV="1">
                <a:off x="4272" y="816"/>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91" name="Line 88"/>
              <p:cNvSpPr>
                <a:spLocks noChangeShapeType="1"/>
              </p:cNvSpPr>
              <p:nvPr/>
            </p:nvSpPr>
            <p:spPr bwMode="auto">
              <a:xfrm flipV="1">
                <a:off x="4272" y="1104"/>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92" name="Line 89"/>
              <p:cNvSpPr>
                <a:spLocks noChangeShapeType="1"/>
              </p:cNvSpPr>
              <p:nvPr/>
            </p:nvSpPr>
            <p:spPr bwMode="auto">
              <a:xfrm flipV="1">
                <a:off x="4272" y="1392"/>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1293" name="Line 90"/>
              <p:cNvSpPr>
                <a:spLocks noChangeShapeType="1"/>
              </p:cNvSpPr>
              <p:nvPr/>
            </p:nvSpPr>
            <p:spPr bwMode="auto">
              <a:xfrm flipV="1">
                <a:off x="4272" y="1680"/>
                <a:ext cx="1056" cy="528"/>
              </a:xfrm>
              <a:prstGeom prst="line">
                <a:avLst/>
              </a:prstGeom>
              <a:noFill/>
              <a:ln w="19050">
                <a:solidFill>
                  <a:srgbClr val="FF66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aphicFrame>
          <p:nvGraphicFramePr>
            <p:cNvPr id="11287" name="Object 91"/>
            <p:cNvGraphicFramePr>
              <a:graphicFrameLocks noChangeAspect="1"/>
            </p:cNvGraphicFramePr>
            <p:nvPr/>
          </p:nvGraphicFramePr>
          <p:xfrm>
            <a:off x="3879" y="679"/>
            <a:ext cx="503" cy="319"/>
          </p:xfrm>
          <a:graphic>
            <a:graphicData uri="http://schemas.openxmlformats.org/presentationml/2006/ole">
              <mc:AlternateContent xmlns:mc="http://schemas.openxmlformats.org/markup-compatibility/2006">
                <mc:Choice xmlns:v="urn:schemas-microsoft-com:vml" Requires="v">
                  <p:oleObj spid="_x0000_s144423" name="Equation" r:id="rId6" imgW="114266" imgH="171450" progId="Equation.3">
                    <p:embed/>
                  </p:oleObj>
                </mc:Choice>
                <mc:Fallback>
                  <p:oleObj name="Equation" r:id="rId6" imgW="114266" imgH="17145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79" y="679"/>
                          <a:ext cx="503" cy="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8" name="Arc 92"/>
            <p:cNvSpPr>
              <a:spLocks/>
            </p:cNvSpPr>
            <p:nvPr/>
          </p:nvSpPr>
          <p:spPr bwMode="auto">
            <a:xfrm>
              <a:off x="3701" y="828"/>
              <a:ext cx="57" cy="107"/>
            </a:xfrm>
            <a:custGeom>
              <a:avLst/>
              <a:gdLst>
                <a:gd name="T0" fmla="*/ 0 w 21600"/>
                <a:gd name="T1" fmla="*/ 0 h 31425"/>
                <a:gd name="T2" fmla="*/ 51 w 21600"/>
                <a:gd name="T3" fmla="*/ 107 h 31425"/>
                <a:gd name="T4" fmla="*/ 0 w 21600"/>
                <a:gd name="T5" fmla="*/ 74 h 31425"/>
                <a:gd name="T6" fmla="*/ 0 60000 65536"/>
                <a:gd name="T7" fmla="*/ 0 60000 65536"/>
                <a:gd name="T8" fmla="*/ 0 60000 65536"/>
              </a:gdLst>
              <a:ahLst/>
              <a:cxnLst>
                <a:cxn ang="T6">
                  <a:pos x="T0" y="T1"/>
                </a:cxn>
                <a:cxn ang="T7">
                  <a:pos x="T2" y="T3"/>
                </a:cxn>
                <a:cxn ang="T8">
                  <a:pos x="T4" y="T5"/>
                </a:cxn>
              </a:cxnLst>
              <a:rect l="0" t="0" r="r" b="b"/>
              <a:pathLst>
                <a:path w="21600" h="31425" fill="none" extrusionOk="0">
                  <a:moveTo>
                    <a:pt x="-1" y="0"/>
                  </a:moveTo>
                  <a:cubicBezTo>
                    <a:pt x="11929" y="0"/>
                    <a:pt x="21600" y="9670"/>
                    <a:pt x="21600" y="21600"/>
                  </a:cubicBezTo>
                  <a:cubicBezTo>
                    <a:pt x="21600" y="25015"/>
                    <a:pt x="20789" y="28383"/>
                    <a:pt x="19236" y="31425"/>
                  </a:cubicBezTo>
                </a:path>
                <a:path w="21600" h="31425" stroke="0" extrusionOk="0">
                  <a:moveTo>
                    <a:pt x="-1" y="0"/>
                  </a:moveTo>
                  <a:cubicBezTo>
                    <a:pt x="11929" y="0"/>
                    <a:pt x="21600" y="9670"/>
                    <a:pt x="21600" y="21600"/>
                  </a:cubicBezTo>
                  <a:cubicBezTo>
                    <a:pt x="21600" y="25015"/>
                    <a:pt x="20789" y="28383"/>
                    <a:pt x="19236" y="31425"/>
                  </a:cubicBezTo>
                  <a:lnTo>
                    <a:pt x="0" y="21600"/>
                  </a:lnTo>
                  <a:lnTo>
                    <a:pt x="-1" y="0"/>
                  </a:lnTo>
                  <a:close/>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9" name="Freeform 93"/>
            <p:cNvSpPr>
              <a:spLocks/>
            </p:cNvSpPr>
            <p:nvPr/>
          </p:nvSpPr>
          <p:spPr bwMode="auto">
            <a:xfrm>
              <a:off x="3248" y="1536"/>
              <a:ext cx="255" cy="624"/>
            </a:xfrm>
            <a:custGeom>
              <a:avLst/>
              <a:gdLst>
                <a:gd name="T0" fmla="*/ 0 w 432"/>
                <a:gd name="T1" fmla="*/ 0 h 732"/>
                <a:gd name="T2" fmla="*/ 255 w 432"/>
                <a:gd name="T3" fmla="*/ 624 h 732"/>
                <a:gd name="T4" fmla="*/ 0 60000 65536"/>
                <a:gd name="T5" fmla="*/ 0 60000 65536"/>
              </a:gdLst>
              <a:ahLst/>
              <a:cxnLst>
                <a:cxn ang="T4">
                  <a:pos x="T0" y="T1"/>
                </a:cxn>
                <a:cxn ang="T5">
                  <a:pos x="T2" y="T3"/>
                </a:cxn>
              </a:cxnLst>
              <a:rect l="0" t="0" r="r" b="b"/>
              <a:pathLst>
                <a:path w="432" h="732">
                  <a:moveTo>
                    <a:pt x="0" y="0"/>
                  </a:moveTo>
                  <a:lnTo>
                    <a:pt x="432" y="732"/>
                  </a:lnTo>
                </a:path>
              </a:pathLst>
            </a:custGeom>
            <a:noFill/>
            <a:ln w="28575">
              <a:solidFill>
                <a:srgbClr val="0000FF"/>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69" name="Line 98"/>
          <p:cNvSpPr>
            <a:spLocks noChangeShapeType="1"/>
          </p:cNvSpPr>
          <p:nvPr/>
        </p:nvSpPr>
        <p:spPr bwMode="auto">
          <a:xfrm>
            <a:off x="5111750" y="1223963"/>
            <a:ext cx="989013"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4683" name="Group 107"/>
          <p:cNvGrpSpPr>
            <a:grpSpLocks/>
          </p:cNvGrpSpPr>
          <p:nvPr/>
        </p:nvGrpSpPr>
        <p:grpSpPr bwMode="auto">
          <a:xfrm>
            <a:off x="846138" y="3833813"/>
            <a:ext cx="7585075" cy="636587"/>
            <a:chOff x="623" y="2415"/>
            <a:chExt cx="4778" cy="401"/>
          </a:xfrm>
        </p:grpSpPr>
        <p:graphicFrame>
          <p:nvGraphicFramePr>
            <p:cNvPr id="11275" name="Object 100"/>
            <p:cNvGraphicFramePr>
              <a:graphicFrameLocks noChangeAspect="1"/>
            </p:cNvGraphicFramePr>
            <p:nvPr/>
          </p:nvGraphicFramePr>
          <p:xfrm>
            <a:off x="623" y="2422"/>
            <a:ext cx="2190" cy="394"/>
          </p:xfrm>
          <a:graphic>
            <a:graphicData uri="http://schemas.openxmlformats.org/presentationml/2006/ole">
              <mc:AlternateContent xmlns:mc="http://schemas.openxmlformats.org/markup-compatibility/2006">
                <mc:Choice xmlns:v="urn:schemas-microsoft-com:vml" Requires="v">
                  <p:oleObj spid="_x0000_s144424" name="公式" r:id="rId8" imgW="1133478" imgH="190620" progId="Equation.3">
                    <p:embed/>
                  </p:oleObj>
                </mc:Choice>
                <mc:Fallback>
                  <p:oleObj name="公式" r:id="rId8" imgW="1133478" imgH="19062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3" y="2422"/>
                          <a:ext cx="2190" cy="3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102"/>
            <p:cNvGraphicFramePr>
              <a:graphicFrameLocks noChangeAspect="1"/>
            </p:cNvGraphicFramePr>
            <p:nvPr/>
          </p:nvGraphicFramePr>
          <p:xfrm>
            <a:off x="2875" y="2415"/>
            <a:ext cx="2526" cy="394"/>
          </p:xfrm>
          <a:graphic>
            <a:graphicData uri="http://schemas.openxmlformats.org/presentationml/2006/ole">
              <mc:AlternateContent xmlns:mc="http://schemas.openxmlformats.org/markup-compatibility/2006">
                <mc:Choice xmlns:v="urn:schemas-microsoft-com:vml" Requires="v">
                  <p:oleObj spid="_x0000_s144425" name="公式" r:id="rId10" imgW="1104844" imgH="190620" progId="Equation.3">
                    <p:embed/>
                  </p:oleObj>
                </mc:Choice>
                <mc:Fallback>
                  <p:oleObj name="公式" r:id="rId10" imgW="1104844" imgH="19062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75" y="2415"/>
                          <a:ext cx="2526" cy="394"/>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4682" name="Group 106"/>
          <p:cNvGrpSpPr>
            <a:grpSpLocks/>
          </p:cNvGrpSpPr>
          <p:nvPr/>
        </p:nvGrpSpPr>
        <p:grpSpPr bwMode="auto">
          <a:xfrm>
            <a:off x="769938" y="4597400"/>
            <a:ext cx="8077200" cy="1630363"/>
            <a:chOff x="385" y="3010"/>
            <a:chExt cx="5088" cy="1027"/>
          </a:xfrm>
        </p:grpSpPr>
        <p:sp>
          <p:nvSpPr>
            <p:cNvPr id="11272" name="Text Box 57"/>
            <p:cNvSpPr txBox="1">
              <a:spLocks noChangeArrowheads="1"/>
            </p:cNvSpPr>
            <p:nvPr/>
          </p:nvSpPr>
          <p:spPr bwMode="auto">
            <a:xfrm>
              <a:off x="385" y="3010"/>
              <a:ext cx="5088" cy="1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kumimoji="1" lang="zh-CN" altLang="en-US">
                  <a:solidFill>
                    <a:srgbClr val="0000FF"/>
                  </a:solidFill>
                </a:rPr>
                <a:t>         上式称为</a:t>
              </a:r>
              <a:r>
                <a:rPr kumimoji="1" lang="zh-CN" altLang="en-US">
                  <a:solidFill>
                    <a:srgbClr val="FF0000"/>
                  </a:solidFill>
                </a:rPr>
                <a:t>光栅方程</a:t>
              </a:r>
              <a:r>
                <a:rPr kumimoji="1" lang="zh-CN" altLang="en-US">
                  <a:solidFill>
                    <a:srgbClr val="0000FF"/>
                  </a:solidFill>
                </a:rPr>
                <a:t>。</a:t>
              </a:r>
              <a:r>
                <a:rPr kumimoji="1" lang="en-US" altLang="zh-CN" i="1">
                  <a:solidFill>
                    <a:srgbClr val="0000FF"/>
                  </a:solidFill>
                </a:rPr>
                <a:t>      </a:t>
              </a:r>
              <a:r>
                <a:rPr kumimoji="1" lang="en-US" altLang="zh-CN">
                  <a:solidFill>
                    <a:srgbClr val="0000FF"/>
                  </a:solidFill>
                </a:rPr>
                <a:t>   </a:t>
              </a:r>
              <a:r>
                <a:rPr kumimoji="1" lang="zh-CN" altLang="en-US">
                  <a:solidFill>
                    <a:srgbClr val="0000FF"/>
                  </a:solidFill>
                </a:rPr>
                <a:t>称为中央明条纹，</a:t>
              </a:r>
              <a:r>
                <a:rPr kumimoji="1" lang="en-US" altLang="zh-CN" i="1">
                  <a:solidFill>
                    <a:srgbClr val="0000FF"/>
                  </a:solidFill>
                </a:rPr>
                <a:t>                                                      	                  </a:t>
              </a:r>
              <a:r>
                <a:rPr kumimoji="1" lang="zh-CN" altLang="en-US">
                  <a:solidFill>
                    <a:srgbClr val="0000FF"/>
                  </a:solidFill>
                </a:rPr>
                <a:t>的明纹分别称为正、负第一级、 第二级…明条纹，也称为</a:t>
              </a:r>
              <a:r>
                <a:rPr kumimoji="1" lang="zh-CN" altLang="en-US">
                  <a:solidFill>
                    <a:srgbClr val="FF0000"/>
                  </a:solidFill>
                </a:rPr>
                <a:t>主极大明条纹</a:t>
              </a:r>
            </a:p>
          </p:txBody>
        </p:sp>
        <p:graphicFrame>
          <p:nvGraphicFramePr>
            <p:cNvPr id="11273" name="Object 103"/>
            <p:cNvGraphicFramePr>
              <a:graphicFrameLocks noChangeAspect="1"/>
            </p:cNvGraphicFramePr>
            <p:nvPr/>
          </p:nvGraphicFramePr>
          <p:xfrm>
            <a:off x="2852" y="3067"/>
            <a:ext cx="596" cy="289"/>
          </p:xfrm>
          <a:graphic>
            <a:graphicData uri="http://schemas.openxmlformats.org/presentationml/2006/ole">
              <mc:AlternateContent xmlns:mc="http://schemas.openxmlformats.org/markup-compatibility/2006">
                <mc:Choice xmlns:v="urn:schemas-microsoft-com:vml" Requires="v">
                  <p:oleObj spid="_x0000_s144426" name="公式" r:id="rId12" imgW="361978" imgH="171450" progId="Equation.3">
                    <p:embed/>
                  </p:oleObj>
                </mc:Choice>
                <mc:Fallback>
                  <p:oleObj name="公式" r:id="rId12" imgW="361978" imgH="17145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2" y="3067"/>
                          <a:ext cx="596" cy="289"/>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4" name="Object 105"/>
            <p:cNvGraphicFramePr>
              <a:graphicFrameLocks noChangeAspect="1"/>
            </p:cNvGraphicFramePr>
            <p:nvPr/>
          </p:nvGraphicFramePr>
          <p:xfrm>
            <a:off x="390" y="3407"/>
            <a:ext cx="1611" cy="310"/>
          </p:xfrm>
          <a:graphic>
            <a:graphicData uri="http://schemas.openxmlformats.org/presentationml/2006/ole">
              <mc:AlternateContent xmlns:mc="http://schemas.openxmlformats.org/markup-compatibility/2006">
                <mc:Choice xmlns:v="urn:schemas-microsoft-com:vml" Requires="v">
                  <p:oleObj spid="_x0000_s144427" name="公式" r:id="rId14" imgW="838223" imgH="180900" progId="Equation.3">
                    <p:embed/>
                  </p:oleObj>
                </mc:Choice>
                <mc:Fallback>
                  <p:oleObj name="公式" r:id="rId14" imgW="838223" imgH="180900"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90" y="3407"/>
                          <a:ext cx="1611" cy="31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67943899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2"/>
                                        </p:tgtEl>
                                        <p:attrNameLst>
                                          <p:attrName>style.visibility</p:attrName>
                                        </p:attrNameLst>
                                      </p:cBhvr>
                                      <p:to>
                                        <p:strVal val="visible"/>
                                      </p:to>
                                    </p:set>
                                    <p:animEffect transition="in" filter="blinds(horizontal)">
                                      <p:cBhvr>
                                        <p:cTn id="7" dur="500"/>
                                        <p:tgtEl>
                                          <p:spTgt spid="245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4683"/>
                                        </p:tgtEl>
                                        <p:attrNameLst>
                                          <p:attrName>style.visibility</p:attrName>
                                        </p:attrNameLst>
                                      </p:cBhvr>
                                      <p:to>
                                        <p:strVal val="visible"/>
                                      </p:to>
                                    </p:set>
                                    <p:animEffect transition="in" filter="wipe(left)">
                                      <p:cBhvr>
                                        <p:cTn id="12" dur="500"/>
                                        <p:tgtEl>
                                          <p:spTgt spid="2468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682"/>
                                        </p:tgtEl>
                                        <p:attrNameLst>
                                          <p:attrName>style.visibility</p:attrName>
                                        </p:attrNameLst>
                                      </p:cBhvr>
                                      <p:to>
                                        <p:strVal val="visible"/>
                                      </p:to>
                                    </p:set>
                                    <p:animEffect transition="in" filter="wipe(left)">
                                      <p:cBhvr>
                                        <p:cTn id="17" dur="500"/>
                                        <p:tgtEl>
                                          <p:spTgt spid="24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F13AD36E-7D70-41DF-AA56-BE2EC6A7CD58}" type="slidenum">
              <a:rPr lang="zh-CN" altLang="en-US" sz="1400" b="0">
                <a:solidFill>
                  <a:schemeClr val="bg2"/>
                </a:solidFill>
              </a:rPr>
              <a:pPr/>
              <a:t>23</a:t>
            </a:fld>
            <a:endParaRPr lang="en-US" altLang="zh-CN" sz="1400" b="0">
              <a:solidFill>
                <a:schemeClr val="bg2"/>
              </a:solidFill>
            </a:endParaRPr>
          </a:p>
        </p:txBody>
      </p:sp>
      <p:grpSp>
        <p:nvGrpSpPr>
          <p:cNvPr id="12291" name="Group 7"/>
          <p:cNvGrpSpPr>
            <a:grpSpLocks/>
          </p:cNvGrpSpPr>
          <p:nvPr/>
        </p:nvGrpSpPr>
        <p:grpSpPr bwMode="auto">
          <a:xfrm>
            <a:off x="1446213" y="1890713"/>
            <a:ext cx="6689725" cy="2368550"/>
            <a:chOff x="480" y="1584"/>
            <a:chExt cx="4944" cy="1872"/>
          </a:xfrm>
        </p:grpSpPr>
        <p:grpSp>
          <p:nvGrpSpPr>
            <p:cNvPr id="12305" name="Group 8"/>
            <p:cNvGrpSpPr>
              <a:grpSpLocks/>
            </p:cNvGrpSpPr>
            <p:nvPr/>
          </p:nvGrpSpPr>
          <p:grpSpPr bwMode="auto">
            <a:xfrm>
              <a:off x="480" y="1584"/>
              <a:ext cx="4944" cy="1872"/>
              <a:chOff x="480" y="1584"/>
              <a:chExt cx="4944" cy="1872"/>
            </a:xfrm>
          </p:grpSpPr>
          <p:sp>
            <p:nvSpPr>
              <p:cNvPr id="12307" name="Rectangle 9"/>
              <p:cNvSpPr>
                <a:spLocks noChangeArrowheads="1"/>
              </p:cNvSpPr>
              <p:nvPr/>
            </p:nvSpPr>
            <p:spPr bwMode="auto">
              <a:xfrm>
                <a:off x="480" y="1584"/>
                <a:ext cx="4944" cy="1872"/>
              </a:xfrm>
              <a:prstGeom prst="rect">
                <a:avLst/>
              </a:prstGeom>
              <a:noFill/>
              <a:ln w="9525">
                <a:solidFill>
                  <a:schemeClr val="tx2"/>
                </a:solidFill>
                <a:miter lim="800000"/>
                <a:headEnd/>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2308" name="Freeform 10"/>
              <p:cNvSpPr>
                <a:spLocks/>
              </p:cNvSpPr>
              <p:nvPr/>
            </p:nvSpPr>
            <p:spPr bwMode="auto">
              <a:xfrm>
                <a:off x="701" y="1947"/>
                <a:ext cx="3778" cy="309"/>
              </a:xfrm>
              <a:custGeom>
                <a:avLst/>
                <a:gdLst>
                  <a:gd name="T0" fmla="*/ 0 w 4108"/>
                  <a:gd name="T1" fmla="*/ 277 h 309"/>
                  <a:gd name="T2" fmla="*/ 362 w 4108"/>
                  <a:gd name="T3" fmla="*/ 170 h 309"/>
                  <a:gd name="T4" fmla="*/ 849 w 4108"/>
                  <a:gd name="T5" fmla="*/ 85 h 309"/>
                  <a:gd name="T6" fmla="*/ 1369 w 4108"/>
                  <a:gd name="T7" fmla="*/ 26 h 309"/>
                  <a:gd name="T8" fmla="*/ 1878 w 4108"/>
                  <a:gd name="T9" fmla="*/ 1 h 309"/>
                  <a:gd name="T10" fmla="*/ 2377 w 4108"/>
                  <a:gd name="T11" fmla="*/ 19 h 309"/>
                  <a:gd name="T12" fmla="*/ 2865 w 4108"/>
                  <a:gd name="T13" fmla="*/ 81 h 309"/>
                  <a:gd name="T14" fmla="*/ 3394 w 4108"/>
                  <a:gd name="T15" fmla="*/ 200 h 309"/>
                  <a:gd name="T16" fmla="*/ 3778 w 4108"/>
                  <a:gd name="T17" fmla="*/ 309 h 30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108" h="309">
                    <a:moveTo>
                      <a:pt x="0" y="277"/>
                    </a:moveTo>
                    <a:cubicBezTo>
                      <a:pt x="66" y="259"/>
                      <a:pt x="240" y="202"/>
                      <a:pt x="394" y="170"/>
                    </a:cubicBezTo>
                    <a:cubicBezTo>
                      <a:pt x="548" y="138"/>
                      <a:pt x="741" y="109"/>
                      <a:pt x="923" y="85"/>
                    </a:cubicBezTo>
                    <a:cubicBezTo>
                      <a:pt x="1105" y="61"/>
                      <a:pt x="1303" y="40"/>
                      <a:pt x="1489" y="26"/>
                    </a:cubicBezTo>
                    <a:cubicBezTo>
                      <a:pt x="1675" y="12"/>
                      <a:pt x="1859" y="2"/>
                      <a:pt x="2042" y="1"/>
                    </a:cubicBezTo>
                    <a:cubicBezTo>
                      <a:pt x="2225" y="0"/>
                      <a:pt x="2406" y="6"/>
                      <a:pt x="2585" y="19"/>
                    </a:cubicBezTo>
                    <a:cubicBezTo>
                      <a:pt x="2764" y="32"/>
                      <a:pt x="2931" y="51"/>
                      <a:pt x="3115" y="81"/>
                    </a:cubicBezTo>
                    <a:cubicBezTo>
                      <a:pt x="3299" y="111"/>
                      <a:pt x="3526" y="162"/>
                      <a:pt x="3691" y="200"/>
                    </a:cubicBezTo>
                    <a:cubicBezTo>
                      <a:pt x="3856" y="238"/>
                      <a:pt x="4021" y="286"/>
                      <a:pt x="4108" y="309"/>
                    </a:cubicBezTo>
                  </a:path>
                </a:pathLst>
              </a:custGeom>
              <a:noFill/>
              <a:ln w="28575" cap="flat" cmpd="sng">
                <a:solidFill>
                  <a:srgbClr val="0000FF"/>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09" name="Line 11"/>
              <p:cNvSpPr>
                <a:spLocks noChangeShapeType="1"/>
              </p:cNvSpPr>
              <p:nvPr/>
            </p:nvSpPr>
            <p:spPr bwMode="auto">
              <a:xfrm>
                <a:off x="568" y="3141"/>
                <a:ext cx="4017" cy="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0" name="Line 12"/>
              <p:cNvSpPr>
                <a:spLocks noChangeShapeType="1"/>
              </p:cNvSpPr>
              <p:nvPr/>
            </p:nvSpPr>
            <p:spPr bwMode="auto">
              <a:xfrm flipV="1">
                <a:off x="2577" y="1653"/>
                <a:ext cx="0" cy="1488"/>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1" name="Line 13"/>
              <p:cNvSpPr>
                <a:spLocks noChangeShapeType="1"/>
              </p:cNvSpPr>
              <p:nvPr/>
            </p:nvSpPr>
            <p:spPr bwMode="auto">
              <a:xfrm>
                <a:off x="3079"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2" name="Line 14"/>
              <p:cNvSpPr>
                <a:spLocks noChangeShapeType="1"/>
              </p:cNvSpPr>
              <p:nvPr/>
            </p:nvSpPr>
            <p:spPr bwMode="auto">
              <a:xfrm>
                <a:off x="3581"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3" name="Line 15"/>
              <p:cNvSpPr>
                <a:spLocks noChangeShapeType="1"/>
              </p:cNvSpPr>
              <p:nvPr/>
            </p:nvSpPr>
            <p:spPr bwMode="auto">
              <a:xfrm>
                <a:off x="4083"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4" name="Line 16"/>
              <p:cNvSpPr>
                <a:spLocks noChangeShapeType="1"/>
              </p:cNvSpPr>
              <p:nvPr/>
            </p:nvSpPr>
            <p:spPr bwMode="auto">
              <a:xfrm>
                <a:off x="2075"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5" name="Line 17"/>
              <p:cNvSpPr>
                <a:spLocks noChangeShapeType="1"/>
              </p:cNvSpPr>
              <p:nvPr/>
            </p:nvSpPr>
            <p:spPr bwMode="auto">
              <a:xfrm>
                <a:off x="1573"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6" name="Line 18"/>
              <p:cNvSpPr>
                <a:spLocks noChangeShapeType="1"/>
              </p:cNvSpPr>
              <p:nvPr/>
            </p:nvSpPr>
            <p:spPr bwMode="auto">
              <a:xfrm>
                <a:off x="1070" y="3045"/>
                <a:ext cx="0" cy="9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7" name="Freeform 19"/>
              <p:cNvSpPr>
                <a:spLocks/>
              </p:cNvSpPr>
              <p:nvPr/>
            </p:nvSpPr>
            <p:spPr bwMode="auto">
              <a:xfrm>
                <a:off x="2511" y="1941"/>
                <a:ext cx="132" cy="1200"/>
              </a:xfrm>
              <a:custGeom>
                <a:avLst/>
                <a:gdLst>
                  <a:gd name="T0" fmla="*/ 0 w 192"/>
                  <a:gd name="T1" fmla="*/ 1200 h 1152"/>
                  <a:gd name="T2" fmla="*/ 66 w 192"/>
                  <a:gd name="T3" fmla="*/ 0 h 1152"/>
                  <a:gd name="T4" fmla="*/ 132 w 192"/>
                  <a:gd name="T5" fmla="*/ 1200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8" name="Freeform 20"/>
              <p:cNvSpPr>
                <a:spLocks/>
              </p:cNvSpPr>
              <p:nvPr/>
            </p:nvSpPr>
            <p:spPr bwMode="auto">
              <a:xfrm>
                <a:off x="3029" y="1974"/>
                <a:ext cx="100" cy="1170"/>
              </a:xfrm>
              <a:custGeom>
                <a:avLst/>
                <a:gdLst>
                  <a:gd name="T0" fmla="*/ 0 w 108"/>
                  <a:gd name="T1" fmla="*/ 1170 h 1170"/>
                  <a:gd name="T2" fmla="*/ 50 w 108"/>
                  <a:gd name="T3" fmla="*/ 0 h 1170"/>
                  <a:gd name="T4" fmla="*/ 100 w 108"/>
                  <a:gd name="T5" fmla="*/ 1167 h 1170"/>
                  <a:gd name="T6" fmla="*/ 0 60000 65536"/>
                  <a:gd name="T7" fmla="*/ 0 60000 65536"/>
                  <a:gd name="T8" fmla="*/ 0 60000 65536"/>
                </a:gdLst>
                <a:ahLst/>
                <a:cxnLst>
                  <a:cxn ang="T6">
                    <a:pos x="T0" y="T1"/>
                  </a:cxn>
                  <a:cxn ang="T7">
                    <a:pos x="T2" y="T3"/>
                  </a:cxn>
                  <a:cxn ang="T8">
                    <a:pos x="T4" y="T5"/>
                  </a:cxn>
                </a:cxnLst>
                <a:rect l="0" t="0" r="r" b="b"/>
                <a:pathLst>
                  <a:path w="108" h="1170">
                    <a:moveTo>
                      <a:pt x="0" y="1170"/>
                    </a:moveTo>
                    <a:cubicBezTo>
                      <a:pt x="9" y="975"/>
                      <a:pt x="36" y="0"/>
                      <a:pt x="54" y="0"/>
                    </a:cubicBezTo>
                    <a:cubicBezTo>
                      <a:pt x="72" y="0"/>
                      <a:pt x="97" y="924"/>
                      <a:pt x="108" y="1167"/>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19" name="Freeform 21"/>
              <p:cNvSpPr>
                <a:spLocks/>
              </p:cNvSpPr>
              <p:nvPr/>
            </p:nvSpPr>
            <p:spPr bwMode="auto">
              <a:xfrm>
                <a:off x="3526" y="2037"/>
                <a:ext cx="105" cy="1101"/>
              </a:xfrm>
              <a:custGeom>
                <a:avLst/>
                <a:gdLst>
                  <a:gd name="T0" fmla="*/ 0 w 114"/>
                  <a:gd name="T1" fmla="*/ 1101 h 1101"/>
                  <a:gd name="T2" fmla="*/ 44 w 114"/>
                  <a:gd name="T3" fmla="*/ 0 h 1101"/>
                  <a:gd name="T4" fmla="*/ 105 w 114"/>
                  <a:gd name="T5" fmla="*/ 1101 h 1101"/>
                  <a:gd name="T6" fmla="*/ 0 60000 65536"/>
                  <a:gd name="T7" fmla="*/ 0 60000 65536"/>
                  <a:gd name="T8" fmla="*/ 0 60000 65536"/>
                </a:gdLst>
                <a:ahLst/>
                <a:cxnLst>
                  <a:cxn ang="T6">
                    <a:pos x="T0" y="T1"/>
                  </a:cxn>
                  <a:cxn ang="T7">
                    <a:pos x="T2" y="T3"/>
                  </a:cxn>
                  <a:cxn ang="T8">
                    <a:pos x="T4" y="T5"/>
                  </a:cxn>
                </a:cxnLst>
                <a:rect l="0" t="0" r="r" b="b"/>
                <a:pathLst>
                  <a:path w="114" h="1101">
                    <a:moveTo>
                      <a:pt x="0" y="1101"/>
                    </a:moveTo>
                    <a:cubicBezTo>
                      <a:pt x="8" y="917"/>
                      <a:pt x="29" y="0"/>
                      <a:pt x="48" y="0"/>
                    </a:cubicBezTo>
                    <a:cubicBezTo>
                      <a:pt x="67" y="0"/>
                      <a:pt x="100" y="872"/>
                      <a:pt x="114" y="1101"/>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0" name="Freeform 22"/>
              <p:cNvSpPr>
                <a:spLocks/>
              </p:cNvSpPr>
              <p:nvPr/>
            </p:nvSpPr>
            <p:spPr bwMode="auto">
              <a:xfrm>
                <a:off x="4056" y="2132"/>
                <a:ext cx="60" cy="1009"/>
              </a:xfrm>
              <a:custGeom>
                <a:avLst/>
                <a:gdLst>
                  <a:gd name="T0" fmla="*/ 0 w 66"/>
                  <a:gd name="T1" fmla="*/ 1009 h 1009"/>
                  <a:gd name="T2" fmla="*/ 22 w 66"/>
                  <a:gd name="T3" fmla="*/ 1 h 1009"/>
                  <a:gd name="T4" fmla="*/ 60 w 66"/>
                  <a:gd name="T5" fmla="*/ 1006 h 1009"/>
                  <a:gd name="T6" fmla="*/ 0 60000 65536"/>
                  <a:gd name="T7" fmla="*/ 0 60000 65536"/>
                  <a:gd name="T8" fmla="*/ 0 60000 65536"/>
                </a:gdLst>
                <a:ahLst/>
                <a:cxnLst>
                  <a:cxn ang="T6">
                    <a:pos x="T0" y="T1"/>
                  </a:cxn>
                  <a:cxn ang="T7">
                    <a:pos x="T2" y="T3"/>
                  </a:cxn>
                  <a:cxn ang="T8">
                    <a:pos x="T4" y="T5"/>
                  </a:cxn>
                </a:cxnLst>
                <a:rect l="0" t="0" r="r" b="b"/>
                <a:pathLst>
                  <a:path w="66" h="1009">
                    <a:moveTo>
                      <a:pt x="0" y="1009"/>
                    </a:moveTo>
                    <a:cubicBezTo>
                      <a:pt x="8" y="505"/>
                      <a:pt x="13" y="2"/>
                      <a:pt x="24" y="1"/>
                    </a:cubicBezTo>
                    <a:cubicBezTo>
                      <a:pt x="35" y="0"/>
                      <a:pt x="57" y="797"/>
                      <a:pt x="66" y="100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1" name="Freeform 23"/>
              <p:cNvSpPr>
                <a:spLocks/>
              </p:cNvSpPr>
              <p:nvPr/>
            </p:nvSpPr>
            <p:spPr bwMode="auto">
              <a:xfrm>
                <a:off x="2025" y="1988"/>
                <a:ext cx="99" cy="1156"/>
              </a:xfrm>
              <a:custGeom>
                <a:avLst/>
                <a:gdLst>
                  <a:gd name="T0" fmla="*/ 0 w 108"/>
                  <a:gd name="T1" fmla="*/ 1153 h 1156"/>
                  <a:gd name="T2" fmla="*/ 44 w 108"/>
                  <a:gd name="T3" fmla="*/ 1 h 1156"/>
                  <a:gd name="T4" fmla="*/ 99 w 108"/>
                  <a:gd name="T5" fmla="*/ 1156 h 1156"/>
                  <a:gd name="T6" fmla="*/ 0 60000 65536"/>
                  <a:gd name="T7" fmla="*/ 0 60000 65536"/>
                  <a:gd name="T8" fmla="*/ 0 60000 65536"/>
                </a:gdLst>
                <a:ahLst/>
                <a:cxnLst>
                  <a:cxn ang="T6">
                    <a:pos x="T0" y="T1"/>
                  </a:cxn>
                  <a:cxn ang="T7">
                    <a:pos x="T2" y="T3"/>
                  </a:cxn>
                  <a:cxn ang="T8">
                    <a:pos x="T4" y="T5"/>
                  </a:cxn>
                </a:cxnLst>
                <a:rect l="0" t="0" r="r" b="b"/>
                <a:pathLst>
                  <a:path w="108" h="1156">
                    <a:moveTo>
                      <a:pt x="0" y="1153"/>
                    </a:moveTo>
                    <a:cubicBezTo>
                      <a:pt x="16" y="577"/>
                      <a:pt x="30" y="0"/>
                      <a:pt x="48" y="1"/>
                    </a:cubicBezTo>
                    <a:cubicBezTo>
                      <a:pt x="66" y="2"/>
                      <a:pt x="96" y="916"/>
                      <a:pt x="108" y="115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2" name="Freeform 24"/>
              <p:cNvSpPr>
                <a:spLocks/>
              </p:cNvSpPr>
              <p:nvPr/>
            </p:nvSpPr>
            <p:spPr bwMode="auto">
              <a:xfrm>
                <a:off x="1517" y="2036"/>
                <a:ext cx="111" cy="1108"/>
              </a:xfrm>
              <a:custGeom>
                <a:avLst/>
                <a:gdLst>
                  <a:gd name="T0" fmla="*/ 0 w 120"/>
                  <a:gd name="T1" fmla="*/ 1108 h 1108"/>
                  <a:gd name="T2" fmla="*/ 67 w 120"/>
                  <a:gd name="T3" fmla="*/ 1 h 1108"/>
                  <a:gd name="T4" fmla="*/ 111 w 120"/>
                  <a:gd name="T5" fmla="*/ 1105 h 1108"/>
                  <a:gd name="T6" fmla="*/ 0 60000 65536"/>
                  <a:gd name="T7" fmla="*/ 0 60000 65536"/>
                  <a:gd name="T8" fmla="*/ 0 60000 65536"/>
                </a:gdLst>
                <a:ahLst/>
                <a:cxnLst>
                  <a:cxn ang="T6">
                    <a:pos x="T0" y="T1"/>
                  </a:cxn>
                  <a:cxn ang="T7">
                    <a:pos x="T2" y="T3"/>
                  </a:cxn>
                  <a:cxn ang="T8">
                    <a:pos x="T4" y="T5"/>
                  </a:cxn>
                </a:cxnLst>
                <a:rect l="0" t="0" r="r" b="b"/>
                <a:pathLst>
                  <a:path w="120" h="1108">
                    <a:moveTo>
                      <a:pt x="0" y="1108"/>
                    </a:moveTo>
                    <a:cubicBezTo>
                      <a:pt x="11" y="924"/>
                      <a:pt x="52" y="2"/>
                      <a:pt x="72" y="1"/>
                    </a:cubicBezTo>
                    <a:cubicBezTo>
                      <a:pt x="92" y="0"/>
                      <a:pt x="112" y="921"/>
                      <a:pt x="120" y="1105"/>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323" name="Freeform 25"/>
              <p:cNvSpPr>
                <a:spLocks/>
              </p:cNvSpPr>
              <p:nvPr/>
            </p:nvSpPr>
            <p:spPr bwMode="auto">
              <a:xfrm>
                <a:off x="1037" y="2132"/>
                <a:ext cx="72" cy="1012"/>
              </a:xfrm>
              <a:custGeom>
                <a:avLst/>
                <a:gdLst>
                  <a:gd name="T0" fmla="*/ 0 w 78"/>
                  <a:gd name="T1" fmla="*/ 1012 h 1012"/>
                  <a:gd name="T2" fmla="*/ 39 w 78"/>
                  <a:gd name="T3" fmla="*/ 1 h 1012"/>
                  <a:gd name="T4" fmla="*/ 72 w 78"/>
                  <a:gd name="T5" fmla="*/ 1006 h 1012"/>
                  <a:gd name="T6" fmla="*/ 0 60000 65536"/>
                  <a:gd name="T7" fmla="*/ 0 60000 65536"/>
                  <a:gd name="T8" fmla="*/ 0 60000 65536"/>
                </a:gdLst>
                <a:ahLst/>
                <a:cxnLst>
                  <a:cxn ang="T6">
                    <a:pos x="T0" y="T1"/>
                  </a:cxn>
                  <a:cxn ang="T7">
                    <a:pos x="T2" y="T3"/>
                  </a:cxn>
                  <a:cxn ang="T8">
                    <a:pos x="T4" y="T5"/>
                  </a:cxn>
                </a:cxnLst>
                <a:rect l="0" t="0" r="r" b="b"/>
                <a:pathLst>
                  <a:path w="78" h="1012">
                    <a:moveTo>
                      <a:pt x="0" y="1012"/>
                    </a:moveTo>
                    <a:cubicBezTo>
                      <a:pt x="6" y="844"/>
                      <a:pt x="29" y="2"/>
                      <a:pt x="42" y="1"/>
                    </a:cubicBezTo>
                    <a:cubicBezTo>
                      <a:pt x="55" y="0"/>
                      <a:pt x="70" y="797"/>
                      <a:pt x="78" y="1006"/>
                    </a:cubicBezTo>
                  </a:path>
                </a:pathLst>
              </a:custGeom>
              <a:noFill/>
              <a:ln w="28575" cmpd="sng">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2324" name="Object 26"/>
              <p:cNvGraphicFramePr>
                <a:graphicFrameLocks noChangeAspect="1"/>
              </p:cNvGraphicFramePr>
              <p:nvPr/>
            </p:nvGraphicFramePr>
            <p:xfrm>
              <a:off x="2996" y="3120"/>
              <a:ext cx="175" cy="336"/>
            </p:xfrm>
            <a:graphic>
              <a:graphicData uri="http://schemas.openxmlformats.org/presentationml/2006/ole">
                <mc:AlternateContent xmlns:mc="http://schemas.openxmlformats.org/markup-compatibility/2006">
                  <mc:Choice xmlns:v="urn:schemas-microsoft-com:vml" Requires="v">
                    <p:oleObj spid="_x0000_s145488" name="Equation" r:id="rId3" imgW="139579" imgH="177646" progId="Equation.3">
                      <p:embed/>
                    </p:oleObj>
                  </mc:Choice>
                  <mc:Fallback>
                    <p:oleObj name="Equation" r:id="rId3" imgW="139579" imgH="177646"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6" y="3120"/>
                            <a:ext cx="175"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5" name="Object 27"/>
              <p:cNvGraphicFramePr>
                <a:graphicFrameLocks noChangeAspect="1"/>
              </p:cNvGraphicFramePr>
              <p:nvPr/>
            </p:nvGraphicFramePr>
            <p:xfrm>
              <a:off x="3438" y="3120"/>
              <a:ext cx="252" cy="315"/>
            </p:xfrm>
            <a:graphic>
              <a:graphicData uri="http://schemas.openxmlformats.org/presentationml/2006/ole">
                <mc:AlternateContent xmlns:mc="http://schemas.openxmlformats.org/markup-compatibility/2006">
                  <mc:Choice xmlns:v="urn:schemas-microsoft-com:vml" Requires="v">
                    <p:oleObj spid="_x0000_s145489" name="Equation" r:id="rId5" imgW="215619" imgH="177569" progId="Equation.3">
                      <p:embed/>
                    </p:oleObj>
                  </mc:Choice>
                  <mc:Fallback>
                    <p:oleObj name="Equation" r:id="rId5" imgW="215619" imgH="177569"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38" y="3120"/>
                            <a:ext cx="252"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6" name="Object 28"/>
              <p:cNvGraphicFramePr>
                <a:graphicFrameLocks noChangeAspect="1"/>
              </p:cNvGraphicFramePr>
              <p:nvPr/>
            </p:nvGraphicFramePr>
            <p:xfrm>
              <a:off x="3951" y="3120"/>
              <a:ext cx="235" cy="315"/>
            </p:xfrm>
            <a:graphic>
              <a:graphicData uri="http://schemas.openxmlformats.org/presentationml/2006/ole">
                <mc:AlternateContent xmlns:mc="http://schemas.openxmlformats.org/markup-compatibility/2006">
                  <mc:Choice xmlns:v="urn:schemas-microsoft-com:vml" Requires="v">
                    <p:oleObj spid="_x0000_s145490" name="Equation" r:id="rId7" imgW="202936" imgH="177569" progId="Equation.3">
                      <p:embed/>
                    </p:oleObj>
                  </mc:Choice>
                  <mc:Fallback>
                    <p:oleObj name="Equation" r:id="rId7" imgW="202936" imgH="177569"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51" y="3120"/>
                            <a:ext cx="235"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7" name="Object 29"/>
              <p:cNvGraphicFramePr>
                <a:graphicFrameLocks noChangeAspect="1"/>
              </p:cNvGraphicFramePr>
              <p:nvPr/>
            </p:nvGraphicFramePr>
            <p:xfrm>
              <a:off x="1893" y="3120"/>
              <a:ext cx="353" cy="315"/>
            </p:xfrm>
            <a:graphic>
              <a:graphicData uri="http://schemas.openxmlformats.org/presentationml/2006/ole">
                <mc:AlternateContent xmlns:mc="http://schemas.openxmlformats.org/markup-compatibility/2006">
                  <mc:Choice xmlns:v="urn:schemas-microsoft-com:vml" Requires="v">
                    <p:oleObj spid="_x0000_s145491" name="Equation" r:id="rId9" imgW="253670" imgH="177569" progId="Equation.3">
                      <p:embed/>
                    </p:oleObj>
                  </mc:Choice>
                  <mc:Fallback>
                    <p:oleObj name="Equation" r:id="rId9" imgW="253670" imgH="177569"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93" y="3120"/>
                            <a:ext cx="353"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8" name="Object 30"/>
              <p:cNvGraphicFramePr>
                <a:graphicFrameLocks noChangeAspect="1"/>
              </p:cNvGraphicFramePr>
              <p:nvPr/>
            </p:nvGraphicFramePr>
            <p:xfrm>
              <a:off x="1319" y="3120"/>
              <a:ext cx="433" cy="298"/>
            </p:xfrm>
            <a:graphic>
              <a:graphicData uri="http://schemas.openxmlformats.org/presentationml/2006/ole">
                <mc:AlternateContent xmlns:mc="http://schemas.openxmlformats.org/markup-compatibility/2006">
                  <mc:Choice xmlns:v="urn:schemas-microsoft-com:vml" Requires="v">
                    <p:oleObj spid="_x0000_s145492" name="Equation" r:id="rId11" imgW="329914" imgH="177646" progId="Equation.3">
                      <p:embed/>
                    </p:oleObj>
                  </mc:Choice>
                  <mc:Fallback>
                    <p:oleObj name="Equation" r:id="rId11" imgW="329914" imgH="177646"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19" y="3120"/>
                            <a:ext cx="433"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29" name="Object 31"/>
              <p:cNvGraphicFramePr>
                <a:graphicFrameLocks noChangeAspect="1"/>
              </p:cNvGraphicFramePr>
              <p:nvPr/>
            </p:nvGraphicFramePr>
            <p:xfrm>
              <a:off x="745" y="3120"/>
              <a:ext cx="441" cy="315"/>
            </p:xfrm>
            <a:graphic>
              <a:graphicData uri="http://schemas.openxmlformats.org/presentationml/2006/ole">
                <mc:AlternateContent xmlns:mc="http://schemas.openxmlformats.org/markup-compatibility/2006">
                  <mc:Choice xmlns:v="urn:schemas-microsoft-com:vml" Requires="v">
                    <p:oleObj spid="_x0000_s145493" name="Equation" r:id="rId13" imgW="317087" imgH="177569" progId="Equation.3">
                      <p:embed/>
                    </p:oleObj>
                  </mc:Choice>
                  <mc:Fallback>
                    <p:oleObj name="Equation" r:id="rId13" imgW="317087" imgH="177569"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45" y="3120"/>
                            <a:ext cx="441" cy="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0" name="Object 32"/>
              <p:cNvGraphicFramePr>
                <a:graphicFrameLocks noChangeAspect="1"/>
              </p:cNvGraphicFramePr>
              <p:nvPr/>
            </p:nvGraphicFramePr>
            <p:xfrm>
              <a:off x="2511" y="3189"/>
              <a:ext cx="156" cy="248"/>
            </p:xfrm>
            <a:graphic>
              <a:graphicData uri="http://schemas.openxmlformats.org/presentationml/2006/ole">
                <mc:AlternateContent xmlns:mc="http://schemas.openxmlformats.org/markup-compatibility/2006">
                  <mc:Choice xmlns:v="urn:schemas-microsoft-com:vml" Requires="v">
                    <p:oleObj spid="_x0000_s145494" name="Equation" r:id="rId15" imgW="164957" imgH="241091" progId="Equation.3">
                      <p:embed/>
                    </p:oleObj>
                  </mc:Choice>
                  <mc:Fallback>
                    <p:oleObj name="Equation" r:id="rId15" imgW="164957" imgH="241091" progId="Equation.3">
                      <p:embed/>
                      <p:pic>
                        <p:nvPicPr>
                          <p:cNvPr id="0" name=""/>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11" y="3189"/>
                            <a:ext cx="156"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31" name="Object 33"/>
              <p:cNvGraphicFramePr>
                <a:graphicFrameLocks noChangeAspect="1"/>
              </p:cNvGraphicFramePr>
              <p:nvPr/>
            </p:nvGraphicFramePr>
            <p:xfrm>
              <a:off x="2660" y="1632"/>
              <a:ext cx="160" cy="240"/>
            </p:xfrm>
            <a:graphic>
              <a:graphicData uri="http://schemas.openxmlformats.org/presentationml/2006/ole">
                <mc:AlternateContent xmlns:mc="http://schemas.openxmlformats.org/markup-compatibility/2006">
                  <mc:Choice xmlns:v="urn:schemas-microsoft-com:vml" Requires="v">
                    <p:oleObj spid="_x0000_s145495" name="Equation" r:id="rId17" imgW="165028" imgH="228501" progId="Equation.3">
                      <p:embed/>
                    </p:oleObj>
                  </mc:Choice>
                  <mc:Fallback>
                    <p:oleObj name="Equation" r:id="rId17" imgW="165028" imgH="228501"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660" y="1632"/>
                            <a:ext cx="16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2306" name="Object 34"/>
            <p:cNvGraphicFramePr>
              <a:graphicFrameLocks noChangeAspect="1"/>
            </p:cNvGraphicFramePr>
            <p:nvPr/>
          </p:nvGraphicFramePr>
          <p:xfrm>
            <a:off x="4179" y="2830"/>
            <a:ext cx="1211" cy="338"/>
          </p:xfrm>
          <a:graphic>
            <a:graphicData uri="http://schemas.openxmlformats.org/presentationml/2006/ole">
              <mc:AlternateContent xmlns:mc="http://schemas.openxmlformats.org/markup-compatibility/2006">
                <mc:Choice xmlns:v="urn:schemas-microsoft-com:vml" Requires="v">
                  <p:oleObj spid="_x0000_s145496" name="Equation" r:id="rId19" imgW="787058" imgH="203112" progId="Equation.3">
                    <p:embed/>
                  </p:oleObj>
                </mc:Choice>
                <mc:Fallback>
                  <p:oleObj name="Equation" r:id="rId19" imgW="787058" imgH="203112"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179" y="2830"/>
                          <a:ext cx="1211"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292" name="Group 54"/>
          <p:cNvGrpSpPr>
            <a:grpSpLocks/>
          </p:cNvGrpSpPr>
          <p:nvPr/>
        </p:nvGrpSpPr>
        <p:grpSpPr bwMode="auto">
          <a:xfrm>
            <a:off x="600075" y="508000"/>
            <a:ext cx="1544638" cy="969963"/>
            <a:chOff x="378" y="320"/>
            <a:chExt cx="973" cy="611"/>
          </a:xfrm>
        </p:grpSpPr>
        <p:sp>
          <p:nvSpPr>
            <p:cNvPr id="12303" name="AutoShape 37"/>
            <p:cNvSpPr>
              <a:spLocks noChangeArrowheads="1"/>
            </p:cNvSpPr>
            <p:nvPr/>
          </p:nvSpPr>
          <p:spPr bwMode="auto">
            <a:xfrm rot="10800000" flipV="1">
              <a:off x="378" y="320"/>
              <a:ext cx="951" cy="611"/>
            </a:xfrm>
            <a:prstGeom prst="irregularSeal1">
              <a:avLst/>
            </a:prstGeom>
            <a:solidFill>
              <a:srgbClr val="FF99CC">
                <a:alpha val="45097"/>
              </a:srgb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2304" name="Rectangle 36"/>
            <p:cNvSpPr>
              <a:spLocks noChangeArrowheads="1"/>
            </p:cNvSpPr>
            <p:nvPr/>
          </p:nvSpPr>
          <p:spPr bwMode="auto">
            <a:xfrm>
              <a:off x="563" y="443"/>
              <a:ext cx="78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t>讨论</a:t>
              </a:r>
            </a:p>
          </p:txBody>
        </p:sp>
      </p:grpSp>
      <p:grpSp>
        <p:nvGrpSpPr>
          <p:cNvPr id="12293" name="Group 52"/>
          <p:cNvGrpSpPr>
            <a:grpSpLocks/>
          </p:cNvGrpSpPr>
          <p:nvPr/>
        </p:nvGrpSpPr>
        <p:grpSpPr bwMode="auto">
          <a:xfrm>
            <a:off x="2219325" y="558800"/>
            <a:ext cx="6559550" cy="604838"/>
            <a:chOff x="1398" y="352"/>
            <a:chExt cx="4132" cy="381"/>
          </a:xfrm>
        </p:grpSpPr>
        <p:sp>
          <p:nvSpPr>
            <p:cNvPr id="12301" name="Text Box 35"/>
            <p:cNvSpPr txBox="1">
              <a:spLocks noChangeArrowheads="1"/>
            </p:cNvSpPr>
            <p:nvPr/>
          </p:nvSpPr>
          <p:spPr bwMode="auto">
            <a:xfrm>
              <a:off x="1398" y="352"/>
              <a:ext cx="413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buFontTx/>
                <a:buBlip>
                  <a:blip r:embed="rId21"/>
                </a:buBlip>
              </a:pPr>
              <a:r>
                <a:rPr lang="zh-CN" altLang="en-US" dirty="0">
                  <a:solidFill>
                    <a:srgbClr val="CC0000"/>
                  </a:solidFill>
                </a:rPr>
                <a:t> 光强分布</a:t>
              </a:r>
              <a:r>
                <a:rPr lang="zh-CN" altLang="en-US" dirty="0"/>
                <a:t>         很小，单缝衍射比较</a:t>
              </a:r>
            </a:p>
          </p:txBody>
        </p:sp>
        <p:graphicFrame>
          <p:nvGraphicFramePr>
            <p:cNvPr id="12302" name="Object 40"/>
            <p:cNvGraphicFramePr>
              <a:graphicFrameLocks noChangeAspect="1"/>
            </p:cNvGraphicFramePr>
            <p:nvPr/>
          </p:nvGraphicFramePr>
          <p:xfrm>
            <a:off x="2866" y="385"/>
            <a:ext cx="242" cy="339"/>
          </p:xfrm>
          <a:graphic>
            <a:graphicData uri="http://schemas.openxmlformats.org/presentationml/2006/ole">
              <mc:AlternateContent xmlns:mc="http://schemas.openxmlformats.org/markup-compatibility/2006">
                <mc:Choice xmlns:v="urn:schemas-microsoft-com:vml" Requires="v">
                  <p:oleObj spid="_x0000_s145497" name="公式" r:id="rId22" imgW="126725" imgH="177415" progId="Equation.3">
                    <p:embed/>
                  </p:oleObj>
                </mc:Choice>
                <mc:Fallback>
                  <p:oleObj name="公式" r:id="rId22" imgW="126725" imgH="177415"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866" y="385"/>
                          <a:ext cx="242" cy="3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05515" name="Object 43"/>
          <p:cNvGraphicFramePr>
            <a:graphicFrameLocks noChangeAspect="1"/>
          </p:cNvGraphicFramePr>
          <p:nvPr/>
        </p:nvGraphicFramePr>
        <p:xfrm>
          <a:off x="1409700" y="5465763"/>
          <a:ext cx="4175125" cy="933450"/>
        </p:xfrm>
        <a:graphic>
          <a:graphicData uri="http://schemas.openxmlformats.org/presentationml/2006/ole">
            <mc:AlternateContent xmlns:mc="http://schemas.openxmlformats.org/markup-compatibility/2006">
              <mc:Choice xmlns:v="urn:schemas-microsoft-com:vml" Requires="v">
                <p:oleObj spid="_x0000_s145498" name="公式" r:id="rId24" imgW="1815312" imgH="406224" progId="Equation.3">
                  <p:embed/>
                </p:oleObj>
              </mc:Choice>
              <mc:Fallback>
                <p:oleObj name="公式" r:id="rId24" imgW="1815312" imgH="406224"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409700" y="5465763"/>
                        <a:ext cx="4175125"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5516" name="Text Box 44"/>
          <p:cNvSpPr txBox="1">
            <a:spLocks noChangeArrowheads="1"/>
          </p:cNvSpPr>
          <p:nvPr/>
        </p:nvSpPr>
        <p:spPr bwMode="auto">
          <a:xfrm>
            <a:off x="708025" y="4338638"/>
            <a:ext cx="3886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buFontTx/>
              <a:buBlip>
                <a:blip r:embed="rId21"/>
              </a:buBlip>
            </a:pPr>
            <a:r>
              <a:rPr lang="zh-CN" altLang="en-US">
                <a:latin typeface="Arial" charset="0"/>
              </a:rPr>
              <a:t> </a:t>
            </a:r>
            <a:r>
              <a:rPr lang="zh-CN" altLang="en-US">
                <a:solidFill>
                  <a:srgbClr val="CC0000"/>
                </a:solidFill>
                <a:latin typeface="Arial" charset="0"/>
              </a:rPr>
              <a:t>条纹最高级数</a:t>
            </a:r>
          </a:p>
        </p:txBody>
      </p:sp>
      <p:graphicFrame>
        <p:nvGraphicFramePr>
          <p:cNvPr id="105517" name="Object 45"/>
          <p:cNvGraphicFramePr>
            <a:graphicFrameLocks noChangeAspect="1"/>
          </p:cNvGraphicFramePr>
          <p:nvPr/>
        </p:nvGraphicFramePr>
        <p:xfrm>
          <a:off x="1398588" y="4905375"/>
          <a:ext cx="2911475" cy="523875"/>
        </p:xfrm>
        <a:graphic>
          <a:graphicData uri="http://schemas.openxmlformats.org/presentationml/2006/ole">
            <mc:AlternateContent xmlns:mc="http://schemas.openxmlformats.org/markup-compatibility/2006">
              <mc:Choice xmlns:v="urn:schemas-microsoft-com:vml" Requires="v">
                <p:oleObj spid="_x0000_s145499" name="公式" r:id="rId26" imgW="1133478" imgH="190620" progId="Equation.3">
                  <p:embed/>
                </p:oleObj>
              </mc:Choice>
              <mc:Fallback>
                <p:oleObj name="公式" r:id="rId26" imgW="1133478" imgH="19062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98588" y="4905375"/>
                        <a:ext cx="2911475" cy="523875"/>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5527" name="Group 55"/>
          <p:cNvGrpSpPr>
            <a:grpSpLocks/>
          </p:cNvGrpSpPr>
          <p:nvPr/>
        </p:nvGrpSpPr>
        <p:grpSpPr bwMode="auto">
          <a:xfrm>
            <a:off x="4503738" y="4643438"/>
            <a:ext cx="3509962" cy="1047750"/>
            <a:chOff x="2837" y="2925"/>
            <a:chExt cx="2211" cy="660"/>
          </a:xfrm>
        </p:grpSpPr>
        <p:sp>
          <p:nvSpPr>
            <p:cNvPr id="12299" name="AutoShape 46"/>
            <p:cNvSpPr>
              <a:spLocks noChangeArrowheads="1"/>
            </p:cNvSpPr>
            <p:nvPr/>
          </p:nvSpPr>
          <p:spPr bwMode="auto">
            <a:xfrm>
              <a:off x="2837" y="3175"/>
              <a:ext cx="340" cy="141"/>
            </a:xfrm>
            <a:prstGeom prst="rightArrow">
              <a:avLst>
                <a:gd name="adj1" fmla="val 50000"/>
                <a:gd name="adj2" fmla="val 6028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aphicFrame>
          <p:nvGraphicFramePr>
            <p:cNvPr id="12300" name="Object 47"/>
            <p:cNvGraphicFramePr>
              <a:graphicFrameLocks noChangeAspect="1"/>
            </p:cNvGraphicFramePr>
            <p:nvPr/>
          </p:nvGraphicFramePr>
          <p:xfrm>
            <a:off x="3316" y="2925"/>
            <a:ext cx="1732" cy="660"/>
          </p:xfrm>
          <a:graphic>
            <a:graphicData uri="http://schemas.openxmlformats.org/presentationml/2006/ole">
              <mc:AlternateContent xmlns:mc="http://schemas.openxmlformats.org/markup-compatibility/2006">
                <mc:Choice xmlns:v="urn:schemas-microsoft-com:vml" Requires="v">
                  <p:oleObj spid="_x0000_s145500" name="公式" r:id="rId28" imgW="1066755" imgH="400140" progId="Equation.3">
                    <p:embed/>
                  </p:oleObj>
                </mc:Choice>
                <mc:Fallback>
                  <p:oleObj name="公式" r:id="rId28" imgW="1066755" imgH="400140"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3316" y="2925"/>
                          <a:ext cx="1732" cy="66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298" name="Rectangle 48"/>
          <p:cNvSpPr>
            <a:spLocks noChangeArrowheads="1"/>
          </p:cNvSpPr>
          <p:nvPr/>
        </p:nvSpPr>
        <p:spPr bwMode="auto">
          <a:xfrm>
            <a:off x="1571625" y="1150938"/>
            <a:ext cx="7062788"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显著，可以认为每个主极大的光强都相等</a:t>
            </a:r>
            <a:endParaRPr lang="en-US" altLang="zh-CN"/>
          </a:p>
        </p:txBody>
      </p:sp>
    </p:spTree>
    <p:extLst>
      <p:ext uri="{BB962C8B-B14F-4D97-AF65-F5344CB8AC3E}">
        <p14:creationId xmlns:p14="http://schemas.microsoft.com/office/powerpoint/2010/main" val="214552781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5516"/>
                                        </p:tgtEl>
                                        <p:attrNameLst>
                                          <p:attrName>style.visibility</p:attrName>
                                        </p:attrNameLst>
                                      </p:cBhvr>
                                      <p:to>
                                        <p:strVal val="visible"/>
                                      </p:to>
                                    </p:set>
                                    <p:animEffect transition="in" filter="blinds(horizontal)">
                                      <p:cBhvr>
                                        <p:cTn id="7" dur="500"/>
                                        <p:tgtEl>
                                          <p:spTgt spid="1055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5517"/>
                                        </p:tgtEl>
                                        <p:attrNameLst>
                                          <p:attrName>style.visibility</p:attrName>
                                        </p:attrNameLst>
                                      </p:cBhvr>
                                      <p:to>
                                        <p:strVal val="visible"/>
                                      </p:to>
                                    </p:set>
                                    <p:animEffect transition="in" filter="wipe(left)">
                                      <p:cBhvr>
                                        <p:cTn id="12" dur="500"/>
                                        <p:tgtEl>
                                          <p:spTgt spid="1055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5527"/>
                                        </p:tgtEl>
                                        <p:attrNameLst>
                                          <p:attrName>style.visibility</p:attrName>
                                        </p:attrNameLst>
                                      </p:cBhvr>
                                      <p:to>
                                        <p:strVal val="visible"/>
                                      </p:to>
                                    </p:set>
                                    <p:animEffect transition="in" filter="wipe(left)">
                                      <p:cBhvr>
                                        <p:cTn id="17" dur="500"/>
                                        <p:tgtEl>
                                          <p:spTgt spid="10552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5" fill="hold" nodeType="clickEffect">
                                  <p:stCondLst>
                                    <p:cond delay="0"/>
                                  </p:stCondLst>
                                  <p:childTnLst>
                                    <p:set>
                                      <p:cBhvr>
                                        <p:cTn id="21" dur="1" fill="hold">
                                          <p:stCondLst>
                                            <p:cond delay="0"/>
                                          </p:stCondLst>
                                        </p:cTn>
                                        <p:tgtEl>
                                          <p:spTgt spid="105515"/>
                                        </p:tgtEl>
                                        <p:attrNameLst>
                                          <p:attrName>style.visibility</p:attrName>
                                        </p:attrNameLst>
                                      </p:cBhvr>
                                      <p:to>
                                        <p:strVal val="visible"/>
                                      </p:to>
                                    </p:set>
                                    <p:animEffect transition="in" filter="blinds(vertical)">
                                      <p:cBhvr>
                                        <p:cTn id="22" dur="500"/>
                                        <p:tgtEl>
                                          <p:spTgt spid="1055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1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A2C298E4-74CE-4F7F-8C34-35C2027D343A}" type="slidenum">
              <a:rPr lang="zh-CN" altLang="en-US" sz="1400" b="0">
                <a:solidFill>
                  <a:schemeClr val="bg2"/>
                </a:solidFill>
              </a:rPr>
              <a:pPr/>
              <a:t>24</a:t>
            </a:fld>
            <a:endParaRPr lang="en-US" altLang="zh-CN" sz="1400" b="0">
              <a:solidFill>
                <a:schemeClr val="bg2"/>
              </a:solidFill>
            </a:endParaRPr>
          </a:p>
        </p:txBody>
      </p:sp>
      <p:sp>
        <p:nvSpPr>
          <p:cNvPr id="13315" name="Text Box 3"/>
          <p:cNvSpPr txBox="1">
            <a:spLocks noChangeArrowheads="1"/>
          </p:cNvSpPr>
          <p:nvPr/>
        </p:nvSpPr>
        <p:spPr bwMode="auto">
          <a:xfrm>
            <a:off x="685800" y="515938"/>
            <a:ext cx="6934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buFontTx/>
              <a:buBlip>
                <a:blip r:embed="rId2"/>
              </a:buBlip>
            </a:pPr>
            <a:r>
              <a:rPr lang="zh-CN" altLang="en-US" sz="3200">
                <a:latin typeface="宋体" charset="-122"/>
              </a:rPr>
              <a:t> 光栅中狭缝条数越多，明纹越细</a:t>
            </a:r>
            <a:r>
              <a:rPr lang="en-US" altLang="zh-CN" sz="3200"/>
              <a:t>.</a:t>
            </a:r>
          </a:p>
        </p:txBody>
      </p:sp>
      <p:grpSp>
        <p:nvGrpSpPr>
          <p:cNvPr id="107538" name="Group 18"/>
          <p:cNvGrpSpPr>
            <a:grpSpLocks/>
          </p:cNvGrpSpPr>
          <p:nvPr/>
        </p:nvGrpSpPr>
        <p:grpSpPr bwMode="auto">
          <a:xfrm>
            <a:off x="1341438" y="1219200"/>
            <a:ext cx="2620962" cy="1706563"/>
            <a:chOff x="845" y="768"/>
            <a:chExt cx="1651" cy="1075"/>
          </a:xfrm>
        </p:grpSpPr>
        <p:sp>
          <p:nvSpPr>
            <p:cNvPr id="13332" name="Text Box 4"/>
            <p:cNvSpPr txBox="1">
              <a:spLocks noChangeArrowheads="1"/>
            </p:cNvSpPr>
            <p:nvPr/>
          </p:nvSpPr>
          <p:spPr bwMode="auto">
            <a:xfrm>
              <a:off x="1296" y="76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(a)1</a:t>
              </a:r>
              <a:r>
                <a:rPr lang="zh-CN" altLang="en-US" sz="1800">
                  <a:latin typeface="Arial" charset="0"/>
                </a:rPr>
                <a:t>条缝</a:t>
              </a:r>
            </a:p>
          </p:txBody>
        </p:sp>
        <p:pic>
          <p:nvPicPr>
            <p:cNvPr id="13333" name="Picture 12" descr="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5" y="979"/>
              <a:ext cx="1651" cy="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539" name="Group 19"/>
          <p:cNvGrpSpPr>
            <a:grpSpLocks/>
          </p:cNvGrpSpPr>
          <p:nvPr/>
        </p:nvGrpSpPr>
        <p:grpSpPr bwMode="auto">
          <a:xfrm>
            <a:off x="1341438" y="2938463"/>
            <a:ext cx="2620962" cy="1717675"/>
            <a:chOff x="845" y="1851"/>
            <a:chExt cx="1651" cy="1082"/>
          </a:xfrm>
        </p:grpSpPr>
        <p:sp>
          <p:nvSpPr>
            <p:cNvPr id="13330" name="Text Box 8"/>
            <p:cNvSpPr txBox="1">
              <a:spLocks noChangeArrowheads="1"/>
            </p:cNvSpPr>
            <p:nvPr/>
          </p:nvSpPr>
          <p:spPr bwMode="auto">
            <a:xfrm>
              <a:off x="1296" y="1851"/>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(b)2</a:t>
              </a:r>
              <a:r>
                <a:rPr lang="zh-CN" altLang="en-US" sz="1800">
                  <a:latin typeface="Arial" charset="0"/>
                </a:rPr>
                <a:t>条缝</a:t>
              </a:r>
            </a:p>
          </p:txBody>
        </p:sp>
        <p:pic>
          <p:nvPicPr>
            <p:cNvPr id="13331" name="Picture 13" descr="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5" y="2074"/>
              <a:ext cx="1651" cy="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540" name="Group 20"/>
          <p:cNvGrpSpPr>
            <a:grpSpLocks/>
          </p:cNvGrpSpPr>
          <p:nvPr/>
        </p:nvGrpSpPr>
        <p:grpSpPr bwMode="auto">
          <a:xfrm>
            <a:off x="1341438" y="4645025"/>
            <a:ext cx="2620962" cy="1758950"/>
            <a:chOff x="845" y="2926"/>
            <a:chExt cx="1651" cy="1108"/>
          </a:xfrm>
        </p:grpSpPr>
        <p:sp>
          <p:nvSpPr>
            <p:cNvPr id="13328" name="Text Box 7"/>
            <p:cNvSpPr txBox="1">
              <a:spLocks noChangeArrowheads="1"/>
            </p:cNvSpPr>
            <p:nvPr/>
          </p:nvSpPr>
          <p:spPr bwMode="auto">
            <a:xfrm>
              <a:off x="1328" y="2926"/>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(c)3</a:t>
              </a:r>
              <a:r>
                <a:rPr lang="zh-CN" altLang="en-US" sz="1800">
                  <a:latin typeface="Arial" charset="0"/>
                </a:rPr>
                <a:t>条缝</a:t>
              </a:r>
            </a:p>
          </p:txBody>
        </p:sp>
        <p:pic>
          <p:nvPicPr>
            <p:cNvPr id="13329" name="Picture 14" descr="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5" y="3156"/>
              <a:ext cx="1651" cy="8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541" name="Group 21"/>
          <p:cNvGrpSpPr>
            <a:grpSpLocks/>
          </p:cNvGrpSpPr>
          <p:nvPr/>
        </p:nvGrpSpPr>
        <p:grpSpPr bwMode="auto">
          <a:xfrm>
            <a:off x="5718175" y="1219200"/>
            <a:ext cx="2582863" cy="1744663"/>
            <a:chOff x="3602" y="768"/>
            <a:chExt cx="1627" cy="1099"/>
          </a:xfrm>
        </p:grpSpPr>
        <p:sp>
          <p:nvSpPr>
            <p:cNvPr id="13326" name="Text Box 9"/>
            <p:cNvSpPr txBox="1">
              <a:spLocks noChangeArrowheads="1"/>
            </p:cNvSpPr>
            <p:nvPr/>
          </p:nvSpPr>
          <p:spPr bwMode="auto">
            <a:xfrm>
              <a:off x="3984" y="768"/>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(d)5</a:t>
              </a:r>
              <a:r>
                <a:rPr lang="zh-CN" altLang="en-US" sz="1800">
                  <a:latin typeface="Arial" charset="0"/>
                </a:rPr>
                <a:t>条缝</a:t>
              </a:r>
            </a:p>
          </p:txBody>
        </p:sp>
        <p:pic>
          <p:nvPicPr>
            <p:cNvPr id="13327" name="Picture 15" descr="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02" y="979"/>
              <a:ext cx="1627" cy="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542" name="Group 22"/>
          <p:cNvGrpSpPr>
            <a:grpSpLocks/>
          </p:cNvGrpSpPr>
          <p:nvPr/>
        </p:nvGrpSpPr>
        <p:grpSpPr bwMode="auto">
          <a:xfrm>
            <a:off x="5722938" y="2938463"/>
            <a:ext cx="2574925" cy="1711325"/>
            <a:chOff x="3605" y="1851"/>
            <a:chExt cx="1622" cy="1078"/>
          </a:xfrm>
        </p:grpSpPr>
        <p:sp>
          <p:nvSpPr>
            <p:cNvPr id="13324" name="Text Box 6"/>
            <p:cNvSpPr txBox="1">
              <a:spLocks noChangeArrowheads="1"/>
            </p:cNvSpPr>
            <p:nvPr/>
          </p:nvSpPr>
          <p:spPr bwMode="auto">
            <a:xfrm>
              <a:off x="4032" y="1851"/>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(e)6</a:t>
              </a:r>
              <a:r>
                <a:rPr lang="zh-CN" altLang="en-US" sz="1800">
                  <a:latin typeface="Arial" charset="0"/>
                </a:rPr>
                <a:t>条缝</a:t>
              </a:r>
            </a:p>
          </p:txBody>
        </p:sp>
        <p:pic>
          <p:nvPicPr>
            <p:cNvPr id="13325" name="Picture 16" descr="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05" y="2094"/>
              <a:ext cx="1622" cy="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07543" name="Group 23"/>
          <p:cNvGrpSpPr>
            <a:grpSpLocks/>
          </p:cNvGrpSpPr>
          <p:nvPr/>
        </p:nvGrpSpPr>
        <p:grpSpPr bwMode="auto">
          <a:xfrm>
            <a:off x="5727700" y="4643438"/>
            <a:ext cx="2566988" cy="1814512"/>
            <a:chOff x="3608" y="2925"/>
            <a:chExt cx="1617" cy="1143"/>
          </a:xfrm>
        </p:grpSpPr>
        <p:sp>
          <p:nvSpPr>
            <p:cNvPr id="13322" name="Text Box 5"/>
            <p:cNvSpPr txBox="1">
              <a:spLocks noChangeArrowheads="1"/>
            </p:cNvSpPr>
            <p:nvPr/>
          </p:nvSpPr>
          <p:spPr bwMode="auto">
            <a:xfrm>
              <a:off x="4072" y="2925"/>
              <a:ext cx="81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sz="1800">
                  <a:latin typeface="Arial" charset="0"/>
                </a:rPr>
                <a:t>(f)20</a:t>
              </a:r>
              <a:r>
                <a:rPr lang="zh-CN" altLang="en-US" sz="1800">
                  <a:latin typeface="Arial" charset="0"/>
                </a:rPr>
                <a:t>条缝</a:t>
              </a:r>
            </a:p>
          </p:txBody>
        </p:sp>
        <p:pic>
          <p:nvPicPr>
            <p:cNvPr id="13323" name="Picture 17" descr="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08" y="3156"/>
              <a:ext cx="1617" cy="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6558635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07538"/>
                                        </p:tgtEl>
                                        <p:attrNameLst>
                                          <p:attrName>style.visibility</p:attrName>
                                        </p:attrNameLst>
                                      </p:cBhvr>
                                      <p:to>
                                        <p:strVal val="visible"/>
                                      </p:to>
                                    </p:set>
                                    <p:animEffect transition="in" filter="wipe(up)">
                                      <p:cBhvr>
                                        <p:cTn id="7" dur="500"/>
                                        <p:tgtEl>
                                          <p:spTgt spid="107538"/>
                                        </p:tgtEl>
                                      </p:cBhvr>
                                    </p:animEffect>
                                  </p:childTnLst>
                                </p:cTn>
                              </p:par>
                            </p:childTnLst>
                          </p:cTn>
                        </p:par>
                        <p:par>
                          <p:cTn id="8" fill="hold" nodeType="afterGroup">
                            <p:stCondLst>
                              <p:cond delay="500"/>
                            </p:stCondLst>
                            <p:childTnLst>
                              <p:par>
                                <p:cTn id="9" presetID="22" presetClass="entr" presetSubtype="1" fill="hold" nodeType="afterEffect">
                                  <p:stCondLst>
                                    <p:cond delay="3000"/>
                                  </p:stCondLst>
                                  <p:childTnLst>
                                    <p:set>
                                      <p:cBhvr>
                                        <p:cTn id="10" dur="1" fill="hold">
                                          <p:stCondLst>
                                            <p:cond delay="0"/>
                                          </p:stCondLst>
                                        </p:cTn>
                                        <p:tgtEl>
                                          <p:spTgt spid="107539"/>
                                        </p:tgtEl>
                                        <p:attrNameLst>
                                          <p:attrName>style.visibility</p:attrName>
                                        </p:attrNameLst>
                                      </p:cBhvr>
                                      <p:to>
                                        <p:strVal val="visible"/>
                                      </p:to>
                                    </p:set>
                                    <p:animEffect transition="in" filter="wipe(up)">
                                      <p:cBhvr>
                                        <p:cTn id="11" dur="500"/>
                                        <p:tgtEl>
                                          <p:spTgt spid="107539"/>
                                        </p:tgtEl>
                                      </p:cBhvr>
                                    </p:animEffect>
                                  </p:childTnLst>
                                </p:cTn>
                              </p:par>
                            </p:childTnLst>
                          </p:cTn>
                        </p:par>
                        <p:par>
                          <p:cTn id="12" fill="hold" nodeType="afterGroup">
                            <p:stCondLst>
                              <p:cond delay="4000"/>
                            </p:stCondLst>
                            <p:childTnLst>
                              <p:par>
                                <p:cTn id="13" presetID="22" presetClass="entr" presetSubtype="1" fill="hold" nodeType="afterEffect">
                                  <p:stCondLst>
                                    <p:cond delay="3000"/>
                                  </p:stCondLst>
                                  <p:childTnLst>
                                    <p:set>
                                      <p:cBhvr>
                                        <p:cTn id="14" dur="1" fill="hold">
                                          <p:stCondLst>
                                            <p:cond delay="0"/>
                                          </p:stCondLst>
                                        </p:cTn>
                                        <p:tgtEl>
                                          <p:spTgt spid="107540"/>
                                        </p:tgtEl>
                                        <p:attrNameLst>
                                          <p:attrName>style.visibility</p:attrName>
                                        </p:attrNameLst>
                                      </p:cBhvr>
                                      <p:to>
                                        <p:strVal val="visible"/>
                                      </p:to>
                                    </p:set>
                                    <p:animEffect transition="in" filter="wipe(up)">
                                      <p:cBhvr>
                                        <p:cTn id="15" dur="500"/>
                                        <p:tgtEl>
                                          <p:spTgt spid="107540"/>
                                        </p:tgtEl>
                                      </p:cBhvr>
                                    </p:animEffect>
                                  </p:childTnLst>
                                </p:cTn>
                              </p:par>
                            </p:childTnLst>
                          </p:cTn>
                        </p:par>
                        <p:par>
                          <p:cTn id="16" fill="hold" nodeType="afterGroup">
                            <p:stCondLst>
                              <p:cond delay="7500"/>
                            </p:stCondLst>
                            <p:childTnLst>
                              <p:par>
                                <p:cTn id="17" presetID="22" presetClass="entr" presetSubtype="1" fill="hold" nodeType="afterEffect">
                                  <p:stCondLst>
                                    <p:cond delay="3000"/>
                                  </p:stCondLst>
                                  <p:childTnLst>
                                    <p:set>
                                      <p:cBhvr>
                                        <p:cTn id="18" dur="1" fill="hold">
                                          <p:stCondLst>
                                            <p:cond delay="0"/>
                                          </p:stCondLst>
                                        </p:cTn>
                                        <p:tgtEl>
                                          <p:spTgt spid="107541"/>
                                        </p:tgtEl>
                                        <p:attrNameLst>
                                          <p:attrName>style.visibility</p:attrName>
                                        </p:attrNameLst>
                                      </p:cBhvr>
                                      <p:to>
                                        <p:strVal val="visible"/>
                                      </p:to>
                                    </p:set>
                                    <p:animEffect transition="in" filter="wipe(up)">
                                      <p:cBhvr>
                                        <p:cTn id="19" dur="500"/>
                                        <p:tgtEl>
                                          <p:spTgt spid="107541"/>
                                        </p:tgtEl>
                                      </p:cBhvr>
                                    </p:animEffect>
                                  </p:childTnLst>
                                </p:cTn>
                              </p:par>
                            </p:childTnLst>
                          </p:cTn>
                        </p:par>
                        <p:par>
                          <p:cTn id="20" fill="hold" nodeType="afterGroup">
                            <p:stCondLst>
                              <p:cond delay="11000"/>
                            </p:stCondLst>
                            <p:childTnLst>
                              <p:par>
                                <p:cTn id="21" presetID="22" presetClass="entr" presetSubtype="1" fill="hold" nodeType="afterEffect">
                                  <p:stCondLst>
                                    <p:cond delay="3000"/>
                                  </p:stCondLst>
                                  <p:childTnLst>
                                    <p:set>
                                      <p:cBhvr>
                                        <p:cTn id="22" dur="1" fill="hold">
                                          <p:stCondLst>
                                            <p:cond delay="0"/>
                                          </p:stCondLst>
                                        </p:cTn>
                                        <p:tgtEl>
                                          <p:spTgt spid="107542"/>
                                        </p:tgtEl>
                                        <p:attrNameLst>
                                          <p:attrName>style.visibility</p:attrName>
                                        </p:attrNameLst>
                                      </p:cBhvr>
                                      <p:to>
                                        <p:strVal val="visible"/>
                                      </p:to>
                                    </p:set>
                                    <p:animEffect transition="in" filter="wipe(up)">
                                      <p:cBhvr>
                                        <p:cTn id="23" dur="500"/>
                                        <p:tgtEl>
                                          <p:spTgt spid="107542"/>
                                        </p:tgtEl>
                                      </p:cBhvr>
                                    </p:animEffect>
                                  </p:childTnLst>
                                </p:cTn>
                              </p:par>
                            </p:childTnLst>
                          </p:cTn>
                        </p:par>
                        <p:par>
                          <p:cTn id="24" fill="hold" nodeType="afterGroup">
                            <p:stCondLst>
                              <p:cond delay="14500"/>
                            </p:stCondLst>
                            <p:childTnLst>
                              <p:par>
                                <p:cTn id="25" presetID="22" presetClass="entr" presetSubtype="1" fill="hold" nodeType="afterEffect">
                                  <p:stCondLst>
                                    <p:cond delay="3000"/>
                                  </p:stCondLst>
                                  <p:childTnLst>
                                    <p:set>
                                      <p:cBhvr>
                                        <p:cTn id="26" dur="1" fill="hold">
                                          <p:stCondLst>
                                            <p:cond delay="0"/>
                                          </p:stCondLst>
                                        </p:cTn>
                                        <p:tgtEl>
                                          <p:spTgt spid="107543"/>
                                        </p:tgtEl>
                                        <p:attrNameLst>
                                          <p:attrName>style.visibility</p:attrName>
                                        </p:attrNameLst>
                                      </p:cBhvr>
                                      <p:to>
                                        <p:strVal val="visible"/>
                                      </p:to>
                                    </p:set>
                                    <p:animEffect transition="in" filter="wipe(up)">
                                      <p:cBhvr>
                                        <p:cTn id="27" dur="500"/>
                                        <p:tgtEl>
                                          <p:spTgt spid="1075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bwMode="auto">
          <a:xfrm>
            <a:off x="2777383" y="4605134"/>
            <a:ext cx="3076486" cy="906903"/>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2800" b="1" i="0" u="none" strike="noStrike" cap="none" normalizeH="0" baseline="0" smtClean="0">
              <a:ln>
                <a:noFill/>
              </a:ln>
              <a:solidFill>
                <a:schemeClr val="tx1"/>
              </a:solidFill>
              <a:effectLst/>
              <a:latin typeface="Times New Roman" pitchFamily="18" charset="0"/>
              <a:ea typeface="宋体" pitchFamily="2" charset="-122"/>
            </a:endParaRPr>
          </a:p>
        </p:txBody>
      </p:sp>
      <p:sp>
        <p:nvSpPr>
          <p:cNvPr id="14338" name="灯片编号占位符 3"/>
          <p:cNvSpPr>
            <a:spLocks noGrp="1"/>
          </p:cNvSpPr>
          <p:nvPr>
            <p:ph type="sldNum" sz="quarter" idx="12"/>
          </p:nvPr>
        </p:nvSpPr>
        <p:spPr>
          <a:xfrm>
            <a:off x="6411913" y="6149546"/>
            <a:ext cx="1905000" cy="457200"/>
          </a:xfrm>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942C43FF-52F5-4EC5-86DE-83880442D260}" type="slidenum">
              <a:rPr lang="zh-CN" altLang="en-US" sz="1400" b="0">
                <a:solidFill>
                  <a:schemeClr val="bg2"/>
                </a:solidFill>
              </a:rPr>
              <a:pPr/>
              <a:t>25</a:t>
            </a:fld>
            <a:endParaRPr lang="en-US" altLang="zh-CN" sz="1400" b="0">
              <a:solidFill>
                <a:schemeClr val="bg2"/>
              </a:solidFill>
            </a:endParaRPr>
          </a:p>
        </p:txBody>
      </p:sp>
      <p:sp>
        <p:nvSpPr>
          <p:cNvPr id="14342" name="Text Box 14"/>
          <p:cNvSpPr txBox="1">
            <a:spLocks noChangeArrowheads="1"/>
          </p:cNvSpPr>
          <p:nvPr/>
        </p:nvSpPr>
        <p:spPr bwMode="auto">
          <a:xfrm>
            <a:off x="596900" y="723900"/>
            <a:ext cx="81534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buFontTx/>
              <a:buBlip>
                <a:blip r:embed="rId2"/>
              </a:buBlip>
            </a:pPr>
            <a:r>
              <a:rPr lang="zh-CN" altLang="en-US" dirty="0"/>
              <a:t> </a:t>
            </a:r>
            <a:r>
              <a:rPr lang="zh-CN" altLang="en-US" dirty="0" smtClean="0"/>
              <a:t>若某束衍射光线的衍射角满足光栅方程的同时，也满足单缝衍射的暗条纹条件：</a:t>
            </a:r>
            <a:endParaRPr lang="en-US" altLang="zh-CN" dirty="0" smtClean="0"/>
          </a:p>
        </p:txBody>
      </p:sp>
      <p:sp>
        <p:nvSpPr>
          <p:cNvPr id="2" name="文本框 1"/>
          <p:cNvSpPr txBox="1"/>
          <p:nvPr/>
        </p:nvSpPr>
        <p:spPr>
          <a:xfrm>
            <a:off x="2713396" y="2192356"/>
            <a:ext cx="5233945" cy="1015663"/>
          </a:xfrm>
          <a:prstGeom prst="rect">
            <a:avLst/>
          </a:prstGeom>
          <a:noFill/>
        </p:spPr>
        <p:txBody>
          <a:bodyPr wrap="square" rtlCol="0">
            <a:spAutoFit/>
          </a:bodyPr>
          <a:lstStyle/>
          <a:p>
            <a:r>
              <a:rPr lang="en-US" altLang="zh-CN" sz="3000" dirty="0" smtClean="0"/>
              <a:t>(</a:t>
            </a:r>
            <a:r>
              <a:rPr lang="en-US" altLang="zh-CN" sz="3000" i="1" dirty="0" err="1" smtClean="0"/>
              <a:t>b+b</a:t>
            </a:r>
            <a:r>
              <a:rPr lang="en-US" altLang="zh-CN" sz="3000" i="1" dirty="0" smtClean="0">
                <a:latin typeface="RM Pro" panose="00000400000000000000" pitchFamily="2" charset="0"/>
              </a:rPr>
              <a:t>’ </a:t>
            </a:r>
            <a:r>
              <a:rPr lang="en-US" altLang="zh-CN" sz="3000" dirty="0" smtClean="0"/>
              <a:t>) sin </a:t>
            </a:r>
            <a:r>
              <a:rPr lang="en-US" altLang="zh-CN" sz="3000" i="1" dirty="0" smtClean="0">
                <a:sym typeface="Symbol" panose="05050102010706020507" pitchFamily="18" charset="2"/>
              </a:rPr>
              <a:t></a:t>
            </a:r>
            <a:r>
              <a:rPr lang="en-US" altLang="zh-CN" sz="3000" dirty="0" smtClean="0">
                <a:sym typeface="Symbol" panose="05050102010706020507" pitchFamily="18" charset="2"/>
              </a:rPr>
              <a:t> =  </a:t>
            </a:r>
            <a:r>
              <a:rPr lang="en-US" altLang="zh-CN" sz="3000" i="1" dirty="0" smtClean="0">
                <a:sym typeface="Symbol" panose="05050102010706020507" pitchFamily="18" charset="2"/>
              </a:rPr>
              <a:t>k</a:t>
            </a:r>
          </a:p>
          <a:p>
            <a:r>
              <a:rPr lang="en-US" altLang="zh-CN" sz="3000" i="1" dirty="0" smtClean="0"/>
              <a:t>b</a:t>
            </a:r>
            <a:r>
              <a:rPr lang="en-US" altLang="zh-CN" sz="3000" dirty="0" smtClean="0"/>
              <a:t> </a:t>
            </a:r>
            <a:r>
              <a:rPr lang="en-US" altLang="zh-CN" sz="3000" dirty="0"/>
              <a:t>sin </a:t>
            </a:r>
            <a:r>
              <a:rPr lang="en-US" altLang="zh-CN" sz="3000" i="1" dirty="0">
                <a:sym typeface="Symbol" panose="05050102010706020507" pitchFamily="18" charset="2"/>
              </a:rPr>
              <a:t></a:t>
            </a:r>
            <a:r>
              <a:rPr lang="en-US" altLang="zh-CN" sz="3000" dirty="0">
                <a:sym typeface="Symbol" panose="05050102010706020507" pitchFamily="18" charset="2"/>
              </a:rPr>
              <a:t> =  </a:t>
            </a:r>
            <a:r>
              <a:rPr lang="en-US" altLang="zh-CN" sz="3000" i="1" dirty="0" smtClean="0">
                <a:sym typeface="Symbol" panose="05050102010706020507" pitchFamily="18" charset="2"/>
              </a:rPr>
              <a:t>k</a:t>
            </a:r>
            <a:r>
              <a:rPr lang="en-US" altLang="zh-CN" sz="3000" i="1" dirty="0" smtClean="0">
                <a:latin typeface="RM Pro" panose="00000400000000000000" pitchFamily="2" charset="0"/>
              </a:rPr>
              <a:t>’ </a:t>
            </a:r>
            <a:r>
              <a:rPr lang="en-US" altLang="zh-CN" sz="3000" i="1" dirty="0" smtClean="0">
                <a:sym typeface="Symbol" panose="05050102010706020507" pitchFamily="18" charset="2"/>
              </a:rPr>
              <a:t></a:t>
            </a:r>
            <a:endParaRPr lang="en-US" altLang="zh-CN" sz="3000" i="1" dirty="0">
              <a:sym typeface="Symbol" panose="05050102010706020507" pitchFamily="18" charset="2"/>
            </a:endParaRPr>
          </a:p>
        </p:txBody>
      </p:sp>
      <p:sp>
        <p:nvSpPr>
          <p:cNvPr id="3" name="文本框 2"/>
          <p:cNvSpPr txBox="1"/>
          <p:nvPr/>
        </p:nvSpPr>
        <p:spPr>
          <a:xfrm>
            <a:off x="1016962" y="3436723"/>
            <a:ext cx="7080832" cy="954107"/>
          </a:xfrm>
          <a:prstGeom prst="rect">
            <a:avLst/>
          </a:prstGeom>
          <a:noFill/>
        </p:spPr>
        <p:txBody>
          <a:bodyPr wrap="square" rtlCol="0">
            <a:spAutoFit/>
          </a:bodyPr>
          <a:lstStyle/>
          <a:p>
            <a:r>
              <a:rPr lang="zh-CN" altLang="en-US" dirty="0" smtClean="0"/>
              <a:t>则虽然满足光栅方程，但相应的主极大明条纹不存在，这种现象称为衍射光谱的</a:t>
            </a:r>
            <a:r>
              <a:rPr lang="zh-CN" altLang="en-US" dirty="0" smtClean="0">
                <a:solidFill>
                  <a:srgbClr val="FF0000"/>
                </a:solidFill>
              </a:rPr>
              <a:t>缺级</a:t>
            </a:r>
            <a:r>
              <a:rPr lang="zh-CN" altLang="en-US" dirty="0" smtClean="0"/>
              <a:t>。</a:t>
            </a:r>
            <a:endParaRPr lang="zh-CN" altLang="en-US" dirty="0"/>
          </a:p>
        </p:txBody>
      </p:sp>
      <mc:AlternateContent xmlns:mc="http://schemas.openxmlformats.org/markup-compatibility/2006" xmlns:a14="http://schemas.microsoft.com/office/drawing/2010/main">
        <mc:Choice Requires="a14">
          <p:sp>
            <p:nvSpPr>
              <p:cNvPr id="5" name="文本框 4"/>
              <p:cNvSpPr txBox="1"/>
              <p:nvPr/>
            </p:nvSpPr>
            <p:spPr>
              <a:xfrm>
                <a:off x="3225114" y="4605134"/>
                <a:ext cx="2105255" cy="84221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𝒌</m:t>
                      </m:r>
                      <m:r>
                        <a:rPr lang="en-US" altLang="zh-CN" b="1" i="1" smtClean="0">
                          <a:latin typeface="Cambria Math" panose="02040503050406030204" pitchFamily="18" charset="0"/>
                        </a:rPr>
                        <m:t>=</m:t>
                      </m:r>
                      <m:r>
                        <a:rPr lang="en-US" altLang="zh-CN" b="1" i="1" smtClean="0">
                          <a:latin typeface="Cambria Math" panose="02040503050406030204" pitchFamily="18" charset="0"/>
                        </a:rPr>
                        <m:t>𝒌</m:t>
                      </m:r>
                      <m:r>
                        <a:rPr lang="en-US" altLang="zh-CN" b="1" i="1" smtClean="0">
                          <a:latin typeface="Cambria Math" panose="02040503050406030204" pitchFamily="18" charset="0"/>
                        </a:rPr>
                        <m:t>′</m:t>
                      </m:r>
                      <m:f>
                        <m:fPr>
                          <m:ctrlPr>
                            <a:rPr lang="en-US" altLang="zh-CN" i="1" smtClean="0">
                              <a:latin typeface="Cambria Math" panose="02040503050406030204" pitchFamily="18" charset="0"/>
                            </a:rPr>
                          </m:ctrlPr>
                        </m:fPr>
                        <m:num>
                          <m:r>
                            <a:rPr lang="en-US" altLang="zh-CN" b="1" i="1" smtClean="0">
                              <a:latin typeface="Cambria Math" panose="02040503050406030204" pitchFamily="18" charset="0"/>
                            </a:rPr>
                            <m:t>𝒃</m:t>
                          </m:r>
                          <m:r>
                            <a:rPr lang="en-US" altLang="zh-CN" b="1" i="1" smtClean="0">
                              <a:latin typeface="Cambria Math" panose="02040503050406030204" pitchFamily="18" charset="0"/>
                            </a:rPr>
                            <m:t>+</m:t>
                          </m:r>
                          <m:r>
                            <a:rPr lang="en-US" altLang="zh-CN" b="1" i="1" smtClean="0">
                              <a:latin typeface="Cambria Math" panose="02040503050406030204" pitchFamily="18" charset="0"/>
                            </a:rPr>
                            <m:t>𝒃</m:t>
                          </m:r>
                          <m:r>
                            <a:rPr lang="en-US" altLang="zh-CN" b="1" i="1" smtClean="0">
                              <a:latin typeface="Cambria Math" panose="02040503050406030204" pitchFamily="18" charset="0"/>
                            </a:rPr>
                            <m:t>′</m:t>
                          </m:r>
                        </m:num>
                        <m:den>
                          <m:r>
                            <a:rPr lang="en-US" altLang="zh-CN" b="1" i="1" smtClean="0">
                              <a:latin typeface="Cambria Math" panose="02040503050406030204" pitchFamily="18" charset="0"/>
                            </a:rPr>
                            <m:t>𝒃</m:t>
                          </m:r>
                        </m:den>
                      </m:f>
                    </m:oMath>
                  </m:oMathPara>
                </a14:m>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3225114" y="4605134"/>
                <a:ext cx="2105255" cy="842218"/>
              </a:xfrm>
              <a:prstGeom prst="rect">
                <a:avLst/>
              </a:prstGeom>
              <a:blipFill rotWithShape="0">
                <a:blip r:embed="rId3"/>
                <a:stretch>
                  <a:fillRect/>
                </a:stretch>
              </a:blipFill>
            </p:spPr>
            <p:txBody>
              <a:bodyPr/>
              <a:lstStyle/>
              <a:p>
                <a:r>
                  <a:rPr lang="zh-CN" altLang="en-US">
                    <a:noFill/>
                  </a:rPr>
                  <a:t> </a:t>
                </a:r>
              </a:p>
            </p:txBody>
          </p:sp>
        </mc:Fallback>
      </mc:AlternateContent>
      <p:sp>
        <p:nvSpPr>
          <p:cNvPr id="4" name="矩形 3"/>
          <p:cNvSpPr/>
          <p:nvPr/>
        </p:nvSpPr>
        <p:spPr>
          <a:xfrm>
            <a:off x="6033249" y="4764633"/>
            <a:ext cx="1627369" cy="523220"/>
          </a:xfrm>
          <a:prstGeom prst="rect">
            <a:avLst/>
          </a:prstGeom>
        </p:spPr>
        <p:txBody>
          <a:bodyPr wrap="none">
            <a:spAutoFit/>
          </a:bodyPr>
          <a:lstStyle/>
          <a:p>
            <a:r>
              <a:rPr lang="zh-CN" altLang="en-US" dirty="0" smtClean="0">
                <a:solidFill>
                  <a:srgbClr val="FF0000"/>
                </a:solidFill>
              </a:rPr>
              <a:t>缺级条件</a:t>
            </a:r>
            <a:endParaRPr lang="zh-CN" altLang="en-US" dirty="0"/>
          </a:p>
        </p:txBody>
      </p:sp>
    </p:spTree>
    <p:extLst>
      <p:ext uri="{BB962C8B-B14F-4D97-AF65-F5344CB8AC3E}">
        <p14:creationId xmlns:p14="http://schemas.microsoft.com/office/powerpoint/2010/main" val="3014359310"/>
      </p:ext>
    </p:extLst>
  </p:cSld>
  <p:clrMapOvr>
    <a:masterClrMapping/>
  </p:clrMapOvr>
  <p:transition>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C1A34A94-2FF4-4463-B2CD-EF99826EE11B}" type="slidenum">
              <a:rPr lang="zh-CN" altLang="en-US" sz="1400" b="0">
                <a:solidFill>
                  <a:schemeClr val="bg2"/>
                </a:solidFill>
              </a:rPr>
              <a:pPr/>
              <a:t>26</a:t>
            </a:fld>
            <a:endParaRPr lang="en-US" altLang="zh-CN" sz="1400" b="0">
              <a:solidFill>
                <a:schemeClr val="bg2"/>
              </a:solidFill>
            </a:endParaRPr>
          </a:p>
        </p:txBody>
      </p:sp>
      <p:sp>
        <p:nvSpPr>
          <p:cNvPr id="15363" name="Text Box 2"/>
          <p:cNvSpPr txBox="1">
            <a:spLocks noChangeArrowheads="1"/>
          </p:cNvSpPr>
          <p:nvPr/>
        </p:nvSpPr>
        <p:spPr bwMode="auto">
          <a:xfrm>
            <a:off x="1235075" y="1379538"/>
            <a:ext cx="6172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latin typeface="宋体" charset="-122"/>
              </a:rPr>
              <a:t>入射光为</a:t>
            </a:r>
            <a:r>
              <a:rPr lang="zh-CN" altLang="en-US">
                <a:solidFill>
                  <a:srgbClr val="CC0000"/>
                </a:solidFill>
                <a:latin typeface="宋体" charset="-122"/>
              </a:rPr>
              <a:t>白光</a:t>
            </a:r>
            <a:r>
              <a:rPr lang="zh-CN" altLang="en-US">
                <a:latin typeface="宋体" charset="-122"/>
              </a:rPr>
              <a:t>时，形成</a:t>
            </a:r>
            <a:r>
              <a:rPr lang="zh-CN" altLang="en-US">
                <a:solidFill>
                  <a:srgbClr val="CC0000"/>
                </a:solidFill>
                <a:latin typeface="宋体" charset="-122"/>
              </a:rPr>
              <a:t>彩色光谱</a:t>
            </a:r>
            <a:r>
              <a:rPr lang="en-US" altLang="zh-CN"/>
              <a:t>.</a:t>
            </a:r>
          </a:p>
        </p:txBody>
      </p:sp>
      <p:sp>
        <p:nvSpPr>
          <p:cNvPr id="15364" name="Text Box 3"/>
          <p:cNvSpPr txBox="1">
            <a:spLocks noChangeArrowheads="1"/>
          </p:cNvSpPr>
          <p:nvPr/>
        </p:nvSpPr>
        <p:spPr bwMode="auto">
          <a:xfrm>
            <a:off x="611188" y="660400"/>
            <a:ext cx="3429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0000FF"/>
                </a:solidFill>
                <a:latin typeface="Arial" charset="0"/>
              </a:rPr>
              <a:t>三、衍射光谱</a:t>
            </a:r>
          </a:p>
        </p:txBody>
      </p:sp>
      <p:sp>
        <p:nvSpPr>
          <p:cNvPr id="15365" name="Line 7"/>
          <p:cNvSpPr>
            <a:spLocks noChangeShapeType="1"/>
          </p:cNvSpPr>
          <p:nvPr/>
        </p:nvSpPr>
        <p:spPr bwMode="auto">
          <a:xfrm>
            <a:off x="1008063" y="4814888"/>
            <a:ext cx="6778625" cy="0"/>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6" name="Line 9"/>
          <p:cNvSpPr>
            <a:spLocks noChangeShapeType="1"/>
          </p:cNvSpPr>
          <p:nvPr/>
        </p:nvSpPr>
        <p:spPr bwMode="auto">
          <a:xfrm flipH="1" flipV="1">
            <a:off x="2114550" y="3021013"/>
            <a:ext cx="0" cy="1795462"/>
          </a:xfrm>
          <a:prstGeom prst="line">
            <a:avLst/>
          </a:prstGeom>
          <a:noFill/>
          <a:ln w="1270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7" name="Line 10"/>
          <p:cNvSpPr>
            <a:spLocks noChangeShapeType="1"/>
          </p:cNvSpPr>
          <p:nvPr/>
        </p:nvSpPr>
        <p:spPr bwMode="auto">
          <a:xfrm>
            <a:off x="3071813" y="4678363"/>
            <a:ext cx="0" cy="138112"/>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8" name="Line 11"/>
          <p:cNvSpPr>
            <a:spLocks noChangeShapeType="1"/>
          </p:cNvSpPr>
          <p:nvPr/>
        </p:nvSpPr>
        <p:spPr bwMode="auto">
          <a:xfrm>
            <a:off x="4048125" y="4678363"/>
            <a:ext cx="0" cy="138112"/>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69" name="Line 12"/>
          <p:cNvSpPr>
            <a:spLocks noChangeShapeType="1"/>
          </p:cNvSpPr>
          <p:nvPr/>
        </p:nvSpPr>
        <p:spPr bwMode="auto">
          <a:xfrm>
            <a:off x="5033963" y="4678363"/>
            <a:ext cx="0" cy="138112"/>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13"/>
          <p:cNvSpPr>
            <a:spLocks noChangeShapeType="1"/>
          </p:cNvSpPr>
          <p:nvPr/>
        </p:nvSpPr>
        <p:spPr bwMode="auto">
          <a:xfrm>
            <a:off x="1312863" y="4678363"/>
            <a:ext cx="0" cy="138112"/>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5371" name="Object 14"/>
          <p:cNvGraphicFramePr>
            <a:graphicFrameLocks noChangeAspect="1"/>
          </p:cNvGraphicFramePr>
          <p:nvPr/>
        </p:nvGraphicFramePr>
        <p:xfrm>
          <a:off x="7418388" y="4368800"/>
          <a:ext cx="811212" cy="377825"/>
        </p:xfrm>
        <a:graphic>
          <a:graphicData uri="http://schemas.openxmlformats.org/presentationml/2006/ole">
            <mc:AlternateContent xmlns:mc="http://schemas.openxmlformats.org/markup-compatibility/2006">
              <mc:Choice xmlns:v="urn:schemas-microsoft-com:vml" Requires="v">
                <p:oleObj spid="_x0000_s147482" name="公式" r:id="rId3" imgW="507780" imgH="253890" progId="Equation.3">
                  <p:embed/>
                </p:oleObj>
              </mc:Choice>
              <mc:Fallback>
                <p:oleObj name="公式" r:id="rId3" imgW="507780" imgH="25389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18388" y="4368800"/>
                        <a:ext cx="811212" cy="377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2" name="Object 15"/>
          <p:cNvGraphicFramePr>
            <a:graphicFrameLocks noChangeAspect="1"/>
          </p:cNvGraphicFramePr>
          <p:nvPr/>
        </p:nvGraphicFramePr>
        <p:xfrm>
          <a:off x="1966913" y="4884738"/>
          <a:ext cx="301625" cy="414337"/>
        </p:xfrm>
        <a:graphic>
          <a:graphicData uri="http://schemas.openxmlformats.org/presentationml/2006/ole">
            <mc:AlternateContent xmlns:mc="http://schemas.openxmlformats.org/markup-compatibility/2006">
              <mc:Choice xmlns:v="urn:schemas-microsoft-com:vml" Requires="v">
                <p:oleObj spid="_x0000_s147483" name="Equation" r:id="rId5" imgW="164957" imgH="241091" progId="Equation.3">
                  <p:embed/>
                </p:oleObj>
              </mc:Choice>
              <mc:Fallback>
                <p:oleObj name="Equation" r:id="rId5" imgW="164957" imgH="241091"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66913" y="4884738"/>
                        <a:ext cx="301625"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73" name="Object 16"/>
          <p:cNvGraphicFramePr>
            <a:graphicFrameLocks noChangeAspect="1"/>
          </p:cNvGraphicFramePr>
          <p:nvPr/>
        </p:nvGraphicFramePr>
        <p:xfrm>
          <a:off x="1819275" y="2814638"/>
          <a:ext cx="319088" cy="414337"/>
        </p:xfrm>
        <a:graphic>
          <a:graphicData uri="http://schemas.openxmlformats.org/presentationml/2006/ole">
            <mc:AlternateContent xmlns:mc="http://schemas.openxmlformats.org/markup-compatibility/2006">
              <mc:Choice xmlns:v="urn:schemas-microsoft-com:vml" Requires="v">
                <p:oleObj spid="_x0000_s147484" name="Equation" r:id="rId7" imgW="165028" imgH="228501" progId="Equation.3">
                  <p:embed/>
                </p:oleObj>
              </mc:Choice>
              <mc:Fallback>
                <p:oleObj name="Equation" r:id="rId7" imgW="165028" imgH="228501"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19275" y="2814638"/>
                        <a:ext cx="319088" cy="414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4" name="Line 17"/>
          <p:cNvSpPr>
            <a:spLocks noChangeShapeType="1"/>
          </p:cNvSpPr>
          <p:nvPr/>
        </p:nvSpPr>
        <p:spPr bwMode="auto">
          <a:xfrm>
            <a:off x="6011863" y="4641850"/>
            <a:ext cx="0" cy="138113"/>
          </a:xfrm>
          <a:prstGeom prst="line">
            <a:avLst/>
          </a:prstGeom>
          <a:noFill/>
          <a:ln w="12700">
            <a:solidFill>
              <a:schemeClr val="tx1"/>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09617" name="Object 49"/>
          <p:cNvGraphicFramePr>
            <a:graphicFrameLocks noChangeAspect="1"/>
          </p:cNvGraphicFramePr>
          <p:nvPr/>
        </p:nvGraphicFramePr>
        <p:xfrm>
          <a:off x="917575" y="4779963"/>
          <a:ext cx="976313" cy="882650"/>
        </p:xfrm>
        <a:graphic>
          <a:graphicData uri="http://schemas.openxmlformats.org/presentationml/2006/ole">
            <mc:AlternateContent xmlns:mc="http://schemas.openxmlformats.org/markup-compatibility/2006">
              <mc:Choice xmlns:v="urn:schemas-microsoft-com:vml" Requires="v">
                <p:oleObj spid="_x0000_s147485" name="Equation" r:id="rId9" imgW="485699" imgH="380970" progId="Equation.3">
                  <p:embed/>
                </p:oleObj>
              </mc:Choice>
              <mc:Fallback>
                <p:oleObj name="Equation" r:id="rId9" imgW="485699" imgH="38097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7575" y="4779963"/>
                        <a:ext cx="976313" cy="882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9645" name="Group 77"/>
          <p:cNvGrpSpPr>
            <a:grpSpLocks/>
          </p:cNvGrpSpPr>
          <p:nvPr/>
        </p:nvGrpSpPr>
        <p:grpSpPr bwMode="auto">
          <a:xfrm>
            <a:off x="2616200" y="2708275"/>
            <a:ext cx="2193925" cy="2728913"/>
            <a:chOff x="1648" y="1706"/>
            <a:chExt cx="1382" cy="1719"/>
          </a:xfrm>
        </p:grpSpPr>
        <p:grpSp>
          <p:nvGrpSpPr>
            <p:cNvPr id="15408" name="Group 56"/>
            <p:cNvGrpSpPr>
              <a:grpSpLocks/>
            </p:cNvGrpSpPr>
            <p:nvPr/>
          </p:nvGrpSpPr>
          <p:grpSpPr bwMode="auto">
            <a:xfrm>
              <a:off x="1992" y="1706"/>
              <a:ext cx="491" cy="348"/>
              <a:chOff x="1859" y="1706"/>
              <a:chExt cx="491" cy="348"/>
            </a:xfrm>
          </p:grpSpPr>
          <p:sp>
            <p:nvSpPr>
              <p:cNvPr id="15419" name="Rectangle 19"/>
              <p:cNvSpPr>
                <a:spLocks noChangeArrowheads="1"/>
              </p:cNvSpPr>
              <p:nvPr/>
            </p:nvSpPr>
            <p:spPr bwMode="auto">
              <a:xfrm>
                <a:off x="1859" y="1706"/>
                <a:ext cx="450" cy="313"/>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420" name="Rectangle 20"/>
              <p:cNvSpPr>
                <a:spLocks noChangeArrowheads="1"/>
              </p:cNvSpPr>
              <p:nvPr/>
            </p:nvSpPr>
            <p:spPr bwMode="auto">
              <a:xfrm>
                <a:off x="2268" y="1706"/>
                <a:ext cx="82" cy="3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grpSp>
          <p:nvGrpSpPr>
            <p:cNvPr id="15409" name="Group 74"/>
            <p:cNvGrpSpPr>
              <a:grpSpLocks/>
            </p:cNvGrpSpPr>
            <p:nvPr/>
          </p:nvGrpSpPr>
          <p:grpSpPr bwMode="auto">
            <a:xfrm>
              <a:off x="1648" y="2098"/>
              <a:ext cx="1382" cy="1327"/>
              <a:chOff x="1648" y="2098"/>
              <a:chExt cx="1382" cy="1327"/>
            </a:xfrm>
          </p:grpSpPr>
          <p:grpSp>
            <p:nvGrpSpPr>
              <p:cNvPr id="15410" name="Group 30"/>
              <p:cNvGrpSpPr>
                <a:grpSpLocks/>
              </p:cNvGrpSpPr>
              <p:nvPr/>
            </p:nvGrpSpPr>
            <p:grpSpPr bwMode="auto">
              <a:xfrm>
                <a:off x="1648" y="3053"/>
                <a:ext cx="1382" cy="372"/>
                <a:chOff x="1440" y="3454"/>
                <a:chExt cx="1488" cy="410"/>
              </a:xfrm>
            </p:grpSpPr>
            <p:sp>
              <p:nvSpPr>
                <p:cNvPr id="15417" name="AutoShape 31"/>
                <p:cNvSpPr>
                  <a:spLocks/>
                </p:cNvSpPr>
                <p:nvPr/>
              </p:nvSpPr>
              <p:spPr bwMode="auto">
                <a:xfrm rot="-5452233">
                  <a:off x="1966" y="3263"/>
                  <a:ext cx="98" cy="480"/>
                </a:xfrm>
                <a:prstGeom prst="leftBrace">
                  <a:avLst>
                    <a:gd name="adj1" fmla="val 40816"/>
                    <a:gd name="adj2" fmla="val 50000"/>
                  </a:avLst>
                </a:prstGeom>
                <a:noFill/>
                <a:ln w="19050">
                  <a:solidFill>
                    <a:schemeClr val="tx1"/>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418" name="Text Box 32"/>
                <p:cNvSpPr txBox="1">
                  <a:spLocks noChangeArrowheads="1"/>
                </p:cNvSpPr>
                <p:nvPr/>
              </p:nvSpPr>
              <p:spPr bwMode="auto">
                <a:xfrm>
                  <a:off x="1440" y="3503"/>
                  <a:ext cx="148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一级光谱</a:t>
                  </a:r>
                </a:p>
              </p:txBody>
            </p:sp>
          </p:grpSp>
          <p:grpSp>
            <p:nvGrpSpPr>
              <p:cNvPr id="15411" name="Group 72"/>
              <p:cNvGrpSpPr>
                <a:grpSpLocks/>
              </p:cNvGrpSpPr>
              <p:nvPr/>
            </p:nvGrpSpPr>
            <p:grpSpPr bwMode="auto">
              <a:xfrm>
                <a:off x="1960" y="2098"/>
                <a:ext cx="471" cy="914"/>
                <a:chOff x="1960" y="2098"/>
                <a:chExt cx="471" cy="914"/>
              </a:xfrm>
            </p:grpSpPr>
            <p:sp>
              <p:nvSpPr>
                <p:cNvPr id="15412" name="Freeform 41"/>
                <p:cNvSpPr>
                  <a:spLocks/>
                </p:cNvSpPr>
                <p:nvPr/>
              </p:nvSpPr>
              <p:spPr bwMode="auto">
                <a:xfrm>
                  <a:off x="2317" y="2099"/>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3" name="Freeform 42"/>
                <p:cNvSpPr>
                  <a:spLocks/>
                </p:cNvSpPr>
                <p:nvPr/>
              </p:nvSpPr>
              <p:spPr bwMode="auto">
                <a:xfrm>
                  <a:off x="2049" y="2099"/>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4" name="Freeform 43"/>
                <p:cNvSpPr>
                  <a:spLocks/>
                </p:cNvSpPr>
                <p:nvPr/>
              </p:nvSpPr>
              <p:spPr bwMode="auto">
                <a:xfrm>
                  <a:off x="2138" y="2099"/>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5" name="Freeform 44"/>
                <p:cNvSpPr>
                  <a:spLocks/>
                </p:cNvSpPr>
                <p:nvPr/>
              </p:nvSpPr>
              <p:spPr bwMode="auto">
                <a:xfrm>
                  <a:off x="2227" y="2099"/>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6" name="Freeform 50"/>
                <p:cNvSpPr>
                  <a:spLocks/>
                </p:cNvSpPr>
                <p:nvPr/>
              </p:nvSpPr>
              <p:spPr bwMode="auto">
                <a:xfrm>
                  <a:off x="1960" y="2098"/>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9900CC"/>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
        <p:nvSpPr>
          <p:cNvPr id="109621" name="Freeform 53"/>
          <p:cNvSpPr>
            <a:spLocks/>
          </p:cNvSpPr>
          <p:nvPr/>
        </p:nvSpPr>
        <p:spPr bwMode="auto">
          <a:xfrm>
            <a:off x="1095375" y="3330575"/>
            <a:ext cx="180975" cy="1449388"/>
          </a:xfrm>
          <a:custGeom>
            <a:avLst/>
            <a:gdLst>
              <a:gd name="T0" fmla="*/ 0 w 192"/>
              <a:gd name="T1" fmla="*/ 1449388 h 1152"/>
              <a:gd name="T2" fmla="*/ 90488 w 192"/>
              <a:gd name="T3" fmla="*/ 0 h 1152"/>
              <a:gd name="T4" fmla="*/ 180975 w 192"/>
              <a:gd name="T5" fmla="*/ 1449388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9900CC"/>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8" name="Freeform 55"/>
          <p:cNvSpPr>
            <a:spLocks/>
          </p:cNvSpPr>
          <p:nvPr/>
        </p:nvSpPr>
        <p:spPr bwMode="auto">
          <a:xfrm>
            <a:off x="2011363" y="3262313"/>
            <a:ext cx="212725" cy="1519237"/>
          </a:xfrm>
          <a:custGeom>
            <a:avLst/>
            <a:gdLst>
              <a:gd name="T0" fmla="*/ 0 w 96"/>
              <a:gd name="T1" fmla="*/ 1519237 h 1056"/>
              <a:gd name="T2" fmla="*/ 106363 w 96"/>
              <a:gd name="T3" fmla="*/ 0 h 1056"/>
              <a:gd name="T4" fmla="*/ 212725 w 96"/>
              <a:gd name="T5" fmla="*/ 1519237 h 1056"/>
              <a:gd name="T6" fmla="*/ 0 60000 65536"/>
              <a:gd name="T7" fmla="*/ 0 60000 65536"/>
              <a:gd name="T8" fmla="*/ 0 60000 65536"/>
            </a:gdLst>
            <a:ahLst/>
            <a:cxnLst>
              <a:cxn ang="T6">
                <a:pos x="T0" y="T1"/>
              </a:cxn>
              <a:cxn ang="T7">
                <a:pos x="T2" y="T3"/>
              </a:cxn>
              <a:cxn ang="T8">
                <a:pos x="T4" y="T5"/>
              </a:cxn>
            </a:cxnLst>
            <a:rect l="0" t="0" r="r" b="b"/>
            <a:pathLst>
              <a:path w="96" h="1056">
                <a:moveTo>
                  <a:pt x="0" y="1056"/>
                </a:moveTo>
                <a:cubicBezTo>
                  <a:pt x="16" y="528"/>
                  <a:pt x="32" y="0"/>
                  <a:pt x="48" y="0"/>
                </a:cubicBezTo>
                <a:cubicBezTo>
                  <a:pt x="64" y="0"/>
                  <a:pt x="88" y="880"/>
                  <a:pt x="96" y="1056"/>
                </a:cubicBezTo>
              </a:path>
            </a:pathLst>
          </a:custGeom>
          <a:noFill/>
          <a:ln w="19050" cap="flat" cmpd="sng">
            <a:solidFill>
              <a:schemeClr val="tx1"/>
            </a:solidFill>
            <a:prstDash val="sysDot"/>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5379" name="Rectangle 6"/>
          <p:cNvSpPr>
            <a:spLocks noChangeArrowheads="1"/>
          </p:cNvSpPr>
          <p:nvPr/>
        </p:nvSpPr>
        <p:spPr bwMode="auto">
          <a:xfrm>
            <a:off x="746125" y="2124075"/>
            <a:ext cx="7786688" cy="3657600"/>
          </a:xfrm>
          <a:prstGeom prst="rect">
            <a:avLst/>
          </a:prstGeom>
          <a:noFill/>
          <a:ln w="9525">
            <a:solidFill>
              <a:schemeClr val="tx2"/>
            </a:solidFill>
            <a:miter lim="800000"/>
            <a:headEnd/>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109646" name="Group 78"/>
          <p:cNvGrpSpPr>
            <a:grpSpLocks/>
          </p:cNvGrpSpPr>
          <p:nvPr/>
        </p:nvGrpSpPr>
        <p:grpSpPr bwMode="auto">
          <a:xfrm>
            <a:off x="3998913" y="2709863"/>
            <a:ext cx="2192337" cy="3086100"/>
            <a:chOff x="2495" y="1707"/>
            <a:chExt cx="1381" cy="1944"/>
          </a:xfrm>
        </p:grpSpPr>
        <p:grpSp>
          <p:nvGrpSpPr>
            <p:cNvPr id="15395" name="Group 21"/>
            <p:cNvGrpSpPr>
              <a:grpSpLocks/>
            </p:cNvGrpSpPr>
            <p:nvPr/>
          </p:nvGrpSpPr>
          <p:grpSpPr bwMode="auto">
            <a:xfrm>
              <a:off x="2584" y="1707"/>
              <a:ext cx="891" cy="348"/>
              <a:chOff x="2544" y="2688"/>
              <a:chExt cx="576" cy="480"/>
            </a:xfrm>
          </p:grpSpPr>
          <p:sp>
            <p:nvSpPr>
              <p:cNvPr id="15406" name="Rectangle 22"/>
              <p:cNvSpPr>
                <a:spLocks noChangeArrowheads="1"/>
              </p:cNvSpPr>
              <p:nvPr/>
            </p:nvSpPr>
            <p:spPr bwMode="auto">
              <a:xfrm>
                <a:off x="2544" y="2688"/>
                <a:ext cx="528" cy="432"/>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407" name="Rectangle 23"/>
              <p:cNvSpPr>
                <a:spLocks noChangeArrowheads="1"/>
              </p:cNvSpPr>
              <p:nvPr/>
            </p:nvSpPr>
            <p:spPr bwMode="auto">
              <a:xfrm>
                <a:off x="3024" y="2688"/>
                <a:ext cx="96" cy="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grpSp>
          <p:nvGrpSpPr>
            <p:cNvPr id="15396" name="Group 75"/>
            <p:cNvGrpSpPr>
              <a:grpSpLocks/>
            </p:cNvGrpSpPr>
            <p:nvPr/>
          </p:nvGrpSpPr>
          <p:grpSpPr bwMode="auto">
            <a:xfrm>
              <a:off x="2495" y="2078"/>
              <a:ext cx="1381" cy="1573"/>
              <a:chOff x="2495" y="2078"/>
              <a:chExt cx="1381" cy="1573"/>
            </a:xfrm>
          </p:grpSpPr>
          <p:grpSp>
            <p:nvGrpSpPr>
              <p:cNvPr id="15397" name="Group 33"/>
              <p:cNvGrpSpPr>
                <a:grpSpLocks/>
              </p:cNvGrpSpPr>
              <p:nvPr/>
            </p:nvGrpSpPr>
            <p:grpSpPr bwMode="auto">
              <a:xfrm>
                <a:off x="2495" y="3050"/>
                <a:ext cx="1381" cy="601"/>
                <a:chOff x="2352" y="3451"/>
                <a:chExt cx="1488" cy="663"/>
              </a:xfrm>
            </p:grpSpPr>
            <p:sp>
              <p:nvSpPr>
                <p:cNvPr id="15404" name="AutoShape 34"/>
                <p:cNvSpPr>
                  <a:spLocks/>
                </p:cNvSpPr>
                <p:nvPr/>
              </p:nvSpPr>
              <p:spPr bwMode="auto">
                <a:xfrm rot="-5452233">
                  <a:off x="2686" y="3213"/>
                  <a:ext cx="340" cy="816"/>
                </a:xfrm>
                <a:prstGeom prst="leftBrace">
                  <a:avLst>
                    <a:gd name="adj1" fmla="val 20000"/>
                    <a:gd name="adj2" fmla="val 50574"/>
                  </a:avLst>
                </a:prstGeom>
                <a:noFill/>
                <a:ln w="19050">
                  <a:solidFill>
                    <a:schemeClr val="tx1"/>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405" name="Rectangle 35"/>
                <p:cNvSpPr>
                  <a:spLocks noChangeArrowheads="1"/>
                </p:cNvSpPr>
                <p:nvPr/>
              </p:nvSpPr>
              <p:spPr bwMode="auto">
                <a:xfrm>
                  <a:off x="2352" y="3753"/>
                  <a:ext cx="148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二级光谱</a:t>
                  </a:r>
                </a:p>
              </p:txBody>
            </p:sp>
          </p:grpSp>
          <p:grpSp>
            <p:nvGrpSpPr>
              <p:cNvPr id="15398" name="Group 73"/>
              <p:cNvGrpSpPr>
                <a:grpSpLocks/>
              </p:cNvGrpSpPr>
              <p:nvPr/>
            </p:nvGrpSpPr>
            <p:grpSpPr bwMode="auto">
              <a:xfrm>
                <a:off x="2539" y="2078"/>
                <a:ext cx="828" cy="934"/>
                <a:chOff x="2539" y="2078"/>
                <a:chExt cx="828" cy="934"/>
              </a:xfrm>
            </p:grpSpPr>
            <p:sp>
              <p:nvSpPr>
                <p:cNvPr id="15399" name="Freeform 45"/>
                <p:cNvSpPr>
                  <a:spLocks/>
                </p:cNvSpPr>
                <p:nvPr/>
              </p:nvSpPr>
              <p:spPr bwMode="auto">
                <a:xfrm>
                  <a:off x="3253" y="2099"/>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0" name="Freeform 51"/>
                <p:cNvSpPr>
                  <a:spLocks/>
                </p:cNvSpPr>
                <p:nvPr/>
              </p:nvSpPr>
              <p:spPr bwMode="auto">
                <a:xfrm>
                  <a:off x="2539" y="2098"/>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9900CC"/>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1" name="Freeform 59"/>
                <p:cNvSpPr>
                  <a:spLocks/>
                </p:cNvSpPr>
                <p:nvPr/>
              </p:nvSpPr>
              <p:spPr bwMode="auto">
                <a:xfrm>
                  <a:off x="2717" y="2079"/>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2" name="Freeform 60"/>
                <p:cNvSpPr>
                  <a:spLocks/>
                </p:cNvSpPr>
                <p:nvPr/>
              </p:nvSpPr>
              <p:spPr bwMode="auto">
                <a:xfrm>
                  <a:off x="2895" y="2079"/>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03" name="Freeform 61"/>
                <p:cNvSpPr>
                  <a:spLocks/>
                </p:cNvSpPr>
                <p:nvPr/>
              </p:nvSpPr>
              <p:spPr bwMode="auto">
                <a:xfrm>
                  <a:off x="3074" y="2078"/>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grpSp>
        <p:nvGrpSpPr>
          <p:cNvPr id="109647" name="Group 79"/>
          <p:cNvGrpSpPr>
            <a:grpSpLocks/>
          </p:cNvGrpSpPr>
          <p:nvPr/>
        </p:nvGrpSpPr>
        <p:grpSpPr bwMode="auto">
          <a:xfrm>
            <a:off x="5151438" y="2503488"/>
            <a:ext cx="2405062" cy="2933700"/>
            <a:chOff x="3119" y="1577"/>
            <a:chExt cx="1515" cy="1848"/>
          </a:xfrm>
        </p:grpSpPr>
        <p:grpSp>
          <p:nvGrpSpPr>
            <p:cNvPr id="15382" name="Group 24"/>
            <p:cNvGrpSpPr>
              <a:grpSpLocks/>
            </p:cNvGrpSpPr>
            <p:nvPr/>
          </p:nvGrpSpPr>
          <p:grpSpPr bwMode="auto">
            <a:xfrm>
              <a:off x="3119" y="1577"/>
              <a:ext cx="1381" cy="348"/>
              <a:chOff x="2544" y="2688"/>
              <a:chExt cx="576" cy="480"/>
            </a:xfrm>
          </p:grpSpPr>
          <p:sp>
            <p:nvSpPr>
              <p:cNvPr id="15393" name="Rectangle 25"/>
              <p:cNvSpPr>
                <a:spLocks noChangeArrowheads="1"/>
              </p:cNvSpPr>
              <p:nvPr/>
            </p:nvSpPr>
            <p:spPr bwMode="auto">
              <a:xfrm>
                <a:off x="2544" y="2688"/>
                <a:ext cx="528" cy="432"/>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394" name="Rectangle 26"/>
              <p:cNvSpPr>
                <a:spLocks noChangeArrowheads="1"/>
              </p:cNvSpPr>
              <p:nvPr/>
            </p:nvSpPr>
            <p:spPr bwMode="auto">
              <a:xfrm>
                <a:off x="3024" y="2688"/>
                <a:ext cx="96" cy="48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grpSp>
          <p:nvGrpSpPr>
            <p:cNvPr id="15383" name="Group 76"/>
            <p:cNvGrpSpPr>
              <a:grpSpLocks/>
            </p:cNvGrpSpPr>
            <p:nvPr/>
          </p:nvGrpSpPr>
          <p:grpSpPr bwMode="auto">
            <a:xfrm>
              <a:off x="3119" y="2077"/>
              <a:ext cx="1515" cy="1348"/>
              <a:chOff x="3119" y="2077"/>
              <a:chExt cx="1515" cy="1348"/>
            </a:xfrm>
          </p:grpSpPr>
          <p:grpSp>
            <p:nvGrpSpPr>
              <p:cNvPr id="15384" name="Group 36"/>
              <p:cNvGrpSpPr>
                <a:grpSpLocks/>
              </p:cNvGrpSpPr>
              <p:nvPr/>
            </p:nvGrpSpPr>
            <p:grpSpPr bwMode="auto">
              <a:xfrm>
                <a:off x="3162" y="3050"/>
                <a:ext cx="1472" cy="375"/>
                <a:chOff x="3071" y="3450"/>
                <a:chExt cx="1585" cy="415"/>
              </a:xfrm>
            </p:grpSpPr>
            <p:sp>
              <p:nvSpPr>
                <p:cNvPr id="15391" name="AutoShape 37"/>
                <p:cNvSpPr>
                  <a:spLocks/>
                </p:cNvSpPr>
                <p:nvPr/>
              </p:nvSpPr>
              <p:spPr bwMode="auto">
                <a:xfrm rot="-5452233">
                  <a:off x="3619" y="2902"/>
                  <a:ext cx="103" cy="1200"/>
                </a:xfrm>
                <a:prstGeom prst="leftBrace">
                  <a:avLst>
                    <a:gd name="adj1" fmla="val 97087"/>
                    <a:gd name="adj2" fmla="val 50000"/>
                  </a:avLst>
                </a:prstGeom>
                <a:noFill/>
                <a:ln w="19050">
                  <a:solidFill>
                    <a:schemeClr val="tx1"/>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5392" name="Rectangle 38"/>
                <p:cNvSpPr>
                  <a:spLocks noChangeArrowheads="1"/>
                </p:cNvSpPr>
                <p:nvPr/>
              </p:nvSpPr>
              <p:spPr bwMode="auto">
                <a:xfrm>
                  <a:off x="3168" y="3504"/>
                  <a:ext cx="1488"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三级光谱</a:t>
                  </a:r>
                </a:p>
              </p:txBody>
            </p:sp>
          </p:grpSp>
          <p:grpSp>
            <p:nvGrpSpPr>
              <p:cNvPr id="15385" name="Group 71"/>
              <p:cNvGrpSpPr>
                <a:grpSpLocks/>
              </p:cNvGrpSpPr>
              <p:nvPr/>
            </p:nvGrpSpPr>
            <p:grpSpPr bwMode="auto">
              <a:xfrm>
                <a:off x="3119" y="2077"/>
                <a:ext cx="1184" cy="935"/>
                <a:chOff x="3119" y="2077"/>
                <a:chExt cx="1184" cy="935"/>
              </a:xfrm>
            </p:grpSpPr>
            <p:sp>
              <p:nvSpPr>
                <p:cNvPr id="15386" name="Freeform 46"/>
                <p:cNvSpPr>
                  <a:spLocks/>
                </p:cNvSpPr>
                <p:nvPr/>
              </p:nvSpPr>
              <p:spPr bwMode="auto">
                <a:xfrm>
                  <a:off x="4189" y="2099"/>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00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7" name="Freeform 52"/>
                <p:cNvSpPr>
                  <a:spLocks/>
                </p:cNvSpPr>
                <p:nvPr/>
              </p:nvSpPr>
              <p:spPr bwMode="auto">
                <a:xfrm>
                  <a:off x="3119" y="2098"/>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9900CC"/>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8" name="Freeform 68"/>
                <p:cNvSpPr>
                  <a:spLocks/>
                </p:cNvSpPr>
                <p:nvPr/>
              </p:nvSpPr>
              <p:spPr bwMode="auto">
                <a:xfrm>
                  <a:off x="3386" y="2078"/>
                  <a:ext cx="114" cy="913"/>
                </a:xfrm>
                <a:custGeom>
                  <a:avLst/>
                  <a:gdLst>
                    <a:gd name="T0" fmla="*/ 0 w 192"/>
                    <a:gd name="T1" fmla="*/ 913 h 1152"/>
                    <a:gd name="T2" fmla="*/ 57 w 192"/>
                    <a:gd name="T3" fmla="*/ 0 h 1152"/>
                    <a:gd name="T4" fmla="*/ 114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00FF"/>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89" name="Freeform 69"/>
                <p:cNvSpPr>
                  <a:spLocks/>
                </p:cNvSpPr>
                <p:nvPr/>
              </p:nvSpPr>
              <p:spPr bwMode="auto">
                <a:xfrm>
                  <a:off x="3653" y="2078"/>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00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90" name="Freeform 70"/>
                <p:cNvSpPr>
                  <a:spLocks/>
                </p:cNvSpPr>
                <p:nvPr/>
              </p:nvSpPr>
              <p:spPr bwMode="auto">
                <a:xfrm>
                  <a:off x="3921" y="2077"/>
                  <a:ext cx="115" cy="913"/>
                </a:xfrm>
                <a:custGeom>
                  <a:avLst/>
                  <a:gdLst>
                    <a:gd name="T0" fmla="*/ 0 w 192"/>
                    <a:gd name="T1" fmla="*/ 913 h 1152"/>
                    <a:gd name="T2" fmla="*/ 58 w 192"/>
                    <a:gd name="T3" fmla="*/ 0 h 1152"/>
                    <a:gd name="T4" fmla="*/ 115 w 192"/>
                    <a:gd name="T5" fmla="*/ 913 h 1152"/>
                    <a:gd name="T6" fmla="*/ 0 60000 65536"/>
                    <a:gd name="T7" fmla="*/ 0 60000 65536"/>
                    <a:gd name="T8" fmla="*/ 0 60000 65536"/>
                  </a:gdLst>
                  <a:ahLst/>
                  <a:cxnLst>
                    <a:cxn ang="T6">
                      <a:pos x="T0" y="T1"/>
                    </a:cxn>
                    <a:cxn ang="T7">
                      <a:pos x="T2" y="T3"/>
                    </a:cxn>
                    <a:cxn ang="T8">
                      <a:pos x="T4" y="T5"/>
                    </a:cxn>
                  </a:cxnLst>
                  <a:rect l="0" t="0" r="r" b="b"/>
                  <a:pathLst>
                    <a:path w="192" h="1152">
                      <a:moveTo>
                        <a:pt x="0" y="1152"/>
                      </a:moveTo>
                      <a:cubicBezTo>
                        <a:pt x="32" y="576"/>
                        <a:pt x="64" y="0"/>
                        <a:pt x="96" y="0"/>
                      </a:cubicBezTo>
                      <a:cubicBezTo>
                        <a:pt x="128" y="0"/>
                        <a:pt x="176" y="960"/>
                        <a:pt x="192" y="1152"/>
                      </a:cubicBezTo>
                    </a:path>
                  </a:pathLst>
                </a:custGeom>
                <a:noFill/>
                <a:ln w="28575" cmpd="sng">
                  <a:solidFill>
                    <a:srgbClr val="FF9900"/>
                  </a:solidFill>
                  <a:round/>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grpSp>
    </p:spTree>
    <p:extLst>
      <p:ext uri="{BB962C8B-B14F-4D97-AF65-F5344CB8AC3E}">
        <p14:creationId xmlns:p14="http://schemas.microsoft.com/office/powerpoint/2010/main" val="401510107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9645"/>
                                        </p:tgtEl>
                                        <p:attrNameLst>
                                          <p:attrName>style.visibility</p:attrName>
                                        </p:attrNameLst>
                                      </p:cBhvr>
                                      <p:to>
                                        <p:strVal val="visible"/>
                                      </p:to>
                                    </p:set>
                                    <p:animEffect transition="in" filter="wipe(left)">
                                      <p:cBhvr>
                                        <p:cTn id="7" dur="500"/>
                                        <p:tgtEl>
                                          <p:spTgt spid="1096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9646"/>
                                        </p:tgtEl>
                                        <p:attrNameLst>
                                          <p:attrName>style.visibility</p:attrName>
                                        </p:attrNameLst>
                                      </p:cBhvr>
                                      <p:to>
                                        <p:strVal val="visible"/>
                                      </p:to>
                                    </p:set>
                                    <p:animEffect transition="in" filter="wipe(left)">
                                      <p:cBhvr>
                                        <p:cTn id="12" dur="500"/>
                                        <p:tgtEl>
                                          <p:spTgt spid="1096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9647"/>
                                        </p:tgtEl>
                                        <p:attrNameLst>
                                          <p:attrName>style.visibility</p:attrName>
                                        </p:attrNameLst>
                                      </p:cBhvr>
                                      <p:to>
                                        <p:strVal val="visible"/>
                                      </p:to>
                                    </p:set>
                                    <p:animEffect transition="in" filter="wipe(left)">
                                      <p:cBhvr>
                                        <p:cTn id="17" dur="500"/>
                                        <p:tgtEl>
                                          <p:spTgt spid="10964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109621"/>
                                        </p:tgtEl>
                                        <p:attrNameLst>
                                          <p:attrName>style.visibility</p:attrName>
                                        </p:attrNameLst>
                                      </p:cBhvr>
                                      <p:to>
                                        <p:strVal val="visible"/>
                                      </p:to>
                                    </p:set>
                                    <p:animEffect transition="in" filter="wipe(right)">
                                      <p:cBhvr>
                                        <p:cTn id="22" dur="500"/>
                                        <p:tgtEl>
                                          <p:spTgt spid="109621"/>
                                        </p:tgtEl>
                                      </p:cBhvr>
                                    </p:animEffect>
                                  </p:childTnLst>
                                </p:cTn>
                              </p:par>
                              <p:par>
                                <p:cTn id="23" presetID="22" presetClass="entr" presetSubtype="2" fill="hold" nodeType="withEffect">
                                  <p:stCondLst>
                                    <p:cond delay="0"/>
                                  </p:stCondLst>
                                  <p:childTnLst>
                                    <p:set>
                                      <p:cBhvr>
                                        <p:cTn id="24" dur="1" fill="hold">
                                          <p:stCondLst>
                                            <p:cond delay="0"/>
                                          </p:stCondLst>
                                        </p:cTn>
                                        <p:tgtEl>
                                          <p:spTgt spid="109617"/>
                                        </p:tgtEl>
                                        <p:attrNameLst>
                                          <p:attrName>style.visibility</p:attrName>
                                        </p:attrNameLst>
                                      </p:cBhvr>
                                      <p:to>
                                        <p:strVal val="visible"/>
                                      </p:to>
                                    </p:set>
                                    <p:animEffect transition="in" filter="wipe(right)">
                                      <p:cBhvr>
                                        <p:cTn id="25" dur="500"/>
                                        <p:tgtEl>
                                          <p:spTgt spid="1096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21"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EB9E2AE7-5B08-4F3C-B464-AB2E64257CF2}" type="slidenum">
              <a:rPr lang="zh-CN" altLang="en-US" sz="1400" b="0">
                <a:solidFill>
                  <a:schemeClr val="bg2"/>
                </a:solidFill>
              </a:rPr>
              <a:pPr/>
              <a:t>27</a:t>
            </a:fld>
            <a:endParaRPr lang="en-US" altLang="zh-CN" sz="1400" b="0">
              <a:solidFill>
                <a:schemeClr val="bg2"/>
              </a:solidFill>
            </a:endParaRPr>
          </a:p>
        </p:txBody>
      </p:sp>
      <p:sp>
        <p:nvSpPr>
          <p:cNvPr id="111618" name="Text Box 2"/>
          <p:cNvSpPr txBox="1">
            <a:spLocks noChangeArrowheads="1"/>
          </p:cNvSpPr>
          <p:nvPr/>
        </p:nvSpPr>
        <p:spPr bwMode="auto">
          <a:xfrm>
            <a:off x="971550" y="1447800"/>
            <a:ext cx="6096000" cy="1801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连续光谱：炽热物体光谱</a:t>
            </a:r>
          </a:p>
          <a:p>
            <a:pPr eaLnBrk="1" hangingPunct="1">
              <a:spcBef>
                <a:spcPct val="50000"/>
              </a:spcBef>
            </a:pPr>
            <a:r>
              <a:rPr lang="zh-CN" altLang="en-US"/>
              <a:t>线状光谱：放电管中气体放电</a:t>
            </a:r>
          </a:p>
          <a:p>
            <a:pPr eaLnBrk="1" hangingPunct="1">
              <a:spcBef>
                <a:spcPct val="50000"/>
              </a:spcBef>
            </a:pPr>
            <a:r>
              <a:rPr lang="zh-CN" altLang="en-US"/>
              <a:t>带状光谱：分子光谱</a:t>
            </a:r>
          </a:p>
        </p:txBody>
      </p:sp>
      <p:sp>
        <p:nvSpPr>
          <p:cNvPr id="16388" name="Rectangle 3"/>
          <p:cNvSpPr>
            <a:spLocks noChangeArrowheads="1"/>
          </p:cNvSpPr>
          <p:nvPr/>
        </p:nvSpPr>
        <p:spPr bwMode="auto">
          <a:xfrm>
            <a:off x="746125" y="682625"/>
            <a:ext cx="4454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buFontTx/>
              <a:buBlip>
                <a:blip r:embed="rId2"/>
              </a:buBlip>
            </a:pPr>
            <a:r>
              <a:rPr lang="zh-CN" altLang="en-US">
                <a:solidFill>
                  <a:srgbClr val="CC0000"/>
                </a:solidFill>
              </a:rPr>
              <a:t>  衍射光谱分类</a:t>
            </a:r>
          </a:p>
        </p:txBody>
      </p:sp>
      <p:sp>
        <p:nvSpPr>
          <p:cNvPr id="111620" name="Text Box 4"/>
          <p:cNvSpPr txBox="1">
            <a:spLocks noChangeArrowheads="1"/>
          </p:cNvSpPr>
          <p:nvPr/>
        </p:nvSpPr>
        <p:spPr bwMode="auto">
          <a:xfrm>
            <a:off x="746125" y="3506788"/>
            <a:ext cx="27432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buFontTx/>
              <a:buBlip>
                <a:blip r:embed="rId2"/>
              </a:buBlip>
            </a:pPr>
            <a:r>
              <a:rPr lang="zh-CN" altLang="en-US">
                <a:solidFill>
                  <a:srgbClr val="CC0000"/>
                </a:solidFill>
              </a:rPr>
              <a:t>　光谱分析</a:t>
            </a:r>
          </a:p>
        </p:txBody>
      </p:sp>
      <p:sp>
        <p:nvSpPr>
          <p:cNvPr id="111621" name="Text Box 5"/>
          <p:cNvSpPr txBox="1">
            <a:spLocks noChangeArrowheads="1"/>
          </p:cNvSpPr>
          <p:nvPr/>
        </p:nvSpPr>
        <p:spPr bwMode="auto">
          <a:xfrm>
            <a:off x="909638" y="4014788"/>
            <a:ext cx="7577137"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　　由于不同元素（或化合物）各有自己特定的光谱，所以由谱线的成分，可分析出发光物质所含的元素或化合物；还可从谱线的强度定量分析出元素的含量</a:t>
            </a:r>
            <a:r>
              <a:rPr lang="en-US" altLang="zh-CN"/>
              <a:t>.</a:t>
            </a:r>
          </a:p>
        </p:txBody>
      </p:sp>
    </p:spTree>
    <p:extLst>
      <p:ext uri="{BB962C8B-B14F-4D97-AF65-F5344CB8AC3E}">
        <p14:creationId xmlns:p14="http://schemas.microsoft.com/office/powerpoint/2010/main" val="3011959271"/>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1618"/>
                                        </p:tgtEl>
                                        <p:attrNameLst>
                                          <p:attrName>style.visibility</p:attrName>
                                        </p:attrNameLst>
                                      </p:cBhvr>
                                      <p:to>
                                        <p:strVal val="visible"/>
                                      </p:to>
                                    </p:set>
                                    <p:animEffect transition="in" filter="blinds(horizontal)">
                                      <p:cBhvr>
                                        <p:cTn id="7" dur="500"/>
                                        <p:tgtEl>
                                          <p:spTgt spid="1116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1620"/>
                                        </p:tgtEl>
                                        <p:attrNameLst>
                                          <p:attrName>style.visibility</p:attrName>
                                        </p:attrNameLst>
                                      </p:cBhvr>
                                      <p:to>
                                        <p:strVal val="visible"/>
                                      </p:to>
                                    </p:set>
                                    <p:animEffect transition="in" filter="blinds(horizontal)">
                                      <p:cBhvr>
                                        <p:cTn id="12" dur="500"/>
                                        <p:tgtEl>
                                          <p:spTgt spid="1116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1621"/>
                                        </p:tgtEl>
                                        <p:attrNameLst>
                                          <p:attrName>style.visibility</p:attrName>
                                        </p:attrNameLst>
                                      </p:cBhvr>
                                      <p:to>
                                        <p:strVal val="visible"/>
                                      </p:to>
                                    </p:set>
                                    <p:animEffect transition="in" filter="blinds(horizontal)">
                                      <p:cBhvr>
                                        <p:cTn id="17" dur="500"/>
                                        <p:tgtEl>
                                          <p:spTgt spid="1116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8" grpId="0" autoUpdateAnimBg="0"/>
      <p:bldP spid="111620" grpId="0" autoUpdateAnimBg="0"/>
      <p:bldP spid="111621"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E18600FB-C438-4418-ABF9-360C6472FB20}" type="slidenum">
              <a:rPr lang="zh-CN" altLang="en-US" sz="1400" b="0">
                <a:solidFill>
                  <a:schemeClr val="bg2"/>
                </a:solidFill>
              </a:rPr>
              <a:pPr/>
              <a:t>28</a:t>
            </a:fld>
            <a:endParaRPr lang="en-US" altLang="zh-CN" sz="1400" b="0">
              <a:solidFill>
                <a:schemeClr val="bg2"/>
              </a:solidFill>
            </a:endParaRPr>
          </a:p>
        </p:txBody>
      </p:sp>
      <p:sp>
        <p:nvSpPr>
          <p:cNvPr id="17411" name="Text Box 2"/>
          <p:cNvSpPr txBox="1">
            <a:spLocks noChangeArrowheads="1"/>
          </p:cNvSpPr>
          <p:nvPr/>
        </p:nvSpPr>
        <p:spPr bwMode="auto">
          <a:xfrm>
            <a:off x="431800" y="549275"/>
            <a:ext cx="84582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solidFill>
                  <a:srgbClr val="CC0000"/>
                </a:solidFill>
              </a:rPr>
              <a:t>例</a:t>
            </a:r>
            <a:r>
              <a:rPr lang="en-US" altLang="zh-CN">
                <a:solidFill>
                  <a:srgbClr val="CC0000"/>
                </a:solidFill>
              </a:rPr>
              <a:t>1</a:t>
            </a:r>
            <a:r>
              <a:rPr lang="en-US" altLang="zh-CN"/>
              <a:t>   </a:t>
            </a:r>
            <a:r>
              <a:rPr lang="zh-CN" altLang="en-US"/>
              <a:t>用白光垂直照射在每厘米有</a:t>
            </a:r>
            <a:r>
              <a:rPr lang="en-US" altLang="zh-CN" b="0"/>
              <a:t>6500</a:t>
            </a:r>
            <a:r>
              <a:rPr lang="zh-CN" altLang="en-US"/>
              <a:t>条刻痕的平面光栅上，</a:t>
            </a:r>
            <a:r>
              <a:rPr lang="zh-CN" altLang="en-US">
                <a:solidFill>
                  <a:srgbClr val="CC3300"/>
                </a:solidFill>
              </a:rPr>
              <a:t>求</a:t>
            </a:r>
            <a:r>
              <a:rPr lang="en-US" altLang="zh-CN">
                <a:solidFill>
                  <a:srgbClr val="CC3300"/>
                </a:solidFill>
              </a:rPr>
              <a:t>:</a:t>
            </a:r>
            <a:r>
              <a:rPr lang="en-US" altLang="zh-CN">
                <a:solidFill>
                  <a:srgbClr val="FF0000"/>
                </a:solidFill>
              </a:rPr>
              <a:t> </a:t>
            </a:r>
            <a:r>
              <a:rPr lang="zh-CN" altLang="en-US"/>
              <a:t>第三级光谱的张角</a:t>
            </a:r>
            <a:r>
              <a:rPr lang="en-US" altLang="zh-CN"/>
              <a:t>.</a:t>
            </a:r>
          </a:p>
        </p:txBody>
      </p:sp>
      <p:grpSp>
        <p:nvGrpSpPr>
          <p:cNvPr id="113679" name="Group 15"/>
          <p:cNvGrpSpPr>
            <a:grpSpLocks/>
          </p:cNvGrpSpPr>
          <p:nvPr/>
        </p:nvGrpSpPr>
        <p:grpSpPr bwMode="auto">
          <a:xfrm>
            <a:off x="476250" y="5087938"/>
            <a:ext cx="7037388" cy="1020762"/>
            <a:chOff x="1292" y="3055"/>
            <a:chExt cx="4433" cy="643"/>
          </a:xfrm>
        </p:grpSpPr>
        <p:graphicFrame>
          <p:nvGraphicFramePr>
            <p:cNvPr id="17427" name="Object 7"/>
            <p:cNvGraphicFramePr>
              <a:graphicFrameLocks noChangeAspect="1"/>
            </p:cNvGraphicFramePr>
            <p:nvPr/>
          </p:nvGraphicFramePr>
          <p:xfrm>
            <a:off x="1844" y="3055"/>
            <a:ext cx="3881" cy="643"/>
          </p:xfrm>
          <a:graphic>
            <a:graphicData uri="http://schemas.openxmlformats.org/presentationml/2006/ole">
              <mc:AlternateContent xmlns:mc="http://schemas.openxmlformats.org/markup-compatibility/2006">
                <mc:Choice xmlns:v="urn:schemas-microsoft-com:vml" Requires="v">
                  <p:oleObj spid="_x0000_s148512" name="公式" r:id="rId3" imgW="2679700" imgH="444500" progId="Equation.3">
                    <p:embed/>
                  </p:oleObj>
                </mc:Choice>
                <mc:Fallback>
                  <p:oleObj name="公式" r:id="rId3" imgW="2679700" imgH="4445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4" y="3055"/>
                          <a:ext cx="3881" cy="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8" name="Text Box 8"/>
            <p:cNvSpPr txBox="1">
              <a:spLocks noChangeArrowheads="1"/>
            </p:cNvSpPr>
            <p:nvPr/>
          </p:nvSpPr>
          <p:spPr bwMode="auto">
            <a:xfrm>
              <a:off x="1292" y="3152"/>
              <a:ext cx="1061"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solidFill>
                    <a:srgbClr val="CC0000"/>
                  </a:solidFill>
                </a:rPr>
                <a:t>红光</a:t>
              </a:r>
            </a:p>
          </p:txBody>
        </p:sp>
      </p:grpSp>
      <p:grpSp>
        <p:nvGrpSpPr>
          <p:cNvPr id="113678" name="Group 14"/>
          <p:cNvGrpSpPr>
            <a:grpSpLocks/>
          </p:cNvGrpSpPr>
          <p:nvPr/>
        </p:nvGrpSpPr>
        <p:grpSpPr bwMode="auto">
          <a:xfrm>
            <a:off x="476250" y="3789363"/>
            <a:ext cx="6286500" cy="1020762"/>
            <a:chOff x="1287" y="1727"/>
            <a:chExt cx="3960" cy="643"/>
          </a:xfrm>
        </p:grpSpPr>
        <p:graphicFrame>
          <p:nvGraphicFramePr>
            <p:cNvPr id="17425" name="Object 10"/>
            <p:cNvGraphicFramePr>
              <a:graphicFrameLocks noChangeAspect="1"/>
            </p:cNvGraphicFramePr>
            <p:nvPr/>
          </p:nvGraphicFramePr>
          <p:xfrm>
            <a:off x="1844" y="1727"/>
            <a:ext cx="3403" cy="643"/>
          </p:xfrm>
          <a:graphic>
            <a:graphicData uri="http://schemas.openxmlformats.org/presentationml/2006/ole">
              <mc:AlternateContent xmlns:mc="http://schemas.openxmlformats.org/markup-compatibility/2006">
                <mc:Choice xmlns:v="urn:schemas-microsoft-com:vml" Requires="v">
                  <p:oleObj spid="_x0000_s148513" name="公式" r:id="rId5" imgW="2349500" imgH="444500" progId="Equation.3">
                    <p:embed/>
                  </p:oleObj>
                </mc:Choice>
                <mc:Fallback>
                  <p:oleObj name="公式" r:id="rId5" imgW="2349500" imgH="4445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4" y="1727"/>
                          <a:ext cx="3403" cy="6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6" name="Text Box 11"/>
            <p:cNvSpPr txBox="1">
              <a:spLocks noChangeArrowheads="1"/>
            </p:cNvSpPr>
            <p:nvPr/>
          </p:nvSpPr>
          <p:spPr bwMode="auto">
            <a:xfrm>
              <a:off x="1287" y="1836"/>
              <a:ext cx="1168"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solidFill>
                    <a:srgbClr val="6600CC"/>
                  </a:solidFill>
                </a:rPr>
                <a:t>紫光 </a:t>
              </a:r>
            </a:p>
          </p:txBody>
        </p:sp>
      </p:grpSp>
      <p:graphicFrame>
        <p:nvGraphicFramePr>
          <p:cNvPr id="113676" name="Object 12"/>
          <p:cNvGraphicFramePr>
            <a:graphicFrameLocks noChangeAspect="1"/>
          </p:cNvGraphicFramePr>
          <p:nvPr/>
        </p:nvGraphicFramePr>
        <p:xfrm>
          <a:off x="6911975" y="3994150"/>
          <a:ext cx="1890713" cy="525463"/>
        </p:xfrm>
        <a:graphic>
          <a:graphicData uri="http://schemas.openxmlformats.org/presentationml/2006/ole">
            <mc:AlternateContent xmlns:mc="http://schemas.openxmlformats.org/markup-compatibility/2006">
              <mc:Choice xmlns:v="urn:schemas-microsoft-com:vml" Requires="v">
                <p:oleObj spid="_x0000_s148514" name="公式" r:id="rId7" imgW="711200" imgH="228600" progId="Equation.3">
                  <p:embed/>
                </p:oleObj>
              </mc:Choice>
              <mc:Fallback>
                <p:oleObj name="公式" r:id="rId7" imgW="711200" imgH="2286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11975" y="3994150"/>
                        <a:ext cx="1890713" cy="525463"/>
                      </a:xfrm>
                      <a:prstGeom prst="rect">
                        <a:avLst/>
                      </a:prstGeom>
                      <a:gradFill rotWithShape="0">
                        <a:gsLst>
                          <a:gs pos="0">
                            <a:schemeClr val="folHlink">
                              <a:alpha val="46999"/>
                            </a:schemeClr>
                          </a:gs>
                          <a:gs pos="50000">
                            <a:srgbClr val="FFFFFF"/>
                          </a:gs>
                          <a:gs pos="100000">
                            <a:schemeClr val="folHlink">
                              <a:alpha val="46999"/>
                            </a:schemeClr>
                          </a:gs>
                        </a:gsLst>
                        <a:lin ang="5400000" scaled="1"/>
                      </a:gradFill>
                      <a:ln w="9525">
                        <a:solidFill>
                          <a:srgbClr val="CC00CC"/>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3677" name="Text Box 13"/>
          <p:cNvSpPr txBox="1">
            <a:spLocks noChangeArrowheads="1"/>
          </p:cNvSpPr>
          <p:nvPr/>
        </p:nvSpPr>
        <p:spPr bwMode="auto">
          <a:xfrm>
            <a:off x="7137400" y="5229225"/>
            <a:ext cx="1600200"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r" eaLnBrk="1" hangingPunct="1">
              <a:lnSpc>
                <a:spcPct val="120000"/>
              </a:lnSpc>
              <a:spcBef>
                <a:spcPct val="50000"/>
              </a:spcBef>
            </a:pPr>
            <a:r>
              <a:rPr lang="zh-CN" altLang="en-US">
                <a:solidFill>
                  <a:srgbClr val="CC0000"/>
                </a:solidFill>
              </a:rPr>
              <a:t>不可见</a:t>
            </a:r>
          </a:p>
        </p:txBody>
      </p:sp>
      <p:grpSp>
        <p:nvGrpSpPr>
          <p:cNvPr id="113684" name="Group 20"/>
          <p:cNvGrpSpPr>
            <a:grpSpLocks/>
          </p:cNvGrpSpPr>
          <p:nvPr/>
        </p:nvGrpSpPr>
        <p:grpSpPr bwMode="auto">
          <a:xfrm>
            <a:off x="476250" y="1719263"/>
            <a:ext cx="8235950" cy="1182687"/>
            <a:chOff x="300" y="1083"/>
            <a:chExt cx="5188" cy="745"/>
          </a:xfrm>
        </p:grpSpPr>
        <p:sp>
          <p:nvSpPr>
            <p:cNvPr id="17421" name="Text Box 3"/>
            <p:cNvSpPr txBox="1">
              <a:spLocks noChangeArrowheads="1"/>
            </p:cNvSpPr>
            <p:nvPr/>
          </p:nvSpPr>
          <p:spPr bwMode="auto">
            <a:xfrm>
              <a:off x="300" y="1083"/>
              <a:ext cx="5188"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solidFill>
                    <a:srgbClr val="CC0000"/>
                  </a:solidFill>
                </a:rPr>
                <a:t>解</a:t>
              </a:r>
              <a:r>
                <a:rPr lang="en-US" altLang="zh-CN">
                  <a:solidFill>
                    <a:srgbClr val="CC0000"/>
                  </a:solidFill>
                </a:rPr>
                <a:t>: </a:t>
              </a:r>
              <a:r>
                <a:rPr lang="zh-CN" altLang="en-US"/>
                <a:t>波长不同衍射角不同，衍射角最小的是紫光，最大的是红光。</a:t>
              </a:r>
              <a:endParaRPr lang="en-US" altLang="zh-CN"/>
            </a:p>
          </p:txBody>
        </p:sp>
        <p:grpSp>
          <p:nvGrpSpPr>
            <p:cNvPr id="17422" name="Group 16"/>
            <p:cNvGrpSpPr>
              <a:grpSpLocks/>
            </p:cNvGrpSpPr>
            <p:nvPr/>
          </p:nvGrpSpPr>
          <p:grpSpPr bwMode="auto">
            <a:xfrm>
              <a:off x="2115" y="1480"/>
              <a:ext cx="567" cy="348"/>
              <a:chOff x="1859" y="1706"/>
              <a:chExt cx="491" cy="348"/>
            </a:xfrm>
          </p:grpSpPr>
          <p:sp>
            <p:nvSpPr>
              <p:cNvPr id="17423" name="Rectangle 17"/>
              <p:cNvSpPr>
                <a:spLocks noChangeArrowheads="1"/>
              </p:cNvSpPr>
              <p:nvPr/>
            </p:nvSpPr>
            <p:spPr bwMode="auto">
              <a:xfrm>
                <a:off x="1859" y="1706"/>
                <a:ext cx="450" cy="313"/>
              </a:xfrm>
              <a:prstGeom prst="rect">
                <a:avLst/>
              </a:prstGeom>
              <a:gradFill rotWithShape="0">
                <a:gsLst>
                  <a:gs pos="0">
                    <a:srgbClr val="A603AB"/>
                  </a:gs>
                  <a:gs pos="21001">
                    <a:srgbClr val="0819FB"/>
                  </a:gs>
                  <a:gs pos="35001">
                    <a:srgbClr val="1A8D48"/>
                  </a:gs>
                  <a:gs pos="52000">
                    <a:srgbClr val="FFFF00"/>
                  </a:gs>
                  <a:gs pos="73000">
                    <a:srgbClr val="EE3F17"/>
                  </a:gs>
                  <a:gs pos="88000">
                    <a:srgbClr val="E81766"/>
                  </a:gs>
                  <a:gs pos="100000">
                    <a:srgbClr val="A603AB"/>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7424" name="Rectangle 18"/>
              <p:cNvSpPr>
                <a:spLocks noChangeArrowheads="1"/>
              </p:cNvSpPr>
              <p:nvPr/>
            </p:nvSpPr>
            <p:spPr bwMode="auto">
              <a:xfrm>
                <a:off x="2268" y="1706"/>
                <a:ext cx="82" cy="34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grpSp>
      <p:grpSp>
        <p:nvGrpSpPr>
          <p:cNvPr id="113685" name="Group 21"/>
          <p:cNvGrpSpPr>
            <a:grpSpLocks/>
          </p:cNvGrpSpPr>
          <p:nvPr/>
        </p:nvGrpSpPr>
        <p:grpSpPr bwMode="auto">
          <a:xfrm>
            <a:off x="566738" y="3159125"/>
            <a:ext cx="8010525" cy="519113"/>
            <a:chOff x="357" y="1990"/>
            <a:chExt cx="5046" cy="327"/>
          </a:xfrm>
        </p:grpSpPr>
        <p:graphicFrame>
          <p:nvGraphicFramePr>
            <p:cNvPr id="17418" name="Object 4"/>
            <p:cNvGraphicFramePr>
              <a:graphicFrameLocks noChangeAspect="1"/>
            </p:cNvGraphicFramePr>
            <p:nvPr/>
          </p:nvGraphicFramePr>
          <p:xfrm>
            <a:off x="1394" y="1990"/>
            <a:ext cx="1996" cy="323"/>
          </p:xfrm>
          <a:graphic>
            <a:graphicData uri="http://schemas.openxmlformats.org/presentationml/2006/ole">
              <mc:AlternateContent xmlns:mc="http://schemas.openxmlformats.org/markup-compatibility/2006">
                <mc:Choice xmlns:v="urn:schemas-microsoft-com:vml" Requires="v">
                  <p:oleObj spid="_x0000_s148515" name="公式" r:id="rId9" imgW="1180588" imgH="190417" progId="Equation.3">
                    <p:embed/>
                  </p:oleObj>
                </mc:Choice>
                <mc:Fallback>
                  <p:oleObj name="公式" r:id="rId9" imgW="1180588" imgH="190417"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94" y="1990"/>
                          <a:ext cx="1996" cy="3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9" name="Object 5"/>
            <p:cNvGraphicFramePr>
              <a:graphicFrameLocks noChangeAspect="1"/>
            </p:cNvGraphicFramePr>
            <p:nvPr/>
          </p:nvGraphicFramePr>
          <p:xfrm>
            <a:off x="3504" y="1990"/>
            <a:ext cx="1899" cy="312"/>
          </p:xfrm>
          <a:graphic>
            <a:graphicData uri="http://schemas.openxmlformats.org/presentationml/2006/ole">
              <mc:AlternateContent xmlns:mc="http://schemas.openxmlformats.org/markup-compatibility/2006">
                <mc:Choice xmlns:v="urn:schemas-microsoft-com:vml" Requires="v">
                  <p:oleObj spid="_x0000_s148516" name="Equation" r:id="rId11" imgW="1155199" imgH="177723" progId="Equation.3">
                    <p:embed/>
                  </p:oleObj>
                </mc:Choice>
                <mc:Fallback>
                  <p:oleObj name="Equation" r:id="rId11" imgW="1155199" imgH="177723"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04" y="1990"/>
                          <a:ext cx="1899"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0" name="Rectangle 19"/>
            <p:cNvSpPr>
              <a:spLocks noChangeArrowheads="1"/>
            </p:cNvSpPr>
            <p:nvPr/>
          </p:nvSpPr>
          <p:spPr bwMode="auto">
            <a:xfrm>
              <a:off x="357" y="1990"/>
              <a:ext cx="1247"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t>白光波长</a:t>
              </a:r>
            </a:p>
          </p:txBody>
        </p:sp>
      </p:grpSp>
    </p:spTree>
    <p:extLst>
      <p:ext uri="{BB962C8B-B14F-4D97-AF65-F5344CB8AC3E}">
        <p14:creationId xmlns:p14="http://schemas.microsoft.com/office/powerpoint/2010/main" val="205554503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3684"/>
                                        </p:tgtEl>
                                        <p:attrNameLst>
                                          <p:attrName>style.visibility</p:attrName>
                                        </p:attrNameLst>
                                      </p:cBhvr>
                                      <p:to>
                                        <p:strVal val="visible"/>
                                      </p:to>
                                    </p:set>
                                    <p:animEffect transition="in" filter="wipe(left)">
                                      <p:cBhvr>
                                        <p:cTn id="7" dur="500"/>
                                        <p:tgtEl>
                                          <p:spTgt spid="1136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3685"/>
                                        </p:tgtEl>
                                        <p:attrNameLst>
                                          <p:attrName>style.visibility</p:attrName>
                                        </p:attrNameLst>
                                      </p:cBhvr>
                                      <p:to>
                                        <p:strVal val="visible"/>
                                      </p:to>
                                    </p:set>
                                    <p:animEffect transition="in" filter="wipe(left)">
                                      <p:cBhvr>
                                        <p:cTn id="12" dur="500"/>
                                        <p:tgtEl>
                                          <p:spTgt spid="1136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3678"/>
                                        </p:tgtEl>
                                        <p:attrNameLst>
                                          <p:attrName>style.visibility</p:attrName>
                                        </p:attrNameLst>
                                      </p:cBhvr>
                                      <p:to>
                                        <p:strVal val="visible"/>
                                      </p:to>
                                    </p:set>
                                    <p:animEffect transition="in" filter="wipe(left)">
                                      <p:cBhvr>
                                        <p:cTn id="17" dur="500"/>
                                        <p:tgtEl>
                                          <p:spTgt spid="1136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13676"/>
                                        </p:tgtEl>
                                        <p:attrNameLst>
                                          <p:attrName>style.visibility</p:attrName>
                                        </p:attrNameLst>
                                      </p:cBhvr>
                                      <p:to>
                                        <p:strVal val="visible"/>
                                      </p:to>
                                    </p:set>
                                    <p:animEffect transition="in" filter="wipe(left)">
                                      <p:cBhvr>
                                        <p:cTn id="22" dur="500"/>
                                        <p:tgtEl>
                                          <p:spTgt spid="1136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13679"/>
                                        </p:tgtEl>
                                        <p:attrNameLst>
                                          <p:attrName>style.visibility</p:attrName>
                                        </p:attrNameLst>
                                      </p:cBhvr>
                                      <p:to>
                                        <p:strVal val="visible"/>
                                      </p:to>
                                    </p:set>
                                    <p:animEffect transition="in" filter="wipe(left)">
                                      <p:cBhvr>
                                        <p:cTn id="27" dur="500"/>
                                        <p:tgtEl>
                                          <p:spTgt spid="11367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3677"/>
                                        </p:tgtEl>
                                        <p:attrNameLst>
                                          <p:attrName>style.visibility</p:attrName>
                                        </p:attrNameLst>
                                      </p:cBhvr>
                                      <p:to>
                                        <p:strVal val="visible"/>
                                      </p:to>
                                    </p:set>
                                    <p:animEffect transition="in" filter="wipe(left)">
                                      <p:cBhvr>
                                        <p:cTn id="32" dur="500"/>
                                        <p:tgtEl>
                                          <p:spTgt spid="113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7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FC6F26B8-540B-432C-847C-45E3DCB0C701}" type="slidenum">
              <a:rPr lang="zh-CN" altLang="en-US" sz="1400" b="0">
                <a:solidFill>
                  <a:schemeClr val="bg2"/>
                </a:solidFill>
              </a:rPr>
              <a:pPr/>
              <a:t>29</a:t>
            </a:fld>
            <a:endParaRPr lang="en-US" altLang="zh-CN" sz="1400" b="0">
              <a:solidFill>
                <a:schemeClr val="bg2"/>
              </a:solidFill>
            </a:endParaRPr>
          </a:p>
        </p:txBody>
      </p:sp>
      <p:sp>
        <p:nvSpPr>
          <p:cNvPr id="114690" name="Text Box 2"/>
          <p:cNvSpPr txBox="1">
            <a:spLocks noChangeArrowheads="1"/>
          </p:cNvSpPr>
          <p:nvPr/>
        </p:nvSpPr>
        <p:spPr bwMode="auto">
          <a:xfrm>
            <a:off x="781050" y="549275"/>
            <a:ext cx="51054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sz="3200">
                <a:latin typeface="Arial" charset="0"/>
              </a:rPr>
              <a:t>第</a:t>
            </a:r>
            <a:r>
              <a:rPr lang="zh-CN" altLang="en-US" sz="3200">
                <a:solidFill>
                  <a:srgbClr val="CC0000"/>
                </a:solidFill>
                <a:latin typeface="Arial" charset="0"/>
              </a:rPr>
              <a:t>三</a:t>
            </a:r>
            <a:r>
              <a:rPr lang="zh-CN" altLang="en-US" sz="3200">
                <a:latin typeface="Arial" charset="0"/>
              </a:rPr>
              <a:t>级光谱的</a:t>
            </a:r>
            <a:r>
              <a:rPr lang="zh-CN" altLang="en-US" sz="3200">
                <a:solidFill>
                  <a:srgbClr val="CC0000"/>
                </a:solidFill>
                <a:latin typeface="Arial" charset="0"/>
              </a:rPr>
              <a:t>张角</a:t>
            </a:r>
          </a:p>
        </p:txBody>
      </p:sp>
      <p:graphicFrame>
        <p:nvGraphicFramePr>
          <p:cNvPr id="114691" name="Object 3"/>
          <p:cNvGraphicFramePr>
            <a:graphicFrameLocks noChangeAspect="1"/>
          </p:cNvGraphicFramePr>
          <p:nvPr/>
        </p:nvGraphicFramePr>
        <p:xfrm>
          <a:off x="1543050" y="1449388"/>
          <a:ext cx="4953000" cy="463550"/>
        </p:xfrm>
        <a:graphic>
          <a:graphicData uri="http://schemas.openxmlformats.org/presentationml/2006/ole">
            <mc:AlternateContent xmlns:mc="http://schemas.openxmlformats.org/markup-compatibility/2006">
              <mc:Choice xmlns:v="urn:schemas-microsoft-com:vml" Requires="v">
                <p:oleObj spid="_x0000_s149524" name="Equation" r:id="rId3" imgW="3644900" imgH="342900" progId="Equation.3">
                  <p:embed/>
                </p:oleObj>
              </mc:Choice>
              <mc:Fallback>
                <p:oleObj name="Equation" r:id="rId3" imgW="3644900" imgH="3429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1449388"/>
                        <a:ext cx="4953000"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692" name="Text Box 4"/>
          <p:cNvSpPr txBox="1">
            <a:spLocks noChangeArrowheads="1"/>
          </p:cNvSpPr>
          <p:nvPr/>
        </p:nvSpPr>
        <p:spPr bwMode="auto">
          <a:xfrm>
            <a:off x="781050" y="2259013"/>
            <a:ext cx="7391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sz="3200">
                <a:latin typeface="Arial" charset="0"/>
              </a:rPr>
              <a:t>第三级光谱所能出现的最大波长</a:t>
            </a:r>
          </a:p>
        </p:txBody>
      </p:sp>
      <p:graphicFrame>
        <p:nvGraphicFramePr>
          <p:cNvPr id="114693" name="Object 5"/>
          <p:cNvGraphicFramePr>
            <a:graphicFrameLocks noChangeAspect="1"/>
          </p:cNvGraphicFramePr>
          <p:nvPr/>
        </p:nvGraphicFramePr>
        <p:xfrm>
          <a:off x="1543050" y="3079750"/>
          <a:ext cx="2895600" cy="1114425"/>
        </p:xfrm>
        <a:graphic>
          <a:graphicData uri="http://schemas.openxmlformats.org/presentationml/2006/ole">
            <mc:AlternateContent xmlns:mc="http://schemas.openxmlformats.org/markup-compatibility/2006">
              <mc:Choice xmlns:v="urn:schemas-microsoft-com:vml" Requires="v">
                <p:oleObj spid="_x0000_s149525" name="Equation" r:id="rId5" imgW="1180588" imgH="418918" progId="Equation.3">
                  <p:embed/>
                </p:oleObj>
              </mc:Choice>
              <mc:Fallback>
                <p:oleObj name="Equation" r:id="rId5" imgW="1180588" imgH="418918"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3050" y="3079750"/>
                        <a:ext cx="2895600" cy="1114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694" name="Object 6"/>
          <p:cNvGraphicFramePr>
            <a:graphicFrameLocks noChangeAspect="1"/>
          </p:cNvGraphicFramePr>
          <p:nvPr/>
        </p:nvGraphicFramePr>
        <p:xfrm>
          <a:off x="1890713" y="4551363"/>
          <a:ext cx="2921000" cy="1038225"/>
        </p:xfrm>
        <a:graphic>
          <a:graphicData uri="http://schemas.openxmlformats.org/presentationml/2006/ole">
            <mc:AlternateContent xmlns:mc="http://schemas.openxmlformats.org/markup-compatibility/2006">
              <mc:Choice xmlns:v="urn:schemas-microsoft-com:vml" Requires="v">
                <p:oleObj spid="_x0000_s149526" name="Equation" r:id="rId7" imgW="1104900" imgH="393700" progId="Equation.3">
                  <p:embed/>
                </p:oleObj>
              </mc:Choice>
              <mc:Fallback>
                <p:oleObj name="Equation" r:id="rId7" imgW="1104900" imgH="3937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90713" y="4551363"/>
                        <a:ext cx="2921000" cy="103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4695" name="Text Box 7"/>
          <p:cNvSpPr txBox="1">
            <a:spLocks noChangeArrowheads="1"/>
          </p:cNvSpPr>
          <p:nvPr/>
        </p:nvSpPr>
        <p:spPr bwMode="auto">
          <a:xfrm>
            <a:off x="5040313" y="4775200"/>
            <a:ext cx="1219200" cy="588963"/>
          </a:xfrm>
          <a:prstGeom prst="rect">
            <a:avLst/>
          </a:prstGeom>
          <a:solidFill>
            <a:srgbClr val="00FF00">
              <a:alpha val="36862"/>
            </a:srgb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gn="ctr" eaLnBrk="1" hangingPunct="1">
              <a:spcBef>
                <a:spcPct val="50000"/>
              </a:spcBef>
            </a:pPr>
            <a:r>
              <a:rPr lang="zh-CN" altLang="en-US" sz="3200">
                <a:latin typeface="Arial" charset="0"/>
              </a:rPr>
              <a:t>绿光</a:t>
            </a:r>
          </a:p>
        </p:txBody>
      </p:sp>
      <p:grpSp>
        <p:nvGrpSpPr>
          <p:cNvPr id="114731" name="Group 43"/>
          <p:cNvGrpSpPr>
            <a:grpSpLocks/>
          </p:cNvGrpSpPr>
          <p:nvPr/>
        </p:nvGrpSpPr>
        <p:grpSpPr bwMode="auto">
          <a:xfrm>
            <a:off x="0" y="5765800"/>
            <a:ext cx="9144000" cy="504825"/>
            <a:chOff x="0" y="3632"/>
            <a:chExt cx="5760" cy="318"/>
          </a:xfrm>
        </p:grpSpPr>
        <p:sp>
          <p:nvSpPr>
            <p:cNvPr id="18442" name="Rectangle 29"/>
            <p:cNvSpPr>
              <a:spLocks noChangeArrowheads="1"/>
            </p:cNvSpPr>
            <p:nvPr/>
          </p:nvSpPr>
          <p:spPr bwMode="auto">
            <a:xfrm>
              <a:off x="0" y="3634"/>
              <a:ext cx="5760" cy="312"/>
            </a:xfrm>
            <a:prstGeom prst="rect">
              <a:avLst/>
            </a:prstGeom>
            <a:solidFill>
              <a:srgbClr val="96969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8443" name="Rectangle 30"/>
            <p:cNvSpPr>
              <a:spLocks noChangeArrowheads="1"/>
            </p:cNvSpPr>
            <p:nvPr/>
          </p:nvSpPr>
          <p:spPr bwMode="auto">
            <a:xfrm>
              <a:off x="2808" y="3634"/>
              <a:ext cx="141" cy="312"/>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18444" name="Group 38"/>
            <p:cNvGrpSpPr>
              <a:grpSpLocks/>
            </p:cNvGrpSpPr>
            <p:nvPr/>
          </p:nvGrpSpPr>
          <p:grpSpPr bwMode="auto">
            <a:xfrm>
              <a:off x="3056" y="3638"/>
              <a:ext cx="2704" cy="312"/>
              <a:chOff x="3040" y="3638"/>
              <a:chExt cx="2704" cy="312"/>
            </a:xfrm>
          </p:grpSpPr>
          <p:pic>
            <p:nvPicPr>
              <p:cNvPr id="18449" name="Picture 23" descr="未命名"/>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66" y="3638"/>
                <a:ext cx="77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0" name="Picture 28" descr="未命名"/>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3040" y="3638"/>
                <a:ext cx="75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1" name="Picture 37" descr="未命名"/>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3873" y="3638"/>
                <a:ext cx="107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8445" name="Group 39"/>
            <p:cNvGrpSpPr>
              <a:grpSpLocks/>
            </p:cNvGrpSpPr>
            <p:nvPr/>
          </p:nvGrpSpPr>
          <p:grpSpPr bwMode="auto">
            <a:xfrm flipH="1">
              <a:off x="0" y="3632"/>
              <a:ext cx="2704" cy="312"/>
              <a:chOff x="3040" y="3638"/>
              <a:chExt cx="2704" cy="312"/>
            </a:xfrm>
          </p:grpSpPr>
          <p:pic>
            <p:nvPicPr>
              <p:cNvPr id="18446" name="Picture 40" descr="未命名"/>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966" y="3638"/>
                <a:ext cx="778"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7" name="Picture 41" descr="未命名"/>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3040" y="3638"/>
                <a:ext cx="755"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8" name="Picture 42" descr="未命名"/>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flipH="1">
                <a:off x="3873" y="3638"/>
                <a:ext cx="1073"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Tree>
    <p:extLst>
      <p:ext uri="{BB962C8B-B14F-4D97-AF65-F5344CB8AC3E}">
        <p14:creationId xmlns:p14="http://schemas.microsoft.com/office/powerpoint/2010/main" val="113041973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14690"/>
                                        </p:tgtEl>
                                        <p:attrNameLst>
                                          <p:attrName>style.visibility</p:attrName>
                                        </p:attrNameLst>
                                      </p:cBhvr>
                                      <p:to>
                                        <p:strVal val="visible"/>
                                      </p:to>
                                    </p:set>
                                    <p:animEffect transition="in" filter="blinds(vertical)">
                                      <p:cBhvr>
                                        <p:cTn id="7" dur="500"/>
                                        <p:tgtEl>
                                          <p:spTgt spid="1146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nodeType="clickEffect">
                                  <p:stCondLst>
                                    <p:cond delay="0"/>
                                  </p:stCondLst>
                                  <p:childTnLst>
                                    <p:set>
                                      <p:cBhvr>
                                        <p:cTn id="11" dur="1" fill="hold">
                                          <p:stCondLst>
                                            <p:cond delay="0"/>
                                          </p:stCondLst>
                                        </p:cTn>
                                        <p:tgtEl>
                                          <p:spTgt spid="114691"/>
                                        </p:tgtEl>
                                        <p:attrNameLst>
                                          <p:attrName>style.visibility</p:attrName>
                                        </p:attrNameLst>
                                      </p:cBhvr>
                                      <p:to>
                                        <p:strVal val="visible"/>
                                      </p:to>
                                    </p:set>
                                    <p:animEffect transition="in" filter="blinds(vertical)">
                                      <p:cBhvr>
                                        <p:cTn id="12" dur="500"/>
                                        <p:tgtEl>
                                          <p:spTgt spid="1146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4692"/>
                                        </p:tgtEl>
                                        <p:attrNameLst>
                                          <p:attrName>style.visibility</p:attrName>
                                        </p:attrNameLst>
                                      </p:cBhvr>
                                      <p:to>
                                        <p:strVal val="visible"/>
                                      </p:to>
                                    </p:set>
                                    <p:animEffect transition="in" filter="blinds(horizontal)">
                                      <p:cBhvr>
                                        <p:cTn id="17" dur="500"/>
                                        <p:tgtEl>
                                          <p:spTgt spid="11469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4693"/>
                                        </p:tgtEl>
                                        <p:attrNameLst>
                                          <p:attrName>style.visibility</p:attrName>
                                        </p:attrNameLst>
                                      </p:cBhvr>
                                      <p:to>
                                        <p:strVal val="visible"/>
                                      </p:to>
                                    </p:set>
                                    <p:animEffect transition="in" filter="blinds(horizontal)">
                                      <p:cBhvr>
                                        <p:cTn id="22" dur="500"/>
                                        <p:tgtEl>
                                          <p:spTgt spid="11469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14694"/>
                                        </p:tgtEl>
                                        <p:attrNameLst>
                                          <p:attrName>style.visibility</p:attrName>
                                        </p:attrNameLst>
                                      </p:cBhvr>
                                      <p:to>
                                        <p:strVal val="visible"/>
                                      </p:to>
                                    </p:set>
                                    <p:animEffect transition="in" filter="blinds(horizontal)">
                                      <p:cBhvr>
                                        <p:cTn id="27" dur="500"/>
                                        <p:tgtEl>
                                          <p:spTgt spid="11469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114695"/>
                                        </p:tgtEl>
                                        <p:attrNameLst>
                                          <p:attrName>style.visibility</p:attrName>
                                        </p:attrNameLst>
                                      </p:cBhvr>
                                      <p:to>
                                        <p:strVal val="visible"/>
                                      </p:to>
                                    </p:set>
                                    <p:animEffect transition="in" filter="blinds(horizontal)">
                                      <p:cBhvr>
                                        <p:cTn id="32" dur="500"/>
                                        <p:tgtEl>
                                          <p:spTgt spid="11469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6" presetClass="entr" presetSubtype="37" fill="hold" nodeType="clickEffect">
                                  <p:stCondLst>
                                    <p:cond delay="0"/>
                                  </p:stCondLst>
                                  <p:childTnLst>
                                    <p:set>
                                      <p:cBhvr>
                                        <p:cTn id="36" dur="1" fill="hold">
                                          <p:stCondLst>
                                            <p:cond delay="0"/>
                                          </p:stCondLst>
                                        </p:cTn>
                                        <p:tgtEl>
                                          <p:spTgt spid="114731"/>
                                        </p:tgtEl>
                                        <p:attrNameLst>
                                          <p:attrName>style.visibility</p:attrName>
                                        </p:attrNameLst>
                                      </p:cBhvr>
                                      <p:to>
                                        <p:strVal val="visible"/>
                                      </p:to>
                                    </p:set>
                                    <p:animEffect transition="in" filter="barn(outVertical)">
                                      <p:cBhvr>
                                        <p:cTn id="37" dur="500"/>
                                        <p:tgtEl>
                                          <p:spTgt spid="114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0" grpId="0" autoUpdateAnimBg="0"/>
      <p:bldP spid="114692" grpId="0" autoUpdateAnimBg="0"/>
      <p:bldP spid="114695"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27D94F6D-8C8E-480A-BD36-2F2F1A0376D3}" type="slidenum">
              <a:rPr lang="zh-CN" altLang="en-US" sz="1400" b="0">
                <a:solidFill>
                  <a:schemeClr val="bg2"/>
                </a:solidFill>
              </a:rPr>
              <a:pPr/>
              <a:t>30</a:t>
            </a:fld>
            <a:endParaRPr lang="en-US" altLang="zh-CN" sz="1400" b="0">
              <a:solidFill>
                <a:schemeClr val="bg2"/>
              </a:solidFill>
            </a:endParaRPr>
          </a:p>
        </p:txBody>
      </p:sp>
      <p:sp>
        <p:nvSpPr>
          <p:cNvPr id="19459" name="Text Box 2"/>
          <p:cNvSpPr txBox="1">
            <a:spLocks noChangeArrowheads="1"/>
          </p:cNvSpPr>
          <p:nvPr/>
        </p:nvSpPr>
        <p:spPr bwMode="auto">
          <a:xfrm>
            <a:off x="609600" y="444500"/>
            <a:ext cx="799465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solidFill>
                  <a:srgbClr val="993300"/>
                </a:solidFill>
              </a:rPr>
              <a:t>例2</a:t>
            </a:r>
            <a:r>
              <a:rPr lang="zh-CN" altLang="en-US">
                <a:solidFill>
                  <a:srgbClr val="000000"/>
                </a:solidFill>
              </a:rPr>
              <a:t>     设计一个平面透射光栅的光栅常数，使得波长为   (430~680) </a:t>
            </a:r>
            <a:r>
              <a:rPr lang="en-US" altLang="zh-CN">
                <a:solidFill>
                  <a:srgbClr val="000000"/>
                </a:solidFill>
              </a:rPr>
              <a:t>nm </a:t>
            </a:r>
            <a:r>
              <a:rPr lang="zh-CN" altLang="en-US">
                <a:solidFill>
                  <a:srgbClr val="000000"/>
                </a:solidFill>
              </a:rPr>
              <a:t>的被测光通过光栅时的第一级衍射光谱能够展开20.0</a:t>
            </a:r>
            <a:r>
              <a:rPr lang="en-US" altLang="zh-CN" baseline="30000">
                <a:solidFill>
                  <a:srgbClr val="000000"/>
                </a:solidFill>
              </a:rPr>
              <a:t>o</a:t>
            </a:r>
            <a:r>
              <a:rPr lang="zh-CN" altLang="en-US">
                <a:solidFill>
                  <a:srgbClr val="000000"/>
                </a:solidFill>
              </a:rPr>
              <a:t>的角范围。</a:t>
            </a:r>
          </a:p>
        </p:txBody>
      </p:sp>
      <p:sp>
        <p:nvSpPr>
          <p:cNvPr id="122886" name="Text Box 6"/>
          <p:cNvSpPr txBox="1">
            <a:spLocks noChangeArrowheads="1"/>
          </p:cNvSpPr>
          <p:nvPr/>
        </p:nvSpPr>
        <p:spPr bwMode="auto">
          <a:xfrm>
            <a:off x="558800" y="2730500"/>
            <a:ext cx="824706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spcBef>
                <a:spcPct val="50000"/>
              </a:spcBef>
            </a:pPr>
            <a:r>
              <a:rPr lang="zh-CN" altLang="en-US">
                <a:solidFill>
                  <a:srgbClr val="000000"/>
                </a:solidFill>
              </a:rPr>
              <a:t>其第一级主明纹要分开20.0</a:t>
            </a:r>
            <a:r>
              <a:rPr lang="en-US" altLang="zh-CN" baseline="30000">
                <a:solidFill>
                  <a:srgbClr val="000000"/>
                </a:solidFill>
              </a:rPr>
              <a:t>o</a:t>
            </a:r>
            <a:endParaRPr lang="zh-CN" altLang="en-US">
              <a:solidFill>
                <a:srgbClr val="000000"/>
              </a:solidFill>
            </a:endParaRPr>
          </a:p>
        </p:txBody>
      </p:sp>
      <p:grpSp>
        <p:nvGrpSpPr>
          <p:cNvPr id="122903" name="Group 23"/>
          <p:cNvGrpSpPr>
            <a:grpSpLocks/>
          </p:cNvGrpSpPr>
          <p:nvPr/>
        </p:nvGrpSpPr>
        <p:grpSpPr bwMode="auto">
          <a:xfrm>
            <a:off x="1246188" y="4816475"/>
            <a:ext cx="4924425" cy="682625"/>
            <a:chOff x="785" y="3034"/>
            <a:chExt cx="3102" cy="430"/>
          </a:xfrm>
        </p:grpSpPr>
        <p:sp>
          <p:nvSpPr>
            <p:cNvPr id="19475" name="Text Box 10"/>
            <p:cNvSpPr txBox="1">
              <a:spLocks noChangeArrowheads="1"/>
            </p:cNvSpPr>
            <p:nvPr/>
          </p:nvSpPr>
          <p:spPr bwMode="auto">
            <a:xfrm>
              <a:off x="785" y="3034"/>
              <a:ext cx="1325"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solidFill>
                    <a:srgbClr val="000000"/>
                  </a:solidFill>
                </a:rPr>
                <a:t>联立解得：</a:t>
              </a:r>
            </a:p>
          </p:txBody>
        </p:sp>
        <p:graphicFrame>
          <p:nvGraphicFramePr>
            <p:cNvPr id="19476" name="Object 11"/>
            <p:cNvGraphicFramePr>
              <a:graphicFrameLocks noChangeAspect="1"/>
            </p:cNvGraphicFramePr>
            <p:nvPr/>
          </p:nvGraphicFramePr>
          <p:xfrm>
            <a:off x="1981" y="3093"/>
            <a:ext cx="1906" cy="371"/>
          </p:xfrm>
          <a:graphic>
            <a:graphicData uri="http://schemas.openxmlformats.org/presentationml/2006/ole">
              <mc:AlternateContent xmlns:mc="http://schemas.openxmlformats.org/markup-compatibility/2006">
                <mc:Choice xmlns:v="urn:schemas-microsoft-com:vml" Requires="v">
                  <p:oleObj spid="_x0000_s150560" name="公式" r:id="rId3" imgW="1066800" imgH="228600" progId="Equation.3">
                    <p:embed/>
                  </p:oleObj>
                </mc:Choice>
                <mc:Fallback>
                  <p:oleObj name="公式" r:id="rId3" imgW="10668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 y="3093"/>
                          <a:ext cx="1906" cy="3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2892" name="Text Box 12"/>
          <p:cNvSpPr txBox="1">
            <a:spLocks noChangeArrowheads="1"/>
          </p:cNvSpPr>
          <p:nvPr/>
        </p:nvSpPr>
        <p:spPr bwMode="auto">
          <a:xfrm>
            <a:off x="963613" y="5565775"/>
            <a:ext cx="6980237"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solidFill>
                  <a:srgbClr val="000000"/>
                </a:solidFill>
              </a:rPr>
              <a:t>因此需要在每厘米内刻</a:t>
            </a:r>
            <a:r>
              <a:rPr kumimoji="1" lang="zh-CN" altLang="en-US">
                <a:solidFill>
                  <a:srgbClr val="000000"/>
                </a:solidFill>
              </a:rPr>
              <a:t>10 </a:t>
            </a:r>
            <a:r>
              <a:rPr kumimoji="1" lang="zh-CN" altLang="en-US" baseline="30000">
                <a:solidFill>
                  <a:srgbClr val="000000"/>
                </a:solidFill>
              </a:rPr>
              <a:t>4</a:t>
            </a:r>
            <a:r>
              <a:rPr lang="zh-CN" altLang="en-US">
                <a:solidFill>
                  <a:srgbClr val="000000"/>
                </a:solidFill>
              </a:rPr>
              <a:t>条刻痕。</a:t>
            </a:r>
          </a:p>
        </p:txBody>
      </p:sp>
      <p:grpSp>
        <p:nvGrpSpPr>
          <p:cNvPr id="122904" name="Group 24"/>
          <p:cNvGrpSpPr>
            <a:grpSpLocks/>
          </p:cNvGrpSpPr>
          <p:nvPr/>
        </p:nvGrpSpPr>
        <p:grpSpPr bwMode="auto">
          <a:xfrm>
            <a:off x="660400" y="2057400"/>
            <a:ext cx="8061325" cy="620713"/>
            <a:chOff x="416" y="1296"/>
            <a:chExt cx="5078" cy="391"/>
          </a:xfrm>
        </p:grpSpPr>
        <p:sp>
          <p:nvSpPr>
            <p:cNvPr id="19470" name="Text Box 14"/>
            <p:cNvSpPr txBox="1">
              <a:spLocks noChangeArrowheads="1"/>
            </p:cNvSpPr>
            <p:nvPr/>
          </p:nvSpPr>
          <p:spPr bwMode="auto">
            <a:xfrm>
              <a:off x="2841" y="1342"/>
              <a:ext cx="9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solidFill>
                    <a:srgbClr val="990099"/>
                  </a:solidFill>
                </a:rPr>
                <a:t>紫光，</a:t>
              </a:r>
            </a:p>
          </p:txBody>
        </p:sp>
        <p:sp>
          <p:nvSpPr>
            <p:cNvPr id="19471" name="Text Box 4"/>
            <p:cNvSpPr txBox="1">
              <a:spLocks noChangeArrowheads="1"/>
            </p:cNvSpPr>
            <p:nvPr/>
          </p:nvSpPr>
          <p:spPr bwMode="auto">
            <a:xfrm>
              <a:off x="416" y="1296"/>
              <a:ext cx="163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spcBef>
                  <a:spcPct val="50000"/>
                </a:spcBef>
              </a:pPr>
              <a:r>
                <a:rPr lang="zh-CN" altLang="en-US">
                  <a:solidFill>
                    <a:srgbClr val="993300"/>
                  </a:solidFill>
                </a:rPr>
                <a:t>解：</a:t>
              </a:r>
              <a:r>
                <a:rPr lang="zh-CN" altLang="en-US">
                  <a:solidFill>
                    <a:srgbClr val="000000"/>
                  </a:solidFill>
                </a:rPr>
                <a:t>由题意知</a:t>
              </a:r>
            </a:p>
          </p:txBody>
        </p:sp>
        <p:graphicFrame>
          <p:nvGraphicFramePr>
            <p:cNvPr id="19472" name="Object 5"/>
            <p:cNvGraphicFramePr>
              <a:graphicFrameLocks noChangeAspect="1"/>
            </p:cNvGraphicFramePr>
            <p:nvPr/>
          </p:nvGraphicFramePr>
          <p:xfrm>
            <a:off x="1820" y="1375"/>
            <a:ext cx="1122" cy="312"/>
          </p:xfrm>
          <a:graphic>
            <a:graphicData uri="http://schemas.openxmlformats.org/presentationml/2006/ole">
              <mc:AlternateContent xmlns:mc="http://schemas.openxmlformats.org/markup-compatibility/2006">
                <mc:Choice xmlns:v="urn:schemas-microsoft-com:vml" Requires="v">
                  <p:oleObj spid="_x0000_s150561" name="公式" r:id="rId5" imgW="787058" imgH="215806" progId="Equation.3">
                    <p:embed/>
                  </p:oleObj>
                </mc:Choice>
                <mc:Fallback>
                  <p:oleObj name="公式" r:id="rId5" imgW="787058" imgH="215806"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20" y="1375"/>
                          <a:ext cx="1122" cy="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3" name="Object 13"/>
            <p:cNvGraphicFramePr>
              <a:graphicFrameLocks noChangeAspect="1"/>
            </p:cNvGraphicFramePr>
            <p:nvPr/>
          </p:nvGraphicFramePr>
          <p:xfrm>
            <a:off x="3466" y="1371"/>
            <a:ext cx="1191" cy="312"/>
          </p:xfrm>
          <a:graphic>
            <a:graphicData uri="http://schemas.openxmlformats.org/presentationml/2006/ole">
              <mc:AlternateContent xmlns:mc="http://schemas.openxmlformats.org/markup-compatibility/2006">
                <mc:Choice xmlns:v="urn:schemas-microsoft-com:vml" Requires="v">
                  <p:oleObj spid="_x0000_s150562" name="公式" r:id="rId7" imgW="787058" imgH="215806" progId="Equation.3">
                    <p:embed/>
                  </p:oleObj>
                </mc:Choice>
                <mc:Fallback>
                  <p:oleObj name="公式" r:id="rId7" imgW="787058" imgH="215806"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66" y="1371"/>
                          <a:ext cx="1191" cy="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474" name="Text Box 15"/>
            <p:cNvSpPr txBox="1">
              <a:spLocks noChangeArrowheads="1"/>
            </p:cNvSpPr>
            <p:nvPr/>
          </p:nvSpPr>
          <p:spPr bwMode="auto">
            <a:xfrm>
              <a:off x="4586" y="1359"/>
              <a:ext cx="9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solidFill>
                    <a:srgbClr val="FF0000"/>
                  </a:solidFill>
                </a:rPr>
                <a:t>红光，</a:t>
              </a:r>
            </a:p>
          </p:txBody>
        </p:sp>
      </p:grpSp>
      <p:grpSp>
        <p:nvGrpSpPr>
          <p:cNvPr id="122902" name="Group 22"/>
          <p:cNvGrpSpPr>
            <a:grpSpLocks/>
          </p:cNvGrpSpPr>
          <p:nvPr/>
        </p:nvGrpSpPr>
        <p:grpSpPr bwMode="auto">
          <a:xfrm>
            <a:off x="928688" y="3376613"/>
            <a:ext cx="6440487" cy="1277937"/>
            <a:chOff x="585" y="2127"/>
            <a:chExt cx="4057" cy="805"/>
          </a:xfrm>
        </p:grpSpPr>
        <p:grpSp>
          <p:nvGrpSpPr>
            <p:cNvPr id="19465" name="Group 20"/>
            <p:cNvGrpSpPr>
              <a:grpSpLocks/>
            </p:cNvGrpSpPr>
            <p:nvPr/>
          </p:nvGrpSpPr>
          <p:grpSpPr bwMode="auto">
            <a:xfrm>
              <a:off x="2040" y="2127"/>
              <a:ext cx="2602" cy="805"/>
              <a:chOff x="2016" y="2083"/>
              <a:chExt cx="2845" cy="921"/>
            </a:xfrm>
          </p:grpSpPr>
          <p:graphicFrame>
            <p:nvGraphicFramePr>
              <p:cNvPr id="19468" name="Object 7"/>
              <p:cNvGraphicFramePr>
                <a:graphicFrameLocks noChangeAspect="1"/>
              </p:cNvGraphicFramePr>
              <p:nvPr/>
            </p:nvGraphicFramePr>
            <p:xfrm>
              <a:off x="2030" y="2083"/>
              <a:ext cx="2012" cy="396"/>
            </p:xfrm>
            <a:graphic>
              <a:graphicData uri="http://schemas.openxmlformats.org/presentationml/2006/ole">
                <mc:AlternateContent xmlns:mc="http://schemas.openxmlformats.org/markup-compatibility/2006">
                  <mc:Choice xmlns:v="urn:schemas-microsoft-com:vml" Requires="v">
                    <p:oleObj spid="_x0000_s150563" name="公式" r:id="rId9" imgW="1104900" imgH="228600" progId="Equation.3">
                      <p:embed/>
                    </p:oleObj>
                  </mc:Choice>
                  <mc:Fallback>
                    <p:oleObj name="公式" r:id="rId9" imgW="1104900" imgH="228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30" y="2083"/>
                            <a:ext cx="2012"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9" name="Object 8"/>
              <p:cNvGraphicFramePr>
                <a:graphicFrameLocks noChangeAspect="1"/>
              </p:cNvGraphicFramePr>
              <p:nvPr/>
            </p:nvGraphicFramePr>
            <p:xfrm>
              <a:off x="2016" y="2608"/>
              <a:ext cx="2845" cy="396"/>
            </p:xfrm>
            <a:graphic>
              <a:graphicData uri="http://schemas.openxmlformats.org/presentationml/2006/ole">
                <mc:AlternateContent xmlns:mc="http://schemas.openxmlformats.org/markup-compatibility/2006">
                  <mc:Choice xmlns:v="urn:schemas-microsoft-com:vml" Requires="v">
                    <p:oleObj spid="_x0000_s150564" name="公式" r:id="rId11" imgW="1562100" imgH="228600" progId="Equation.3">
                      <p:embed/>
                    </p:oleObj>
                  </mc:Choice>
                  <mc:Fallback>
                    <p:oleObj name="公式" r:id="rId11" imgW="1562100" imgH="2286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016" y="2608"/>
                            <a:ext cx="2845" cy="3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466" name="Rectangle 17"/>
            <p:cNvSpPr>
              <a:spLocks noChangeArrowheads="1"/>
            </p:cNvSpPr>
            <p:nvPr/>
          </p:nvSpPr>
          <p:spPr bwMode="auto">
            <a:xfrm>
              <a:off x="585" y="2309"/>
              <a:ext cx="154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r>
                <a:rPr lang="zh-CN" altLang="en-US">
                  <a:solidFill>
                    <a:srgbClr val="000000"/>
                  </a:solidFill>
                </a:rPr>
                <a:t>由光栅方程：</a:t>
              </a:r>
            </a:p>
          </p:txBody>
        </p:sp>
        <p:sp>
          <p:nvSpPr>
            <p:cNvPr id="19467" name="AutoShape 18"/>
            <p:cNvSpPr>
              <a:spLocks/>
            </p:cNvSpPr>
            <p:nvPr/>
          </p:nvSpPr>
          <p:spPr bwMode="auto">
            <a:xfrm>
              <a:off x="1917" y="2177"/>
              <a:ext cx="118" cy="693"/>
            </a:xfrm>
            <a:prstGeom prst="leftBrace">
              <a:avLst>
                <a:gd name="adj1" fmla="val 48941"/>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Tree>
    <p:extLst>
      <p:ext uri="{BB962C8B-B14F-4D97-AF65-F5344CB8AC3E}">
        <p14:creationId xmlns:p14="http://schemas.microsoft.com/office/powerpoint/2010/main" val="236114624"/>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904"/>
                                        </p:tgtEl>
                                        <p:attrNameLst>
                                          <p:attrName>style.visibility</p:attrName>
                                        </p:attrNameLst>
                                      </p:cBhvr>
                                      <p:to>
                                        <p:strVal val="visible"/>
                                      </p:to>
                                    </p:set>
                                    <p:animEffect transition="in" filter="wipe(left)">
                                      <p:cBhvr>
                                        <p:cTn id="7" dur="500"/>
                                        <p:tgtEl>
                                          <p:spTgt spid="12290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2886"/>
                                        </p:tgtEl>
                                        <p:attrNameLst>
                                          <p:attrName>style.visibility</p:attrName>
                                        </p:attrNameLst>
                                      </p:cBhvr>
                                      <p:to>
                                        <p:strVal val="visible"/>
                                      </p:to>
                                    </p:set>
                                    <p:animEffect transition="in" filter="wipe(left)">
                                      <p:cBhvr>
                                        <p:cTn id="12" dur="500"/>
                                        <p:tgtEl>
                                          <p:spTgt spid="12288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2902"/>
                                        </p:tgtEl>
                                        <p:attrNameLst>
                                          <p:attrName>style.visibility</p:attrName>
                                        </p:attrNameLst>
                                      </p:cBhvr>
                                      <p:to>
                                        <p:strVal val="visible"/>
                                      </p:to>
                                    </p:set>
                                    <p:animEffect transition="in" filter="wipe(left)">
                                      <p:cBhvr>
                                        <p:cTn id="17" dur="500"/>
                                        <p:tgtEl>
                                          <p:spTgt spid="12290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22903"/>
                                        </p:tgtEl>
                                        <p:attrNameLst>
                                          <p:attrName>style.visibility</p:attrName>
                                        </p:attrNameLst>
                                      </p:cBhvr>
                                      <p:to>
                                        <p:strVal val="visible"/>
                                      </p:to>
                                    </p:set>
                                    <p:animEffect transition="in" filter="wipe(left)">
                                      <p:cBhvr>
                                        <p:cTn id="22" dur="500"/>
                                        <p:tgtEl>
                                          <p:spTgt spid="12290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22892"/>
                                        </p:tgtEl>
                                        <p:attrNameLst>
                                          <p:attrName>style.visibility</p:attrName>
                                        </p:attrNameLst>
                                      </p:cBhvr>
                                      <p:to>
                                        <p:strVal val="visible"/>
                                      </p:to>
                                    </p:set>
                                    <p:animEffect transition="in" filter="wipe(left)">
                                      <p:cBhvr>
                                        <p:cTn id="27" dur="500"/>
                                        <p:tgtEl>
                                          <p:spTgt spid="122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886" grpId="0"/>
      <p:bldP spid="12289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6EC6C7FA-3EE3-4E7D-A5FC-6FCF0BDEC5C6}" type="slidenum">
              <a:rPr lang="zh-CN" altLang="en-US" sz="1400" b="0">
                <a:solidFill>
                  <a:schemeClr val="bg2"/>
                </a:solidFill>
              </a:rPr>
              <a:pPr/>
              <a:t>31</a:t>
            </a:fld>
            <a:endParaRPr lang="en-US" altLang="zh-CN" sz="1400" b="0">
              <a:solidFill>
                <a:schemeClr val="bg2"/>
              </a:solidFill>
            </a:endParaRPr>
          </a:p>
        </p:txBody>
      </p:sp>
      <p:sp>
        <p:nvSpPr>
          <p:cNvPr id="20483" name="Text Box 54"/>
          <p:cNvSpPr txBox="1">
            <a:spLocks noChangeArrowheads="1"/>
          </p:cNvSpPr>
          <p:nvPr/>
        </p:nvSpPr>
        <p:spPr bwMode="auto">
          <a:xfrm>
            <a:off x="800100" y="609600"/>
            <a:ext cx="4419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dirty="0" smtClean="0">
                <a:solidFill>
                  <a:srgbClr val="0000FF"/>
                </a:solidFill>
              </a:rPr>
              <a:t>四、</a:t>
            </a:r>
            <a:r>
              <a:rPr lang="en-US" altLang="zh-CN" dirty="0" smtClean="0">
                <a:solidFill>
                  <a:srgbClr val="0000FF"/>
                </a:solidFill>
              </a:rPr>
              <a:t>X</a:t>
            </a:r>
            <a:r>
              <a:rPr lang="zh-CN" altLang="en-US" dirty="0" smtClean="0">
                <a:solidFill>
                  <a:srgbClr val="0000FF"/>
                </a:solidFill>
              </a:rPr>
              <a:t>射线的</a:t>
            </a:r>
            <a:r>
              <a:rPr lang="zh-CN" altLang="en-US" dirty="0">
                <a:solidFill>
                  <a:srgbClr val="0000FF"/>
                </a:solidFill>
              </a:rPr>
              <a:t>衍射</a:t>
            </a:r>
          </a:p>
        </p:txBody>
      </p:sp>
      <p:grpSp>
        <p:nvGrpSpPr>
          <p:cNvPr id="123961" name="Group 57"/>
          <p:cNvGrpSpPr>
            <a:grpSpLocks/>
          </p:cNvGrpSpPr>
          <p:nvPr/>
        </p:nvGrpSpPr>
        <p:grpSpPr bwMode="auto">
          <a:xfrm>
            <a:off x="863600" y="1143000"/>
            <a:ext cx="7580313" cy="5003800"/>
            <a:chOff x="544" y="720"/>
            <a:chExt cx="4775" cy="3152"/>
          </a:xfrm>
        </p:grpSpPr>
        <p:sp>
          <p:nvSpPr>
            <p:cNvPr id="20485" name="Text Box 2"/>
            <p:cNvSpPr txBox="1">
              <a:spLocks noChangeArrowheads="1"/>
            </p:cNvSpPr>
            <p:nvPr/>
          </p:nvSpPr>
          <p:spPr bwMode="auto">
            <a:xfrm>
              <a:off x="544" y="720"/>
              <a:ext cx="4775" cy="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        </a:t>
              </a:r>
              <a:r>
                <a:rPr lang="en-US" altLang="zh-CN"/>
                <a:t>1895</a:t>
              </a:r>
              <a:r>
                <a:rPr lang="zh-CN" altLang="en-US"/>
                <a:t>年</a:t>
              </a:r>
              <a:r>
                <a:rPr lang="zh-CN" altLang="en-US">
                  <a:solidFill>
                    <a:srgbClr val="CC0000"/>
                  </a:solidFill>
                </a:rPr>
                <a:t>伦琴</a:t>
              </a:r>
              <a:r>
                <a:rPr lang="zh-CN" altLang="en-US"/>
                <a:t>发现，受高速电子撞击的金属会发射一种穿透性很强的射线称</a:t>
              </a:r>
              <a:r>
                <a:rPr lang="zh-CN" altLang="en-US">
                  <a:solidFill>
                    <a:srgbClr val="CC0000"/>
                  </a:solidFill>
                </a:rPr>
                <a:t>Ｘ</a:t>
              </a:r>
              <a:r>
                <a:rPr lang="zh-CN" altLang="en-US"/>
                <a:t>射线</a:t>
              </a:r>
              <a:r>
                <a:rPr lang="en-US" altLang="zh-CN"/>
                <a:t>.</a:t>
              </a:r>
            </a:p>
          </p:txBody>
        </p:sp>
        <p:grpSp>
          <p:nvGrpSpPr>
            <p:cNvPr id="20486" name="Group 56"/>
            <p:cNvGrpSpPr>
              <a:grpSpLocks/>
            </p:cNvGrpSpPr>
            <p:nvPr/>
          </p:nvGrpSpPr>
          <p:grpSpPr bwMode="auto">
            <a:xfrm>
              <a:off x="659" y="1503"/>
              <a:ext cx="4597" cy="2369"/>
              <a:chOff x="651" y="1455"/>
              <a:chExt cx="4597" cy="2369"/>
            </a:xfrm>
          </p:grpSpPr>
          <p:sp>
            <p:nvSpPr>
              <p:cNvPr id="20487" name="Rectangle 4"/>
              <p:cNvSpPr>
                <a:spLocks noChangeArrowheads="1"/>
              </p:cNvSpPr>
              <p:nvPr/>
            </p:nvSpPr>
            <p:spPr bwMode="auto">
              <a:xfrm>
                <a:off x="651" y="1455"/>
                <a:ext cx="4597" cy="2369"/>
              </a:xfrm>
              <a:prstGeom prst="rect">
                <a:avLst/>
              </a:prstGeom>
              <a:noFill/>
              <a:ln w="9525">
                <a:solidFill>
                  <a:schemeClr val="tx2"/>
                </a:solidFill>
                <a:miter lim="800000"/>
                <a:headEnd/>
                <a:tailEnd type="none" w="sm" len="lg"/>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488" name="Oval 5"/>
              <p:cNvSpPr>
                <a:spLocks noChangeArrowheads="1"/>
              </p:cNvSpPr>
              <p:nvPr/>
            </p:nvSpPr>
            <p:spPr bwMode="auto">
              <a:xfrm>
                <a:off x="2297" y="2111"/>
                <a:ext cx="1475" cy="1248"/>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20489" name="Group 6"/>
              <p:cNvGrpSpPr>
                <a:grpSpLocks/>
              </p:cNvGrpSpPr>
              <p:nvPr/>
            </p:nvGrpSpPr>
            <p:grpSpPr bwMode="auto">
              <a:xfrm>
                <a:off x="1446" y="2504"/>
                <a:ext cx="1135" cy="476"/>
                <a:chOff x="1056" y="1860"/>
                <a:chExt cx="960" cy="402"/>
              </a:xfrm>
            </p:grpSpPr>
            <p:grpSp>
              <p:nvGrpSpPr>
                <p:cNvPr id="20530" name="Group 7"/>
                <p:cNvGrpSpPr>
                  <a:grpSpLocks/>
                </p:cNvGrpSpPr>
                <p:nvPr/>
              </p:nvGrpSpPr>
              <p:grpSpPr bwMode="auto">
                <a:xfrm>
                  <a:off x="1056" y="1872"/>
                  <a:ext cx="960" cy="384"/>
                  <a:chOff x="528" y="2160"/>
                  <a:chExt cx="960" cy="384"/>
                </a:xfrm>
              </p:grpSpPr>
              <p:sp>
                <p:nvSpPr>
                  <p:cNvPr id="20533" name="AutoShape 8"/>
                  <p:cNvSpPr>
                    <a:spLocks noChangeArrowheads="1"/>
                  </p:cNvSpPr>
                  <p:nvPr/>
                </p:nvSpPr>
                <p:spPr bwMode="auto">
                  <a:xfrm>
                    <a:off x="528" y="2208"/>
                    <a:ext cx="816" cy="288"/>
                  </a:xfrm>
                  <a:prstGeom prst="roundRect">
                    <a:avLst>
                      <a:gd name="adj" fmla="val 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534" name="Rectangle 9"/>
                  <p:cNvSpPr>
                    <a:spLocks noChangeArrowheads="1"/>
                  </p:cNvSpPr>
                  <p:nvPr/>
                </p:nvSpPr>
                <p:spPr bwMode="auto">
                  <a:xfrm>
                    <a:off x="1200" y="2160"/>
                    <a:ext cx="288" cy="38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0531" name="Freeform 10"/>
                <p:cNvSpPr>
                  <a:spLocks/>
                </p:cNvSpPr>
                <p:nvPr/>
              </p:nvSpPr>
              <p:spPr bwMode="auto">
                <a:xfrm>
                  <a:off x="1680" y="1860"/>
                  <a:ext cx="135" cy="64"/>
                </a:xfrm>
                <a:custGeom>
                  <a:avLst/>
                  <a:gdLst>
                    <a:gd name="T0" fmla="*/ 135 w 135"/>
                    <a:gd name="T1" fmla="*/ 0 h 64"/>
                    <a:gd name="T2" fmla="*/ 93 w 135"/>
                    <a:gd name="T3" fmla="*/ 54 h 64"/>
                    <a:gd name="T4" fmla="*/ 0 w 135"/>
                    <a:gd name="T5" fmla="*/ 60 h 64"/>
                    <a:gd name="T6" fmla="*/ 0 60000 65536"/>
                    <a:gd name="T7" fmla="*/ 0 60000 65536"/>
                    <a:gd name="T8" fmla="*/ 0 60000 65536"/>
                  </a:gdLst>
                  <a:ahLst/>
                  <a:cxnLst>
                    <a:cxn ang="T6">
                      <a:pos x="T0" y="T1"/>
                    </a:cxn>
                    <a:cxn ang="T7">
                      <a:pos x="T2" y="T3"/>
                    </a:cxn>
                    <a:cxn ang="T8">
                      <a:pos x="T4" y="T5"/>
                    </a:cxn>
                  </a:cxnLst>
                  <a:rect l="0" t="0" r="r" b="b"/>
                  <a:pathLst>
                    <a:path w="135" h="64">
                      <a:moveTo>
                        <a:pt x="135" y="0"/>
                      </a:moveTo>
                      <a:cubicBezTo>
                        <a:pt x="128" y="9"/>
                        <a:pt x="115" y="44"/>
                        <a:pt x="93" y="54"/>
                      </a:cubicBezTo>
                      <a:cubicBezTo>
                        <a:pt x="71" y="64"/>
                        <a:pt x="19" y="59"/>
                        <a:pt x="0" y="60"/>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532" name="Freeform 11"/>
                <p:cNvSpPr>
                  <a:spLocks/>
                </p:cNvSpPr>
                <p:nvPr/>
              </p:nvSpPr>
              <p:spPr bwMode="auto">
                <a:xfrm>
                  <a:off x="1722" y="2205"/>
                  <a:ext cx="102" cy="57"/>
                </a:xfrm>
                <a:custGeom>
                  <a:avLst/>
                  <a:gdLst>
                    <a:gd name="T0" fmla="*/ 102 w 102"/>
                    <a:gd name="T1" fmla="*/ 57 h 57"/>
                    <a:gd name="T2" fmla="*/ 81 w 102"/>
                    <a:gd name="T3" fmla="*/ 9 h 57"/>
                    <a:gd name="T4" fmla="*/ 0 w 102"/>
                    <a:gd name="T5" fmla="*/ 3 h 57"/>
                    <a:gd name="T6" fmla="*/ 0 60000 65536"/>
                    <a:gd name="T7" fmla="*/ 0 60000 65536"/>
                    <a:gd name="T8" fmla="*/ 0 60000 65536"/>
                  </a:gdLst>
                  <a:ahLst/>
                  <a:cxnLst>
                    <a:cxn ang="T6">
                      <a:pos x="T0" y="T1"/>
                    </a:cxn>
                    <a:cxn ang="T7">
                      <a:pos x="T2" y="T3"/>
                    </a:cxn>
                    <a:cxn ang="T8">
                      <a:pos x="T4" y="T5"/>
                    </a:cxn>
                  </a:cxnLst>
                  <a:rect l="0" t="0" r="r" b="b"/>
                  <a:pathLst>
                    <a:path w="102" h="57">
                      <a:moveTo>
                        <a:pt x="102" y="57"/>
                      </a:moveTo>
                      <a:cubicBezTo>
                        <a:pt x="98" y="49"/>
                        <a:pt x="98" y="18"/>
                        <a:pt x="81" y="9"/>
                      </a:cubicBezTo>
                      <a:cubicBezTo>
                        <a:pt x="64" y="0"/>
                        <a:pt x="17" y="4"/>
                        <a:pt x="0" y="3"/>
                      </a:cubicBezTo>
                    </a:path>
                  </a:pathLst>
                </a:custGeom>
                <a:noFill/>
                <a:ln w="28575" cap="flat" cmpd="sng">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20490" name="Group 12"/>
              <p:cNvGrpSpPr>
                <a:grpSpLocks/>
              </p:cNvGrpSpPr>
              <p:nvPr/>
            </p:nvGrpSpPr>
            <p:grpSpPr bwMode="auto">
              <a:xfrm>
                <a:off x="3545" y="2534"/>
                <a:ext cx="1135" cy="397"/>
                <a:chOff x="2592" y="1990"/>
                <a:chExt cx="960" cy="336"/>
              </a:xfrm>
            </p:grpSpPr>
            <p:sp>
              <p:nvSpPr>
                <p:cNvPr id="20528" name="AutoShape 13"/>
                <p:cNvSpPr>
                  <a:spLocks noChangeArrowheads="1"/>
                </p:cNvSpPr>
                <p:nvPr/>
              </p:nvSpPr>
              <p:spPr bwMode="auto">
                <a:xfrm>
                  <a:off x="2640" y="2016"/>
                  <a:ext cx="912" cy="288"/>
                </a:xfrm>
                <a:prstGeom prst="roundRect">
                  <a:avLst>
                    <a:gd name="adj"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529" name="Rectangle 14"/>
                <p:cNvSpPr>
                  <a:spLocks noChangeArrowheads="1"/>
                </p:cNvSpPr>
                <p:nvPr/>
              </p:nvSpPr>
              <p:spPr bwMode="auto">
                <a:xfrm>
                  <a:off x="2592" y="1990"/>
                  <a:ext cx="288" cy="33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0491" name="Freeform 15"/>
              <p:cNvSpPr>
                <a:spLocks/>
              </p:cNvSpPr>
              <p:nvPr/>
            </p:nvSpPr>
            <p:spPr bwMode="auto">
              <a:xfrm>
                <a:off x="3730" y="2526"/>
                <a:ext cx="177" cy="41"/>
              </a:xfrm>
              <a:custGeom>
                <a:avLst/>
                <a:gdLst>
                  <a:gd name="T0" fmla="*/ 0 w 150"/>
                  <a:gd name="T1" fmla="*/ 0 h 35"/>
                  <a:gd name="T2" fmla="*/ 50 w 150"/>
                  <a:gd name="T3" fmla="*/ 35 h 35"/>
                  <a:gd name="T4" fmla="*/ 177 w 150"/>
                  <a:gd name="T5" fmla="*/ 35 h 35"/>
                  <a:gd name="T6" fmla="*/ 0 60000 65536"/>
                  <a:gd name="T7" fmla="*/ 0 60000 65536"/>
                  <a:gd name="T8" fmla="*/ 0 60000 65536"/>
                </a:gdLst>
                <a:ahLst/>
                <a:cxnLst>
                  <a:cxn ang="T6">
                    <a:pos x="T0" y="T1"/>
                  </a:cxn>
                  <a:cxn ang="T7">
                    <a:pos x="T2" y="T3"/>
                  </a:cxn>
                  <a:cxn ang="T8">
                    <a:pos x="T4" y="T5"/>
                  </a:cxn>
                </a:cxnLst>
                <a:rect l="0" t="0" r="r" b="b"/>
                <a:pathLst>
                  <a:path w="150" h="35">
                    <a:moveTo>
                      <a:pt x="0" y="0"/>
                    </a:moveTo>
                    <a:cubicBezTo>
                      <a:pt x="7" y="5"/>
                      <a:pt x="17" y="25"/>
                      <a:pt x="42" y="30"/>
                    </a:cubicBezTo>
                    <a:cubicBezTo>
                      <a:pt x="67" y="35"/>
                      <a:pt x="128" y="30"/>
                      <a:pt x="150" y="30"/>
                    </a:cubicBezTo>
                  </a:path>
                </a:pathLst>
              </a:custGeom>
              <a:noFill/>
              <a:ln w="28575"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2" name="Freeform 16"/>
              <p:cNvSpPr>
                <a:spLocks/>
              </p:cNvSpPr>
              <p:nvPr/>
            </p:nvSpPr>
            <p:spPr bwMode="auto">
              <a:xfrm>
                <a:off x="3716" y="2895"/>
                <a:ext cx="170" cy="92"/>
              </a:xfrm>
              <a:custGeom>
                <a:avLst/>
                <a:gdLst>
                  <a:gd name="T0" fmla="*/ 0 w 144"/>
                  <a:gd name="T1" fmla="*/ 92 h 78"/>
                  <a:gd name="T2" fmla="*/ 57 w 144"/>
                  <a:gd name="T3" fmla="*/ 14 h 78"/>
                  <a:gd name="T4" fmla="*/ 170 w 144"/>
                  <a:gd name="T5" fmla="*/ 11 h 78"/>
                  <a:gd name="T6" fmla="*/ 0 60000 65536"/>
                  <a:gd name="T7" fmla="*/ 0 60000 65536"/>
                  <a:gd name="T8" fmla="*/ 0 60000 65536"/>
                </a:gdLst>
                <a:ahLst/>
                <a:cxnLst>
                  <a:cxn ang="T6">
                    <a:pos x="T0" y="T1"/>
                  </a:cxn>
                  <a:cxn ang="T7">
                    <a:pos x="T2" y="T3"/>
                  </a:cxn>
                  <a:cxn ang="T8">
                    <a:pos x="T4" y="T5"/>
                  </a:cxn>
                </a:cxnLst>
                <a:rect l="0" t="0" r="r" b="b"/>
                <a:pathLst>
                  <a:path w="144" h="78">
                    <a:moveTo>
                      <a:pt x="0" y="78"/>
                    </a:moveTo>
                    <a:cubicBezTo>
                      <a:pt x="8" y="67"/>
                      <a:pt x="24" y="24"/>
                      <a:pt x="48" y="12"/>
                    </a:cubicBezTo>
                    <a:cubicBezTo>
                      <a:pt x="72" y="0"/>
                      <a:pt x="124" y="10"/>
                      <a:pt x="144" y="9"/>
                    </a:cubicBezTo>
                  </a:path>
                </a:pathLst>
              </a:custGeom>
              <a:noFill/>
              <a:ln w="28575" cap="flat" cmpd="sng">
                <a:solidFill>
                  <a:schemeClr val="tx1"/>
                </a:solidFill>
                <a:prstDash val="solid"/>
                <a:round/>
                <a:headEnd type="none" w="med" len="me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0493" name="Rectangle 17" descr="上对角虚线"/>
              <p:cNvSpPr>
                <a:spLocks noChangeArrowheads="1"/>
              </p:cNvSpPr>
              <p:nvPr/>
            </p:nvSpPr>
            <p:spPr bwMode="auto">
              <a:xfrm>
                <a:off x="1275" y="2621"/>
                <a:ext cx="1362" cy="57"/>
              </a:xfrm>
              <a:prstGeom prst="rect">
                <a:avLst/>
              </a:prstGeom>
              <a:pattFill prst="dashUpDiag">
                <a:fgClr>
                  <a:schemeClr val="tx1"/>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494" name="Rectangle 18" descr="上对角虚线"/>
              <p:cNvSpPr>
                <a:spLocks noChangeArrowheads="1"/>
              </p:cNvSpPr>
              <p:nvPr/>
            </p:nvSpPr>
            <p:spPr bwMode="auto">
              <a:xfrm>
                <a:off x="1275" y="2792"/>
                <a:ext cx="1533" cy="57"/>
              </a:xfrm>
              <a:prstGeom prst="rect">
                <a:avLst/>
              </a:prstGeom>
              <a:pattFill prst="dashUpDiag">
                <a:fgClr>
                  <a:schemeClr val="tx1"/>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495" name="Line 19"/>
              <p:cNvSpPr>
                <a:spLocks noChangeShapeType="1"/>
              </p:cNvSpPr>
              <p:nvPr/>
            </p:nvSpPr>
            <p:spPr bwMode="auto">
              <a:xfrm>
                <a:off x="2637" y="2621"/>
                <a:ext cx="171" cy="228"/>
              </a:xfrm>
              <a:prstGeom prst="line">
                <a:avLst/>
              </a:prstGeom>
              <a:noFill/>
              <a:ln w="57150">
                <a:solidFill>
                  <a:srgbClr val="FF00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6" name="Line 20"/>
              <p:cNvSpPr>
                <a:spLocks noChangeShapeType="1"/>
              </p:cNvSpPr>
              <p:nvPr/>
            </p:nvSpPr>
            <p:spPr bwMode="auto">
              <a:xfrm>
                <a:off x="4851" y="2727"/>
                <a:ext cx="227"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7" name="Line 21"/>
              <p:cNvSpPr>
                <a:spLocks noChangeShapeType="1"/>
              </p:cNvSpPr>
              <p:nvPr/>
            </p:nvSpPr>
            <p:spPr bwMode="auto">
              <a:xfrm>
                <a:off x="4907" y="2776"/>
                <a:ext cx="114" cy="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8" name="Line 22"/>
              <p:cNvSpPr>
                <a:spLocks noChangeShapeType="1"/>
              </p:cNvSpPr>
              <p:nvPr/>
            </p:nvSpPr>
            <p:spPr bwMode="auto">
              <a:xfrm>
                <a:off x="2751" y="3427"/>
                <a:ext cx="0" cy="34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499" name="Line 23"/>
              <p:cNvSpPr>
                <a:spLocks noChangeShapeType="1"/>
              </p:cNvSpPr>
              <p:nvPr/>
            </p:nvSpPr>
            <p:spPr bwMode="auto">
              <a:xfrm>
                <a:off x="2978" y="3427"/>
                <a:ext cx="0" cy="340"/>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0" name="Line 24"/>
              <p:cNvSpPr>
                <a:spLocks noChangeShapeType="1"/>
              </p:cNvSpPr>
              <p:nvPr/>
            </p:nvSpPr>
            <p:spPr bwMode="auto">
              <a:xfrm>
                <a:off x="2864" y="3483"/>
                <a:ext cx="0" cy="22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1" name="Line 25"/>
              <p:cNvSpPr>
                <a:spLocks noChangeShapeType="1"/>
              </p:cNvSpPr>
              <p:nvPr/>
            </p:nvSpPr>
            <p:spPr bwMode="auto">
              <a:xfrm>
                <a:off x="3091" y="3483"/>
                <a:ext cx="0" cy="227"/>
              </a:xfrm>
              <a:prstGeom prst="line">
                <a:avLst/>
              </a:prstGeom>
              <a:noFill/>
              <a:ln w="28575">
                <a:solidFill>
                  <a:schemeClr val="tx1"/>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2" name="Line 26"/>
              <p:cNvSpPr>
                <a:spLocks noChangeShapeType="1"/>
              </p:cNvSpPr>
              <p:nvPr/>
            </p:nvSpPr>
            <p:spPr bwMode="auto">
              <a:xfrm flipH="1" flipV="1">
                <a:off x="2581" y="1884"/>
                <a:ext cx="170" cy="851"/>
              </a:xfrm>
              <a:prstGeom prst="line">
                <a:avLst/>
              </a:prstGeom>
              <a:noFill/>
              <a:ln w="19050">
                <a:solidFill>
                  <a:srgbClr val="CC00CC"/>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3" name="Line 27"/>
              <p:cNvSpPr>
                <a:spLocks noChangeShapeType="1"/>
              </p:cNvSpPr>
              <p:nvPr/>
            </p:nvSpPr>
            <p:spPr bwMode="auto">
              <a:xfrm flipV="1">
                <a:off x="2751" y="1827"/>
                <a:ext cx="113" cy="908"/>
              </a:xfrm>
              <a:prstGeom prst="line">
                <a:avLst/>
              </a:prstGeom>
              <a:noFill/>
              <a:ln w="19050">
                <a:solidFill>
                  <a:srgbClr val="CC00CC"/>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4" name="Line 28"/>
              <p:cNvSpPr>
                <a:spLocks noChangeShapeType="1"/>
              </p:cNvSpPr>
              <p:nvPr/>
            </p:nvSpPr>
            <p:spPr bwMode="auto">
              <a:xfrm flipV="1">
                <a:off x="2751" y="1884"/>
                <a:ext cx="397" cy="851"/>
              </a:xfrm>
              <a:prstGeom prst="line">
                <a:avLst/>
              </a:prstGeom>
              <a:noFill/>
              <a:ln w="19050">
                <a:solidFill>
                  <a:srgbClr val="CC00CC"/>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5" name="Line 29"/>
              <p:cNvSpPr>
                <a:spLocks noChangeShapeType="1"/>
              </p:cNvSpPr>
              <p:nvPr/>
            </p:nvSpPr>
            <p:spPr bwMode="auto">
              <a:xfrm flipV="1">
                <a:off x="2751" y="1997"/>
                <a:ext cx="624" cy="738"/>
              </a:xfrm>
              <a:prstGeom prst="line">
                <a:avLst/>
              </a:prstGeom>
              <a:noFill/>
              <a:ln w="19050">
                <a:solidFill>
                  <a:srgbClr val="CC00CC"/>
                </a:solidFill>
                <a:prstDash val="dash"/>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6" name="Line 30"/>
              <p:cNvSpPr>
                <a:spLocks noChangeShapeType="1"/>
              </p:cNvSpPr>
              <p:nvPr/>
            </p:nvSpPr>
            <p:spPr bwMode="auto">
              <a:xfrm>
                <a:off x="878" y="2621"/>
                <a:ext cx="341" cy="0"/>
              </a:xfrm>
              <a:prstGeom prst="line">
                <a:avLst/>
              </a:prstGeom>
              <a:noFill/>
              <a:ln w="38100">
                <a:solidFill>
                  <a:srgbClr val="CC00CC"/>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07" name="Line 31"/>
              <p:cNvSpPr>
                <a:spLocks noChangeShapeType="1"/>
              </p:cNvSpPr>
              <p:nvPr/>
            </p:nvSpPr>
            <p:spPr bwMode="auto">
              <a:xfrm>
                <a:off x="878" y="2849"/>
                <a:ext cx="341" cy="0"/>
              </a:xfrm>
              <a:prstGeom prst="line">
                <a:avLst/>
              </a:prstGeom>
              <a:noFill/>
              <a:ln w="38100">
                <a:solidFill>
                  <a:srgbClr val="CC00CC"/>
                </a:solidFill>
                <a:round/>
                <a:headEnd type="triangl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508" name="Object 32"/>
              <p:cNvGraphicFramePr>
                <a:graphicFrameLocks noChangeAspect="1"/>
              </p:cNvGraphicFramePr>
              <p:nvPr/>
            </p:nvGraphicFramePr>
            <p:xfrm>
              <a:off x="4636" y="2111"/>
              <a:ext cx="361" cy="454"/>
            </p:xfrm>
            <a:graphic>
              <a:graphicData uri="http://schemas.openxmlformats.org/presentationml/2006/ole">
                <mc:AlternateContent xmlns:mc="http://schemas.openxmlformats.org/markup-compatibility/2006">
                  <mc:Choice xmlns:v="urn:schemas-microsoft-com:vml" Requires="v">
                    <p:oleObj spid="_x0000_s151590" name="公式" r:id="rId3" imgW="253780" imgH="317225" progId="Equation.3">
                      <p:embed/>
                    </p:oleObj>
                  </mc:Choice>
                  <mc:Fallback>
                    <p:oleObj name="公式" r:id="rId3" imgW="253780" imgH="317225"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6" y="2111"/>
                            <a:ext cx="361" cy="4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09" name="Object 33"/>
              <p:cNvGraphicFramePr>
                <a:graphicFrameLocks noChangeAspect="1"/>
              </p:cNvGraphicFramePr>
              <p:nvPr/>
            </p:nvGraphicFramePr>
            <p:xfrm>
              <a:off x="2183" y="3204"/>
              <a:ext cx="314" cy="353"/>
            </p:xfrm>
            <a:graphic>
              <a:graphicData uri="http://schemas.openxmlformats.org/presentationml/2006/ole">
                <mc:AlternateContent xmlns:mc="http://schemas.openxmlformats.org/markup-compatibility/2006">
                  <mc:Choice xmlns:v="urn:schemas-microsoft-com:vml" Requires="v">
                    <p:oleObj spid="_x0000_s151591" name="公式" r:id="rId5" imgW="279279" imgH="317362" progId="Equation.3">
                      <p:embed/>
                    </p:oleObj>
                  </mc:Choice>
                  <mc:Fallback>
                    <p:oleObj name="公式" r:id="rId5" imgW="279279" imgH="317362"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3" y="3204"/>
                            <a:ext cx="314" cy="3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10" name="Line 34"/>
              <p:cNvSpPr>
                <a:spLocks noChangeShapeType="1"/>
              </p:cNvSpPr>
              <p:nvPr/>
            </p:nvSpPr>
            <p:spPr bwMode="auto">
              <a:xfrm flipH="1">
                <a:off x="2864" y="2735"/>
                <a:ext cx="341" cy="0"/>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1" name="Text Box 35"/>
              <p:cNvSpPr txBox="1">
                <a:spLocks noChangeArrowheads="1"/>
              </p:cNvSpPr>
              <p:nvPr/>
            </p:nvSpPr>
            <p:spPr bwMode="auto">
              <a:xfrm>
                <a:off x="2297" y="1497"/>
                <a:ext cx="1419" cy="328"/>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a:solidFill>
                      <a:srgbClr val="CC00CC"/>
                    </a:solidFill>
                  </a:rPr>
                  <a:t>X </a:t>
                </a:r>
                <a:r>
                  <a:rPr lang="zh-CN" altLang="en-US">
                    <a:solidFill>
                      <a:srgbClr val="CC00CC"/>
                    </a:solidFill>
                  </a:rPr>
                  <a:t>射线</a:t>
                </a:r>
              </a:p>
            </p:txBody>
          </p:sp>
          <p:sp>
            <p:nvSpPr>
              <p:cNvPr id="20512" name="Text Box 36"/>
              <p:cNvSpPr txBox="1">
                <a:spLocks noChangeArrowheads="1"/>
              </p:cNvSpPr>
              <p:nvPr/>
            </p:nvSpPr>
            <p:spPr bwMode="auto">
              <a:xfrm>
                <a:off x="821" y="2104"/>
                <a:ext cx="1476" cy="327"/>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8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CC00CC"/>
                    </a:solidFill>
                    <a:latin typeface="Arial" charset="0"/>
                  </a:rPr>
                  <a:t>冷却水</a:t>
                </a:r>
              </a:p>
            </p:txBody>
          </p:sp>
          <p:graphicFrame>
            <p:nvGraphicFramePr>
              <p:cNvPr id="20513" name="Object 38"/>
              <p:cNvGraphicFramePr>
                <a:graphicFrameLocks noChangeAspect="1"/>
              </p:cNvGraphicFramePr>
              <p:nvPr/>
            </p:nvGraphicFramePr>
            <p:xfrm>
              <a:off x="2650" y="2849"/>
              <a:ext cx="336" cy="397"/>
            </p:xfrm>
            <a:graphic>
              <a:graphicData uri="http://schemas.openxmlformats.org/presentationml/2006/ole">
                <mc:AlternateContent xmlns:mc="http://schemas.openxmlformats.org/markup-compatibility/2006">
                  <mc:Choice xmlns:v="urn:schemas-microsoft-com:vml" Requires="v">
                    <p:oleObj spid="_x0000_s151592" name="Equation" r:id="rId7" imgW="133446" imgH="152280" progId="Equation.3">
                      <p:embed/>
                    </p:oleObj>
                  </mc:Choice>
                  <mc:Fallback>
                    <p:oleObj name="Equation" r:id="rId7" imgW="133446" imgH="1522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50" y="2849"/>
                            <a:ext cx="336"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4" name="Object 39"/>
              <p:cNvGraphicFramePr>
                <a:graphicFrameLocks noChangeAspect="1"/>
              </p:cNvGraphicFramePr>
              <p:nvPr/>
            </p:nvGraphicFramePr>
            <p:xfrm>
              <a:off x="3262" y="2224"/>
              <a:ext cx="397" cy="397"/>
            </p:xfrm>
            <a:graphic>
              <a:graphicData uri="http://schemas.openxmlformats.org/presentationml/2006/ole">
                <mc:AlternateContent xmlns:mc="http://schemas.openxmlformats.org/markup-compatibility/2006">
                  <mc:Choice xmlns:v="urn:schemas-microsoft-com:vml" Requires="v">
                    <p:oleObj spid="_x0000_s151593" name="Equation" r:id="rId9" imgW="152355" imgH="152280" progId="Equation.3">
                      <p:embed/>
                    </p:oleObj>
                  </mc:Choice>
                  <mc:Fallback>
                    <p:oleObj name="Equation" r:id="rId9" imgW="152355" imgH="1522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62" y="2224"/>
                            <a:ext cx="397"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515" name="Group 40"/>
              <p:cNvGrpSpPr>
                <a:grpSpLocks/>
              </p:cNvGrpSpPr>
              <p:nvPr/>
            </p:nvGrpSpPr>
            <p:grpSpPr bwMode="auto">
              <a:xfrm>
                <a:off x="3205" y="2621"/>
                <a:ext cx="227" cy="228"/>
                <a:chOff x="5088" y="2592"/>
                <a:chExt cx="192" cy="192"/>
              </a:xfrm>
            </p:grpSpPr>
            <p:sp>
              <p:nvSpPr>
                <p:cNvPr id="20526" name="Oval 41"/>
                <p:cNvSpPr>
                  <a:spLocks noChangeArrowheads="1"/>
                </p:cNvSpPr>
                <p:nvPr/>
              </p:nvSpPr>
              <p:spPr bwMode="auto">
                <a:xfrm>
                  <a:off x="5088" y="2592"/>
                  <a:ext cx="192" cy="192"/>
                </a:xfrm>
                <a:prstGeom prst="ellipse">
                  <a:avLst/>
                </a:prstGeom>
                <a:gradFill rotWithShape="0">
                  <a:gsLst>
                    <a:gs pos="0">
                      <a:schemeClr val="bg1"/>
                    </a:gs>
                    <a:gs pos="100000">
                      <a:srgbClr val="99CCFF">
                        <a:alpha val="24001"/>
                      </a:srgbClr>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0527" name="Line 42"/>
                <p:cNvSpPr>
                  <a:spLocks noChangeShapeType="1"/>
                </p:cNvSpPr>
                <p:nvPr/>
              </p:nvSpPr>
              <p:spPr bwMode="auto">
                <a:xfrm>
                  <a:off x="5121" y="2688"/>
                  <a:ext cx="1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0516" name="Object 53"/>
              <p:cNvGraphicFramePr>
                <a:graphicFrameLocks noChangeAspect="1"/>
              </p:cNvGraphicFramePr>
              <p:nvPr/>
            </p:nvGraphicFramePr>
            <p:xfrm>
              <a:off x="3190" y="1506"/>
              <a:ext cx="1681" cy="365"/>
            </p:xfrm>
            <a:graphic>
              <a:graphicData uri="http://schemas.openxmlformats.org/presentationml/2006/ole">
                <mc:AlternateContent xmlns:mc="http://schemas.openxmlformats.org/markup-compatibility/2006">
                  <mc:Choice xmlns:v="urn:schemas-microsoft-com:vml" Requires="v">
                    <p:oleObj spid="_x0000_s151594" name="公式" r:id="rId11" imgW="926698" imgH="203112" progId="Equation.3">
                      <p:embed/>
                    </p:oleObj>
                  </mc:Choice>
                  <mc:Fallback>
                    <p:oleObj name="公式" r:id="rId11" imgW="926698" imgH="203112"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90" y="1506"/>
                            <a:ext cx="1681" cy="3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517" name="Object 55"/>
              <p:cNvGraphicFramePr>
                <a:graphicFrameLocks noChangeAspect="1"/>
              </p:cNvGraphicFramePr>
              <p:nvPr/>
            </p:nvGraphicFramePr>
            <p:xfrm>
              <a:off x="3443" y="2572"/>
              <a:ext cx="438" cy="315"/>
            </p:xfrm>
            <a:graphic>
              <a:graphicData uri="http://schemas.openxmlformats.org/presentationml/2006/ole">
                <mc:AlternateContent xmlns:mc="http://schemas.openxmlformats.org/markup-compatibility/2006">
                  <mc:Choice xmlns:v="urn:schemas-microsoft-com:vml" Requires="v">
                    <p:oleObj spid="_x0000_s151595" name="公式" r:id="rId13" imgW="133446" imgH="114210" progId="Equation.3">
                      <p:embed/>
                    </p:oleObj>
                  </mc:Choice>
                  <mc:Fallback>
                    <p:oleObj name="公式" r:id="rId13" imgW="133446" imgH="11421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43" y="2572"/>
                            <a:ext cx="438" cy="315"/>
                          </a:xfrm>
                          <a:prstGeom prst="rect">
                            <a:avLst/>
                          </a:prstGeom>
                          <a:solidFill>
                            <a:srgbClr val="FFFF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518" name="Line 45"/>
              <p:cNvSpPr>
                <a:spLocks noChangeShapeType="1"/>
              </p:cNvSpPr>
              <p:nvPr/>
            </p:nvSpPr>
            <p:spPr bwMode="auto">
              <a:xfrm flipV="1">
                <a:off x="4964" y="2791"/>
                <a:ext cx="0" cy="806"/>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19" name="Line 46"/>
              <p:cNvSpPr>
                <a:spLocks noChangeShapeType="1"/>
              </p:cNvSpPr>
              <p:nvPr/>
            </p:nvSpPr>
            <p:spPr bwMode="auto">
              <a:xfrm flipV="1">
                <a:off x="1389" y="2791"/>
                <a:ext cx="0" cy="806"/>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0" name="Line 47"/>
              <p:cNvSpPr>
                <a:spLocks noChangeShapeType="1"/>
              </p:cNvSpPr>
              <p:nvPr/>
            </p:nvSpPr>
            <p:spPr bwMode="auto">
              <a:xfrm>
                <a:off x="1389" y="3597"/>
                <a:ext cx="1362" cy="0"/>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1" name="Line 48"/>
              <p:cNvSpPr>
                <a:spLocks noChangeShapeType="1"/>
              </p:cNvSpPr>
              <p:nvPr/>
            </p:nvSpPr>
            <p:spPr bwMode="auto">
              <a:xfrm>
                <a:off x="3091" y="3597"/>
                <a:ext cx="1873" cy="0"/>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2" name="Line 49"/>
              <p:cNvSpPr>
                <a:spLocks noChangeShapeType="1"/>
              </p:cNvSpPr>
              <p:nvPr/>
            </p:nvSpPr>
            <p:spPr bwMode="auto">
              <a:xfrm>
                <a:off x="1389" y="2791"/>
                <a:ext cx="1362" cy="0"/>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3" name="Line 50"/>
              <p:cNvSpPr>
                <a:spLocks noChangeShapeType="1"/>
              </p:cNvSpPr>
              <p:nvPr/>
            </p:nvSpPr>
            <p:spPr bwMode="auto">
              <a:xfrm>
                <a:off x="3716" y="2629"/>
                <a:ext cx="1248" cy="0"/>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4" name="Line 51"/>
              <p:cNvSpPr>
                <a:spLocks noChangeShapeType="1"/>
              </p:cNvSpPr>
              <p:nvPr/>
            </p:nvSpPr>
            <p:spPr bwMode="auto">
              <a:xfrm>
                <a:off x="3716" y="2816"/>
                <a:ext cx="1248" cy="0"/>
              </a:xfrm>
              <a:prstGeom prst="line">
                <a:avLst/>
              </a:prstGeom>
              <a:noFill/>
              <a:ln w="19050">
                <a:solidFill>
                  <a:srgbClr val="009900"/>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525" name="Line 52"/>
              <p:cNvSpPr>
                <a:spLocks noChangeShapeType="1"/>
              </p:cNvSpPr>
              <p:nvPr/>
            </p:nvSpPr>
            <p:spPr bwMode="auto">
              <a:xfrm>
                <a:off x="4964" y="2621"/>
                <a:ext cx="0" cy="114"/>
              </a:xfrm>
              <a:prstGeom prst="line">
                <a:avLst/>
              </a:prstGeom>
              <a:noFill/>
              <a:ln w="12700">
                <a:solidFill>
                  <a:srgbClr val="009900"/>
                </a:solidFill>
                <a:round/>
                <a:headEnd/>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spTree>
    <p:extLst>
      <p:ext uri="{BB962C8B-B14F-4D97-AF65-F5344CB8AC3E}">
        <p14:creationId xmlns:p14="http://schemas.microsoft.com/office/powerpoint/2010/main" val="208593488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23961"/>
                                        </p:tgtEl>
                                        <p:attrNameLst>
                                          <p:attrName>style.visibility</p:attrName>
                                        </p:attrNameLst>
                                      </p:cBhvr>
                                      <p:to>
                                        <p:strVal val="visible"/>
                                      </p:to>
                                    </p:set>
                                    <p:animEffect transition="in" filter="wipe(up)">
                                      <p:cBhvr>
                                        <p:cTn id="7" dur="500"/>
                                        <p:tgtEl>
                                          <p:spTgt spid="1239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B1312C69-8BCD-4471-A6EE-4DFC915C25DC}" type="slidenum">
              <a:rPr lang="zh-CN" altLang="en-US" sz="1400" b="0">
                <a:solidFill>
                  <a:schemeClr val="bg2"/>
                </a:solidFill>
              </a:rPr>
              <a:pPr/>
              <a:t>32</a:t>
            </a:fld>
            <a:endParaRPr lang="en-US" altLang="zh-CN" sz="1400" b="0">
              <a:solidFill>
                <a:schemeClr val="bg2"/>
              </a:solidFill>
            </a:endParaRPr>
          </a:p>
        </p:txBody>
      </p:sp>
      <p:sp>
        <p:nvSpPr>
          <p:cNvPr id="21507" name="Text Box 2"/>
          <p:cNvSpPr txBox="1">
            <a:spLocks noChangeArrowheads="1"/>
          </p:cNvSpPr>
          <p:nvPr/>
        </p:nvSpPr>
        <p:spPr bwMode="auto">
          <a:xfrm>
            <a:off x="611188" y="368300"/>
            <a:ext cx="8010525" cy="573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a:lnSpc>
                <a:spcPct val="120000"/>
              </a:lnSpc>
            </a:pPr>
            <a:r>
              <a:rPr lang="en-US" altLang="zh-CN">
                <a:solidFill>
                  <a:srgbClr val="0000FF"/>
                </a:solidFill>
              </a:rPr>
              <a:t>X</a:t>
            </a:r>
            <a:r>
              <a:rPr lang="zh-CN" altLang="en-US">
                <a:solidFill>
                  <a:srgbClr val="0000FF"/>
                </a:solidFill>
              </a:rPr>
              <a:t>射线的发现</a:t>
            </a:r>
            <a:endParaRPr lang="en-US" altLang="zh-CN">
              <a:solidFill>
                <a:srgbClr val="0000FF"/>
              </a:solidFill>
            </a:endParaRPr>
          </a:p>
          <a:p>
            <a:pPr>
              <a:lnSpc>
                <a:spcPct val="120000"/>
              </a:lnSpc>
            </a:pPr>
            <a:r>
              <a:rPr lang="en-US" altLang="zh-CN"/>
              <a:t>        X</a:t>
            </a:r>
            <a:r>
              <a:rPr lang="zh-CN" altLang="en-US"/>
              <a:t>射线于</a:t>
            </a:r>
            <a:r>
              <a:rPr lang="en-US" altLang="zh-CN"/>
              <a:t>1895</a:t>
            </a:r>
            <a:r>
              <a:rPr lang="zh-CN" altLang="en-US"/>
              <a:t>年为 </a:t>
            </a:r>
            <a:r>
              <a:rPr lang="en-US" altLang="zh-CN"/>
              <a:t>W.K.</a:t>
            </a:r>
            <a:r>
              <a:rPr lang="zh-CN" altLang="en-US"/>
              <a:t>伦琴发现，开始不知其本质，故称为 </a:t>
            </a:r>
            <a:r>
              <a:rPr lang="en-US" altLang="zh-CN"/>
              <a:t>X</a:t>
            </a:r>
            <a:r>
              <a:rPr lang="zh-CN" altLang="en-US"/>
              <a:t>射线。现已知</a:t>
            </a:r>
            <a:r>
              <a:rPr lang="en-US" altLang="zh-CN"/>
              <a:t>X</a:t>
            </a:r>
            <a:r>
              <a:rPr lang="zh-CN" altLang="en-US"/>
              <a:t>射线为波长大约为</a:t>
            </a:r>
            <a:r>
              <a:rPr kumimoji="1" lang="zh-CN" altLang="en-US">
                <a:solidFill>
                  <a:srgbClr val="000000"/>
                </a:solidFill>
              </a:rPr>
              <a:t>0.001</a:t>
            </a:r>
            <a:r>
              <a:rPr kumimoji="1" lang="en-US" altLang="zh-CN">
                <a:solidFill>
                  <a:srgbClr val="000000"/>
                </a:solidFill>
              </a:rPr>
              <a:t>nm~10nm</a:t>
            </a:r>
            <a:r>
              <a:rPr lang="zh-CN" altLang="en-US"/>
              <a:t>的电磁辐射，</a:t>
            </a:r>
            <a:r>
              <a:rPr lang="en-US" altLang="zh-CN"/>
              <a:t>X</a:t>
            </a:r>
            <a:r>
              <a:rPr lang="zh-CN" altLang="en-US"/>
              <a:t>射线的长波端与紫外线谱的短波端重叠</a:t>
            </a:r>
            <a:r>
              <a:rPr lang="en-US" altLang="zh-CN"/>
              <a:t>,</a:t>
            </a:r>
            <a:r>
              <a:rPr lang="zh-CN" altLang="en-US"/>
              <a:t>短波端与</a:t>
            </a:r>
            <a:r>
              <a:rPr lang="en-US" altLang="zh-CN"/>
              <a:t>γ</a:t>
            </a:r>
            <a:r>
              <a:rPr lang="zh-CN" altLang="en-US"/>
              <a:t>射线谱重叠。</a:t>
            </a:r>
          </a:p>
          <a:p>
            <a:pPr>
              <a:lnSpc>
                <a:spcPct val="120000"/>
              </a:lnSpc>
            </a:pPr>
            <a:r>
              <a:rPr lang="zh-CN" altLang="en-US"/>
              <a:t>　　</a:t>
            </a:r>
            <a:r>
              <a:rPr lang="en-US" altLang="zh-CN"/>
              <a:t>X</a:t>
            </a:r>
            <a:r>
              <a:rPr lang="zh-CN" altLang="en-US"/>
              <a:t>射线有</a:t>
            </a:r>
            <a:r>
              <a:rPr lang="zh-CN" altLang="en-US">
                <a:solidFill>
                  <a:srgbClr val="FF0000"/>
                </a:solidFill>
              </a:rPr>
              <a:t>强穿透力</a:t>
            </a:r>
            <a:r>
              <a:rPr lang="en-US" altLang="zh-CN">
                <a:solidFill>
                  <a:srgbClr val="FF0000"/>
                </a:solidFill>
              </a:rPr>
              <a:t>,</a:t>
            </a:r>
            <a:r>
              <a:rPr lang="zh-CN" altLang="en-US">
                <a:solidFill>
                  <a:srgbClr val="FF0000"/>
                </a:solidFill>
              </a:rPr>
              <a:t>波长愈短，穿透力愈强</a:t>
            </a:r>
            <a:r>
              <a:rPr lang="zh-CN" altLang="en-US"/>
              <a:t>。故称长波的</a:t>
            </a:r>
            <a:r>
              <a:rPr lang="en-US" altLang="zh-CN"/>
              <a:t>X</a:t>
            </a:r>
            <a:r>
              <a:rPr lang="zh-CN" altLang="en-US"/>
              <a:t>射线为软</a:t>
            </a:r>
            <a:r>
              <a:rPr lang="en-US" altLang="zh-CN"/>
              <a:t>X</a:t>
            </a:r>
            <a:r>
              <a:rPr lang="zh-CN" altLang="en-US"/>
              <a:t>射线，短波的</a:t>
            </a:r>
            <a:r>
              <a:rPr lang="en-US" altLang="zh-CN"/>
              <a:t>X</a:t>
            </a:r>
            <a:r>
              <a:rPr lang="zh-CN" altLang="en-US"/>
              <a:t>射线为硬</a:t>
            </a:r>
            <a:r>
              <a:rPr lang="en-US" altLang="zh-CN"/>
              <a:t>X </a:t>
            </a:r>
            <a:r>
              <a:rPr lang="zh-CN" altLang="en-US"/>
              <a:t>射线。</a:t>
            </a:r>
            <a:r>
              <a:rPr lang="en-US" altLang="zh-CN"/>
              <a:t>X</a:t>
            </a:r>
            <a:r>
              <a:rPr lang="zh-CN" altLang="en-US"/>
              <a:t>射线能引起荧光和照相胶片感光。在医疗中广泛应用 </a:t>
            </a:r>
            <a:r>
              <a:rPr lang="en-US" altLang="zh-CN"/>
              <a:t>X</a:t>
            </a:r>
            <a:r>
              <a:rPr lang="zh-CN" altLang="en-US"/>
              <a:t>射线作人体的透视，在工业中用作零件探伤。另一方面，</a:t>
            </a:r>
            <a:r>
              <a:rPr lang="zh-CN" altLang="en-US">
                <a:solidFill>
                  <a:srgbClr val="FF0000"/>
                </a:solidFill>
              </a:rPr>
              <a:t>大剂量</a:t>
            </a:r>
            <a:r>
              <a:rPr lang="en-US" altLang="zh-CN">
                <a:solidFill>
                  <a:srgbClr val="FF0000"/>
                </a:solidFill>
              </a:rPr>
              <a:t>X</a:t>
            </a:r>
            <a:r>
              <a:rPr lang="zh-CN" altLang="en-US">
                <a:solidFill>
                  <a:srgbClr val="FF0000"/>
                </a:solidFill>
              </a:rPr>
              <a:t>射线长时间对人体的照射则是有害的。</a:t>
            </a:r>
          </a:p>
        </p:txBody>
      </p:sp>
    </p:spTree>
    <p:extLst>
      <p:ext uri="{BB962C8B-B14F-4D97-AF65-F5344CB8AC3E}">
        <p14:creationId xmlns:p14="http://schemas.microsoft.com/office/powerpoint/2010/main" val="1767661455"/>
      </p:ext>
    </p:extLst>
  </p:cSld>
  <p:clrMapOvr>
    <a:masterClrMapping/>
  </p:clrMapOvr>
  <p:transition>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1CB004A8-60F6-4BAE-8835-19C22C80C5BF}" type="slidenum">
              <a:rPr lang="zh-CN" altLang="en-US" sz="1400" b="0">
                <a:solidFill>
                  <a:schemeClr val="bg2"/>
                </a:solidFill>
              </a:rPr>
              <a:pPr/>
              <a:t>33</a:t>
            </a:fld>
            <a:endParaRPr lang="en-US" altLang="zh-CN" sz="1400" b="0">
              <a:solidFill>
                <a:schemeClr val="bg2"/>
              </a:solidFill>
            </a:endParaRPr>
          </a:p>
        </p:txBody>
      </p:sp>
      <p:grpSp>
        <p:nvGrpSpPr>
          <p:cNvPr id="116775" name="Group 39"/>
          <p:cNvGrpSpPr>
            <a:grpSpLocks/>
          </p:cNvGrpSpPr>
          <p:nvPr/>
        </p:nvGrpSpPr>
        <p:grpSpPr bwMode="auto">
          <a:xfrm>
            <a:off x="4686300" y="1147763"/>
            <a:ext cx="4083050" cy="4848225"/>
            <a:chOff x="3032" y="803"/>
            <a:chExt cx="2375" cy="2820"/>
          </a:xfrm>
        </p:grpSpPr>
        <p:grpSp>
          <p:nvGrpSpPr>
            <p:cNvPr id="23570" name="Group 3"/>
            <p:cNvGrpSpPr>
              <a:grpSpLocks/>
            </p:cNvGrpSpPr>
            <p:nvPr/>
          </p:nvGrpSpPr>
          <p:grpSpPr bwMode="auto">
            <a:xfrm>
              <a:off x="3032" y="1183"/>
              <a:ext cx="2375" cy="2440"/>
              <a:chOff x="4128" y="1344"/>
              <a:chExt cx="1584" cy="1680"/>
            </a:xfrm>
          </p:grpSpPr>
          <p:sp>
            <p:nvSpPr>
              <p:cNvPr id="23572" name="Rectangle 4"/>
              <p:cNvSpPr>
                <a:spLocks noChangeArrowheads="1"/>
              </p:cNvSpPr>
              <p:nvPr/>
            </p:nvSpPr>
            <p:spPr bwMode="auto">
              <a:xfrm>
                <a:off x="4128" y="1344"/>
                <a:ext cx="1584" cy="1680"/>
              </a:xfrm>
              <a:prstGeom prst="rect">
                <a:avLst/>
              </a:prstGeom>
              <a:solidFill>
                <a:srgbClr val="3333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3" name="Oval 5"/>
              <p:cNvSpPr>
                <a:spLocks noChangeArrowheads="1"/>
              </p:cNvSpPr>
              <p:nvPr/>
            </p:nvSpPr>
            <p:spPr bwMode="auto">
              <a:xfrm>
                <a:off x="4656" y="1920"/>
                <a:ext cx="528" cy="528"/>
              </a:xfrm>
              <a:prstGeom prst="ellipse">
                <a:avLst/>
              </a:prstGeom>
              <a:solidFill>
                <a:srgbClr val="FFD48F">
                  <a:alpha val="50195"/>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4" name="Oval 6"/>
              <p:cNvSpPr>
                <a:spLocks noChangeArrowheads="1"/>
              </p:cNvSpPr>
              <p:nvPr/>
            </p:nvSpPr>
            <p:spPr bwMode="auto">
              <a:xfrm>
                <a:off x="4704" y="1968"/>
                <a:ext cx="432" cy="432"/>
              </a:xfrm>
              <a:prstGeom prst="ellipse">
                <a:avLst/>
              </a:prstGeom>
              <a:solidFill>
                <a:srgbClr val="634701"/>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5" name="Oval 7"/>
              <p:cNvSpPr>
                <a:spLocks noChangeArrowheads="1"/>
              </p:cNvSpPr>
              <p:nvPr/>
            </p:nvSpPr>
            <p:spPr bwMode="auto">
              <a:xfrm>
                <a:off x="4783" y="2047"/>
                <a:ext cx="274" cy="274"/>
              </a:xfrm>
              <a:prstGeom prst="ellipse">
                <a:avLst/>
              </a:prstGeom>
              <a:solidFill>
                <a:srgbClr val="FFD48F"/>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6" name="Oval 8"/>
              <p:cNvSpPr>
                <a:spLocks noChangeArrowheads="1"/>
              </p:cNvSpPr>
              <p:nvPr/>
            </p:nvSpPr>
            <p:spPr bwMode="auto">
              <a:xfrm>
                <a:off x="4512" y="2016"/>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7" name="Oval 9"/>
              <p:cNvSpPr>
                <a:spLocks noChangeArrowheads="1"/>
              </p:cNvSpPr>
              <p:nvPr/>
            </p:nvSpPr>
            <p:spPr bwMode="auto">
              <a:xfrm>
                <a:off x="4704" y="1776"/>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8" name="Oval 10"/>
              <p:cNvSpPr>
                <a:spLocks noChangeArrowheads="1"/>
              </p:cNvSpPr>
              <p:nvPr/>
            </p:nvSpPr>
            <p:spPr bwMode="auto">
              <a:xfrm>
                <a:off x="4560" y="2400"/>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79" name="Oval 11"/>
              <p:cNvSpPr>
                <a:spLocks noChangeArrowheads="1"/>
              </p:cNvSpPr>
              <p:nvPr/>
            </p:nvSpPr>
            <p:spPr bwMode="auto">
              <a:xfrm>
                <a:off x="5040" y="1776"/>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0" name="Oval 12"/>
              <p:cNvSpPr>
                <a:spLocks noChangeArrowheads="1"/>
              </p:cNvSpPr>
              <p:nvPr/>
            </p:nvSpPr>
            <p:spPr bwMode="auto">
              <a:xfrm>
                <a:off x="5280" y="1968"/>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1" name="Oval 13"/>
              <p:cNvSpPr>
                <a:spLocks noChangeArrowheads="1"/>
              </p:cNvSpPr>
              <p:nvPr/>
            </p:nvSpPr>
            <p:spPr bwMode="auto">
              <a:xfrm>
                <a:off x="5280" y="2304"/>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2" name="Oval 14"/>
              <p:cNvSpPr>
                <a:spLocks noChangeArrowheads="1"/>
              </p:cNvSpPr>
              <p:nvPr/>
            </p:nvSpPr>
            <p:spPr bwMode="auto">
              <a:xfrm>
                <a:off x="4992" y="2544"/>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3" name="Oval 15"/>
              <p:cNvSpPr>
                <a:spLocks noChangeArrowheads="1"/>
              </p:cNvSpPr>
              <p:nvPr/>
            </p:nvSpPr>
            <p:spPr bwMode="auto">
              <a:xfrm>
                <a:off x="4320" y="2256"/>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4" name="Oval 16"/>
              <p:cNvSpPr>
                <a:spLocks noChangeArrowheads="1"/>
              </p:cNvSpPr>
              <p:nvPr/>
            </p:nvSpPr>
            <p:spPr bwMode="auto">
              <a:xfrm>
                <a:off x="4704" y="2688"/>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5" name="Oval 17"/>
              <p:cNvSpPr>
                <a:spLocks noChangeArrowheads="1"/>
              </p:cNvSpPr>
              <p:nvPr/>
            </p:nvSpPr>
            <p:spPr bwMode="auto">
              <a:xfrm>
                <a:off x="4416" y="1728"/>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6" name="Oval 18"/>
              <p:cNvSpPr>
                <a:spLocks noChangeArrowheads="1"/>
              </p:cNvSpPr>
              <p:nvPr/>
            </p:nvSpPr>
            <p:spPr bwMode="auto">
              <a:xfrm>
                <a:off x="4848" y="1632"/>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7" name="Oval 19"/>
              <p:cNvSpPr>
                <a:spLocks noChangeArrowheads="1"/>
              </p:cNvSpPr>
              <p:nvPr/>
            </p:nvSpPr>
            <p:spPr bwMode="auto">
              <a:xfrm>
                <a:off x="5280" y="2592"/>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8" name="Oval 20"/>
              <p:cNvSpPr>
                <a:spLocks noChangeArrowheads="1"/>
              </p:cNvSpPr>
              <p:nvPr/>
            </p:nvSpPr>
            <p:spPr bwMode="auto">
              <a:xfrm>
                <a:off x="5472" y="2160"/>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89" name="Oval 21"/>
              <p:cNvSpPr>
                <a:spLocks noChangeArrowheads="1"/>
              </p:cNvSpPr>
              <p:nvPr/>
            </p:nvSpPr>
            <p:spPr bwMode="auto">
              <a:xfrm>
                <a:off x="5328" y="1680"/>
                <a:ext cx="48" cy="48"/>
              </a:xfrm>
              <a:prstGeom prst="ellipse">
                <a:avLst/>
              </a:prstGeom>
              <a:solidFill>
                <a:srgbClr val="FFD48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116758" name="Text Box 22"/>
            <p:cNvSpPr txBox="1">
              <a:spLocks noChangeArrowheads="1"/>
            </p:cNvSpPr>
            <p:nvPr/>
          </p:nvSpPr>
          <p:spPr bwMode="auto">
            <a:xfrm>
              <a:off x="3032" y="803"/>
              <a:ext cx="2375" cy="357"/>
            </a:xfrm>
            <a:prstGeom prst="rect">
              <a:avLst/>
            </a:prstGeom>
            <a:gradFill rotWithShape="0">
              <a:gsLst>
                <a:gs pos="0">
                  <a:schemeClr val="accent1"/>
                </a:gs>
                <a:gs pos="50000">
                  <a:schemeClr val="accent1">
                    <a:gamma/>
                    <a:tint val="0"/>
                    <a:invGamma/>
                  </a:schemeClr>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120000"/>
                </a:lnSpc>
                <a:spcBef>
                  <a:spcPct val="50000"/>
                </a:spcBef>
                <a:defRPr/>
              </a:pPr>
              <a:r>
                <a:rPr lang="zh-CN" altLang="en-US">
                  <a:solidFill>
                    <a:srgbClr val="CC0000"/>
                  </a:solidFill>
                  <a:ea typeface="宋体" pitchFamily="2" charset="-122"/>
                </a:rPr>
                <a:t>劳 厄 斑 点</a:t>
              </a:r>
            </a:p>
          </p:txBody>
        </p:sp>
      </p:grpSp>
      <p:sp>
        <p:nvSpPr>
          <p:cNvPr id="23556" name="Rectangle 36"/>
          <p:cNvSpPr>
            <a:spLocks noChangeArrowheads="1"/>
          </p:cNvSpPr>
          <p:nvPr/>
        </p:nvSpPr>
        <p:spPr bwMode="auto">
          <a:xfrm>
            <a:off x="873125" y="1100138"/>
            <a:ext cx="3048000" cy="1117600"/>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9525">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pPr>
            <a:r>
              <a:rPr lang="zh-CN" altLang="en-US">
                <a:solidFill>
                  <a:srgbClr val="CC0000"/>
                </a:solidFill>
              </a:rPr>
              <a:t> 单晶片的衍射</a:t>
            </a:r>
          </a:p>
          <a:p>
            <a:pPr eaLnBrk="1" hangingPunct="1">
              <a:lnSpc>
                <a:spcPct val="120000"/>
              </a:lnSpc>
            </a:pPr>
            <a:r>
              <a:rPr lang="en-US" altLang="zh-CN"/>
              <a:t>1912</a:t>
            </a:r>
            <a:r>
              <a:rPr lang="zh-CN" altLang="en-US"/>
              <a:t>年劳厄实验</a:t>
            </a:r>
            <a:endParaRPr lang="zh-CN" altLang="en-US">
              <a:solidFill>
                <a:srgbClr val="0000FF"/>
              </a:solidFill>
            </a:endParaRPr>
          </a:p>
        </p:txBody>
      </p:sp>
      <p:grpSp>
        <p:nvGrpSpPr>
          <p:cNvPr id="23557" name="Group 38"/>
          <p:cNvGrpSpPr>
            <a:grpSpLocks/>
          </p:cNvGrpSpPr>
          <p:nvPr/>
        </p:nvGrpSpPr>
        <p:grpSpPr bwMode="auto">
          <a:xfrm>
            <a:off x="893763" y="3421063"/>
            <a:ext cx="3430587" cy="1981200"/>
            <a:chOff x="2626" y="455"/>
            <a:chExt cx="2161" cy="1248"/>
          </a:xfrm>
        </p:grpSpPr>
        <p:sp>
          <p:nvSpPr>
            <p:cNvPr id="23558" name="Rectangle 25"/>
            <p:cNvSpPr>
              <a:spLocks noChangeArrowheads="1"/>
            </p:cNvSpPr>
            <p:nvPr/>
          </p:nvSpPr>
          <p:spPr bwMode="auto">
            <a:xfrm>
              <a:off x="3154" y="503"/>
              <a:ext cx="48" cy="384"/>
            </a:xfrm>
            <a:prstGeom prst="rect">
              <a:avLst/>
            </a:prstGeom>
            <a:gradFill rotWithShape="0">
              <a:gsLst>
                <a:gs pos="0">
                  <a:srgbClr val="000000"/>
                </a:gs>
                <a:gs pos="50000">
                  <a:srgbClr val="CCCCCC"/>
                </a:gs>
                <a:gs pos="100000">
                  <a:srgbClr val="000000"/>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3559" name="Rectangle 26"/>
            <p:cNvSpPr>
              <a:spLocks noChangeArrowheads="1"/>
            </p:cNvSpPr>
            <p:nvPr/>
          </p:nvSpPr>
          <p:spPr bwMode="auto">
            <a:xfrm>
              <a:off x="3154" y="983"/>
              <a:ext cx="48" cy="384"/>
            </a:xfrm>
            <a:prstGeom prst="rect">
              <a:avLst/>
            </a:prstGeom>
            <a:gradFill rotWithShape="0">
              <a:gsLst>
                <a:gs pos="0">
                  <a:srgbClr val="000000"/>
                </a:gs>
                <a:gs pos="50000">
                  <a:srgbClr val="CCCCCC"/>
                </a:gs>
                <a:gs pos="100000">
                  <a:srgbClr val="000000"/>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116763" name="Rectangle 27"/>
            <p:cNvSpPr>
              <a:spLocks noChangeArrowheads="1"/>
            </p:cNvSpPr>
            <p:nvPr/>
          </p:nvSpPr>
          <p:spPr bwMode="auto">
            <a:xfrm>
              <a:off x="4354" y="455"/>
              <a:ext cx="48" cy="1008"/>
            </a:xfrm>
            <a:prstGeom prst="rect">
              <a:avLst/>
            </a:prstGeom>
            <a:gradFill rotWithShape="0">
              <a:gsLst>
                <a:gs pos="0">
                  <a:schemeClr val="bg1"/>
                </a:gs>
                <a:gs pos="100000">
                  <a:schemeClr val="bg1">
                    <a:gamma/>
                    <a:shade val="0"/>
                    <a:invGamma/>
                  </a:schemeClr>
                </a:gs>
              </a:gsLst>
              <a:lin ang="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ea typeface="宋体" pitchFamily="2" charset="-122"/>
              </a:endParaRPr>
            </a:p>
          </p:txBody>
        </p:sp>
        <p:sp>
          <p:nvSpPr>
            <p:cNvPr id="23561" name="Line 28"/>
            <p:cNvSpPr>
              <a:spLocks noChangeShapeType="1"/>
            </p:cNvSpPr>
            <p:nvPr/>
          </p:nvSpPr>
          <p:spPr bwMode="auto">
            <a:xfrm>
              <a:off x="2626" y="935"/>
              <a:ext cx="576" cy="0"/>
            </a:xfrm>
            <a:prstGeom prst="line">
              <a:avLst/>
            </a:prstGeom>
            <a:noFill/>
            <a:ln w="28575">
              <a:solidFill>
                <a:srgbClr val="FF0000"/>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3562" name="Group 29"/>
            <p:cNvGrpSpPr>
              <a:grpSpLocks/>
            </p:cNvGrpSpPr>
            <p:nvPr/>
          </p:nvGrpSpPr>
          <p:grpSpPr bwMode="auto">
            <a:xfrm>
              <a:off x="3202" y="660"/>
              <a:ext cx="1152" cy="527"/>
              <a:chOff x="2352" y="3277"/>
              <a:chExt cx="1303" cy="527"/>
            </a:xfrm>
          </p:grpSpPr>
          <p:sp>
            <p:nvSpPr>
              <p:cNvPr id="23567" name="Line 30"/>
              <p:cNvSpPr>
                <a:spLocks noChangeShapeType="1"/>
              </p:cNvSpPr>
              <p:nvPr/>
            </p:nvSpPr>
            <p:spPr bwMode="auto">
              <a:xfrm>
                <a:off x="2352" y="3552"/>
                <a:ext cx="1296" cy="0"/>
              </a:xfrm>
              <a:prstGeom prst="line">
                <a:avLst/>
              </a:prstGeom>
              <a:noFill/>
              <a:ln w="28575">
                <a:solidFill>
                  <a:srgbClr val="FF0000"/>
                </a:solidFill>
                <a:prstDash val="dash"/>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8" name="Freeform 31"/>
              <p:cNvSpPr>
                <a:spLocks/>
              </p:cNvSpPr>
              <p:nvPr/>
            </p:nvSpPr>
            <p:spPr bwMode="auto">
              <a:xfrm>
                <a:off x="2832" y="3277"/>
                <a:ext cx="803" cy="275"/>
              </a:xfrm>
              <a:custGeom>
                <a:avLst/>
                <a:gdLst>
                  <a:gd name="T0" fmla="*/ 0 w 803"/>
                  <a:gd name="T1" fmla="*/ 275 h 275"/>
                  <a:gd name="T2" fmla="*/ 505 w 803"/>
                  <a:gd name="T3" fmla="*/ 149 h 275"/>
                  <a:gd name="T4" fmla="*/ 803 w 803"/>
                  <a:gd name="T5" fmla="*/ 0 h 275"/>
                  <a:gd name="T6" fmla="*/ 0 60000 65536"/>
                  <a:gd name="T7" fmla="*/ 0 60000 65536"/>
                  <a:gd name="T8" fmla="*/ 0 60000 65536"/>
                </a:gdLst>
                <a:ahLst/>
                <a:cxnLst>
                  <a:cxn ang="T6">
                    <a:pos x="T0" y="T1"/>
                  </a:cxn>
                  <a:cxn ang="T7">
                    <a:pos x="T2" y="T3"/>
                  </a:cxn>
                  <a:cxn ang="T8">
                    <a:pos x="T4" y="T5"/>
                  </a:cxn>
                </a:cxnLst>
                <a:rect l="0" t="0" r="r" b="b"/>
                <a:pathLst>
                  <a:path w="803" h="275">
                    <a:moveTo>
                      <a:pt x="0" y="275"/>
                    </a:moveTo>
                    <a:lnTo>
                      <a:pt x="505" y="149"/>
                    </a:lnTo>
                    <a:lnTo>
                      <a:pt x="803" y="0"/>
                    </a:lnTo>
                  </a:path>
                </a:pathLst>
              </a:custGeom>
              <a:noFill/>
              <a:ln w="28575">
                <a:solidFill>
                  <a:srgbClr val="FF0000"/>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569" name="Freeform 32"/>
              <p:cNvSpPr>
                <a:spLocks/>
              </p:cNvSpPr>
              <p:nvPr/>
            </p:nvSpPr>
            <p:spPr bwMode="auto">
              <a:xfrm>
                <a:off x="2784" y="3552"/>
                <a:ext cx="871" cy="252"/>
              </a:xfrm>
              <a:custGeom>
                <a:avLst/>
                <a:gdLst>
                  <a:gd name="T0" fmla="*/ 0 w 871"/>
                  <a:gd name="T1" fmla="*/ 0 h 252"/>
                  <a:gd name="T2" fmla="*/ 602 w 871"/>
                  <a:gd name="T3" fmla="*/ 122 h 252"/>
                  <a:gd name="T4" fmla="*/ 871 w 871"/>
                  <a:gd name="T5" fmla="*/ 252 h 252"/>
                  <a:gd name="T6" fmla="*/ 0 60000 65536"/>
                  <a:gd name="T7" fmla="*/ 0 60000 65536"/>
                  <a:gd name="T8" fmla="*/ 0 60000 65536"/>
                </a:gdLst>
                <a:ahLst/>
                <a:cxnLst>
                  <a:cxn ang="T6">
                    <a:pos x="T0" y="T1"/>
                  </a:cxn>
                  <a:cxn ang="T7">
                    <a:pos x="T2" y="T3"/>
                  </a:cxn>
                  <a:cxn ang="T8">
                    <a:pos x="T4" y="T5"/>
                  </a:cxn>
                </a:cxnLst>
                <a:rect l="0" t="0" r="r" b="b"/>
                <a:pathLst>
                  <a:path w="871" h="252">
                    <a:moveTo>
                      <a:pt x="0" y="0"/>
                    </a:moveTo>
                    <a:lnTo>
                      <a:pt x="602" y="122"/>
                    </a:lnTo>
                    <a:lnTo>
                      <a:pt x="871" y="252"/>
                    </a:lnTo>
                  </a:path>
                </a:pathLst>
              </a:custGeom>
              <a:noFill/>
              <a:ln w="28575">
                <a:solidFill>
                  <a:srgbClr val="FF0000"/>
                </a:solidFill>
                <a:prstDash val="dash"/>
                <a:round/>
                <a:headEnd type="none" w="sm" len="lg"/>
                <a:tailEnd type="non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3563" name="Text Box 33"/>
            <p:cNvSpPr txBox="1">
              <a:spLocks noChangeArrowheads="1"/>
            </p:cNvSpPr>
            <p:nvPr/>
          </p:nvSpPr>
          <p:spPr bwMode="auto">
            <a:xfrm>
              <a:off x="2634" y="503"/>
              <a:ext cx="856"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铅板</a:t>
              </a:r>
            </a:p>
          </p:txBody>
        </p:sp>
        <p:sp>
          <p:nvSpPr>
            <p:cNvPr id="23564" name="Text Box 34"/>
            <p:cNvSpPr txBox="1">
              <a:spLocks noChangeArrowheads="1"/>
            </p:cNvSpPr>
            <p:nvPr/>
          </p:nvSpPr>
          <p:spPr bwMode="auto">
            <a:xfrm>
              <a:off x="3250" y="1127"/>
              <a:ext cx="1152" cy="3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单晶片</a:t>
              </a:r>
            </a:p>
          </p:txBody>
        </p:sp>
        <p:sp>
          <p:nvSpPr>
            <p:cNvPr id="23565" name="Text Box 35"/>
            <p:cNvSpPr txBox="1">
              <a:spLocks noChangeArrowheads="1"/>
            </p:cNvSpPr>
            <p:nvPr/>
          </p:nvSpPr>
          <p:spPr bwMode="auto">
            <a:xfrm>
              <a:off x="4348" y="455"/>
              <a:ext cx="439" cy="1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 照像底片</a:t>
              </a:r>
            </a:p>
          </p:txBody>
        </p:sp>
        <p:sp>
          <p:nvSpPr>
            <p:cNvPr id="23566" name="Rectangle 37" descr="25%"/>
            <p:cNvSpPr>
              <a:spLocks noChangeArrowheads="1"/>
            </p:cNvSpPr>
            <p:nvPr/>
          </p:nvSpPr>
          <p:spPr bwMode="auto">
            <a:xfrm>
              <a:off x="3538" y="695"/>
              <a:ext cx="144" cy="480"/>
            </a:xfrm>
            <a:prstGeom prst="rect">
              <a:avLst/>
            </a:prstGeom>
            <a:pattFill prst="pct25">
              <a:fgClr>
                <a:schemeClr val="tx1"/>
              </a:fgClr>
              <a:bgClr>
                <a:schemeClr val="accent1"/>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Tree>
    <p:extLst>
      <p:ext uri="{BB962C8B-B14F-4D97-AF65-F5344CB8AC3E}">
        <p14:creationId xmlns:p14="http://schemas.microsoft.com/office/powerpoint/2010/main" val="89677325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16775"/>
                                        </p:tgtEl>
                                        <p:attrNameLst>
                                          <p:attrName>style.visibility</p:attrName>
                                        </p:attrNameLst>
                                      </p:cBhvr>
                                      <p:to>
                                        <p:strVal val="visible"/>
                                      </p:to>
                                    </p:set>
                                    <p:animEffect transition="in" filter="wipe(up)">
                                      <p:cBhvr>
                                        <p:cTn id="7" dur="500"/>
                                        <p:tgtEl>
                                          <p:spTgt spid="1167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BC7EE6DD-1BB5-4C06-9235-4606C45A2112}" type="slidenum">
              <a:rPr lang="zh-CN" altLang="en-US" sz="1400" b="0">
                <a:solidFill>
                  <a:schemeClr val="bg2"/>
                </a:solidFill>
              </a:rPr>
              <a:pPr/>
              <a:t>34</a:t>
            </a:fld>
            <a:endParaRPr lang="en-US" altLang="zh-CN" sz="1400" b="0">
              <a:solidFill>
                <a:schemeClr val="bg2"/>
              </a:solidFill>
            </a:endParaRPr>
          </a:p>
        </p:txBody>
      </p:sp>
      <p:sp>
        <p:nvSpPr>
          <p:cNvPr id="24579" name="Text Box 2"/>
          <p:cNvSpPr txBox="1">
            <a:spLocks noChangeArrowheads="1"/>
          </p:cNvSpPr>
          <p:nvPr/>
        </p:nvSpPr>
        <p:spPr bwMode="auto">
          <a:xfrm>
            <a:off x="722313" y="787400"/>
            <a:ext cx="7839075"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        </a:t>
            </a:r>
            <a:r>
              <a:rPr lang="en-US" altLang="zh-CN" b="0"/>
              <a:t>1913</a:t>
            </a:r>
            <a:r>
              <a:rPr lang="zh-CN" altLang="en-US"/>
              <a:t>年英国</a:t>
            </a:r>
            <a:r>
              <a:rPr lang="zh-CN" altLang="en-US">
                <a:solidFill>
                  <a:srgbClr val="CC0000"/>
                </a:solidFill>
              </a:rPr>
              <a:t>布拉格父子</a:t>
            </a:r>
            <a:r>
              <a:rPr lang="zh-CN" altLang="en-US"/>
              <a:t>提出了一种解释Ｘ射线衍射的方法，给出了定量结果，并于</a:t>
            </a:r>
            <a:r>
              <a:rPr lang="en-US" altLang="zh-CN" b="0"/>
              <a:t>1915</a:t>
            </a:r>
            <a:r>
              <a:rPr lang="zh-CN" altLang="en-US"/>
              <a:t>年荣获物理学诺贝尔奖</a:t>
            </a:r>
            <a:r>
              <a:rPr lang="en-US" altLang="zh-CN"/>
              <a:t>.</a:t>
            </a:r>
          </a:p>
        </p:txBody>
      </p:sp>
      <p:grpSp>
        <p:nvGrpSpPr>
          <p:cNvPr id="24580" name="Group 280"/>
          <p:cNvGrpSpPr>
            <a:grpSpLocks/>
          </p:cNvGrpSpPr>
          <p:nvPr/>
        </p:nvGrpSpPr>
        <p:grpSpPr bwMode="auto">
          <a:xfrm>
            <a:off x="958850" y="2832100"/>
            <a:ext cx="7942263" cy="3068638"/>
            <a:chOff x="604" y="1784"/>
            <a:chExt cx="5003" cy="1933"/>
          </a:xfrm>
        </p:grpSpPr>
        <p:sp>
          <p:nvSpPr>
            <p:cNvPr id="24581" name="AutoShape 242"/>
            <p:cNvSpPr>
              <a:spLocks noChangeArrowheads="1"/>
            </p:cNvSpPr>
            <p:nvPr/>
          </p:nvSpPr>
          <p:spPr bwMode="auto">
            <a:xfrm>
              <a:off x="1554" y="2769"/>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24582" name="Group 243"/>
            <p:cNvGrpSpPr>
              <a:grpSpLocks/>
            </p:cNvGrpSpPr>
            <p:nvPr/>
          </p:nvGrpSpPr>
          <p:grpSpPr bwMode="auto">
            <a:xfrm>
              <a:off x="1603" y="2726"/>
              <a:ext cx="2643" cy="398"/>
              <a:chOff x="552" y="2400"/>
              <a:chExt cx="2141" cy="480"/>
            </a:xfrm>
          </p:grpSpPr>
          <p:sp>
            <p:nvSpPr>
              <p:cNvPr id="24638" name="Oval 244"/>
              <p:cNvSpPr>
                <a:spLocks noChangeArrowheads="1"/>
              </p:cNvSpPr>
              <p:nvPr/>
            </p:nvSpPr>
            <p:spPr bwMode="auto">
              <a:xfrm>
                <a:off x="1310"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9" name="Oval 245"/>
              <p:cNvSpPr>
                <a:spLocks noChangeArrowheads="1"/>
              </p:cNvSpPr>
              <p:nvPr/>
            </p:nvSpPr>
            <p:spPr bwMode="auto">
              <a:xfrm>
                <a:off x="931"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0" name="Oval 246"/>
              <p:cNvSpPr>
                <a:spLocks noChangeArrowheads="1"/>
              </p:cNvSpPr>
              <p:nvPr/>
            </p:nvSpPr>
            <p:spPr bwMode="auto">
              <a:xfrm>
                <a:off x="1688"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1" name="Oval 247"/>
              <p:cNvSpPr>
                <a:spLocks noChangeArrowheads="1"/>
              </p:cNvSpPr>
              <p:nvPr/>
            </p:nvSpPr>
            <p:spPr bwMode="auto">
              <a:xfrm>
                <a:off x="2067"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2" name="Oval 248"/>
              <p:cNvSpPr>
                <a:spLocks noChangeArrowheads="1"/>
              </p:cNvSpPr>
              <p:nvPr/>
            </p:nvSpPr>
            <p:spPr bwMode="auto">
              <a:xfrm>
                <a:off x="552"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3" name="Oval 249"/>
              <p:cNvSpPr>
                <a:spLocks noChangeArrowheads="1"/>
              </p:cNvSpPr>
              <p:nvPr/>
            </p:nvSpPr>
            <p:spPr bwMode="auto">
              <a:xfrm>
                <a:off x="1573" y="2592"/>
                <a:ext cx="109"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4" name="Oval 250"/>
              <p:cNvSpPr>
                <a:spLocks noChangeArrowheads="1"/>
              </p:cNvSpPr>
              <p:nvPr/>
            </p:nvSpPr>
            <p:spPr bwMode="auto">
              <a:xfrm>
                <a:off x="1195"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5" name="Oval 251"/>
              <p:cNvSpPr>
                <a:spLocks noChangeArrowheads="1"/>
              </p:cNvSpPr>
              <p:nvPr/>
            </p:nvSpPr>
            <p:spPr bwMode="auto">
              <a:xfrm>
                <a:off x="1952"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6" name="Oval 252"/>
              <p:cNvSpPr>
                <a:spLocks noChangeArrowheads="1"/>
              </p:cNvSpPr>
              <p:nvPr/>
            </p:nvSpPr>
            <p:spPr bwMode="auto">
              <a:xfrm>
                <a:off x="2331"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7" name="Oval 253"/>
              <p:cNvSpPr>
                <a:spLocks noChangeArrowheads="1"/>
              </p:cNvSpPr>
              <p:nvPr/>
            </p:nvSpPr>
            <p:spPr bwMode="auto">
              <a:xfrm>
                <a:off x="816"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8" name="Oval 254"/>
              <p:cNvSpPr>
                <a:spLocks noChangeArrowheads="1"/>
              </p:cNvSpPr>
              <p:nvPr/>
            </p:nvSpPr>
            <p:spPr bwMode="auto">
              <a:xfrm>
                <a:off x="1828"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49" name="Oval 255"/>
              <p:cNvSpPr>
                <a:spLocks noChangeArrowheads="1"/>
              </p:cNvSpPr>
              <p:nvPr/>
            </p:nvSpPr>
            <p:spPr bwMode="auto">
              <a:xfrm>
                <a:off x="1449"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50" name="Oval 256"/>
              <p:cNvSpPr>
                <a:spLocks noChangeArrowheads="1"/>
              </p:cNvSpPr>
              <p:nvPr/>
            </p:nvSpPr>
            <p:spPr bwMode="auto">
              <a:xfrm>
                <a:off x="2206"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51" name="Oval 257"/>
              <p:cNvSpPr>
                <a:spLocks noChangeArrowheads="1"/>
              </p:cNvSpPr>
              <p:nvPr/>
            </p:nvSpPr>
            <p:spPr bwMode="auto">
              <a:xfrm>
                <a:off x="2585"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52" name="Oval 258"/>
              <p:cNvSpPr>
                <a:spLocks noChangeArrowheads="1"/>
              </p:cNvSpPr>
              <p:nvPr/>
            </p:nvSpPr>
            <p:spPr bwMode="auto">
              <a:xfrm>
                <a:off x="1070"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4583" name="AutoShape 188"/>
            <p:cNvSpPr>
              <a:spLocks noChangeArrowheads="1"/>
            </p:cNvSpPr>
            <p:nvPr/>
          </p:nvSpPr>
          <p:spPr bwMode="auto">
            <a:xfrm>
              <a:off x="1568" y="2180"/>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24584" name="Group 189"/>
            <p:cNvGrpSpPr>
              <a:grpSpLocks/>
            </p:cNvGrpSpPr>
            <p:nvPr/>
          </p:nvGrpSpPr>
          <p:grpSpPr bwMode="auto">
            <a:xfrm>
              <a:off x="1617" y="2137"/>
              <a:ext cx="2643" cy="398"/>
              <a:chOff x="552" y="2400"/>
              <a:chExt cx="2141" cy="480"/>
            </a:xfrm>
          </p:grpSpPr>
          <p:sp>
            <p:nvSpPr>
              <p:cNvPr id="24623" name="Oval 190"/>
              <p:cNvSpPr>
                <a:spLocks noChangeArrowheads="1"/>
              </p:cNvSpPr>
              <p:nvPr/>
            </p:nvSpPr>
            <p:spPr bwMode="auto">
              <a:xfrm>
                <a:off x="1310"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4" name="Oval 191"/>
              <p:cNvSpPr>
                <a:spLocks noChangeArrowheads="1"/>
              </p:cNvSpPr>
              <p:nvPr/>
            </p:nvSpPr>
            <p:spPr bwMode="auto">
              <a:xfrm>
                <a:off x="931"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5" name="Oval 192"/>
              <p:cNvSpPr>
                <a:spLocks noChangeArrowheads="1"/>
              </p:cNvSpPr>
              <p:nvPr/>
            </p:nvSpPr>
            <p:spPr bwMode="auto">
              <a:xfrm>
                <a:off x="1688"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6" name="Oval 193"/>
              <p:cNvSpPr>
                <a:spLocks noChangeArrowheads="1"/>
              </p:cNvSpPr>
              <p:nvPr/>
            </p:nvSpPr>
            <p:spPr bwMode="auto">
              <a:xfrm>
                <a:off x="2067"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7" name="Oval 194"/>
              <p:cNvSpPr>
                <a:spLocks noChangeArrowheads="1"/>
              </p:cNvSpPr>
              <p:nvPr/>
            </p:nvSpPr>
            <p:spPr bwMode="auto">
              <a:xfrm>
                <a:off x="552"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8" name="Oval 195"/>
              <p:cNvSpPr>
                <a:spLocks noChangeArrowheads="1"/>
              </p:cNvSpPr>
              <p:nvPr/>
            </p:nvSpPr>
            <p:spPr bwMode="auto">
              <a:xfrm>
                <a:off x="1573" y="2592"/>
                <a:ext cx="109"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9" name="Oval 196"/>
              <p:cNvSpPr>
                <a:spLocks noChangeArrowheads="1"/>
              </p:cNvSpPr>
              <p:nvPr/>
            </p:nvSpPr>
            <p:spPr bwMode="auto">
              <a:xfrm>
                <a:off x="1195"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0" name="Oval 197"/>
              <p:cNvSpPr>
                <a:spLocks noChangeArrowheads="1"/>
              </p:cNvSpPr>
              <p:nvPr/>
            </p:nvSpPr>
            <p:spPr bwMode="auto">
              <a:xfrm>
                <a:off x="1952"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1" name="Oval 198"/>
              <p:cNvSpPr>
                <a:spLocks noChangeArrowheads="1"/>
              </p:cNvSpPr>
              <p:nvPr/>
            </p:nvSpPr>
            <p:spPr bwMode="auto">
              <a:xfrm>
                <a:off x="2331"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2" name="Oval 199"/>
              <p:cNvSpPr>
                <a:spLocks noChangeArrowheads="1"/>
              </p:cNvSpPr>
              <p:nvPr/>
            </p:nvSpPr>
            <p:spPr bwMode="auto">
              <a:xfrm>
                <a:off x="816"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3" name="Oval 200"/>
              <p:cNvSpPr>
                <a:spLocks noChangeArrowheads="1"/>
              </p:cNvSpPr>
              <p:nvPr/>
            </p:nvSpPr>
            <p:spPr bwMode="auto">
              <a:xfrm>
                <a:off x="1828"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4" name="Oval 201"/>
              <p:cNvSpPr>
                <a:spLocks noChangeArrowheads="1"/>
              </p:cNvSpPr>
              <p:nvPr/>
            </p:nvSpPr>
            <p:spPr bwMode="auto">
              <a:xfrm>
                <a:off x="1449"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5" name="Oval 202"/>
              <p:cNvSpPr>
                <a:spLocks noChangeArrowheads="1"/>
              </p:cNvSpPr>
              <p:nvPr/>
            </p:nvSpPr>
            <p:spPr bwMode="auto">
              <a:xfrm>
                <a:off x="2206"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6" name="Oval 203"/>
              <p:cNvSpPr>
                <a:spLocks noChangeArrowheads="1"/>
              </p:cNvSpPr>
              <p:nvPr/>
            </p:nvSpPr>
            <p:spPr bwMode="auto">
              <a:xfrm>
                <a:off x="2585"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37" name="Oval 204"/>
              <p:cNvSpPr>
                <a:spLocks noChangeArrowheads="1"/>
              </p:cNvSpPr>
              <p:nvPr/>
            </p:nvSpPr>
            <p:spPr bwMode="auto">
              <a:xfrm>
                <a:off x="1070"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4585" name="Line 206"/>
            <p:cNvSpPr>
              <a:spLocks noChangeShapeType="1"/>
            </p:cNvSpPr>
            <p:nvPr/>
          </p:nvSpPr>
          <p:spPr bwMode="auto">
            <a:xfrm flipV="1">
              <a:off x="1628" y="2535"/>
              <a:ext cx="0" cy="578"/>
            </a:xfrm>
            <a:prstGeom prst="line">
              <a:avLst/>
            </a:prstGeom>
            <a:noFill/>
            <a:ln w="12700">
              <a:solidFill>
                <a:srgbClr val="FF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6" name="Text Box 209"/>
            <p:cNvSpPr txBox="1">
              <a:spLocks noChangeArrowheads="1"/>
            </p:cNvSpPr>
            <p:nvPr/>
          </p:nvSpPr>
          <p:spPr bwMode="auto">
            <a:xfrm>
              <a:off x="604" y="1792"/>
              <a:ext cx="10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008000"/>
                  </a:solidFill>
                </a:rPr>
                <a:t>入射波</a:t>
              </a:r>
            </a:p>
          </p:txBody>
        </p:sp>
        <p:sp>
          <p:nvSpPr>
            <p:cNvPr id="24587" name="Line 211"/>
            <p:cNvSpPr>
              <a:spLocks noChangeShapeType="1"/>
            </p:cNvSpPr>
            <p:nvPr/>
          </p:nvSpPr>
          <p:spPr bwMode="auto">
            <a:xfrm>
              <a:off x="1331" y="2273"/>
              <a:ext cx="1304" cy="787"/>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8" name="Line 212"/>
            <p:cNvSpPr>
              <a:spLocks noChangeShapeType="1"/>
            </p:cNvSpPr>
            <p:nvPr/>
          </p:nvSpPr>
          <p:spPr bwMode="auto">
            <a:xfrm>
              <a:off x="1739" y="2535"/>
              <a:ext cx="303" cy="15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89" name="Line 214"/>
            <p:cNvSpPr>
              <a:spLocks noChangeShapeType="1"/>
            </p:cNvSpPr>
            <p:nvPr/>
          </p:nvSpPr>
          <p:spPr bwMode="auto">
            <a:xfrm>
              <a:off x="1509" y="1801"/>
              <a:ext cx="1126" cy="682"/>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0" name="Line 215"/>
            <p:cNvSpPr>
              <a:spLocks noChangeShapeType="1"/>
            </p:cNvSpPr>
            <p:nvPr/>
          </p:nvSpPr>
          <p:spPr bwMode="auto">
            <a:xfrm>
              <a:off x="1720" y="1938"/>
              <a:ext cx="227" cy="125"/>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1" name="Text Box 217"/>
            <p:cNvSpPr txBox="1">
              <a:spLocks noChangeArrowheads="1"/>
            </p:cNvSpPr>
            <p:nvPr/>
          </p:nvSpPr>
          <p:spPr bwMode="auto">
            <a:xfrm>
              <a:off x="4382" y="1784"/>
              <a:ext cx="122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CC0000"/>
                  </a:solidFill>
                </a:rPr>
                <a:t>散射波</a:t>
              </a:r>
            </a:p>
          </p:txBody>
        </p:sp>
        <p:sp>
          <p:nvSpPr>
            <p:cNvPr id="24592" name="Line 219"/>
            <p:cNvSpPr>
              <a:spLocks noChangeShapeType="1"/>
            </p:cNvSpPr>
            <p:nvPr/>
          </p:nvSpPr>
          <p:spPr bwMode="auto">
            <a:xfrm flipV="1">
              <a:off x="2635" y="2221"/>
              <a:ext cx="1600" cy="839"/>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3" name="Line 220"/>
            <p:cNvSpPr>
              <a:spLocks noChangeShapeType="1"/>
            </p:cNvSpPr>
            <p:nvPr/>
          </p:nvSpPr>
          <p:spPr bwMode="auto">
            <a:xfrm flipV="1">
              <a:off x="3716" y="2326"/>
              <a:ext cx="282" cy="16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4" name="Line 222"/>
            <p:cNvSpPr>
              <a:spLocks noChangeShapeType="1"/>
            </p:cNvSpPr>
            <p:nvPr/>
          </p:nvSpPr>
          <p:spPr bwMode="auto">
            <a:xfrm flipV="1">
              <a:off x="2635" y="1801"/>
              <a:ext cx="1244" cy="682"/>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5" name="Line 223"/>
            <p:cNvSpPr>
              <a:spLocks noChangeShapeType="1"/>
            </p:cNvSpPr>
            <p:nvPr/>
          </p:nvSpPr>
          <p:spPr bwMode="auto">
            <a:xfrm flipV="1">
              <a:off x="3521" y="1853"/>
              <a:ext cx="240" cy="147"/>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596" name="Object 225"/>
            <p:cNvGraphicFramePr>
              <a:graphicFrameLocks noChangeAspect="1"/>
            </p:cNvGraphicFramePr>
            <p:nvPr/>
          </p:nvGraphicFramePr>
          <p:xfrm>
            <a:off x="2575" y="2116"/>
            <a:ext cx="377" cy="367"/>
          </p:xfrm>
          <a:graphic>
            <a:graphicData uri="http://schemas.openxmlformats.org/presentationml/2006/ole">
              <mc:AlternateContent xmlns:mc="http://schemas.openxmlformats.org/markup-compatibility/2006">
                <mc:Choice xmlns:v="urn:schemas-microsoft-com:vml" Requires="v">
                  <p:oleObj spid="_x0000_s152614" name="Equation" r:id="rId3" imgW="114266" imgH="133380" progId="Equation.3">
                    <p:embed/>
                  </p:oleObj>
                </mc:Choice>
                <mc:Fallback>
                  <p:oleObj name="Equation" r:id="rId3" imgW="114266" imgH="1333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75" y="2116"/>
                          <a:ext cx="377"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7" name="Object 226"/>
            <p:cNvGraphicFramePr>
              <a:graphicFrameLocks noChangeAspect="1"/>
            </p:cNvGraphicFramePr>
            <p:nvPr/>
          </p:nvGraphicFramePr>
          <p:xfrm>
            <a:off x="2429" y="3077"/>
            <a:ext cx="363" cy="297"/>
          </p:xfrm>
          <a:graphic>
            <a:graphicData uri="http://schemas.openxmlformats.org/presentationml/2006/ole">
              <mc:AlternateContent xmlns:mc="http://schemas.openxmlformats.org/markup-compatibility/2006">
                <mc:Choice xmlns:v="urn:schemas-microsoft-com:vml" Requires="v">
                  <p:oleObj spid="_x0000_s152615" name="Equation" r:id="rId5" imgW="142900" imgH="171450" progId="Equation.3">
                    <p:embed/>
                  </p:oleObj>
                </mc:Choice>
                <mc:Fallback>
                  <p:oleObj name="Equation" r:id="rId5" imgW="142900" imgH="17145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9" y="3077"/>
                          <a:ext cx="36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98" name="Object 227"/>
            <p:cNvGraphicFramePr>
              <a:graphicFrameLocks noChangeAspect="1"/>
            </p:cNvGraphicFramePr>
            <p:nvPr/>
          </p:nvGraphicFramePr>
          <p:xfrm>
            <a:off x="1985" y="2776"/>
            <a:ext cx="391" cy="296"/>
          </p:xfrm>
          <a:graphic>
            <a:graphicData uri="http://schemas.openxmlformats.org/presentationml/2006/ole">
              <mc:AlternateContent xmlns:mc="http://schemas.openxmlformats.org/markup-compatibility/2006">
                <mc:Choice xmlns:v="urn:schemas-microsoft-com:vml" Requires="v">
                  <p:oleObj spid="_x0000_s152616" name="Equation" r:id="rId7" imgW="142900" imgH="152280" progId="Equation.3">
                    <p:embed/>
                  </p:oleObj>
                </mc:Choice>
                <mc:Fallback>
                  <p:oleObj name="Equation" r:id="rId7" imgW="142900" imgH="15228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85" y="2776"/>
                          <a:ext cx="39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4599" name="Group 228"/>
            <p:cNvGrpSpPr>
              <a:grpSpLocks/>
            </p:cNvGrpSpPr>
            <p:nvPr/>
          </p:nvGrpSpPr>
          <p:grpSpPr bwMode="auto">
            <a:xfrm>
              <a:off x="2280" y="2483"/>
              <a:ext cx="704" cy="396"/>
              <a:chOff x="1104" y="2928"/>
              <a:chExt cx="480" cy="384"/>
            </a:xfrm>
          </p:grpSpPr>
          <p:sp>
            <p:nvSpPr>
              <p:cNvPr id="24621" name="Line 229"/>
              <p:cNvSpPr>
                <a:spLocks noChangeShapeType="1"/>
              </p:cNvSpPr>
              <p:nvPr/>
            </p:nvSpPr>
            <p:spPr bwMode="auto">
              <a:xfrm>
                <a:off x="1344" y="2928"/>
                <a:ext cx="240" cy="384"/>
              </a:xfrm>
              <a:prstGeom prst="line">
                <a:avLst/>
              </a:prstGeom>
              <a:noFill/>
              <a:ln w="57150">
                <a:solidFill>
                  <a:srgbClr val="FF0000"/>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2" name="Line 230"/>
              <p:cNvSpPr>
                <a:spLocks noChangeShapeType="1"/>
              </p:cNvSpPr>
              <p:nvPr/>
            </p:nvSpPr>
            <p:spPr bwMode="auto">
              <a:xfrm flipH="1">
                <a:off x="1104" y="2928"/>
                <a:ext cx="236" cy="384"/>
              </a:xfrm>
              <a:prstGeom prst="line">
                <a:avLst/>
              </a:prstGeom>
              <a:noFill/>
              <a:ln w="57150">
                <a:solidFill>
                  <a:srgbClr val="FF0000"/>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4600" name="Object 231"/>
            <p:cNvGraphicFramePr>
              <a:graphicFrameLocks noChangeAspect="1"/>
            </p:cNvGraphicFramePr>
            <p:nvPr/>
          </p:nvGraphicFramePr>
          <p:xfrm>
            <a:off x="3041" y="2745"/>
            <a:ext cx="391" cy="296"/>
          </p:xfrm>
          <a:graphic>
            <a:graphicData uri="http://schemas.openxmlformats.org/presentationml/2006/ole">
              <mc:AlternateContent xmlns:mc="http://schemas.openxmlformats.org/markup-compatibility/2006">
                <mc:Choice xmlns:v="urn:schemas-microsoft-com:vml" Requires="v">
                  <p:oleObj spid="_x0000_s152617" name="Equation" r:id="rId9" imgW="142900" imgH="152280" progId="Equation.3">
                    <p:embed/>
                  </p:oleObj>
                </mc:Choice>
                <mc:Fallback>
                  <p:oleObj name="Equation" r:id="rId9" imgW="142900" imgH="1522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1" y="2745"/>
                          <a:ext cx="39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1" name="Arc 233"/>
            <p:cNvSpPr>
              <a:spLocks/>
            </p:cNvSpPr>
            <p:nvPr/>
          </p:nvSpPr>
          <p:spPr bwMode="auto">
            <a:xfrm flipH="1">
              <a:off x="2339" y="2379"/>
              <a:ext cx="118" cy="157"/>
            </a:xfrm>
            <a:custGeom>
              <a:avLst/>
              <a:gdLst>
                <a:gd name="T0" fmla="*/ 0 w 22612"/>
                <a:gd name="T1" fmla="*/ 0 h 21600"/>
                <a:gd name="T2" fmla="*/ 118 w 22612"/>
                <a:gd name="T3" fmla="*/ 157 h 21600"/>
                <a:gd name="T4" fmla="*/ 5 w 22612"/>
                <a:gd name="T5" fmla="*/ 157 h 21600"/>
                <a:gd name="T6" fmla="*/ 0 60000 65536"/>
                <a:gd name="T7" fmla="*/ 0 60000 65536"/>
                <a:gd name="T8" fmla="*/ 0 60000 65536"/>
              </a:gdLst>
              <a:ahLst/>
              <a:cxnLst>
                <a:cxn ang="T6">
                  <a:pos x="T0" y="T1"/>
                </a:cxn>
                <a:cxn ang="T7">
                  <a:pos x="T2" y="T3"/>
                </a:cxn>
                <a:cxn ang="T8">
                  <a:pos x="T4" y="T5"/>
                </a:cxn>
              </a:cxnLst>
              <a:rect l="0" t="0" r="r" b="b"/>
              <a:pathLst>
                <a:path w="22612" h="21600" fill="none" extrusionOk="0">
                  <a:moveTo>
                    <a:pt x="-1" y="23"/>
                  </a:moveTo>
                  <a:cubicBezTo>
                    <a:pt x="337" y="7"/>
                    <a:pt x="674" y="-1"/>
                    <a:pt x="1012" y="0"/>
                  </a:cubicBezTo>
                  <a:cubicBezTo>
                    <a:pt x="12941" y="0"/>
                    <a:pt x="22612" y="9670"/>
                    <a:pt x="22612" y="21600"/>
                  </a:cubicBezTo>
                </a:path>
                <a:path w="22612" h="21600" stroke="0" extrusionOk="0">
                  <a:moveTo>
                    <a:pt x="-1" y="23"/>
                  </a:moveTo>
                  <a:cubicBezTo>
                    <a:pt x="337" y="7"/>
                    <a:pt x="674" y="-1"/>
                    <a:pt x="1012" y="0"/>
                  </a:cubicBezTo>
                  <a:cubicBezTo>
                    <a:pt x="12941" y="0"/>
                    <a:pt x="22612" y="9670"/>
                    <a:pt x="22612" y="21600"/>
                  </a:cubicBezTo>
                  <a:lnTo>
                    <a:pt x="1012" y="21600"/>
                  </a:lnTo>
                  <a:lnTo>
                    <a:pt x="-1" y="23"/>
                  </a:lnTo>
                  <a:close/>
                </a:path>
              </a:pathLst>
            </a:custGeom>
            <a:noFill/>
            <a:ln w="28575">
              <a:solidFill>
                <a:srgbClr val="FF3399"/>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02" name="Arc 235"/>
            <p:cNvSpPr>
              <a:spLocks/>
            </p:cNvSpPr>
            <p:nvPr/>
          </p:nvSpPr>
          <p:spPr bwMode="auto">
            <a:xfrm>
              <a:off x="2813" y="2379"/>
              <a:ext cx="118" cy="176"/>
            </a:xfrm>
            <a:custGeom>
              <a:avLst/>
              <a:gdLst>
                <a:gd name="T0" fmla="*/ 0 w 21600"/>
                <a:gd name="T1" fmla="*/ 0 h 29670"/>
                <a:gd name="T2" fmla="*/ 109 w 21600"/>
                <a:gd name="T3" fmla="*/ 176 h 29670"/>
                <a:gd name="T4" fmla="*/ 0 w 21600"/>
                <a:gd name="T5" fmla="*/ 128 h 29670"/>
                <a:gd name="T6" fmla="*/ 0 60000 65536"/>
                <a:gd name="T7" fmla="*/ 0 60000 65536"/>
                <a:gd name="T8" fmla="*/ 0 60000 65536"/>
              </a:gdLst>
              <a:ahLst/>
              <a:cxnLst>
                <a:cxn ang="T6">
                  <a:pos x="T0" y="T1"/>
                </a:cxn>
                <a:cxn ang="T7">
                  <a:pos x="T2" y="T3"/>
                </a:cxn>
                <a:cxn ang="T8">
                  <a:pos x="T4" y="T5"/>
                </a:cxn>
              </a:cxnLst>
              <a:rect l="0" t="0" r="r" b="b"/>
              <a:pathLst>
                <a:path w="21600" h="29670" fill="none" extrusionOk="0">
                  <a:moveTo>
                    <a:pt x="-1" y="0"/>
                  </a:moveTo>
                  <a:cubicBezTo>
                    <a:pt x="11929" y="0"/>
                    <a:pt x="21600" y="9670"/>
                    <a:pt x="21600" y="21600"/>
                  </a:cubicBezTo>
                  <a:cubicBezTo>
                    <a:pt x="21600" y="24365"/>
                    <a:pt x="21069" y="27104"/>
                    <a:pt x="20035" y="29669"/>
                  </a:cubicBezTo>
                </a:path>
                <a:path w="21600" h="29670" stroke="0" extrusionOk="0">
                  <a:moveTo>
                    <a:pt x="-1" y="0"/>
                  </a:moveTo>
                  <a:cubicBezTo>
                    <a:pt x="11929" y="0"/>
                    <a:pt x="21600" y="9670"/>
                    <a:pt x="21600" y="21600"/>
                  </a:cubicBezTo>
                  <a:cubicBezTo>
                    <a:pt x="21600" y="24365"/>
                    <a:pt x="21069" y="27104"/>
                    <a:pt x="20035" y="29669"/>
                  </a:cubicBezTo>
                  <a:lnTo>
                    <a:pt x="0" y="21600"/>
                  </a:lnTo>
                  <a:lnTo>
                    <a:pt x="-1" y="0"/>
                  </a:lnTo>
                  <a:close/>
                </a:path>
              </a:pathLst>
            </a:custGeom>
            <a:noFill/>
            <a:ln w="28575">
              <a:solidFill>
                <a:srgbClr val="FF3399"/>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603" name="Object 236"/>
            <p:cNvGraphicFramePr>
              <a:graphicFrameLocks noChangeAspect="1"/>
            </p:cNvGraphicFramePr>
            <p:nvPr/>
          </p:nvGraphicFramePr>
          <p:xfrm>
            <a:off x="2980" y="2287"/>
            <a:ext cx="260" cy="262"/>
          </p:xfrm>
          <a:graphic>
            <a:graphicData uri="http://schemas.openxmlformats.org/presentationml/2006/ole">
              <mc:AlternateContent xmlns:mc="http://schemas.openxmlformats.org/markup-compatibility/2006">
                <mc:Choice xmlns:v="urn:schemas-microsoft-com:vml" Requires="v">
                  <p:oleObj spid="_x0000_s152618" name="公式" r:id="rId11" imgW="171534" imgH="228690" progId="Equation.3">
                    <p:embed/>
                  </p:oleObj>
                </mc:Choice>
                <mc:Fallback>
                  <p:oleObj name="公式" r:id="rId11" imgW="171534" imgH="22869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80" y="2287"/>
                          <a:ext cx="260"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604" name="Object 237"/>
            <p:cNvGraphicFramePr>
              <a:graphicFrameLocks noChangeAspect="1"/>
            </p:cNvGraphicFramePr>
            <p:nvPr/>
          </p:nvGraphicFramePr>
          <p:xfrm>
            <a:off x="2181" y="2292"/>
            <a:ext cx="260" cy="262"/>
          </p:xfrm>
          <a:graphic>
            <a:graphicData uri="http://schemas.openxmlformats.org/presentationml/2006/ole">
              <mc:AlternateContent xmlns:mc="http://schemas.openxmlformats.org/markup-compatibility/2006">
                <mc:Choice xmlns:v="urn:schemas-microsoft-com:vml" Requires="v">
                  <p:oleObj spid="_x0000_s152619" name="公式" r:id="rId13" imgW="171534" imgH="228690" progId="Equation.3">
                    <p:embed/>
                  </p:oleObj>
                </mc:Choice>
                <mc:Fallback>
                  <p:oleObj name="公式" r:id="rId13" imgW="171534" imgH="228690" progId="Equation.3">
                    <p:embed/>
                    <p:pic>
                      <p:nvPicPr>
                        <p:cNvPr id="0" name=""/>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81" y="2292"/>
                          <a:ext cx="260"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5" name="AutoShape 262"/>
            <p:cNvSpPr>
              <a:spLocks noChangeArrowheads="1"/>
            </p:cNvSpPr>
            <p:nvPr/>
          </p:nvSpPr>
          <p:spPr bwMode="auto">
            <a:xfrm>
              <a:off x="1554" y="3362"/>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06" name="Oval 264"/>
            <p:cNvSpPr>
              <a:spLocks noChangeArrowheads="1"/>
            </p:cNvSpPr>
            <p:nvPr/>
          </p:nvSpPr>
          <p:spPr bwMode="auto">
            <a:xfrm>
              <a:off x="2539" y="3637"/>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07" name="Oval 265"/>
            <p:cNvSpPr>
              <a:spLocks noChangeArrowheads="1"/>
            </p:cNvSpPr>
            <p:nvPr/>
          </p:nvSpPr>
          <p:spPr bwMode="auto">
            <a:xfrm>
              <a:off x="2071" y="3637"/>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08" name="Oval 266"/>
            <p:cNvSpPr>
              <a:spLocks noChangeArrowheads="1"/>
            </p:cNvSpPr>
            <p:nvPr/>
          </p:nvSpPr>
          <p:spPr bwMode="auto">
            <a:xfrm>
              <a:off x="3005" y="3637"/>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09" name="Oval 267"/>
            <p:cNvSpPr>
              <a:spLocks noChangeArrowheads="1"/>
            </p:cNvSpPr>
            <p:nvPr/>
          </p:nvSpPr>
          <p:spPr bwMode="auto">
            <a:xfrm>
              <a:off x="3473" y="3637"/>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0" name="Oval 268"/>
            <p:cNvSpPr>
              <a:spLocks noChangeArrowheads="1"/>
            </p:cNvSpPr>
            <p:nvPr/>
          </p:nvSpPr>
          <p:spPr bwMode="auto">
            <a:xfrm>
              <a:off x="1603" y="3637"/>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1" name="Oval 269"/>
            <p:cNvSpPr>
              <a:spLocks noChangeArrowheads="1"/>
            </p:cNvSpPr>
            <p:nvPr/>
          </p:nvSpPr>
          <p:spPr bwMode="auto">
            <a:xfrm>
              <a:off x="2863" y="3478"/>
              <a:ext cx="135"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2" name="Oval 270"/>
            <p:cNvSpPr>
              <a:spLocks noChangeArrowheads="1"/>
            </p:cNvSpPr>
            <p:nvPr/>
          </p:nvSpPr>
          <p:spPr bwMode="auto">
            <a:xfrm>
              <a:off x="2397" y="3478"/>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3" name="Oval 271"/>
            <p:cNvSpPr>
              <a:spLocks noChangeArrowheads="1"/>
            </p:cNvSpPr>
            <p:nvPr/>
          </p:nvSpPr>
          <p:spPr bwMode="auto">
            <a:xfrm>
              <a:off x="3331" y="3478"/>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4" name="Oval 272"/>
            <p:cNvSpPr>
              <a:spLocks noChangeArrowheads="1"/>
            </p:cNvSpPr>
            <p:nvPr/>
          </p:nvSpPr>
          <p:spPr bwMode="auto">
            <a:xfrm>
              <a:off x="3799" y="3478"/>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5" name="Oval 273"/>
            <p:cNvSpPr>
              <a:spLocks noChangeArrowheads="1"/>
            </p:cNvSpPr>
            <p:nvPr/>
          </p:nvSpPr>
          <p:spPr bwMode="auto">
            <a:xfrm>
              <a:off x="1929" y="3478"/>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6" name="Oval 274"/>
            <p:cNvSpPr>
              <a:spLocks noChangeArrowheads="1"/>
            </p:cNvSpPr>
            <p:nvPr/>
          </p:nvSpPr>
          <p:spPr bwMode="auto">
            <a:xfrm>
              <a:off x="3178" y="3319"/>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7" name="Oval 275"/>
            <p:cNvSpPr>
              <a:spLocks noChangeArrowheads="1"/>
            </p:cNvSpPr>
            <p:nvPr/>
          </p:nvSpPr>
          <p:spPr bwMode="auto">
            <a:xfrm>
              <a:off x="2710" y="3319"/>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8" name="Oval 276"/>
            <p:cNvSpPr>
              <a:spLocks noChangeArrowheads="1"/>
            </p:cNvSpPr>
            <p:nvPr/>
          </p:nvSpPr>
          <p:spPr bwMode="auto">
            <a:xfrm>
              <a:off x="3645" y="3319"/>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19" name="Oval 277"/>
            <p:cNvSpPr>
              <a:spLocks noChangeArrowheads="1"/>
            </p:cNvSpPr>
            <p:nvPr/>
          </p:nvSpPr>
          <p:spPr bwMode="auto">
            <a:xfrm>
              <a:off x="4113" y="3319"/>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4620" name="Oval 278"/>
            <p:cNvSpPr>
              <a:spLocks noChangeArrowheads="1"/>
            </p:cNvSpPr>
            <p:nvPr/>
          </p:nvSpPr>
          <p:spPr bwMode="auto">
            <a:xfrm>
              <a:off x="2242" y="3319"/>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Tree>
    <p:extLst>
      <p:ext uri="{BB962C8B-B14F-4D97-AF65-F5344CB8AC3E}">
        <p14:creationId xmlns:p14="http://schemas.microsoft.com/office/powerpoint/2010/main" val="4036358932"/>
      </p:ext>
    </p:extLst>
  </p:cSld>
  <p:clrMapOvr>
    <a:masterClrMapping/>
  </p:clrMapOvr>
  <p:transition>
    <p:rand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C30BF854-F690-4038-8052-01BC748DA27E}" type="slidenum">
              <a:rPr lang="zh-CN" altLang="en-US" sz="1400" b="0">
                <a:solidFill>
                  <a:schemeClr val="bg2"/>
                </a:solidFill>
              </a:rPr>
              <a:pPr/>
              <a:t>35</a:t>
            </a:fld>
            <a:endParaRPr lang="en-US" altLang="zh-CN" sz="1400" b="0">
              <a:solidFill>
                <a:schemeClr val="bg2"/>
              </a:solidFill>
            </a:endParaRPr>
          </a:p>
        </p:txBody>
      </p:sp>
      <p:sp>
        <p:nvSpPr>
          <p:cNvPr id="25603" name="Text Box 5"/>
          <p:cNvSpPr txBox="1">
            <a:spLocks noChangeArrowheads="1"/>
          </p:cNvSpPr>
          <p:nvPr/>
        </p:nvSpPr>
        <p:spPr bwMode="auto">
          <a:xfrm>
            <a:off x="2381250" y="355600"/>
            <a:ext cx="1752600" cy="51911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19050">
                <a:solidFill>
                  <a:srgbClr val="FF0066"/>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，掠射角</a:t>
            </a:r>
          </a:p>
        </p:txBody>
      </p:sp>
      <p:graphicFrame>
        <p:nvGraphicFramePr>
          <p:cNvPr id="25604" name="Object 4"/>
          <p:cNvGraphicFramePr>
            <a:graphicFrameLocks noChangeAspect="1"/>
          </p:cNvGraphicFramePr>
          <p:nvPr/>
        </p:nvGraphicFramePr>
        <p:xfrm>
          <a:off x="3867150" y="450850"/>
          <a:ext cx="387350" cy="441325"/>
        </p:xfrm>
        <a:graphic>
          <a:graphicData uri="http://schemas.openxmlformats.org/presentationml/2006/ole">
            <mc:AlternateContent xmlns:mc="http://schemas.openxmlformats.org/markup-compatibility/2006">
              <mc:Choice xmlns:v="urn:schemas-microsoft-com:vml" Requires="v">
                <p:oleObj spid="_x0000_s153680" name="公式" r:id="rId3" imgW="177646" imgH="241091" progId="Equation.3">
                  <p:embed/>
                </p:oleObj>
              </mc:Choice>
              <mc:Fallback>
                <p:oleObj name="公式" r:id="rId3" imgW="177646" imgH="241091"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7150" y="450850"/>
                        <a:ext cx="387350" cy="4413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05" name="Object 6"/>
          <p:cNvGraphicFramePr>
            <a:graphicFrameLocks noChangeAspect="1"/>
          </p:cNvGraphicFramePr>
          <p:nvPr/>
        </p:nvGraphicFramePr>
        <p:xfrm>
          <a:off x="2125663" y="344488"/>
          <a:ext cx="382587" cy="506412"/>
        </p:xfrm>
        <a:graphic>
          <a:graphicData uri="http://schemas.openxmlformats.org/presentationml/2006/ole">
            <mc:AlternateContent xmlns:mc="http://schemas.openxmlformats.org/markup-compatibility/2006">
              <mc:Choice xmlns:v="urn:schemas-microsoft-com:vml" Requires="v">
                <p:oleObj spid="_x0000_s153681" name="公式" r:id="rId5" imgW="190417" imgH="253890" progId="Equation.3">
                  <p:embed/>
                </p:oleObj>
              </mc:Choice>
              <mc:Fallback>
                <p:oleObj name="公式" r:id="rId5" imgW="190417"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5663" y="344488"/>
                        <a:ext cx="382587" cy="5064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6" name="Text Box 7"/>
          <p:cNvSpPr txBox="1">
            <a:spLocks noChangeArrowheads="1"/>
          </p:cNvSpPr>
          <p:nvPr/>
        </p:nvSpPr>
        <p:spPr bwMode="auto">
          <a:xfrm>
            <a:off x="627063" y="357188"/>
            <a:ext cx="2209800" cy="519112"/>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9050">
                <a:solidFill>
                  <a:srgbClr val="FF0066"/>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t>晶格常数</a:t>
            </a:r>
          </a:p>
        </p:txBody>
      </p:sp>
      <p:sp>
        <p:nvSpPr>
          <p:cNvPr id="118792" name="Rectangle 8"/>
          <p:cNvSpPr>
            <a:spLocks noChangeArrowheads="1"/>
          </p:cNvSpPr>
          <p:nvPr/>
        </p:nvSpPr>
        <p:spPr bwMode="auto">
          <a:xfrm>
            <a:off x="560388" y="2336800"/>
            <a:ext cx="414496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t>相邻两个晶面反射的两</a:t>
            </a:r>
            <a:r>
              <a:rPr lang="en-US" altLang="zh-CN"/>
              <a:t>X</a:t>
            </a:r>
            <a:r>
              <a:rPr lang="zh-CN" altLang="en-US"/>
              <a:t>射线干涉</a:t>
            </a:r>
            <a:r>
              <a:rPr lang="zh-CN" altLang="en-US">
                <a:solidFill>
                  <a:srgbClr val="CC0000"/>
                </a:solidFill>
              </a:rPr>
              <a:t>加强的条件：</a:t>
            </a:r>
          </a:p>
        </p:txBody>
      </p:sp>
      <p:grpSp>
        <p:nvGrpSpPr>
          <p:cNvPr id="119035" name="Group 251"/>
          <p:cNvGrpSpPr>
            <a:grpSpLocks/>
          </p:cNvGrpSpPr>
          <p:nvPr/>
        </p:nvGrpSpPr>
        <p:grpSpPr bwMode="auto">
          <a:xfrm>
            <a:off x="684213" y="3548063"/>
            <a:ext cx="7118350" cy="519112"/>
            <a:chOff x="455" y="2819"/>
            <a:chExt cx="4484" cy="327"/>
          </a:xfrm>
        </p:grpSpPr>
        <p:sp>
          <p:nvSpPr>
            <p:cNvPr id="25684" name="Rectangle 10"/>
            <p:cNvSpPr>
              <a:spLocks noChangeArrowheads="1"/>
            </p:cNvSpPr>
            <p:nvPr/>
          </p:nvSpPr>
          <p:spPr bwMode="auto">
            <a:xfrm>
              <a:off x="455" y="2819"/>
              <a:ext cx="196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buFontTx/>
                <a:buBlip>
                  <a:blip r:embed="rId7"/>
                </a:buBlip>
              </a:pPr>
              <a:r>
                <a:rPr lang="zh-CN" altLang="en-US">
                  <a:solidFill>
                    <a:srgbClr val="CC0000"/>
                  </a:solidFill>
                </a:rPr>
                <a:t> 布拉格公式</a:t>
              </a:r>
            </a:p>
          </p:txBody>
        </p:sp>
        <p:graphicFrame>
          <p:nvGraphicFramePr>
            <p:cNvPr id="25685" name="Object 11"/>
            <p:cNvGraphicFramePr>
              <a:graphicFrameLocks noChangeAspect="1"/>
            </p:cNvGraphicFramePr>
            <p:nvPr/>
          </p:nvGraphicFramePr>
          <p:xfrm>
            <a:off x="3519" y="2840"/>
            <a:ext cx="1420" cy="285"/>
          </p:xfrm>
          <a:graphic>
            <a:graphicData uri="http://schemas.openxmlformats.org/presentationml/2006/ole">
              <mc:AlternateContent xmlns:mc="http://schemas.openxmlformats.org/markup-compatibility/2006">
                <mc:Choice xmlns:v="urn:schemas-microsoft-com:vml" Requires="v">
                  <p:oleObj spid="_x0000_s153682" name="Equation" r:id="rId8" imgW="1409824" imgH="323730" progId="Equation.3">
                    <p:embed/>
                  </p:oleObj>
                </mc:Choice>
                <mc:Fallback>
                  <p:oleObj name="Equation" r:id="rId8" imgW="1409824" imgH="32373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19" y="2840"/>
                          <a:ext cx="1420" cy="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86" name="Object 12"/>
            <p:cNvGraphicFramePr>
              <a:graphicFrameLocks noChangeAspect="1"/>
            </p:cNvGraphicFramePr>
            <p:nvPr/>
          </p:nvGraphicFramePr>
          <p:xfrm>
            <a:off x="1925" y="2834"/>
            <a:ext cx="1504" cy="297"/>
          </p:xfrm>
          <a:graphic>
            <a:graphicData uri="http://schemas.openxmlformats.org/presentationml/2006/ole">
              <mc:AlternateContent xmlns:mc="http://schemas.openxmlformats.org/markup-compatibility/2006">
                <mc:Choice xmlns:v="urn:schemas-microsoft-com:vml" Requires="v">
                  <p:oleObj spid="_x0000_s153683" name="Equation" r:id="rId10" imgW="1345616" imgH="253890" progId="Equation.3">
                    <p:embed/>
                  </p:oleObj>
                </mc:Choice>
                <mc:Fallback>
                  <p:oleObj name="Equation" r:id="rId10" imgW="1345616" imgH="25389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925" y="2834"/>
                          <a:ext cx="1504" cy="297"/>
                        </a:xfrm>
                        <a:prstGeom prst="rect">
                          <a:avLst/>
                        </a:prstGeom>
                        <a:gradFill rotWithShape="0">
                          <a:gsLst>
                            <a:gs pos="0">
                              <a:schemeClr val="accent1"/>
                            </a:gs>
                            <a:gs pos="50000">
                              <a:srgbClr val="FFFFFF"/>
                            </a:gs>
                            <a:gs pos="100000">
                              <a:schemeClr val="accent1"/>
                            </a:gs>
                          </a:gsLst>
                          <a:lin ang="5400000" scaled="1"/>
                        </a:gra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609" name="Object 14"/>
          <p:cNvGraphicFramePr>
            <a:graphicFrameLocks noChangeAspect="1"/>
          </p:cNvGraphicFramePr>
          <p:nvPr/>
        </p:nvGraphicFramePr>
        <p:xfrm>
          <a:off x="844550" y="1092200"/>
          <a:ext cx="2284413" cy="415925"/>
        </p:xfrm>
        <a:graphic>
          <a:graphicData uri="http://schemas.openxmlformats.org/presentationml/2006/ole">
            <mc:AlternateContent xmlns:mc="http://schemas.openxmlformats.org/markup-compatibility/2006">
              <mc:Choice xmlns:v="urn:schemas-microsoft-com:vml" Requires="v">
                <p:oleObj spid="_x0000_s153684" name="公式" r:id="rId12" imgW="875920" imgH="177723" progId="Equation.3">
                  <p:embed/>
                </p:oleObj>
              </mc:Choice>
              <mc:Fallback>
                <p:oleObj name="公式" r:id="rId12" imgW="875920" imgH="177723"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44550" y="1092200"/>
                        <a:ext cx="2284413"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10" name="Object 15"/>
          <p:cNvGraphicFramePr>
            <a:graphicFrameLocks noChangeAspect="1"/>
          </p:cNvGraphicFramePr>
          <p:nvPr/>
        </p:nvGraphicFramePr>
        <p:xfrm>
          <a:off x="1228725" y="1778000"/>
          <a:ext cx="1636713" cy="411163"/>
        </p:xfrm>
        <a:graphic>
          <a:graphicData uri="http://schemas.openxmlformats.org/presentationml/2006/ole">
            <mc:AlternateContent xmlns:mc="http://schemas.openxmlformats.org/markup-compatibility/2006">
              <mc:Choice xmlns:v="urn:schemas-microsoft-com:vml" Requires="v">
                <p:oleObj spid="_x0000_s153685" name="公式" r:id="rId14" imgW="647419" imgH="177723" progId="Equation.3">
                  <p:embed/>
                </p:oleObj>
              </mc:Choice>
              <mc:Fallback>
                <p:oleObj name="公式" r:id="rId14" imgW="647419" imgH="177723"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28725" y="1778000"/>
                        <a:ext cx="1636713"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611" name="Group 249"/>
          <p:cNvGrpSpPr>
            <a:grpSpLocks/>
          </p:cNvGrpSpPr>
          <p:nvPr/>
        </p:nvGrpSpPr>
        <p:grpSpPr bwMode="auto">
          <a:xfrm>
            <a:off x="4514850" y="468313"/>
            <a:ext cx="4157663" cy="2689225"/>
            <a:chOff x="480" y="1734"/>
            <a:chExt cx="2963" cy="1916"/>
          </a:xfrm>
        </p:grpSpPr>
        <p:sp>
          <p:nvSpPr>
            <p:cNvPr id="25614" name="AutoShape 177"/>
            <p:cNvSpPr>
              <a:spLocks noChangeArrowheads="1"/>
            </p:cNvSpPr>
            <p:nvPr/>
          </p:nvSpPr>
          <p:spPr bwMode="auto">
            <a:xfrm>
              <a:off x="703" y="2702"/>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25615" name="Group 178"/>
            <p:cNvGrpSpPr>
              <a:grpSpLocks/>
            </p:cNvGrpSpPr>
            <p:nvPr/>
          </p:nvGrpSpPr>
          <p:grpSpPr bwMode="auto">
            <a:xfrm>
              <a:off x="752" y="2659"/>
              <a:ext cx="2643" cy="398"/>
              <a:chOff x="552" y="2400"/>
              <a:chExt cx="2141" cy="480"/>
            </a:xfrm>
          </p:grpSpPr>
          <p:sp>
            <p:nvSpPr>
              <p:cNvPr id="25669" name="Oval 179"/>
              <p:cNvSpPr>
                <a:spLocks noChangeArrowheads="1"/>
              </p:cNvSpPr>
              <p:nvPr/>
            </p:nvSpPr>
            <p:spPr bwMode="auto">
              <a:xfrm>
                <a:off x="1310"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0" name="Oval 180"/>
              <p:cNvSpPr>
                <a:spLocks noChangeArrowheads="1"/>
              </p:cNvSpPr>
              <p:nvPr/>
            </p:nvSpPr>
            <p:spPr bwMode="auto">
              <a:xfrm>
                <a:off x="931"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1" name="Oval 181"/>
              <p:cNvSpPr>
                <a:spLocks noChangeArrowheads="1"/>
              </p:cNvSpPr>
              <p:nvPr/>
            </p:nvSpPr>
            <p:spPr bwMode="auto">
              <a:xfrm>
                <a:off x="1688"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2" name="Oval 182"/>
              <p:cNvSpPr>
                <a:spLocks noChangeArrowheads="1"/>
              </p:cNvSpPr>
              <p:nvPr/>
            </p:nvSpPr>
            <p:spPr bwMode="auto">
              <a:xfrm>
                <a:off x="2067"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3" name="Oval 183"/>
              <p:cNvSpPr>
                <a:spLocks noChangeArrowheads="1"/>
              </p:cNvSpPr>
              <p:nvPr/>
            </p:nvSpPr>
            <p:spPr bwMode="auto">
              <a:xfrm>
                <a:off x="552"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4" name="Oval 184"/>
              <p:cNvSpPr>
                <a:spLocks noChangeArrowheads="1"/>
              </p:cNvSpPr>
              <p:nvPr/>
            </p:nvSpPr>
            <p:spPr bwMode="auto">
              <a:xfrm>
                <a:off x="1573" y="2592"/>
                <a:ext cx="109"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5" name="Oval 185"/>
              <p:cNvSpPr>
                <a:spLocks noChangeArrowheads="1"/>
              </p:cNvSpPr>
              <p:nvPr/>
            </p:nvSpPr>
            <p:spPr bwMode="auto">
              <a:xfrm>
                <a:off x="1195"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6" name="Oval 186"/>
              <p:cNvSpPr>
                <a:spLocks noChangeArrowheads="1"/>
              </p:cNvSpPr>
              <p:nvPr/>
            </p:nvSpPr>
            <p:spPr bwMode="auto">
              <a:xfrm>
                <a:off x="1952"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7" name="Oval 187"/>
              <p:cNvSpPr>
                <a:spLocks noChangeArrowheads="1"/>
              </p:cNvSpPr>
              <p:nvPr/>
            </p:nvSpPr>
            <p:spPr bwMode="auto">
              <a:xfrm>
                <a:off x="2331"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8" name="Oval 188"/>
              <p:cNvSpPr>
                <a:spLocks noChangeArrowheads="1"/>
              </p:cNvSpPr>
              <p:nvPr/>
            </p:nvSpPr>
            <p:spPr bwMode="auto">
              <a:xfrm>
                <a:off x="816"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79" name="Oval 189"/>
              <p:cNvSpPr>
                <a:spLocks noChangeArrowheads="1"/>
              </p:cNvSpPr>
              <p:nvPr/>
            </p:nvSpPr>
            <p:spPr bwMode="auto">
              <a:xfrm>
                <a:off x="1828"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80" name="Oval 190"/>
              <p:cNvSpPr>
                <a:spLocks noChangeArrowheads="1"/>
              </p:cNvSpPr>
              <p:nvPr/>
            </p:nvSpPr>
            <p:spPr bwMode="auto">
              <a:xfrm>
                <a:off x="1449"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81" name="Oval 191"/>
              <p:cNvSpPr>
                <a:spLocks noChangeArrowheads="1"/>
              </p:cNvSpPr>
              <p:nvPr/>
            </p:nvSpPr>
            <p:spPr bwMode="auto">
              <a:xfrm>
                <a:off x="2206"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82" name="Oval 192"/>
              <p:cNvSpPr>
                <a:spLocks noChangeArrowheads="1"/>
              </p:cNvSpPr>
              <p:nvPr/>
            </p:nvSpPr>
            <p:spPr bwMode="auto">
              <a:xfrm>
                <a:off x="2585"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83" name="Oval 193"/>
              <p:cNvSpPr>
                <a:spLocks noChangeArrowheads="1"/>
              </p:cNvSpPr>
              <p:nvPr/>
            </p:nvSpPr>
            <p:spPr bwMode="auto">
              <a:xfrm>
                <a:off x="1070"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5616" name="AutoShape 194"/>
            <p:cNvSpPr>
              <a:spLocks noChangeArrowheads="1"/>
            </p:cNvSpPr>
            <p:nvPr/>
          </p:nvSpPr>
          <p:spPr bwMode="auto">
            <a:xfrm>
              <a:off x="717" y="2113"/>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nvGrpSpPr>
            <p:cNvPr id="25617" name="Group 195"/>
            <p:cNvGrpSpPr>
              <a:grpSpLocks/>
            </p:cNvGrpSpPr>
            <p:nvPr/>
          </p:nvGrpSpPr>
          <p:grpSpPr bwMode="auto">
            <a:xfrm>
              <a:off x="766" y="2070"/>
              <a:ext cx="2643" cy="398"/>
              <a:chOff x="552" y="2400"/>
              <a:chExt cx="2141" cy="480"/>
            </a:xfrm>
          </p:grpSpPr>
          <p:sp>
            <p:nvSpPr>
              <p:cNvPr id="25654" name="Oval 196"/>
              <p:cNvSpPr>
                <a:spLocks noChangeArrowheads="1"/>
              </p:cNvSpPr>
              <p:nvPr/>
            </p:nvSpPr>
            <p:spPr bwMode="auto">
              <a:xfrm>
                <a:off x="1310"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5" name="Oval 197"/>
              <p:cNvSpPr>
                <a:spLocks noChangeArrowheads="1"/>
              </p:cNvSpPr>
              <p:nvPr/>
            </p:nvSpPr>
            <p:spPr bwMode="auto">
              <a:xfrm>
                <a:off x="931"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6" name="Oval 198"/>
              <p:cNvSpPr>
                <a:spLocks noChangeArrowheads="1"/>
              </p:cNvSpPr>
              <p:nvPr/>
            </p:nvSpPr>
            <p:spPr bwMode="auto">
              <a:xfrm>
                <a:off x="1688"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7" name="Oval 199"/>
              <p:cNvSpPr>
                <a:spLocks noChangeArrowheads="1"/>
              </p:cNvSpPr>
              <p:nvPr/>
            </p:nvSpPr>
            <p:spPr bwMode="auto">
              <a:xfrm>
                <a:off x="2067"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8" name="Oval 200"/>
              <p:cNvSpPr>
                <a:spLocks noChangeArrowheads="1"/>
              </p:cNvSpPr>
              <p:nvPr/>
            </p:nvSpPr>
            <p:spPr bwMode="auto">
              <a:xfrm>
                <a:off x="552" y="2784"/>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9" name="Oval 201"/>
              <p:cNvSpPr>
                <a:spLocks noChangeArrowheads="1"/>
              </p:cNvSpPr>
              <p:nvPr/>
            </p:nvSpPr>
            <p:spPr bwMode="auto">
              <a:xfrm>
                <a:off x="1573" y="2592"/>
                <a:ext cx="109"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0" name="Oval 202"/>
              <p:cNvSpPr>
                <a:spLocks noChangeArrowheads="1"/>
              </p:cNvSpPr>
              <p:nvPr/>
            </p:nvSpPr>
            <p:spPr bwMode="auto">
              <a:xfrm>
                <a:off x="1195"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1" name="Oval 203"/>
              <p:cNvSpPr>
                <a:spLocks noChangeArrowheads="1"/>
              </p:cNvSpPr>
              <p:nvPr/>
            </p:nvSpPr>
            <p:spPr bwMode="auto">
              <a:xfrm>
                <a:off x="1952"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2" name="Oval 204"/>
              <p:cNvSpPr>
                <a:spLocks noChangeArrowheads="1"/>
              </p:cNvSpPr>
              <p:nvPr/>
            </p:nvSpPr>
            <p:spPr bwMode="auto">
              <a:xfrm>
                <a:off x="2331"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3" name="Oval 205"/>
              <p:cNvSpPr>
                <a:spLocks noChangeArrowheads="1"/>
              </p:cNvSpPr>
              <p:nvPr/>
            </p:nvSpPr>
            <p:spPr bwMode="auto">
              <a:xfrm>
                <a:off x="816" y="2592"/>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4" name="Oval 206"/>
              <p:cNvSpPr>
                <a:spLocks noChangeArrowheads="1"/>
              </p:cNvSpPr>
              <p:nvPr/>
            </p:nvSpPr>
            <p:spPr bwMode="auto">
              <a:xfrm>
                <a:off x="1828"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5" name="Oval 207"/>
              <p:cNvSpPr>
                <a:spLocks noChangeArrowheads="1"/>
              </p:cNvSpPr>
              <p:nvPr/>
            </p:nvSpPr>
            <p:spPr bwMode="auto">
              <a:xfrm>
                <a:off x="1449"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6" name="Oval 208"/>
              <p:cNvSpPr>
                <a:spLocks noChangeArrowheads="1"/>
              </p:cNvSpPr>
              <p:nvPr/>
            </p:nvSpPr>
            <p:spPr bwMode="auto">
              <a:xfrm>
                <a:off x="2206"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7" name="Oval 209"/>
              <p:cNvSpPr>
                <a:spLocks noChangeArrowheads="1"/>
              </p:cNvSpPr>
              <p:nvPr/>
            </p:nvSpPr>
            <p:spPr bwMode="auto">
              <a:xfrm>
                <a:off x="2585"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68" name="Oval 210"/>
              <p:cNvSpPr>
                <a:spLocks noChangeArrowheads="1"/>
              </p:cNvSpPr>
              <p:nvPr/>
            </p:nvSpPr>
            <p:spPr bwMode="auto">
              <a:xfrm>
                <a:off x="1070" y="2400"/>
                <a:ext cx="108" cy="96"/>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25618" name="Line 211"/>
            <p:cNvSpPr>
              <a:spLocks noChangeShapeType="1"/>
            </p:cNvSpPr>
            <p:nvPr/>
          </p:nvSpPr>
          <p:spPr bwMode="auto">
            <a:xfrm flipV="1">
              <a:off x="777" y="2468"/>
              <a:ext cx="0" cy="578"/>
            </a:xfrm>
            <a:prstGeom prst="line">
              <a:avLst/>
            </a:prstGeom>
            <a:noFill/>
            <a:ln w="12700">
              <a:solidFill>
                <a:srgbClr val="FF3399"/>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9" name="Line 213"/>
            <p:cNvSpPr>
              <a:spLocks noChangeShapeType="1"/>
            </p:cNvSpPr>
            <p:nvPr/>
          </p:nvSpPr>
          <p:spPr bwMode="auto">
            <a:xfrm>
              <a:off x="480" y="2206"/>
              <a:ext cx="1304" cy="787"/>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0" name="Line 214"/>
            <p:cNvSpPr>
              <a:spLocks noChangeShapeType="1"/>
            </p:cNvSpPr>
            <p:nvPr/>
          </p:nvSpPr>
          <p:spPr bwMode="auto">
            <a:xfrm>
              <a:off x="888" y="2468"/>
              <a:ext cx="303" cy="15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1" name="Line 215"/>
            <p:cNvSpPr>
              <a:spLocks noChangeShapeType="1"/>
            </p:cNvSpPr>
            <p:nvPr/>
          </p:nvSpPr>
          <p:spPr bwMode="auto">
            <a:xfrm>
              <a:off x="658" y="1734"/>
              <a:ext cx="1126" cy="682"/>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2" name="Line 216"/>
            <p:cNvSpPr>
              <a:spLocks noChangeShapeType="1"/>
            </p:cNvSpPr>
            <p:nvPr/>
          </p:nvSpPr>
          <p:spPr bwMode="auto">
            <a:xfrm>
              <a:off x="869" y="1871"/>
              <a:ext cx="227" cy="125"/>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Line 218"/>
            <p:cNvSpPr>
              <a:spLocks noChangeShapeType="1"/>
            </p:cNvSpPr>
            <p:nvPr/>
          </p:nvSpPr>
          <p:spPr bwMode="auto">
            <a:xfrm flipV="1">
              <a:off x="1784" y="2154"/>
              <a:ext cx="1600" cy="839"/>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Line 219"/>
            <p:cNvSpPr>
              <a:spLocks noChangeShapeType="1"/>
            </p:cNvSpPr>
            <p:nvPr/>
          </p:nvSpPr>
          <p:spPr bwMode="auto">
            <a:xfrm flipV="1">
              <a:off x="2865" y="2259"/>
              <a:ext cx="282" cy="168"/>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Line 220"/>
            <p:cNvSpPr>
              <a:spLocks noChangeShapeType="1"/>
            </p:cNvSpPr>
            <p:nvPr/>
          </p:nvSpPr>
          <p:spPr bwMode="auto">
            <a:xfrm flipV="1">
              <a:off x="1784" y="1734"/>
              <a:ext cx="1244" cy="682"/>
            </a:xfrm>
            <a:prstGeom prst="line">
              <a:avLst/>
            </a:prstGeom>
            <a:noFill/>
            <a:ln w="28575">
              <a:solidFill>
                <a:srgbClr val="0000FF"/>
              </a:solidFill>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6" name="Line 221"/>
            <p:cNvSpPr>
              <a:spLocks noChangeShapeType="1"/>
            </p:cNvSpPr>
            <p:nvPr/>
          </p:nvSpPr>
          <p:spPr bwMode="auto">
            <a:xfrm flipV="1">
              <a:off x="2670" y="1786"/>
              <a:ext cx="240" cy="147"/>
            </a:xfrm>
            <a:prstGeom prst="line">
              <a:avLst/>
            </a:prstGeom>
            <a:noFill/>
            <a:ln w="28575">
              <a:solidFill>
                <a:srgbClr val="0000FF"/>
              </a:solidFill>
              <a:round/>
              <a:headEnd type="non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27" name="Object 222"/>
            <p:cNvGraphicFramePr>
              <a:graphicFrameLocks noChangeAspect="1"/>
            </p:cNvGraphicFramePr>
            <p:nvPr/>
          </p:nvGraphicFramePr>
          <p:xfrm>
            <a:off x="1724" y="2049"/>
            <a:ext cx="377" cy="367"/>
          </p:xfrm>
          <a:graphic>
            <a:graphicData uri="http://schemas.openxmlformats.org/presentationml/2006/ole">
              <mc:AlternateContent xmlns:mc="http://schemas.openxmlformats.org/markup-compatibility/2006">
                <mc:Choice xmlns:v="urn:schemas-microsoft-com:vml" Requires="v">
                  <p:oleObj spid="_x0000_s153686" name="Equation" r:id="rId16" imgW="114266" imgH="133380" progId="Equation.3">
                    <p:embed/>
                  </p:oleObj>
                </mc:Choice>
                <mc:Fallback>
                  <p:oleObj name="Equation" r:id="rId16" imgW="114266" imgH="133380"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724" y="2049"/>
                          <a:ext cx="377"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8" name="Object 223"/>
            <p:cNvGraphicFramePr>
              <a:graphicFrameLocks noChangeAspect="1"/>
            </p:cNvGraphicFramePr>
            <p:nvPr/>
          </p:nvGraphicFramePr>
          <p:xfrm>
            <a:off x="1578" y="3010"/>
            <a:ext cx="363" cy="297"/>
          </p:xfrm>
          <a:graphic>
            <a:graphicData uri="http://schemas.openxmlformats.org/presentationml/2006/ole">
              <mc:AlternateContent xmlns:mc="http://schemas.openxmlformats.org/markup-compatibility/2006">
                <mc:Choice xmlns:v="urn:schemas-microsoft-com:vml" Requires="v">
                  <p:oleObj spid="_x0000_s153687" name="Equation" r:id="rId18" imgW="142900" imgH="171450" progId="Equation.3">
                    <p:embed/>
                  </p:oleObj>
                </mc:Choice>
                <mc:Fallback>
                  <p:oleObj name="Equation" r:id="rId18" imgW="142900" imgH="17145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78" y="3010"/>
                          <a:ext cx="363" cy="2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29" name="Object 224"/>
            <p:cNvGraphicFramePr>
              <a:graphicFrameLocks noChangeAspect="1"/>
            </p:cNvGraphicFramePr>
            <p:nvPr/>
          </p:nvGraphicFramePr>
          <p:xfrm>
            <a:off x="1134" y="2709"/>
            <a:ext cx="391" cy="296"/>
          </p:xfrm>
          <a:graphic>
            <a:graphicData uri="http://schemas.openxmlformats.org/presentationml/2006/ole">
              <mc:AlternateContent xmlns:mc="http://schemas.openxmlformats.org/markup-compatibility/2006">
                <mc:Choice xmlns:v="urn:schemas-microsoft-com:vml" Requires="v">
                  <p:oleObj spid="_x0000_s153688" name="Equation" r:id="rId20" imgW="142900" imgH="152280" progId="Equation.3">
                    <p:embed/>
                  </p:oleObj>
                </mc:Choice>
                <mc:Fallback>
                  <p:oleObj name="Equation" r:id="rId20" imgW="142900" imgH="15228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134" y="2709"/>
                          <a:ext cx="39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5630" name="Group 225"/>
            <p:cNvGrpSpPr>
              <a:grpSpLocks/>
            </p:cNvGrpSpPr>
            <p:nvPr/>
          </p:nvGrpSpPr>
          <p:grpSpPr bwMode="auto">
            <a:xfrm>
              <a:off x="1429" y="2416"/>
              <a:ext cx="704" cy="396"/>
              <a:chOff x="1104" y="2928"/>
              <a:chExt cx="480" cy="384"/>
            </a:xfrm>
          </p:grpSpPr>
          <p:sp>
            <p:nvSpPr>
              <p:cNvPr id="25652" name="Line 226"/>
              <p:cNvSpPr>
                <a:spLocks noChangeShapeType="1"/>
              </p:cNvSpPr>
              <p:nvPr/>
            </p:nvSpPr>
            <p:spPr bwMode="auto">
              <a:xfrm>
                <a:off x="1344" y="2928"/>
                <a:ext cx="240" cy="384"/>
              </a:xfrm>
              <a:prstGeom prst="line">
                <a:avLst/>
              </a:prstGeom>
              <a:noFill/>
              <a:ln w="57150">
                <a:solidFill>
                  <a:srgbClr val="FF0000"/>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53" name="Line 227"/>
              <p:cNvSpPr>
                <a:spLocks noChangeShapeType="1"/>
              </p:cNvSpPr>
              <p:nvPr/>
            </p:nvSpPr>
            <p:spPr bwMode="auto">
              <a:xfrm flipH="1">
                <a:off x="1104" y="2928"/>
                <a:ext cx="236" cy="384"/>
              </a:xfrm>
              <a:prstGeom prst="line">
                <a:avLst/>
              </a:prstGeom>
              <a:noFill/>
              <a:ln w="57150">
                <a:solidFill>
                  <a:srgbClr val="FF0000"/>
                </a:solidFill>
                <a:prstDash val="sysDot"/>
                <a:round/>
                <a:headEnd type="none" w="sm" len="lg"/>
                <a:tailEnd type="non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25631" name="Object 228"/>
            <p:cNvGraphicFramePr>
              <a:graphicFrameLocks noChangeAspect="1"/>
            </p:cNvGraphicFramePr>
            <p:nvPr/>
          </p:nvGraphicFramePr>
          <p:xfrm>
            <a:off x="2190" y="2678"/>
            <a:ext cx="391" cy="296"/>
          </p:xfrm>
          <a:graphic>
            <a:graphicData uri="http://schemas.openxmlformats.org/presentationml/2006/ole">
              <mc:AlternateContent xmlns:mc="http://schemas.openxmlformats.org/markup-compatibility/2006">
                <mc:Choice xmlns:v="urn:schemas-microsoft-com:vml" Requires="v">
                  <p:oleObj spid="_x0000_s153689" name="Equation" r:id="rId22" imgW="142900" imgH="152280" progId="Equation.3">
                    <p:embed/>
                  </p:oleObj>
                </mc:Choice>
                <mc:Fallback>
                  <p:oleObj name="Equation" r:id="rId22" imgW="142900" imgH="152280"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190" y="2678"/>
                          <a:ext cx="391"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32" name="Arc 229"/>
            <p:cNvSpPr>
              <a:spLocks/>
            </p:cNvSpPr>
            <p:nvPr/>
          </p:nvSpPr>
          <p:spPr bwMode="auto">
            <a:xfrm flipH="1">
              <a:off x="1488" y="2312"/>
              <a:ext cx="118" cy="157"/>
            </a:xfrm>
            <a:custGeom>
              <a:avLst/>
              <a:gdLst>
                <a:gd name="T0" fmla="*/ 0 w 22612"/>
                <a:gd name="T1" fmla="*/ 0 h 21600"/>
                <a:gd name="T2" fmla="*/ 118 w 22612"/>
                <a:gd name="T3" fmla="*/ 157 h 21600"/>
                <a:gd name="T4" fmla="*/ 5 w 22612"/>
                <a:gd name="T5" fmla="*/ 157 h 21600"/>
                <a:gd name="T6" fmla="*/ 0 60000 65536"/>
                <a:gd name="T7" fmla="*/ 0 60000 65536"/>
                <a:gd name="T8" fmla="*/ 0 60000 65536"/>
              </a:gdLst>
              <a:ahLst/>
              <a:cxnLst>
                <a:cxn ang="T6">
                  <a:pos x="T0" y="T1"/>
                </a:cxn>
                <a:cxn ang="T7">
                  <a:pos x="T2" y="T3"/>
                </a:cxn>
                <a:cxn ang="T8">
                  <a:pos x="T4" y="T5"/>
                </a:cxn>
              </a:cxnLst>
              <a:rect l="0" t="0" r="r" b="b"/>
              <a:pathLst>
                <a:path w="22612" h="21600" fill="none" extrusionOk="0">
                  <a:moveTo>
                    <a:pt x="-1" y="23"/>
                  </a:moveTo>
                  <a:cubicBezTo>
                    <a:pt x="337" y="7"/>
                    <a:pt x="674" y="-1"/>
                    <a:pt x="1012" y="0"/>
                  </a:cubicBezTo>
                  <a:cubicBezTo>
                    <a:pt x="12941" y="0"/>
                    <a:pt x="22612" y="9670"/>
                    <a:pt x="22612" y="21600"/>
                  </a:cubicBezTo>
                </a:path>
                <a:path w="22612" h="21600" stroke="0" extrusionOk="0">
                  <a:moveTo>
                    <a:pt x="-1" y="23"/>
                  </a:moveTo>
                  <a:cubicBezTo>
                    <a:pt x="337" y="7"/>
                    <a:pt x="674" y="-1"/>
                    <a:pt x="1012" y="0"/>
                  </a:cubicBezTo>
                  <a:cubicBezTo>
                    <a:pt x="12941" y="0"/>
                    <a:pt x="22612" y="9670"/>
                    <a:pt x="22612" y="21600"/>
                  </a:cubicBezTo>
                  <a:lnTo>
                    <a:pt x="1012" y="21600"/>
                  </a:lnTo>
                  <a:lnTo>
                    <a:pt x="-1" y="23"/>
                  </a:lnTo>
                  <a:close/>
                </a:path>
              </a:pathLst>
            </a:custGeom>
            <a:noFill/>
            <a:ln w="28575">
              <a:solidFill>
                <a:srgbClr val="FF3399"/>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33" name="Arc 230"/>
            <p:cNvSpPr>
              <a:spLocks/>
            </p:cNvSpPr>
            <p:nvPr/>
          </p:nvSpPr>
          <p:spPr bwMode="auto">
            <a:xfrm>
              <a:off x="1962" y="2312"/>
              <a:ext cx="118" cy="176"/>
            </a:xfrm>
            <a:custGeom>
              <a:avLst/>
              <a:gdLst>
                <a:gd name="T0" fmla="*/ 0 w 21600"/>
                <a:gd name="T1" fmla="*/ 0 h 29670"/>
                <a:gd name="T2" fmla="*/ 109 w 21600"/>
                <a:gd name="T3" fmla="*/ 176 h 29670"/>
                <a:gd name="T4" fmla="*/ 0 w 21600"/>
                <a:gd name="T5" fmla="*/ 128 h 29670"/>
                <a:gd name="T6" fmla="*/ 0 60000 65536"/>
                <a:gd name="T7" fmla="*/ 0 60000 65536"/>
                <a:gd name="T8" fmla="*/ 0 60000 65536"/>
              </a:gdLst>
              <a:ahLst/>
              <a:cxnLst>
                <a:cxn ang="T6">
                  <a:pos x="T0" y="T1"/>
                </a:cxn>
                <a:cxn ang="T7">
                  <a:pos x="T2" y="T3"/>
                </a:cxn>
                <a:cxn ang="T8">
                  <a:pos x="T4" y="T5"/>
                </a:cxn>
              </a:cxnLst>
              <a:rect l="0" t="0" r="r" b="b"/>
              <a:pathLst>
                <a:path w="21600" h="29670" fill="none" extrusionOk="0">
                  <a:moveTo>
                    <a:pt x="-1" y="0"/>
                  </a:moveTo>
                  <a:cubicBezTo>
                    <a:pt x="11929" y="0"/>
                    <a:pt x="21600" y="9670"/>
                    <a:pt x="21600" y="21600"/>
                  </a:cubicBezTo>
                  <a:cubicBezTo>
                    <a:pt x="21600" y="24365"/>
                    <a:pt x="21069" y="27104"/>
                    <a:pt x="20035" y="29669"/>
                  </a:cubicBezTo>
                </a:path>
                <a:path w="21600" h="29670" stroke="0" extrusionOk="0">
                  <a:moveTo>
                    <a:pt x="-1" y="0"/>
                  </a:moveTo>
                  <a:cubicBezTo>
                    <a:pt x="11929" y="0"/>
                    <a:pt x="21600" y="9670"/>
                    <a:pt x="21600" y="21600"/>
                  </a:cubicBezTo>
                  <a:cubicBezTo>
                    <a:pt x="21600" y="24365"/>
                    <a:pt x="21069" y="27104"/>
                    <a:pt x="20035" y="29669"/>
                  </a:cubicBezTo>
                  <a:lnTo>
                    <a:pt x="0" y="21600"/>
                  </a:lnTo>
                  <a:lnTo>
                    <a:pt x="-1" y="0"/>
                  </a:lnTo>
                  <a:close/>
                </a:path>
              </a:pathLst>
            </a:custGeom>
            <a:noFill/>
            <a:ln w="28575">
              <a:solidFill>
                <a:srgbClr val="FF3399"/>
              </a:solidFill>
              <a:round/>
              <a:headEnd type="none" w="sm" len="lg"/>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5634" name="Object 231"/>
            <p:cNvGraphicFramePr>
              <a:graphicFrameLocks noChangeAspect="1"/>
            </p:cNvGraphicFramePr>
            <p:nvPr/>
          </p:nvGraphicFramePr>
          <p:xfrm>
            <a:off x="2129" y="2220"/>
            <a:ext cx="260" cy="262"/>
          </p:xfrm>
          <a:graphic>
            <a:graphicData uri="http://schemas.openxmlformats.org/presentationml/2006/ole">
              <mc:AlternateContent xmlns:mc="http://schemas.openxmlformats.org/markup-compatibility/2006">
                <mc:Choice xmlns:v="urn:schemas-microsoft-com:vml" Requires="v">
                  <p:oleObj spid="_x0000_s153690" name="公式" r:id="rId24" imgW="171534" imgH="228690" progId="Equation.3">
                    <p:embed/>
                  </p:oleObj>
                </mc:Choice>
                <mc:Fallback>
                  <p:oleObj name="公式" r:id="rId24" imgW="171534" imgH="22869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2129" y="2220"/>
                          <a:ext cx="260"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35" name="Object 232"/>
            <p:cNvGraphicFramePr>
              <a:graphicFrameLocks noChangeAspect="1"/>
            </p:cNvGraphicFramePr>
            <p:nvPr/>
          </p:nvGraphicFramePr>
          <p:xfrm>
            <a:off x="1330" y="2225"/>
            <a:ext cx="260" cy="262"/>
          </p:xfrm>
          <a:graphic>
            <a:graphicData uri="http://schemas.openxmlformats.org/presentationml/2006/ole">
              <mc:AlternateContent xmlns:mc="http://schemas.openxmlformats.org/markup-compatibility/2006">
                <mc:Choice xmlns:v="urn:schemas-microsoft-com:vml" Requires="v">
                  <p:oleObj spid="_x0000_s153691" name="公式" r:id="rId26" imgW="171534" imgH="228690" progId="Equation.3">
                    <p:embed/>
                  </p:oleObj>
                </mc:Choice>
                <mc:Fallback>
                  <p:oleObj name="公式" r:id="rId26" imgW="171534" imgH="228690"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330" y="2225"/>
                          <a:ext cx="260"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36" name="AutoShape 233"/>
            <p:cNvSpPr>
              <a:spLocks noChangeArrowheads="1"/>
            </p:cNvSpPr>
            <p:nvPr/>
          </p:nvSpPr>
          <p:spPr bwMode="auto">
            <a:xfrm>
              <a:off x="703" y="3295"/>
              <a:ext cx="2726" cy="355"/>
            </a:xfrm>
            <a:prstGeom prst="parallelogram">
              <a:avLst>
                <a:gd name="adj" fmla="val 192114"/>
              </a:avLst>
            </a:prstGeom>
            <a:solidFill>
              <a:schemeClr val="accent1">
                <a:alpha val="50195"/>
              </a:schemeClr>
            </a:solidFill>
            <a:ln w="9525">
              <a:solidFill>
                <a:schemeClr val="tx2"/>
              </a:solidFill>
              <a:miter lim="800000"/>
              <a:headEn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37" name="Oval 234"/>
            <p:cNvSpPr>
              <a:spLocks noChangeArrowheads="1"/>
            </p:cNvSpPr>
            <p:nvPr/>
          </p:nvSpPr>
          <p:spPr bwMode="auto">
            <a:xfrm>
              <a:off x="1688" y="3570"/>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38" name="Oval 235"/>
            <p:cNvSpPr>
              <a:spLocks noChangeArrowheads="1"/>
            </p:cNvSpPr>
            <p:nvPr/>
          </p:nvSpPr>
          <p:spPr bwMode="auto">
            <a:xfrm>
              <a:off x="1220" y="3570"/>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39" name="Oval 236"/>
            <p:cNvSpPr>
              <a:spLocks noChangeArrowheads="1"/>
            </p:cNvSpPr>
            <p:nvPr/>
          </p:nvSpPr>
          <p:spPr bwMode="auto">
            <a:xfrm>
              <a:off x="2154" y="3570"/>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0" name="Oval 237"/>
            <p:cNvSpPr>
              <a:spLocks noChangeArrowheads="1"/>
            </p:cNvSpPr>
            <p:nvPr/>
          </p:nvSpPr>
          <p:spPr bwMode="auto">
            <a:xfrm>
              <a:off x="2622" y="3570"/>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1" name="Oval 238"/>
            <p:cNvSpPr>
              <a:spLocks noChangeArrowheads="1"/>
            </p:cNvSpPr>
            <p:nvPr/>
          </p:nvSpPr>
          <p:spPr bwMode="auto">
            <a:xfrm>
              <a:off x="752" y="3570"/>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2" name="Oval 239"/>
            <p:cNvSpPr>
              <a:spLocks noChangeArrowheads="1"/>
            </p:cNvSpPr>
            <p:nvPr/>
          </p:nvSpPr>
          <p:spPr bwMode="auto">
            <a:xfrm>
              <a:off x="2012" y="3411"/>
              <a:ext cx="135"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3" name="Oval 240"/>
            <p:cNvSpPr>
              <a:spLocks noChangeArrowheads="1"/>
            </p:cNvSpPr>
            <p:nvPr/>
          </p:nvSpPr>
          <p:spPr bwMode="auto">
            <a:xfrm>
              <a:off x="1546" y="3411"/>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4" name="Oval 241"/>
            <p:cNvSpPr>
              <a:spLocks noChangeArrowheads="1"/>
            </p:cNvSpPr>
            <p:nvPr/>
          </p:nvSpPr>
          <p:spPr bwMode="auto">
            <a:xfrm>
              <a:off x="2480" y="3411"/>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5" name="Oval 242"/>
            <p:cNvSpPr>
              <a:spLocks noChangeArrowheads="1"/>
            </p:cNvSpPr>
            <p:nvPr/>
          </p:nvSpPr>
          <p:spPr bwMode="auto">
            <a:xfrm>
              <a:off x="2948" y="3411"/>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6" name="Oval 243"/>
            <p:cNvSpPr>
              <a:spLocks noChangeArrowheads="1"/>
            </p:cNvSpPr>
            <p:nvPr/>
          </p:nvSpPr>
          <p:spPr bwMode="auto">
            <a:xfrm>
              <a:off x="1078" y="3411"/>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7" name="Oval 244"/>
            <p:cNvSpPr>
              <a:spLocks noChangeArrowheads="1"/>
            </p:cNvSpPr>
            <p:nvPr/>
          </p:nvSpPr>
          <p:spPr bwMode="auto">
            <a:xfrm>
              <a:off x="2327" y="3252"/>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8" name="Oval 245"/>
            <p:cNvSpPr>
              <a:spLocks noChangeArrowheads="1"/>
            </p:cNvSpPr>
            <p:nvPr/>
          </p:nvSpPr>
          <p:spPr bwMode="auto">
            <a:xfrm>
              <a:off x="1859" y="3252"/>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49" name="Oval 246"/>
            <p:cNvSpPr>
              <a:spLocks noChangeArrowheads="1"/>
            </p:cNvSpPr>
            <p:nvPr/>
          </p:nvSpPr>
          <p:spPr bwMode="auto">
            <a:xfrm>
              <a:off x="2794" y="3252"/>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0" name="Oval 247"/>
            <p:cNvSpPr>
              <a:spLocks noChangeArrowheads="1"/>
            </p:cNvSpPr>
            <p:nvPr/>
          </p:nvSpPr>
          <p:spPr bwMode="auto">
            <a:xfrm>
              <a:off x="3262" y="3252"/>
              <a:ext cx="133"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sp>
          <p:nvSpPr>
            <p:cNvPr id="25651" name="Oval 248"/>
            <p:cNvSpPr>
              <a:spLocks noChangeArrowheads="1"/>
            </p:cNvSpPr>
            <p:nvPr/>
          </p:nvSpPr>
          <p:spPr bwMode="auto">
            <a:xfrm>
              <a:off x="1391" y="3252"/>
              <a:ext cx="134" cy="80"/>
            </a:xfrm>
            <a:prstGeom prst="ellipse">
              <a:avLst/>
            </a:prstGeom>
            <a:gradFill rotWithShape="0">
              <a:gsLst>
                <a:gs pos="0">
                  <a:schemeClr val="bg1"/>
                </a:gs>
                <a:gs pos="100000">
                  <a:srgbClr val="B2B2B2"/>
                </a:gs>
              </a:gsLst>
              <a:path path="shape">
                <a:fillToRect l="50000" t="50000" r="50000" b="50000"/>
              </a:path>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endParaRPr lang="zh-CN" altLang="en-US"/>
            </a:p>
          </p:txBody>
        </p:sp>
      </p:grpSp>
      <p:sp>
        <p:nvSpPr>
          <p:cNvPr id="119036" name="Text Box 252"/>
          <p:cNvSpPr txBox="1">
            <a:spLocks noChangeArrowheads="1"/>
          </p:cNvSpPr>
          <p:nvPr/>
        </p:nvSpPr>
        <p:spPr bwMode="auto">
          <a:xfrm>
            <a:off x="595313" y="4167188"/>
            <a:ext cx="8077200"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lnSpc>
                <a:spcPct val="120000"/>
              </a:lnSpc>
              <a:spcBef>
                <a:spcPct val="50000"/>
              </a:spcBef>
            </a:pPr>
            <a:r>
              <a:rPr lang="zh-CN" altLang="en-US">
                <a:solidFill>
                  <a:srgbClr val="CC0000"/>
                </a:solidFill>
              </a:rPr>
              <a:t>    用途：  </a:t>
            </a:r>
            <a:r>
              <a:rPr lang="zh-CN" altLang="en-US"/>
              <a:t>测量射线的波长研究</a:t>
            </a:r>
            <a:r>
              <a:rPr lang="en-US" altLang="zh-CN"/>
              <a:t>X</a:t>
            </a:r>
            <a:r>
              <a:rPr lang="zh-CN" altLang="en-US"/>
              <a:t>射线谱，进而研究原子结构；研究晶体的结构，进一步研究材料性能</a:t>
            </a:r>
            <a:r>
              <a:rPr lang="en-US" altLang="zh-CN"/>
              <a:t>.</a:t>
            </a:r>
            <a:r>
              <a:rPr lang="zh-CN" altLang="en-US"/>
              <a:t>例如对大分子 </a:t>
            </a:r>
            <a:r>
              <a:rPr lang="en-US" altLang="zh-CN">
                <a:solidFill>
                  <a:srgbClr val="CC0000"/>
                </a:solidFill>
              </a:rPr>
              <a:t>DNA </a:t>
            </a:r>
            <a:r>
              <a:rPr lang="zh-CN" altLang="en-US"/>
              <a:t>晶体的成千张的</a:t>
            </a:r>
            <a:r>
              <a:rPr lang="en-US" altLang="zh-CN"/>
              <a:t>X</a:t>
            </a:r>
            <a:r>
              <a:rPr lang="zh-CN" altLang="en-US"/>
              <a:t>射线衍射照片的分析，显示出</a:t>
            </a:r>
            <a:r>
              <a:rPr lang="en-US" altLang="zh-CN"/>
              <a:t>DNA</a:t>
            </a:r>
            <a:r>
              <a:rPr lang="zh-CN" altLang="en-US"/>
              <a:t>分子的</a:t>
            </a:r>
            <a:r>
              <a:rPr lang="zh-CN" altLang="en-US">
                <a:solidFill>
                  <a:srgbClr val="CC0000"/>
                </a:solidFill>
              </a:rPr>
              <a:t>双螺旋</a:t>
            </a:r>
            <a:r>
              <a:rPr lang="zh-CN" altLang="en-US"/>
              <a:t>结构</a:t>
            </a:r>
            <a:r>
              <a:rPr lang="en-US" altLang="zh-CN"/>
              <a:t>.</a:t>
            </a:r>
          </a:p>
        </p:txBody>
      </p:sp>
      <p:graphicFrame>
        <p:nvGraphicFramePr>
          <p:cNvPr id="25613" name="Object 253"/>
          <p:cNvGraphicFramePr>
            <a:graphicFrameLocks noChangeAspect="1"/>
          </p:cNvGraphicFramePr>
          <p:nvPr/>
        </p:nvGraphicFramePr>
        <p:xfrm>
          <a:off x="4476750" y="1622425"/>
          <a:ext cx="382588" cy="506413"/>
        </p:xfrm>
        <a:graphic>
          <a:graphicData uri="http://schemas.openxmlformats.org/presentationml/2006/ole">
            <mc:AlternateContent xmlns:mc="http://schemas.openxmlformats.org/markup-compatibility/2006">
              <mc:Choice xmlns:v="urn:schemas-microsoft-com:vml" Requires="v">
                <p:oleObj spid="_x0000_s153692" name="公式" r:id="rId28" imgW="190417" imgH="253890" progId="Equation.3">
                  <p:embed/>
                </p:oleObj>
              </mc:Choice>
              <mc:Fallback>
                <p:oleObj name="公式" r:id="rId28" imgW="190417" imgH="25389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76750" y="1622425"/>
                        <a:ext cx="382588" cy="506413"/>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FF0066"/>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9162454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8792"/>
                                        </p:tgtEl>
                                        <p:attrNameLst>
                                          <p:attrName>style.visibility</p:attrName>
                                        </p:attrNameLst>
                                      </p:cBhvr>
                                      <p:to>
                                        <p:strVal val="visible"/>
                                      </p:to>
                                    </p:set>
                                    <p:animEffect transition="in" filter="blinds(horizontal)">
                                      <p:cBhvr>
                                        <p:cTn id="7" dur="500"/>
                                        <p:tgtEl>
                                          <p:spTgt spid="1187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9035"/>
                                        </p:tgtEl>
                                        <p:attrNameLst>
                                          <p:attrName>style.visibility</p:attrName>
                                        </p:attrNameLst>
                                      </p:cBhvr>
                                      <p:to>
                                        <p:strVal val="visible"/>
                                      </p:to>
                                    </p:set>
                                    <p:animEffect transition="in" filter="wipe(left)">
                                      <p:cBhvr>
                                        <p:cTn id="12" dur="500"/>
                                        <p:tgtEl>
                                          <p:spTgt spid="1190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9036"/>
                                        </p:tgtEl>
                                        <p:attrNameLst>
                                          <p:attrName>style.visibility</p:attrName>
                                        </p:attrNameLst>
                                      </p:cBhvr>
                                      <p:to>
                                        <p:strVal val="visible"/>
                                      </p:to>
                                    </p:set>
                                    <p:animEffect transition="in" filter="wipe(left)">
                                      <p:cBhvr>
                                        <p:cTn id="17" dur="500"/>
                                        <p:tgtEl>
                                          <p:spTgt spid="1190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2" grpId="0" autoUpdateAnimBg="0"/>
      <p:bldP spid="11903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3"/>
          <p:cNvSpPr>
            <a:spLocks noGrp="1"/>
          </p:cNvSpPr>
          <p:nvPr>
            <p:ph type="sldNum" sz="quarter" idx="12"/>
          </p:nvPr>
        </p:nvSpPr>
        <p:spPr>
          <a:noFill/>
        </p:spPr>
        <p:txBody>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fld id="{92BD5B08-BC59-46E7-BAAD-2EC88B78C09C}" type="slidenum">
              <a:rPr lang="zh-CN" altLang="en-US" sz="1400" b="0">
                <a:solidFill>
                  <a:schemeClr val="bg2"/>
                </a:solidFill>
              </a:rPr>
              <a:pPr/>
              <a:t>36</a:t>
            </a:fld>
            <a:endParaRPr lang="en-US" altLang="zh-CN" sz="1400" b="0">
              <a:solidFill>
                <a:schemeClr val="bg2"/>
              </a:solidFill>
            </a:endParaRPr>
          </a:p>
        </p:txBody>
      </p:sp>
      <p:grpSp>
        <p:nvGrpSpPr>
          <p:cNvPr id="26627" name="Group 12"/>
          <p:cNvGrpSpPr>
            <a:grpSpLocks/>
          </p:cNvGrpSpPr>
          <p:nvPr/>
        </p:nvGrpSpPr>
        <p:grpSpPr bwMode="auto">
          <a:xfrm>
            <a:off x="4276725" y="841375"/>
            <a:ext cx="4648200" cy="2584450"/>
            <a:chOff x="109" y="315"/>
            <a:chExt cx="2928" cy="1628"/>
          </a:xfrm>
        </p:grpSpPr>
        <p:pic>
          <p:nvPicPr>
            <p:cNvPr id="26634" name="Picture 3" descr="wltt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 y="315"/>
              <a:ext cx="1872" cy="1300"/>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26635" name="Text Box 4"/>
            <p:cNvSpPr txBox="1">
              <a:spLocks noChangeArrowheads="1"/>
            </p:cNvSpPr>
            <p:nvPr/>
          </p:nvSpPr>
          <p:spPr bwMode="auto">
            <a:xfrm>
              <a:off x="109" y="1616"/>
              <a:ext cx="2928" cy="327"/>
            </a:xfrm>
            <a:prstGeom prst="rect">
              <a:avLst/>
            </a:prstGeom>
            <a:noFill/>
            <a:ln>
              <a:noFill/>
            </a:ln>
            <a:effectLst/>
            <a:extLst>
              <a:ext uri="{909E8E84-426E-40DD-AFC4-6F175D3DCCD1}">
                <a14:hiddenFill xmlns:a14="http://schemas.microsoft.com/office/drawing/2010/main">
                  <a:solidFill>
                    <a:srgbClr val="FFCCFF"/>
                  </a:solidFill>
                </a14:hiddenFill>
              </a:ext>
              <a:ext uri="{91240B29-F687-4F45-9708-019B960494DF}">
                <a14:hiddenLine xmlns:a14="http://schemas.microsoft.com/office/drawing/2010/main" w="28575">
                  <a:solidFill>
                    <a:srgbClr val="CC00CC"/>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a:solidFill>
                    <a:srgbClr val="CC0000"/>
                  </a:solidFill>
                </a:rPr>
                <a:t>DNA </a:t>
              </a:r>
              <a:r>
                <a:rPr lang="zh-CN" altLang="en-US">
                  <a:solidFill>
                    <a:srgbClr val="CC0000"/>
                  </a:solidFill>
                </a:rPr>
                <a:t>晶体的</a:t>
              </a:r>
              <a:r>
                <a:rPr lang="en-US" altLang="zh-CN">
                  <a:solidFill>
                    <a:srgbClr val="CC0000"/>
                  </a:solidFill>
                </a:rPr>
                <a:t>X</a:t>
              </a:r>
              <a:r>
                <a:rPr lang="zh-CN" altLang="en-US">
                  <a:solidFill>
                    <a:srgbClr val="CC0000"/>
                  </a:solidFill>
                </a:rPr>
                <a:t>衍射照片</a:t>
              </a:r>
            </a:p>
          </p:txBody>
        </p:sp>
      </p:grpSp>
      <p:grpSp>
        <p:nvGrpSpPr>
          <p:cNvPr id="26628" name="Group 13"/>
          <p:cNvGrpSpPr>
            <a:grpSpLocks/>
          </p:cNvGrpSpPr>
          <p:nvPr/>
        </p:nvGrpSpPr>
        <p:grpSpPr bwMode="auto">
          <a:xfrm>
            <a:off x="4238625" y="3649663"/>
            <a:ext cx="4724400" cy="2408237"/>
            <a:chOff x="156" y="2068"/>
            <a:chExt cx="2976" cy="1517"/>
          </a:xfrm>
        </p:grpSpPr>
        <p:pic>
          <p:nvPicPr>
            <p:cNvPr id="26632" name="Picture 6" descr="wltt5"/>
            <p:cNvPicPr>
              <a:picLocks noChangeAspect="1" noChangeArrowheads="1"/>
            </p:cNvPicPr>
            <p:nvPr/>
          </p:nvPicPr>
          <p:blipFill>
            <a:blip r:embed="rId3">
              <a:extLst>
                <a:ext uri="{28A0092B-C50C-407E-A947-70E740481C1C}">
                  <a14:useLocalDpi xmlns:a14="http://schemas.microsoft.com/office/drawing/2010/main" val="0"/>
                </a:ext>
              </a:extLst>
            </a:blip>
            <a:srcRect t="2438" r="4762"/>
            <a:stretch>
              <a:fillRect/>
            </a:stretch>
          </p:blipFill>
          <p:spPr bwMode="auto">
            <a:xfrm rot="5400000">
              <a:off x="827" y="1645"/>
              <a:ext cx="1102" cy="1948"/>
            </a:xfrm>
            <a:prstGeom prst="rect">
              <a:avLst/>
            </a:prstGeom>
            <a:noFill/>
            <a:ln w="12700">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26633" name="Text Box 7"/>
            <p:cNvSpPr txBox="1">
              <a:spLocks noChangeArrowheads="1"/>
            </p:cNvSpPr>
            <p:nvPr/>
          </p:nvSpPr>
          <p:spPr bwMode="auto">
            <a:xfrm>
              <a:off x="156" y="3257"/>
              <a:ext cx="2976"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en-US" altLang="zh-CN">
                  <a:solidFill>
                    <a:srgbClr val="CC0000"/>
                  </a:solidFill>
                </a:rPr>
                <a:t>DNA </a:t>
              </a:r>
              <a:r>
                <a:rPr lang="zh-CN" altLang="en-US">
                  <a:solidFill>
                    <a:srgbClr val="CC0000"/>
                  </a:solidFill>
                </a:rPr>
                <a:t>分子的双螺旋结构</a:t>
              </a:r>
            </a:p>
          </p:txBody>
        </p:sp>
      </p:grpSp>
      <p:grpSp>
        <p:nvGrpSpPr>
          <p:cNvPr id="26629" name="Group 15"/>
          <p:cNvGrpSpPr>
            <a:grpSpLocks/>
          </p:cNvGrpSpPr>
          <p:nvPr/>
        </p:nvGrpSpPr>
        <p:grpSpPr bwMode="auto">
          <a:xfrm>
            <a:off x="1081088" y="979488"/>
            <a:ext cx="3371850" cy="4537075"/>
            <a:chOff x="521" y="441"/>
            <a:chExt cx="2124" cy="2858"/>
          </a:xfrm>
        </p:grpSpPr>
        <p:pic>
          <p:nvPicPr>
            <p:cNvPr id="26630" name="Picture 11" descr="A"/>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 y="441"/>
              <a:ext cx="1750" cy="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1" name="Rectangle 14"/>
            <p:cNvSpPr>
              <a:spLocks noChangeArrowheads="1"/>
            </p:cNvSpPr>
            <p:nvPr/>
          </p:nvSpPr>
          <p:spPr bwMode="auto">
            <a:xfrm>
              <a:off x="712" y="2972"/>
              <a:ext cx="193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800" b="1">
                  <a:solidFill>
                    <a:schemeClr val="tx1"/>
                  </a:solidFill>
                  <a:latin typeface="Times New Roman" pitchFamily="18" charset="0"/>
                  <a:ea typeface="宋体" charset="-122"/>
                </a:defRPr>
              </a:lvl1pPr>
              <a:lvl2pPr marL="742950" indent="-285750">
                <a:defRPr sz="2800" b="1">
                  <a:solidFill>
                    <a:schemeClr val="tx1"/>
                  </a:solidFill>
                  <a:latin typeface="Times New Roman" pitchFamily="18" charset="0"/>
                  <a:ea typeface="宋体" charset="-122"/>
                </a:defRPr>
              </a:lvl2pPr>
              <a:lvl3pPr marL="1143000" indent="-228600">
                <a:defRPr sz="2800" b="1">
                  <a:solidFill>
                    <a:schemeClr val="tx1"/>
                  </a:solidFill>
                  <a:latin typeface="Times New Roman" pitchFamily="18" charset="0"/>
                  <a:ea typeface="宋体" charset="-122"/>
                </a:defRPr>
              </a:lvl3pPr>
              <a:lvl4pPr marL="1600200" indent="-228600">
                <a:defRPr sz="2800" b="1">
                  <a:solidFill>
                    <a:schemeClr val="tx1"/>
                  </a:solidFill>
                  <a:latin typeface="Times New Roman" pitchFamily="18" charset="0"/>
                  <a:ea typeface="宋体" charset="-122"/>
                </a:defRPr>
              </a:lvl4pPr>
              <a:lvl5pPr marL="2057400" indent="-228600">
                <a:defRPr sz="2800" b="1">
                  <a:solidFill>
                    <a:schemeClr val="tx1"/>
                  </a:solidFill>
                  <a:latin typeface="Times New Roman" pitchFamily="18" charset="0"/>
                  <a:ea typeface="宋体" charset="-122"/>
                </a:defRPr>
              </a:lvl5pPr>
              <a:lvl6pPr marL="2514600" indent="-228600" eaLnBrk="0" fontAlgn="base" hangingPunct="0">
                <a:spcBef>
                  <a:spcPct val="0"/>
                </a:spcBef>
                <a:spcAft>
                  <a:spcPct val="0"/>
                </a:spcAft>
                <a:defRPr sz="2800" b="1">
                  <a:solidFill>
                    <a:schemeClr val="tx1"/>
                  </a:solidFill>
                  <a:latin typeface="Times New Roman" pitchFamily="18" charset="0"/>
                  <a:ea typeface="宋体" charset="-122"/>
                </a:defRPr>
              </a:lvl6pPr>
              <a:lvl7pPr marL="2971800" indent="-228600" eaLnBrk="0" fontAlgn="base" hangingPunct="0">
                <a:spcBef>
                  <a:spcPct val="0"/>
                </a:spcBef>
                <a:spcAft>
                  <a:spcPct val="0"/>
                </a:spcAft>
                <a:defRPr sz="2800" b="1">
                  <a:solidFill>
                    <a:schemeClr val="tx1"/>
                  </a:solidFill>
                  <a:latin typeface="Times New Roman" pitchFamily="18" charset="0"/>
                  <a:ea typeface="宋体" charset="-122"/>
                </a:defRPr>
              </a:lvl7pPr>
              <a:lvl8pPr marL="3429000" indent="-228600" eaLnBrk="0" fontAlgn="base" hangingPunct="0">
                <a:spcBef>
                  <a:spcPct val="0"/>
                </a:spcBef>
                <a:spcAft>
                  <a:spcPct val="0"/>
                </a:spcAft>
                <a:defRPr sz="2800" b="1">
                  <a:solidFill>
                    <a:schemeClr val="tx1"/>
                  </a:solidFill>
                  <a:latin typeface="Times New Roman" pitchFamily="18" charset="0"/>
                  <a:ea typeface="宋体" charset="-122"/>
                </a:defRPr>
              </a:lvl8pPr>
              <a:lvl9pPr marL="3886200" indent="-228600" eaLnBrk="0" fontAlgn="base" hangingPunct="0">
                <a:spcBef>
                  <a:spcPct val="0"/>
                </a:spcBef>
                <a:spcAft>
                  <a:spcPct val="0"/>
                </a:spcAft>
                <a:defRPr sz="2800" b="1">
                  <a:solidFill>
                    <a:schemeClr val="tx1"/>
                  </a:solidFill>
                  <a:latin typeface="Times New Roman" pitchFamily="18" charset="0"/>
                  <a:ea typeface="宋体" charset="-122"/>
                </a:defRPr>
              </a:lvl9pPr>
            </a:lstStyle>
            <a:p>
              <a:pPr eaLnBrk="1" hangingPunct="1">
                <a:spcBef>
                  <a:spcPct val="50000"/>
                </a:spcBef>
              </a:pPr>
              <a:r>
                <a:rPr lang="zh-CN" altLang="en-US">
                  <a:solidFill>
                    <a:srgbClr val="CC0000"/>
                  </a:solidFill>
                </a:rPr>
                <a:t>伦琴夫人的手</a:t>
              </a:r>
              <a:endParaRPr lang="en-US" altLang="zh-CN">
                <a:solidFill>
                  <a:srgbClr val="CC0000"/>
                </a:solidFill>
              </a:endParaRPr>
            </a:p>
          </p:txBody>
        </p:sp>
      </p:grpSp>
    </p:spTree>
    <p:extLst>
      <p:ext uri="{BB962C8B-B14F-4D97-AF65-F5344CB8AC3E}">
        <p14:creationId xmlns:p14="http://schemas.microsoft.com/office/powerpoint/2010/main" val="1597851859"/>
      </p:ext>
    </p:extLst>
  </p:cSld>
  <p:clrMapOvr>
    <a:masterClrMapping/>
  </p:clrMapOvr>
  <p:transition>
    <p:random/>
  </p:transition>
  <p:timing>
    <p:tnLst>
      <p:par>
        <p:cTn id="1" dur="indefinite" restart="never" nodeType="tmRoot"/>
      </p:par>
    </p:tnLst>
  </p:timing>
</p:sld>
</file>

<file path=ppt/theme/theme1.xml><?xml version="1.0" encoding="utf-8"?>
<a:theme xmlns:a="http://schemas.openxmlformats.org/drawingml/2006/main" name="场景型模板">
  <a:themeElements>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D:\Program Files\Microsoft Office\Templates\演示文稿设计\场景型模板.pot</Template>
  <TotalTime>2751</TotalTime>
  <Words>1682</Words>
  <Application>Microsoft Office PowerPoint</Application>
  <PresentationFormat>全屏显示(4:3)</PresentationFormat>
  <Paragraphs>227</Paragraphs>
  <Slides>36</Slides>
  <Notes>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36</vt:i4>
      </vt:variant>
    </vt:vector>
  </HeadingPairs>
  <TitlesOfParts>
    <vt:vector size="49" baseType="lpstr">
      <vt:lpstr>Monotype Sorts</vt:lpstr>
      <vt:lpstr>黑体</vt:lpstr>
      <vt:lpstr>宋体</vt:lpstr>
      <vt:lpstr>Aharoni</vt:lpstr>
      <vt:lpstr>Arial</vt:lpstr>
      <vt:lpstr>Cambria Math</vt:lpstr>
      <vt:lpstr>RM Pro</vt:lpstr>
      <vt:lpstr>Symbol</vt:lpstr>
      <vt:lpstr>Times New Roman</vt:lpstr>
      <vt:lpstr>Wingdings</vt:lpstr>
      <vt:lpstr>场景型模板</vt:lpstr>
      <vt:lpstr>公式</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山东轻工业学院</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gxg</dc:creator>
  <cp:lastModifiedBy>Microsoft</cp:lastModifiedBy>
  <cp:revision>201</cp:revision>
  <dcterms:created xsi:type="dcterms:W3CDTF">1998-08-29T01:29:12Z</dcterms:created>
  <dcterms:modified xsi:type="dcterms:W3CDTF">2023-05-12T08:11:28Z</dcterms:modified>
</cp:coreProperties>
</file>