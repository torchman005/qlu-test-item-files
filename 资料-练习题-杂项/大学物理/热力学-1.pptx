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theme/theme5.xml" ContentType="application/vnd.openxmlformats-officedocument.theme+xml"/>
  <Override PartName="/ppt/embeddings/oleObject30.bin" ContentType="application/vnd.openxmlformats-officedocument.oleObject"/>
  <Override PartName="/ppt/embeddings/oleObject41.bin" ContentType="application/vnd.openxmlformats-officedocument.oleObject"/>
  <Override PartName="/ppt/embeddings/oleObject107.bin" ContentType="application/vnd.openxmlformats-officedocument.oleObject"/>
  <Override PartName="/ppt/notesSlides/notesSlide2.xml" ContentType="application/vnd.openxmlformats-officedocument.presentationml.notesSlide+xml"/>
  <Override PartName="/ppt/slideLayouts/slideLayout46.xml" ContentType="application/vnd.openxmlformats-officedocument.presentationml.slideLayout+xml"/>
  <Override PartName="/ppt/embeddings/oleObject143.bin" ContentType="application/vnd.openxmlformats-officedocument.oleObject"/>
  <Override PartName="/ppt/slideLayouts/slideLayout2.xml" ContentType="application/vnd.openxmlformats-officedocument.presentationml.slideLayout+xml"/>
  <Override PartName="/ppt/slideLayouts/slideLayout35.xml" ContentType="application/vnd.openxmlformats-officedocument.presentationml.slideLayout+xml"/>
  <Override PartName="/ppt/embeddings/oleObject121.bin" ContentType="application/vnd.openxmlformats-officedocument.oleObject"/>
  <Override PartName="/ppt/embeddings/oleObject132.bin" ContentType="application/vnd.openxmlformats-officedocument.oleObject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4.xml" ContentType="application/vnd.openxmlformats-officedocument.presentationml.slideLayout+xml"/>
  <Override PartName="/ppt/embeddings/oleObject79.bin" ContentType="application/vnd.openxmlformats-officedocument.oleObject"/>
  <Override PartName="/ppt/embeddings/oleObject110.bin" ContentType="application/vnd.openxmlformats-officedocument.oleObject"/>
  <Override PartName="/ppt/tableStyles.xml" ContentType="application/vnd.openxmlformats-officedocument.presentationml.tableStyles+xml"/>
  <Override PartName="/ppt/embeddings/oleObject57.bin" ContentType="application/vnd.openxmlformats-officedocument.oleObject"/>
  <Override PartName="/ppt/embeddings/oleObject68.bin" ContentType="application/vnd.openxmlformats-officedocument.oleObject"/>
  <Override PartName="/ppt/embeddings/oleObject4.bin" ContentType="application/vnd.openxmlformats-officedocument.oleObject"/>
  <Override PartName="/ppt/embeddings/oleObject46.bin" ContentType="application/vnd.openxmlformats-officedocument.oleObject"/>
  <Override PartName="/ppt/embeddings/oleObject93.bin" ContentType="application/vnd.openxmlformats-officedocument.oleObject"/>
  <Override PartName="/ppt/embeddings/oleObject35.bin" ContentType="application/vnd.openxmlformats-officedocument.oleObject"/>
  <Override PartName="/ppt/embeddings/oleObject82.bin" ContentType="application/vnd.openxmlformats-officedocument.oleObject"/>
  <Override PartName="/ppt/embeddings/oleObject24.bin" ContentType="application/vnd.openxmlformats-officedocument.oleObject"/>
  <Override PartName="/ppt/embeddings/oleObject71.bin" ContentType="application/vnd.openxmlformats-officedocument.oleObject"/>
  <Override PartName="/ppt/embeddings/oleObject137.bin" ContentType="application/vnd.openxmlformats-officedocument.oleObject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29.xml" ContentType="application/vnd.openxmlformats-officedocument.presentationml.slideLayout+xml"/>
  <Default Extension="png" ContentType="image/png"/>
  <Override PartName="/ppt/embeddings/oleObject13.bin" ContentType="application/vnd.openxmlformats-officedocument.oleObject"/>
  <Override PartName="/ppt/embeddings/oleObject60.bin" ContentType="application/vnd.openxmlformats-officedocument.oleObject"/>
  <Override PartName="/ppt/embeddings/oleObject126.bin" ContentType="application/vnd.openxmlformats-officedocument.oleObject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embeddings/oleObject104.bin" ContentType="application/vnd.openxmlformats-officedocument.oleObject"/>
  <Override PartName="/ppt/embeddings/oleObject115.bin" ContentType="application/vnd.openxmlformats-officedocument.oleObject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54.xml" ContentType="application/vnd.openxmlformats-officedocument.presentationml.slideLayout+xml"/>
  <Default Extension="emf" ContentType="image/x-emf"/>
  <Override PartName="/ppt/embeddings/oleObject9.bin" ContentType="application/vnd.openxmlformats-officedocument.oleObject"/>
  <Override PartName="/ppt/embeddings/oleObject122.bin" ContentType="application/vnd.openxmlformats-officedocument.oleObject"/>
  <Override PartName="/ppt/embeddings/oleObject140.bin" ContentType="application/vnd.openxmlformats-officedocument.oleObject"/>
  <Override PartName="/ppt/presentation.xml" ContentType="application/vnd.openxmlformats-officedocument.presentationml.presentation.main+xml"/>
  <Override PartName="/ppt/slideLayouts/slideLayout14.xml" ContentType="application/vnd.openxmlformats-officedocument.presentationml.slideLayout+xml"/>
  <Override PartName="/ppt/slideLayouts/slideLayout32.xml" ContentType="application/vnd.openxmlformats-officedocument.presentationml.slideLayout+xml"/>
  <Override PartName="/ppt/embeddings/oleObject69.bin" ContentType="application/vnd.openxmlformats-officedocument.oleObject"/>
  <Override PartName="/ppt/embeddings/oleObject98.bin" ContentType="application/vnd.openxmlformats-officedocument.oleObject"/>
  <Override PartName="/ppt/embeddings/oleObject100.bin" ContentType="application/vnd.openxmlformats-officedocument.oleObject"/>
  <Override PartName="/ppt/embeddings/oleObject111.bin" ContentType="application/vnd.openxmlformats-officedocument.oleObject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Layouts/slideLayout21.xml" ContentType="application/vnd.openxmlformats-officedocument.presentationml.slideLayout+xml"/>
  <Override PartName="/ppt/slideLayouts/slideLayout50.xml" ContentType="application/vnd.openxmlformats-officedocument.presentationml.slideLayout+xml"/>
  <Override PartName="/ppt/embeddings/oleObject5.bin" ContentType="application/vnd.openxmlformats-officedocument.oleObject"/>
  <Override PartName="/ppt/embeddings/oleObject29.bin" ContentType="application/vnd.openxmlformats-officedocument.oleObject"/>
  <Override PartName="/ppt/embeddings/oleObject58.bin" ContentType="application/vnd.openxmlformats-officedocument.oleObject"/>
  <Override PartName="/ppt/embeddings/oleObject76.bin" ContentType="application/vnd.openxmlformats-officedocument.oleObject"/>
  <Override PartName="/ppt/embeddings/oleObject87.bin" ContentType="application/vnd.openxmlformats-officedocument.oleObject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embeddings/oleObject18.bin" ContentType="application/vnd.openxmlformats-officedocument.oleObject"/>
  <Override PartName="/ppt/embeddings/oleObject47.bin" ContentType="application/vnd.openxmlformats-officedocument.oleObject"/>
  <Override PartName="/ppt/embeddings/oleObject65.bin" ContentType="application/vnd.openxmlformats-officedocument.oleObject"/>
  <Override PartName="/ppt/embeddings/oleObject94.bin" ContentType="application/vnd.openxmlformats-officedocument.oleObject"/>
  <Override PartName="/ppt/embeddings/oleObject1.bin" ContentType="application/vnd.openxmlformats-officedocument.oleObject"/>
  <Override PartName="/ppt/embeddings/oleObject25.bin" ContentType="application/vnd.openxmlformats-officedocument.oleObject"/>
  <Override PartName="/ppt/embeddings/oleObject36.bin" ContentType="application/vnd.openxmlformats-officedocument.oleObject"/>
  <Override PartName="/ppt/embeddings/oleObject54.bin" ContentType="application/vnd.openxmlformats-officedocument.oleObject"/>
  <Override PartName="/ppt/embeddings/oleObject72.bin" ContentType="application/vnd.openxmlformats-officedocument.oleObject"/>
  <Override PartName="/ppt/embeddings/oleObject83.bin" ContentType="application/vnd.openxmlformats-officedocument.oleObject"/>
  <Override PartName="/ppt/slideMasters/slideMaster5.xml" ContentType="application/vnd.openxmlformats-officedocument.presentationml.slideMaster+xml"/>
  <Override PartName="/ppt/embeddings/oleObject14.bin" ContentType="application/vnd.openxmlformats-officedocument.oleObject"/>
  <Override PartName="/ppt/embeddings/oleObject32.bin" ContentType="application/vnd.openxmlformats-officedocument.oleObject"/>
  <Override PartName="/ppt/embeddings/oleObject43.bin" ContentType="application/vnd.openxmlformats-officedocument.oleObject"/>
  <Override PartName="/ppt/embeddings/oleObject61.bin" ContentType="application/vnd.openxmlformats-officedocument.oleObject"/>
  <Override PartName="/ppt/embeddings/oleObject90.bin" ContentType="application/vnd.openxmlformats-officedocument.oleObject"/>
  <Override PartName="/ppt/embeddings/oleObject109.bin" ContentType="application/vnd.openxmlformats-officedocument.oleObject"/>
  <Override PartName="/ppt/embeddings/oleObject127.bin" ContentType="application/vnd.openxmlformats-officedocument.oleObject"/>
  <Override PartName="/ppt/embeddings/oleObject138.bin" ContentType="application/vnd.openxmlformats-officedocument.oleObject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8.xml" ContentType="application/vnd.openxmlformats-officedocument.presentationml.slideLayout+xml"/>
  <Override PartName="/ppt/embeddings/oleObject21.bin" ContentType="application/vnd.openxmlformats-officedocument.oleObject"/>
  <Override PartName="/ppt/embeddings/oleObject50.bin" ContentType="application/vnd.openxmlformats-officedocument.oleObject"/>
  <Override PartName="/ppt/embeddings/oleObject116.bin" ContentType="application/vnd.openxmlformats-officedocument.oleObject"/>
  <Override PartName="/ppt/embeddings/oleObject145.bin" ContentType="application/vnd.openxmlformats-officedocument.oleObject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55.xml" ContentType="application/vnd.openxmlformats-officedocument.presentationml.slideLayout+xml"/>
  <Override PartName="/ppt/embeddings/oleObject10.bin" ContentType="application/vnd.openxmlformats-officedocument.oleObject"/>
  <Override PartName="/ppt/embeddings/oleObject105.bin" ContentType="application/vnd.openxmlformats-officedocument.oleObject"/>
  <Override PartName="/ppt/embeddings/oleObject123.bin" ContentType="application/vnd.openxmlformats-officedocument.oleObject"/>
  <Override PartName="/ppt/embeddings/oleObject134.bin" ContentType="application/vnd.openxmlformats-officedocument.oleObject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4.xml" ContentType="application/vnd.openxmlformats-officedocument.presentationml.slideLayout+xml"/>
  <Default Extension="wmf" ContentType="image/x-wmf"/>
  <Override PartName="/ppt/embeddings/oleObject99.bin" ContentType="application/vnd.openxmlformats-officedocument.oleObject"/>
  <Override PartName="/ppt/embeddings/oleObject112.bin" ContentType="application/vnd.openxmlformats-officedocument.oleObject"/>
  <Override PartName="/ppt/embeddings/oleObject130.bin" ContentType="application/vnd.openxmlformats-officedocument.oleObject"/>
  <Override PartName="/ppt/embeddings/oleObject141.bin" ContentType="application/vnd.openxmlformats-officedocument.oleObject"/>
  <Default Extension="rels" ContentType="application/vnd.openxmlformats-package.relationships+xml"/>
  <Override PartName="/ppt/slideLayouts/slideLayout2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51.xml" ContentType="application/vnd.openxmlformats-officedocument.presentationml.slideLayout+xml"/>
  <Override PartName="/ppt/embeddings/oleObject88.bin" ContentType="application/vnd.openxmlformats-officedocument.oleObject"/>
  <Override PartName="/ppt/embeddings/oleObject101.bin" ContentType="application/vnd.openxmlformats-officedocument.oleObject"/>
  <Override PartName="/ppt/slides/slide12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40.xml" ContentType="application/vnd.openxmlformats-officedocument.presentationml.slideLayout+xml"/>
  <Override PartName="/ppt/embeddings/oleObject6.bin" ContentType="application/vnd.openxmlformats-officedocument.oleObject"/>
  <Override PartName="/ppt/embeddings/oleObject48.bin" ContentType="application/vnd.openxmlformats-officedocument.oleObject"/>
  <Override PartName="/ppt/embeddings/oleObject59.bin" ContentType="application/vnd.openxmlformats-officedocument.oleObject"/>
  <Override PartName="/ppt/embeddings/oleObject77.bin" ContentType="application/vnd.openxmlformats-officedocument.oleObject"/>
  <Override PartName="/ppt/embeddings/oleObject95.bin" ContentType="application/vnd.openxmlformats-officedocument.oleObject"/>
  <Override PartName="/ppt/embeddings/oleObject19.bin" ContentType="application/vnd.openxmlformats-officedocument.oleObject"/>
  <Override PartName="/ppt/embeddings/oleObject37.bin" ContentType="application/vnd.openxmlformats-officedocument.oleObject"/>
  <Override PartName="/ppt/embeddings/oleObject55.bin" ContentType="application/vnd.openxmlformats-officedocument.oleObject"/>
  <Override PartName="/ppt/embeddings/oleObject66.bin" ContentType="application/vnd.openxmlformats-officedocument.oleObject"/>
  <Override PartName="/ppt/embeddings/oleObject84.bin" ContentType="application/vnd.openxmlformats-officedocument.oleObject"/>
  <Override PartName="/ppt/embeddings/oleObject2.bin" ContentType="application/vnd.openxmlformats-officedocument.oleObject"/>
  <Override PartName="/ppt/embeddings/oleObject26.bin" ContentType="application/vnd.openxmlformats-officedocument.oleObject"/>
  <Override PartName="/ppt/embeddings/oleObject44.bin" ContentType="application/vnd.openxmlformats-officedocument.oleObject"/>
  <Override PartName="/ppt/embeddings/oleObject73.bin" ContentType="application/vnd.openxmlformats-officedocument.oleObject"/>
  <Override PartName="/ppt/embeddings/oleObject91.bin" ContentType="application/vnd.openxmlformats-officedocument.oleObject"/>
  <Override PartName="/ppt/embeddings/oleObject139.bin" ContentType="application/vnd.openxmlformats-officedocument.oleObject"/>
  <Override PartName="/ppt/slides/slide7.xml" ContentType="application/vnd.openxmlformats-officedocument.presentationml.slide+xml"/>
  <Override PartName="/ppt/slideLayouts/slideLayout9.xml" ContentType="application/vnd.openxmlformats-officedocument.presentationml.slideLayout+xml"/>
  <Override PartName="/ppt/embeddings/oleObject15.bin" ContentType="application/vnd.openxmlformats-officedocument.oleObject"/>
  <Override PartName="/ppt/embeddings/oleObject33.bin" ContentType="application/vnd.openxmlformats-officedocument.oleObject"/>
  <Override PartName="/ppt/embeddings/oleObject51.bin" ContentType="application/vnd.openxmlformats-officedocument.oleObject"/>
  <Override PartName="/ppt/embeddings/oleObject62.bin" ContentType="application/vnd.openxmlformats-officedocument.oleObject"/>
  <Override PartName="/ppt/embeddings/oleObject80.bin" ContentType="application/vnd.openxmlformats-officedocument.oleObject"/>
  <Override PartName="/ppt/embeddings/oleObject128.bin" ContentType="application/vnd.openxmlformats-officedocument.oleObject"/>
  <Override PartName="/ppt/embeddings/oleObject146.bin" ContentType="application/vnd.openxmlformats-officedocument.oleObject"/>
  <Override PartName="/ppt/slideMasters/slideMaster2.xml" ContentType="application/vnd.openxmlformats-officedocument.presentationml.slideMaster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notesSlides/notesSlide1.xml" ContentType="application/vnd.openxmlformats-officedocument.presentationml.notesSlide+xml"/>
  <Override PartName="/ppt/embeddings/oleObject11.bin" ContentType="application/vnd.openxmlformats-officedocument.oleObject"/>
  <Override PartName="/ppt/embeddings/oleObject22.bin" ContentType="application/vnd.openxmlformats-officedocument.oleObject"/>
  <Override PartName="/ppt/embeddings/oleObject40.bin" ContentType="application/vnd.openxmlformats-officedocument.oleObject"/>
  <Override PartName="/ppt/embeddings/oleObject106.bin" ContentType="application/vnd.openxmlformats-officedocument.oleObject"/>
  <Override PartName="/ppt/embeddings/oleObject117.bin" ContentType="application/vnd.openxmlformats-officedocument.oleObject"/>
  <Override PartName="/ppt/embeddings/oleObject135.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45.xml" ContentType="application/vnd.openxmlformats-officedocument.presentationml.slideLayout+xml"/>
  <Override PartName="/ppt/embeddings/oleObject124.bin" ContentType="application/vnd.openxmlformats-officedocument.oleObject"/>
  <Override PartName="/ppt/embeddings/oleObject142.bin" ContentType="application/vnd.openxmlformats-officedocument.oleObject"/>
  <Override PartName="/ppt/slideLayouts/slideLayout16.xml" ContentType="application/vnd.openxmlformats-officedocument.presentationml.slideLayout+xml"/>
  <Override PartName="/ppt/slideLayouts/slideLayout34.xml" ContentType="application/vnd.openxmlformats-officedocument.presentationml.slideLayout+xml"/>
  <Override PartName="/ppt/activeX/activeX1.xml" ContentType="application/vnd.ms-office.activeX+xml"/>
  <Override PartName="/ppt/embeddings/oleObject102.bin" ContentType="application/vnd.openxmlformats-officedocument.oleObject"/>
  <Override PartName="/ppt/embeddings/oleObject113.bin" ContentType="application/vnd.openxmlformats-officedocument.oleObject"/>
  <Override PartName="/ppt/embeddings/oleObject131.bin" ContentType="application/vnd.openxmlformats-officedocument.oleObject"/>
  <Default Extension="jpeg" ContentType="image/jpeg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2.xml" ContentType="application/vnd.openxmlformats-officedocument.presentationml.slideLayout+xml"/>
  <Override PartName="/ppt/embeddings/oleObject7.bin" ContentType="application/vnd.openxmlformats-officedocument.oleObject"/>
  <Override PartName="/ppt/embeddings/oleObject78.bin" ContentType="application/vnd.openxmlformats-officedocument.oleObject"/>
  <Override PartName="/ppt/embeddings/oleObject89.bin" ContentType="application/vnd.openxmlformats-officedocument.oleObject"/>
  <Override PartName="/ppt/embeddings/oleObject120.bin" ContentType="application/vnd.openxmlformats-officedocument.oleObject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30.xml" ContentType="application/vnd.openxmlformats-officedocument.presentationml.slideLayout+xml"/>
  <Override PartName="/ppt/embeddings/oleObject49.bin" ContentType="application/vnd.openxmlformats-officedocument.oleObject"/>
  <Override PartName="/ppt/embeddings/oleObject67.bin" ContentType="application/vnd.openxmlformats-officedocument.oleObject"/>
  <Override PartName="/ppt/embeddings/oleObject96.bin" ContentType="application/vnd.openxmlformats-officedocument.oleObject"/>
  <Override PartName="/ppt/embeddings/oleObject3.bin" ContentType="application/vnd.openxmlformats-officedocument.oleObject"/>
  <Override PartName="/ppt/embeddings/oleObject27.bin" ContentType="application/vnd.openxmlformats-officedocument.oleObject"/>
  <Override PartName="/ppt/embeddings/oleObject38.bin" ContentType="application/vnd.openxmlformats-officedocument.oleObject"/>
  <Override PartName="/ppt/embeddings/oleObject56.bin" ContentType="application/vnd.openxmlformats-officedocument.oleObject"/>
  <Override PartName="/ppt/embeddings/oleObject74.bin" ContentType="application/vnd.openxmlformats-officedocument.oleObject"/>
  <Override PartName="/ppt/embeddings/oleObject85.bin" ContentType="application/vnd.openxmlformats-officedocument.oleObject"/>
  <Override PartName="/ppt/embeddings/oleObject16.bin" ContentType="application/vnd.openxmlformats-officedocument.oleObject"/>
  <Override PartName="/ppt/embeddings/oleObject34.bin" ContentType="application/vnd.openxmlformats-officedocument.oleObject"/>
  <Override PartName="/ppt/embeddings/oleObject45.bin" ContentType="application/vnd.openxmlformats-officedocument.oleObject"/>
  <Override PartName="/ppt/embeddings/oleObject63.bin" ContentType="application/vnd.openxmlformats-officedocument.oleObject"/>
  <Override PartName="/ppt/embeddings/oleObject81.bin" ContentType="application/vnd.openxmlformats-officedocument.oleObject"/>
  <Override PartName="/ppt/embeddings/oleObject92.bin" ContentType="application/vnd.openxmlformats-officedocument.oleObject"/>
  <Override PartName="/ppt/embeddings/oleObject129.bin" ContentType="application/vnd.openxmlformats-officedocument.oleObject"/>
  <Override PartName="/ppt/slides/slide8.xml" ContentType="application/vnd.openxmlformats-officedocument.presentationml.slide+xml"/>
  <Override PartName="/ppt/embeddings/oleObject23.bin" ContentType="application/vnd.openxmlformats-officedocument.oleObject"/>
  <Override PartName="/ppt/embeddings/oleObject52.bin" ContentType="application/vnd.openxmlformats-officedocument.oleObject"/>
  <Override PartName="/ppt/embeddings/oleObject70.bin" ContentType="application/vnd.openxmlformats-officedocument.oleObject"/>
  <Override PartName="/ppt/embeddings/oleObject118.bin" ContentType="application/vnd.openxmlformats-officedocument.oleObject"/>
  <Override PartName="/ppt/slideLayouts/slideLayout39.xml" ContentType="application/vnd.openxmlformats-officedocument.presentationml.slideLayout+xml"/>
  <Override PartName="/ppt/embeddings/oleObject12.bin" ContentType="application/vnd.openxmlformats-officedocument.oleObject"/>
  <Override PartName="/ppt/embeddings/oleObject125.bin" ContentType="application/vnd.openxmlformats-officedocument.oleObject"/>
  <Override PartName="/ppt/embeddings/oleObject136.bin" ContentType="application/vnd.openxmlformats-officedocument.oleObject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activeX/activeX2.xml" ContentType="application/vnd.ms-office.activeX+xml"/>
  <Override PartName="/ppt/embeddings/oleObject114.bin" ContentType="application/vnd.openxmlformats-officedocument.oleObject"/>
  <Override PartName="/ppt/theme/theme1.xml" ContentType="application/vnd.openxmlformats-officedocument.theme+xml"/>
  <Override PartName="/ppt/slideLayouts/slideLayout53.xml" ContentType="application/vnd.openxmlformats-officedocument.presentationml.slideLayout+xml"/>
  <Override PartName="/ppt/embeddings/oleObject103.bin" ContentType="application/vnd.openxmlformats-officedocument.oleObject"/>
  <Override PartName="/ppt/slideLayouts/slideLayout42.xml" ContentType="application/vnd.openxmlformats-officedocument.presentationml.slideLayout+xml"/>
  <Override PartName="/ppt/embeddings/oleObject8.bin" ContentType="application/vnd.openxmlformats-officedocument.oleObject"/>
  <Override PartName="/ppt/embeddings/oleObject97.bin" ContentType="application/vnd.openxmlformats-officedocument.oleObject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slideLayouts/slideLayout20.xml" ContentType="application/vnd.openxmlformats-officedocument.presentationml.slideLayout+xml"/>
  <Override PartName="/ppt/slideLayouts/slideLayout31.xml" ContentType="application/vnd.openxmlformats-officedocument.presentationml.slideLayout+xml"/>
  <Override PartName="/ppt/embeddings/oleObject39.bin" ContentType="application/vnd.openxmlformats-officedocument.oleObject"/>
  <Override PartName="/ppt/embeddings/oleObject86.bin" ContentType="application/vnd.openxmlformats-officedocument.oleObject"/>
  <Override PartName="/ppt/embeddings/oleObject28.bin" ContentType="application/vnd.openxmlformats-officedocument.oleObject"/>
  <Override PartName="/ppt/embeddings/oleObject75.bin" ContentType="application/vnd.openxmlformats-officedocument.oleObject"/>
  <Override PartName="/ppt/embeddings/oleObject17.bin" ContentType="application/vnd.openxmlformats-officedocument.oleObject"/>
  <Override PartName="/ppt/embeddings/oleObject53.bin" ContentType="application/vnd.openxmlformats-officedocument.oleObject"/>
  <Override PartName="/ppt/embeddings/oleObject64.bin" ContentType="application/vnd.openxmlformats-officedocument.oleObject"/>
  <Override PartName="/ppt/slideMasters/slideMaster4.xml" ContentType="application/vnd.openxmlformats-officedocument.presentationml.slideMaster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theme/theme6.xml" ContentType="application/vnd.openxmlformats-officedocument.theme+xml"/>
  <Override PartName="/ppt/embeddings/oleObject42.bin" ContentType="application/vnd.openxmlformats-officedocument.oleObject"/>
  <Override PartName="/ppt/embeddings/oleObject119.bin" ContentType="application/vnd.openxmlformats-officedocument.oleObject"/>
  <Default Extension="bin" ContentType="application/vnd.ms-office.activeX"/>
  <Override PartName="/ppt/embeddings/oleObject31.bin" ContentType="application/vnd.openxmlformats-officedocument.oleObject"/>
  <Override PartName="/ppt/embeddings/oleObject108.bin" ContentType="application/vnd.openxmlformats-officedocument.oleObject"/>
  <Override PartName="/ppt/embeddings/oleObject144.bin" ContentType="application/vnd.openxmlformats-officedocument.oleObject"/>
  <Override PartName="/ppt/presProps.xml" ContentType="application/vnd.openxmlformats-officedocument.presentationml.presProps+xml"/>
  <Override PartName="/ppt/slideLayouts/slideLayout36.xml" ContentType="application/vnd.openxmlformats-officedocument.presentationml.slideLayout+xml"/>
  <Override PartName="/ppt/slideLayouts/slideLayout47.xml" ContentType="application/vnd.openxmlformats-officedocument.presentationml.slideLayout+xml"/>
  <Override PartName="/ppt/embeddings/oleObject20.bin" ContentType="application/vnd.openxmlformats-officedocument.oleObject"/>
  <Override PartName="/ppt/embeddings/oleObject133.bin" ContentType="application/vnd.openxmlformats-officedocument.oleObject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4113" r:id="rId2"/>
    <p:sldMasterId id="2147484125" r:id="rId3"/>
    <p:sldMasterId id="2147484137" r:id="rId4"/>
    <p:sldMasterId id="2147484149" r:id="rId5"/>
  </p:sldMasterIdLst>
  <p:notesMasterIdLst>
    <p:notesMasterId r:id="rId27"/>
  </p:notesMasterIdLst>
  <p:sldIdLst>
    <p:sldId id="431" r:id="rId6"/>
    <p:sldId id="460" r:id="rId7"/>
    <p:sldId id="462" r:id="rId8"/>
    <p:sldId id="463" r:id="rId9"/>
    <p:sldId id="471" r:id="rId10"/>
    <p:sldId id="472" r:id="rId11"/>
    <p:sldId id="473" r:id="rId12"/>
    <p:sldId id="464" r:id="rId13"/>
    <p:sldId id="465" r:id="rId14"/>
    <p:sldId id="436" r:id="rId15"/>
    <p:sldId id="474" r:id="rId16"/>
    <p:sldId id="475" r:id="rId17"/>
    <p:sldId id="476" r:id="rId18"/>
    <p:sldId id="477" r:id="rId19"/>
    <p:sldId id="478" r:id="rId20"/>
    <p:sldId id="479" r:id="rId21"/>
    <p:sldId id="480" r:id="rId22"/>
    <p:sldId id="482" r:id="rId23"/>
    <p:sldId id="483" r:id="rId24"/>
    <p:sldId id="484" r:id="rId25"/>
    <p:sldId id="485" r:id="rId26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32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32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32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32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32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32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sz="32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sz="32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sz="32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0000"/>
    <a:srgbClr val="99FF99"/>
    <a:srgbClr val="99FF66"/>
    <a:srgbClr val="FF0000"/>
    <a:srgbClr val="66FFFF"/>
    <a:srgbClr val="3333CC"/>
    <a:srgbClr val="FFFF99"/>
    <a:srgbClr val="CC00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063" autoAdjust="0"/>
    <p:restoredTop sz="94660" autoAdjust="0"/>
  </p:normalViewPr>
  <p:slideViewPr>
    <p:cSldViewPr>
      <p:cViewPr>
        <p:scale>
          <a:sx n="75" d="100"/>
          <a:sy n="75" d="100"/>
        </p:scale>
        <p:origin x="-1406" y="-34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840"/>
    </p:cViewPr>
  </p:sorterViewPr>
  <p:gridSpacing cx="46085125" cy="4608512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activeX/_rels/activeX1.xml.rels><?xml version="1.0" encoding="UTF-8" standalone="yes"?>
<Relationships xmlns="http://schemas.openxmlformats.org/package/2006/relationships"><Relationship Id="rId1" Type="http://schemas.microsoft.com/office/2006/relationships/activeXControlBinary" Target="activeX1.bin"/></Relationships>
</file>

<file path=ppt/activeX/_rels/activeX2.xml.rels><?xml version="1.0" encoding="UTF-8" standalone="yes"?>
<Relationships xmlns="http://schemas.openxmlformats.org/package/2006/relationships"><Relationship Id="rId1" Type="http://schemas.microsoft.com/office/2006/relationships/activeXControlBinary" Target="activeX2.bin"/></Relationships>
</file>

<file path=ppt/activeX/activeX1.xml><?xml version="1.0" encoding="utf-8"?>
<ax:ocx xmlns:ax="http://schemas.microsoft.com/office/2006/activeX" xmlns:r="http://schemas.openxmlformats.org/officeDocument/2006/relationships" ax:classid="{D27CDB6E-AE6D-11CF-96B8-444553540000}" ax:persistence="persistStorage" r:id="rId1"/>
</file>

<file path=ppt/activeX/activeX2.xml><?xml version="1.0" encoding="utf-8"?>
<ax:ocx xmlns:ax="http://schemas.microsoft.com/office/2006/activeX" xmlns:r="http://schemas.openxmlformats.org/officeDocument/2006/relationships" ax:classid="{D27CDB6E-AE6D-11CF-96B8-444553540000}" ax:persistence="persistStorage" r:id="rId1"/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png"/><Relationship Id="rId4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Relationship Id="rId4" Type="http://schemas.openxmlformats.org/officeDocument/2006/relationships/image" Target="../media/image8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image" Target="../media/image9.e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Relationship Id="rId6" Type="http://schemas.openxmlformats.org/officeDocument/2006/relationships/image" Target="../media/image16.wmf"/><Relationship Id="rId5" Type="http://schemas.openxmlformats.org/officeDocument/2006/relationships/image" Target="../media/image15.wmf"/><Relationship Id="rId4" Type="http://schemas.openxmlformats.org/officeDocument/2006/relationships/image" Target="../media/image14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png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3" Type="http://schemas.openxmlformats.org/officeDocument/2006/relationships/image" Target="../media/image20.wmf"/><Relationship Id="rId7" Type="http://schemas.openxmlformats.org/officeDocument/2006/relationships/image" Target="../media/image24.wmf"/><Relationship Id="rId12" Type="http://schemas.openxmlformats.org/officeDocument/2006/relationships/image" Target="../media/image29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Relationship Id="rId6" Type="http://schemas.openxmlformats.org/officeDocument/2006/relationships/image" Target="../media/image23.wmf"/><Relationship Id="rId11" Type="http://schemas.openxmlformats.org/officeDocument/2006/relationships/image" Target="../media/image28.wmf"/><Relationship Id="rId5" Type="http://schemas.openxmlformats.org/officeDocument/2006/relationships/image" Target="../media/image22.wmf"/><Relationship Id="rId10" Type="http://schemas.openxmlformats.org/officeDocument/2006/relationships/image" Target="../media/image27.wmf"/><Relationship Id="rId4" Type="http://schemas.openxmlformats.org/officeDocument/2006/relationships/image" Target="../media/image21.wmf"/><Relationship Id="rId9" Type="http://schemas.openxmlformats.org/officeDocument/2006/relationships/image" Target="../media/image26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37.wmf"/><Relationship Id="rId3" Type="http://schemas.openxmlformats.org/officeDocument/2006/relationships/image" Target="../media/image32.wmf"/><Relationship Id="rId7" Type="http://schemas.openxmlformats.org/officeDocument/2006/relationships/image" Target="../media/image36.wmf"/><Relationship Id="rId2" Type="http://schemas.openxmlformats.org/officeDocument/2006/relationships/image" Target="../media/image31.wmf"/><Relationship Id="rId1" Type="http://schemas.openxmlformats.org/officeDocument/2006/relationships/image" Target="../media/image30.wmf"/><Relationship Id="rId6" Type="http://schemas.openxmlformats.org/officeDocument/2006/relationships/image" Target="../media/image35.wmf"/><Relationship Id="rId5" Type="http://schemas.openxmlformats.org/officeDocument/2006/relationships/image" Target="../media/image34.wmf"/><Relationship Id="rId10" Type="http://schemas.openxmlformats.org/officeDocument/2006/relationships/image" Target="../media/image39.wmf"/><Relationship Id="rId4" Type="http://schemas.openxmlformats.org/officeDocument/2006/relationships/image" Target="../media/image33.wmf"/><Relationship Id="rId9" Type="http://schemas.openxmlformats.org/officeDocument/2006/relationships/image" Target="../media/image38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3" Type="http://schemas.openxmlformats.org/officeDocument/2006/relationships/image" Target="../media/image42.wmf"/><Relationship Id="rId7" Type="http://schemas.openxmlformats.org/officeDocument/2006/relationships/image" Target="../media/image23.wmf"/><Relationship Id="rId12" Type="http://schemas.openxmlformats.org/officeDocument/2006/relationships/image" Target="../media/image28.wmf"/><Relationship Id="rId2" Type="http://schemas.openxmlformats.org/officeDocument/2006/relationships/image" Target="../media/image41.wmf"/><Relationship Id="rId1" Type="http://schemas.openxmlformats.org/officeDocument/2006/relationships/image" Target="../media/image40.wmf"/><Relationship Id="rId6" Type="http://schemas.openxmlformats.org/officeDocument/2006/relationships/image" Target="../media/image45.wmf"/><Relationship Id="rId11" Type="http://schemas.openxmlformats.org/officeDocument/2006/relationships/image" Target="../media/image27.wmf"/><Relationship Id="rId5" Type="http://schemas.openxmlformats.org/officeDocument/2006/relationships/image" Target="../media/image44.wmf"/><Relationship Id="rId10" Type="http://schemas.openxmlformats.org/officeDocument/2006/relationships/image" Target="../media/image26.wmf"/><Relationship Id="rId4" Type="http://schemas.openxmlformats.org/officeDocument/2006/relationships/image" Target="../media/image43.wmf"/><Relationship Id="rId9" Type="http://schemas.openxmlformats.org/officeDocument/2006/relationships/image" Target="../media/image25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51.wmf"/><Relationship Id="rId3" Type="http://schemas.openxmlformats.org/officeDocument/2006/relationships/image" Target="../media/image48.wmf"/><Relationship Id="rId7" Type="http://schemas.openxmlformats.org/officeDocument/2006/relationships/image" Target="../media/image28.wmf"/><Relationship Id="rId2" Type="http://schemas.openxmlformats.org/officeDocument/2006/relationships/image" Target="../media/image47.wmf"/><Relationship Id="rId1" Type="http://schemas.openxmlformats.org/officeDocument/2006/relationships/image" Target="../media/image46.wmf"/><Relationship Id="rId6" Type="http://schemas.openxmlformats.org/officeDocument/2006/relationships/image" Target="../media/image27.wmf"/><Relationship Id="rId11" Type="http://schemas.openxmlformats.org/officeDocument/2006/relationships/image" Target="../media/image54.wmf"/><Relationship Id="rId5" Type="http://schemas.openxmlformats.org/officeDocument/2006/relationships/image" Target="../media/image50.wmf"/><Relationship Id="rId10" Type="http://schemas.openxmlformats.org/officeDocument/2006/relationships/image" Target="../media/image53.wmf"/><Relationship Id="rId4" Type="http://schemas.openxmlformats.org/officeDocument/2006/relationships/image" Target="../media/image49.wmf"/><Relationship Id="rId9" Type="http://schemas.openxmlformats.org/officeDocument/2006/relationships/image" Target="../media/image52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60.wmf"/><Relationship Id="rId3" Type="http://schemas.openxmlformats.org/officeDocument/2006/relationships/image" Target="../media/image32.wmf"/><Relationship Id="rId7" Type="http://schemas.openxmlformats.org/officeDocument/2006/relationships/image" Target="../media/image37.wmf"/><Relationship Id="rId2" Type="http://schemas.openxmlformats.org/officeDocument/2006/relationships/image" Target="../media/image56.wmf"/><Relationship Id="rId1" Type="http://schemas.openxmlformats.org/officeDocument/2006/relationships/image" Target="../media/image55.wmf"/><Relationship Id="rId6" Type="http://schemas.openxmlformats.org/officeDocument/2006/relationships/image" Target="../media/image59.wmf"/><Relationship Id="rId5" Type="http://schemas.openxmlformats.org/officeDocument/2006/relationships/image" Target="../media/image58.wmf"/><Relationship Id="rId4" Type="http://schemas.openxmlformats.org/officeDocument/2006/relationships/image" Target="../media/image57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3.wmf"/><Relationship Id="rId7" Type="http://schemas.openxmlformats.org/officeDocument/2006/relationships/image" Target="../media/image67.wmf"/><Relationship Id="rId2" Type="http://schemas.openxmlformats.org/officeDocument/2006/relationships/image" Target="../media/image62.wmf"/><Relationship Id="rId1" Type="http://schemas.openxmlformats.org/officeDocument/2006/relationships/image" Target="../media/image61.wmf"/><Relationship Id="rId6" Type="http://schemas.openxmlformats.org/officeDocument/2006/relationships/image" Target="../media/image66.wmf"/><Relationship Id="rId5" Type="http://schemas.openxmlformats.org/officeDocument/2006/relationships/image" Target="../media/image65.wmf"/><Relationship Id="rId4" Type="http://schemas.openxmlformats.org/officeDocument/2006/relationships/image" Target="../media/image64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3" Type="http://schemas.openxmlformats.org/officeDocument/2006/relationships/image" Target="../media/image70.wmf"/><Relationship Id="rId7" Type="http://schemas.openxmlformats.org/officeDocument/2006/relationships/image" Target="../media/image28.wmf"/><Relationship Id="rId2" Type="http://schemas.openxmlformats.org/officeDocument/2006/relationships/image" Target="../media/image69.wmf"/><Relationship Id="rId1" Type="http://schemas.openxmlformats.org/officeDocument/2006/relationships/image" Target="../media/image46.wmf"/><Relationship Id="rId6" Type="http://schemas.openxmlformats.org/officeDocument/2006/relationships/image" Target="../media/image27.wmf"/><Relationship Id="rId11" Type="http://schemas.openxmlformats.org/officeDocument/2006/relationships/image" Target="../media/image43.wmf"/><Relationship Id="rId5" Type="http://schemas.openxmlformats.org/officeDocument/2006/relationships/image" Target="../media/image50.wmf"/><Relationship Id="rId10" Type="http://schemas.openxmlformats.org/officeDocument/2006/relationships/image" Target="../media/image71.wmf"/><Relationship Id="rId4" Type="http://schemas.openxmlformats.org/officeDocument/2006/relationships/image" Target="../media/image49.wmf"/><Relationship Id="rId9" Type="http://schemas.openxmlformats.org/officeDocument/2006/relationships/image" Target="../media/image41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79.wmf"/><Relationship Id="rId3" Type="http://schemas.openxmlformats.org/officeDocument/2006/relationships/image" Target="../media/image74.wmf"/><Relationship Id="rId7" Type="http://schemas.openxmlformats.org/officeDocument/2006/relationships/image" Target="../media/image78.wmf"/><Relationship Id="rId2" Type="http://schemas.openxmlformats.org/officeDocument/2006/relationships/image" Target="../media/image73.wmf"/><Relationship Id="rId1" Type="http://schemas.openxmlformats.org/officeDocument/2006/relationships/image" Target="../media/image72.wmf"/><Relationship Id="rId6" Type="http://schemas.openxmlformats.org/officeDocument/2006/relationships/image" Target="../media/image77.wmf"/><Relationship Id="rId5" Type="http://schemas.openxmlformats.org/officeDocument/2006/relationships/image" Target="../media/image76.wmf"/><Relationship Id="rId4" Type="http://schemas.openxmlformats.org/officeDocument/2006/relationships/image" Target="../media/image75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77.wmf"/><Relationship Id="rId3" Type="http://schemas.openxmlformats.org/officeDocument/2006/relationships/image" Target="../media/image82.wmf"/><Relationship Id="rId7" Type="http://schemas.openxmlformats.org/officeDocument/2006/relationships/image" Target="../media/image76.wmf"/><Relationship Id="rId2" Type="http://schemas.openxmlformats.org/officeDocument/2006/relationships/image" Target="../media/image81.wmf"/><Relationship Id="rId1" Type="http://schemas.openxmlformats.org/officeDocument/2006/relationships/image" Target="../media/image80.wmf"/><Relationship Id="rId6" Type="http://schemas.openxmlformats.org/officeDocument/2006/relationships/image" Target="../media/image75.wmf"/><Relationship Id="rId5" Type="http://schemas.openxmlformats.org/officeDocument/2006/relationships/image" Target="../media/image74.wmf"/><Relationship Id="rId10" Type="http://schemas.openxmlformats.org/officeDocument/2006/relationships/image" Target="../media/image79.wmf"/><Relationship Id="rId4" Type="http://schemas.openxmlformats.org/officeDocument/2006/relationships/image" Target="../media/image73.wmf"/><Relationship Id="rId9" Type="http://schemas.openxmlformats.org/officeDocument/2006/relationships/image" Target="../media/image78.w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74.wmf"/><Relationship Id="rId13" Type="http://schemas.openxmlformats.org/officeDocument/2006/relationships/image" Target="../media/image79.wmf"/><Relationship Id="rId3" Type="http://schemas.openxmlformats.org/officeDocument/2006/relationships/image" Target="../media/image85.wmf"/><Relationship Id="rId7" Type="http://schemas.openxmlformats.org/officeDocument/2006/relationships/image" Target="../media/image73.wmf"/><Relationship Id="rId12" Type="http://schemas.openxmlformats.org/officeDocument/2006/relationships/image" Target="../media/image78.wmf"/><Relationship Id="rId2" Type="http://schemas.openxmlformats.org/officeDocument/2006/relationships/image" Target="../media/image84.wmf"/><Relationship Id="rId1" Type="http://schemas.openxmlformats.org/officeDocument/2006/relationships/image" Target="../media/image83.wmf"/><Relationship Id="rId6" Type="http://schemas.openxmlformats.org/officeDocument/2006/relationships/image" Target="../media/image88.wmf"/><Relationship Id="rId11" Type="http://schemas.openxmlformats.org/officeDocument/2006/relationships/image" Target="../media/image77.wmf"/><Relationship Id="rId5" Type="http://schemas.openxmlformats.org/officeDocument/2006/relationships/image" Target="../media/image87.wmf"/><Relationship Id="rId10" Type="http://schemas.openxmlformats.org/officeDocument/2006/relationships/image" Target="../media/image76.wmf"/><Relationship Id="rId4" Type="http://schemas.openxmlformats.org/officeDocument/2006/relationships/image" Target="../media/image86.wmf"/><Relationship Id="rId9" Type="http://schemas.openxmlformats.org/officeDocument/2006/relationships/image" Target="../media/image75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91.emf"/><Relationship Id="rId7" Type="http://schemas.openxmlformats.org/officeDocument/2006/relationships/image" Target="../media/image95.emf"/><Relationship Id="rId2" Type="http://schemas.openxmlformats.org/officeDocument/2006/relationships/image" Target="../media/image90.emf"/><Relationship Id="rId1" Type="http://schemas.openxmlformats.org/officeDocument/2006/relationships/image" Target="../media/image89.emf"/><Relationship Id="rId6" Type="http://schemas.openxmlformats.org/officeDocument/2006/relationships/image" Target="../media/image94.wmf"/><Relationship Id="rId5" Type="http://schemas.openxmlformats.org/officeDocument/2006/relationships/image" Target="../media/image93.emf"/><Relationship Id="rId4" Type="http://schemas.openxmlformats.org/officeDocument/2006/relationships/image" Target="../media/image9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89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554831F9-2863-4694-BAF7-7C15D370057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(3)</a:t>
            </a:r>
            <a:r>
              <a:rPr lang="zh-CN" altLang="en-US" dirty="0" smtClean="0"/>
              <a:t>做功：有力有位移，往往伴随着能量的转化；热量的传递：要有温度差，能量的转移而不是</a:t>
            </a:r>
            <a:r>
              <a:rPr lang="zh-CN" altLang="en-US" smtClean="0"/>
              <a:t>转化。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8618E28-65D0-4CA7-97FF-1048B272FB08}" type="slidenum">
              <a:rPr lang="en-US" altLang="zh-CN" smtClean="0">
                <a:solidFill>
                  <a:prstClr val="black"/>
                </a:solidFill>
              </a:rPr>
              <a:pPr>
                <a:defRPr/>
              </a:pPr>
              <a:t>6</a:t>
            </a:fld>
            <a:endParaRPr lang="en-US" altLang="zh-C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4413858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根据理想气体物态方程，可以求出</a:t>
            </a:r>
            <a:r>
              <a:rPr lang="en-US" altLang="zh-CN" smtClean="0"/>
              <a:t>v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8618E28-65D0-4CA7-97FF-1048B272FB08}" type="slidenum">
              <a:rPr lang="en-US" altLang="zh-CN" smtClean="0">
                <a:solidFill>
                  <a:prstClr val="black"/>
                </a:solidFill>
              </a:rPr>
              <a:pPr>
                <a:defRPr/>
              </a:pPr>
              <a:t>21</a:t>
            </a:fld>
            <a:endParaRPr lang="en-US" altLang="zh-C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4621732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B9B59D-7D3F-49A9-890E-7F048CB5612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dissolv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62E043-9A36-4990-9B2C-D992DEF5D6C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dissolv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906C55-928F-483C-9ED6-87670C58326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dissolv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C59945-E866-422F-B927-18B32C80909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dissolv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0445F6-5809-4FF6-B384-DA85BC4393B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dissolv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A0871D-4CFB-4CE2-A6D9-9F0837FCD60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dissolv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20272" y="655315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377323-3605-4DE0-B90E-D0F069E586E8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  <p:transition spd="slow">
    <p:dissolv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9CFF08-BFFD-438A-A209-09E17DA19E8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dissolv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E3CCEB-5489-441C-9D3E-A02B296FB27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dissolv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E23D92-94E1-4EC6-B341-D75C845505F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dissolv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DBCFA7-B08C-4D7C-9FA3-C403F402B85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dissolv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83C337E-0A68-4AC3-857D-25D072F38650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68822493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71DAD0-52BD-4E87-A50E-7C73A6462157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58308727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64C822-C0FF-4A26-9AD7-87835218E98C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79090603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751E599-B886-4618-BB2E-0B8C644FA4CB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05357447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35D9E0-34BE-4905-9107-BAD5638BE09B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0648843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D47524-4587-411C-BCB5-145CBA6924C7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56849726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525013-027C-4A8E-8CE4-87B42AFFBEB2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02981702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F26D3D-4C59-46FD-9046-53054D9CF9A0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405016705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6279708-DB4E-44EC-B4CA-E0106E84E4B9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96014624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252AEE-6C91-4E2C-9B67-A6ED12315C0F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65369999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300F69-1F30-45A5-A912-D56E480BC35A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20400065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83B856-5C4A-4269-9A53-685E5B43379D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BFFDDA-31AB-4946-875A-43B0943D9955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515550-4759-4CE5-8C49-097C14D69458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BF2DD0-E239-40BD-BFB8-F9E234FC90BB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7E04DA-17F7-4225-919A-A5EBCD460395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3FE995-7DE2-4029-935A-4B29050CE719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09EEB6-93A3-4432-813B-8473841E07F7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8DDB42-7274-4427-BC2C-772D41E37C1F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322ED6-39FC-49A6-B59E-12710F0B096E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148851-3BAF-4C8F-A96E-78CE16657962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D72276-F804-4B50-90D7-203D680D9512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92280" y="6553150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latin typeface="Arial" charset="0"/>
              </a:defRPr>
            </a:lvl1pPr>
          </a:lstStyle>
          <a:p>
            <a:pPr>
              <a:defRPr/>
            </a:pPr>
            <a:fld id="{6CA20472-302C-4B60-8E3C-07457D72575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02" r:id="rId1"/>
    <p:sldLayoutId id="2147484103" r:id="rId2"/>
    <p:sldLayoutId id="2147484104" r:id="rId3"/>
    <p:sldLayoutId id="2147484105" r:id="rId4"/>
    <p:sldLayoutId id="2147484106" r:id="rId5"/>
    <p:sldLayoutId id="2147484107" r:id="rId6"/>
    <p:sldLayoutId id="2147484112" r:id="rId7"/>
    <p:sldLayoutId id="2147484108" r:id="rId8"/>
    <p:sldLayoutId id="2147484109" r:id="rId9"/>
    <p:sldLayoutId id="2147484110" r:id="rId10"/>
    <p:sldLayoutId id="2147484111" r:id="rId11"/>
  </p:sldLayoutIdLst>
  <p:transition spd="slow">
    <p:dissolve/>
  </p:transition>
  <p:timing>
    <p:tnLst>
      <p:par>
        <p:cTn id="1" dur="indefinite" restart="never" nodeType="tmRoot"/>
      </p:par>
    </p:tnLst>
  </p:timing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3175" y="857250"/>
            <a:ext cx="900113" cy="647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800">
              <a:solidFill>
                <a:srgbClr val="FFFFFF"/>
              </a:solidFill>
            </a:endParaRPr>
          </a:p>
        </p:txBody>
      </p:sp>
      <p:sp>
        <p:nvSpPr>
          <p:cNvPr id="15" name="灯片编号占位符 15"/>
          <p:cNvSpPr>
            <a:spLocks/>
          </p:cNvSpPr>
          <p:nvPr/>
        </p:nvSpPr>
        <p:spPr bwMode="auto">
          <a:xfrm>
            <a:off x="7020272" y="6592267"/>
            <a:ext cx="21336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>
            <a:lvl1pPr>
              <a:defRPr/>
            </a:lvl1pPr>
          </a:lstStyle>
          <a:p>
            <a:pPr algn="r" eaLnBrk="1" hangingPunct="1">
              <a:defRPr/>
            </a:pPr>
            <a:fld id="{8893FDAB-DF94-4A0E-9123-6E82D64420F4}" type="slidenum">
              <a:rPr lang="zh-CN" altLang="en-US" sz="1400" smtClean="0">
                <a:solidFill>
                  <a:srgbClr val="0000CC"/>
                </a:solidFill>
                <a:latin typeface="Calibri" pitchFamily="34" charset="0"/>
              </a:rPr>
              <a:pPr algn="r" eaLnBrk="1" hangingPunct="1">
                <a:defRPr/>
              </a:pPr>
              <a:t>‹#›</a:t>
            </a:fld>
            <a:endParaRPr lang="en-US" altLang="zh-CN" sz="1400" dirty="0">
              <a:solidFill>
                <a:srgbClr val="0000CC"/>
              </a:solidFill>
              <a:latin typeface="Calibri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14" r:id="rId1"/>
    <p:sldLayoutId id="2147484115" r:id="rId2"/>
    <p:sldLayoutId id="2147484116" r:id="rId3"/>
    <p:sldLayoutId id="2147484117" r:id="rId4"/>
    <p:sldLayoutId id="2147484118" r:id="rId5"/>
    <p:sldLayoutId id="2147484119" r:id="rId6"/>
    <p:sldLayoutId id="2147484120" r:id="rId7"/>
    <p:sldLayoutId id="2147484121" r:id="rId8"/>
    <p:sldLayoutId id="2147484122" r:id="rId9"/>
    <p:sldLayoutId id="2147484123" r:id="rId10"/>
    <p:sldLayoutId id="2147484124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3175" y="857250"/>
            <a:ext cx="900113" cy="647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800">
              <a:solidFill>
                <a:srgbClr val="FFFFFF"/>
              </a:solidFill>
            </a:endParaRPr>
          </a:p>
        </p:txBody>
      </p:sp>
      <p:sp>
        <p:nvSpPr>
          <p:cNvPr id="15" name="灯片编号占位符 15"/>
          <p:cNvSpPr>
            <a:spLocks/>
          </p:cNvSpPr>
          <p:nvPr/>
        </p:nvSpPr>
        <p:spPr bwMode="auto">
          <a:xfrm>
            <a:off x="7028910" y="6534345"/>
            <a:ext cx="21336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>
            <a:lvl1pPr>
              <a:defRPr/>
            </a:lvl1pPr>
          </a:lstStyle>
          <a:p>
            <a:pPr algn="r" eaLnBrk="1" hangingPunct="1">
              <a:defRPr/>
            </a:pPr>
            <a:fld id="{75F51ED1-76EC-4904-9317-CB5FD12961BF}" type="slidenum">
              <a:rPr lang="zh-CN" altLang="en-US" sz="1400" b="0" smtClean="0">
                <a:solidFill>
                  <a:schemeClr val="tx1"/>
                </a:solidFill>
                <a:latin typeface="Calibri" pitchFamily="34" charset="0"/>
              </a:rPr>
              <a:pPr algn="r" eaLnBrk="1" hangingPunct="1">
                <a:defRPr/>
              </a:pPr>
              <a:t>‹#›</a:t>
            </a:fld>
            <a:endParaRPr lang="en-US" altLang="zh-CN" sz="1400" b="0" dirty="0">
              <a:solidFill>
                <a:schemeClr val="tx1"/>
              </a:solidFill>
              <a:latin typeface="Calibri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26" r:id="rId1"/>
    <p:sldLayoutId id="2147484127" r:id="rId2"/>
    <p:sldLayoutId id="2147484128" r:id="rId3"/>
    <p:sldLayoutId id="2147484129" r:id="rId4"/>
    <p:sldLayoutId id="2147484130" r:id="rId5"/>
    <p:sldLayoutId id="2147484131" r:id="rId6"/>
    <p:sldLayoutId id="2147484132" r:id="rId7"/>
    <p:sldLayoutId id="2147484133" r:id="rId8"/>
    <p:sldLayoutId id="2147484134" r:id="rId9"/>
    <p:sldLayoutId id="2147484135" r:id="rId10"/>
    <p:sldLayoutId id="2147484136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 eaLnBrk="1" hangingPunct="1"/>
            <a:endParaRPr kumimoji="1" lang="en-US" altLang="zh-CN" b="0" smtClean="0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 eaLnBrk="1" hangingPunct="1"/>
            <a:endParaRPr kumimoji="1" lang="en-US" altLang="zh-CN" b="0" smtClean="0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 eaLnBrk="1" hangingPunct="1"/>
            <a:fld id="{6599CD85-1350-4A25-ADE7-E15662BBE212}" type="slidenum">
              <a:rPr kumimoji="1" lang="en-US" altLang="zh-CN" b="0" smtClean="0">
                <a:solidFill>
                  <a:srgbClr val="000000"/>
                </a:solidFill>
              </a:rPr>
              <a:pPr eaLnBrk="1" hangingPunct="1"/>
              <a:t>‹#›</a:t>
            </a:fld>
            <a:endParaRPr kumimoji="1" lang="en-US" altLang="zh-CN" b="0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357188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38" r:id="rId1"/>
    <p:sldLayoutId id="2147484139" r:id="rId2"/>
    <p:sldLayoutId id="2147484140" r:id="rId3"/>
    <p:sldLayoutId id="2147484141" r:id="rId4"/>
    <p:sldLayoutId id="2147484142" r:id="rId5"/>
    <p:sldLayoutId id="2147484143" r:id="rId6"/>
    <p:sldLayoutId id="2147484144" r:id="rId7"/>
    <p:sldLayoutId id="2147484145" r:id="rId8"/>
    <p:sldLayoutId id="2147484146" r:id="rId9"/>
    <p:sldLayoutId id="2147484147" r:id="rId10"/>
    <p:sldLayoutId id="2147484148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 b="0" smtClean="0">
                <a:solidFill>
                  <a:schemeClr val="tx1"/>
                </a:solidFill>
                <a:latin typeface="+mn-lt"/>
                <a:ea typeface="宋体" pitchFamily="2" charset="-122"/>
              </a:defRPr>
            </a:lvl1pPr>
          </a:lstStyle>
          <a:p>
            <a:pPr eaLnBrk="1" hangingPunct="1"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 smtClean="0">
                <a:solidFill>
                  <a:schemeClr val="tx1"/>
                </a:solidFill>
                <a:latin typeface="+mn-lt"/>
                <a:ea typeface="宋体" pitchFamily="2" charset="-122"/>
              </a:defRPr>
            </a:lvl1pPr>
          </a:lstStyle>
          <a:p>
            <a:pPr algn="ctr" eaLnBrk="1" hangingPunct="1"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73900" y="657860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 smtClean="0">
                <a:solidFill>
                  <a:schemeClr val="tx1"/>
                </a:solidFill>
                <a:latin typeface="+mn-lt"/>
                <a:ea typeface="宋体" pitchFamily="2" charset="-122"/>
              </a:defRPr>
            </a:lvl1pPr>
          </a:lstStyle>
          <a:p>
            <a:pPr eaLnBrk="1" hangingPunct="1">
              <a:defRPr/>
            </a:pPr>
            <a:fld id="{6615EB05-443B-4B6B-8092-04761C741FFC}" type="slidenum">
              <a:rPr lang="en-US" altLang="zh-CN">
                <a:solidFill>
                  <a:srgbClr val="000000"/>
                </a:solidFill>
              </a:rPr>
              <a:pPr eaLnBrk="1" hangingPunct="1"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50" r:id="rId1"/>
    <p:sldLayoutId id="2147484151" r:id="rId2"/>
    <p:sldLayoutId id="2147484152" r:id="rId3"/>
    <p:sldLayoutId id="2147484153" r:id="rId4"/>
    <p:sldLayoutId id="2147484154" r:id="rId5"/>
    <p:sldLayoutId id="2147484155" r:id="rId6"/>
    <p:sldLayoutId id="2147484156" r:id="rId7"/>
    <p:sldLayoutId id="2147484157" r:id="rId8"/>
    <p:sldLayoutId id="2147484158" r:id="rId9"/>
    <p:sldLayoutId id="2147484159" r:id="rId10"/>
    <p:sldLayoutId id="2147484160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control" Target="../activeX/activeX1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3.bin"/><Relationship Id="rId5" Type="http://schemas.openxmlformats.org/officeDocument/2006/relationships/oleObject" Target="../embeddings/oleObject2.bin"/><Relationship Id="rId4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6.bin"/><Relationship Id="rId5" Type="http://schemas.openxmlformats.org/officeDocument/2006/relationships/oleObject" Target="../embeddings/oleObject5.bin"/><Relationship Id="rId4" Type="http://schemas.openxmlformats.org/officeDocument/2006/relationships/oleObject" Target="../embeddings/oleObject4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3.vml"/><Relationship Id="rId4" Type="http://schemas.openxmlformats.org/officeDocument/2006/relationships/oleObject" Target="../embeddings/oleObject9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3.bin"/><Relationship Id="rId5" Type="http://schemas.openxmlformats.org/officeDocument/2006/relationships/oleObject" Target="../embeddings/oleObject12.bin"/><Relationship Id="rId4" Type="http://schemas.openxmlformats.org/officeDocument/2006/relationships/oleObject" Target="../embeddings/oleObject11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control" Target="../activeX/activeX2.xml"/><Relationship Id="rId1" Type="http://schemas.openxmlformats.org/officeDocument/2006/relationships/vmlDrawing" Target="../drawings/vmlDrawing5.v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.bin"/><Relationship Id="rId13" Type="http://schemas.openxmlformats.org/officeDocument/2006/relationships/oleObject" Target="../embeddings/oleObject26.bin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20.bin"/><Relationship Id="rId12" Type="http://schemas.openxmlformats.org/officeDocument/2006/relationships/oleObject" Target="../embeddings/oleObject25.bin"/><Relationship Id="rId2" Type="http://schemas.openxmlformats.org/officeDocument/2006/relationships/slideLayout" Target="../slideLayouts/slideLayout29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9.bin"/><Relationship Id="rId11" Type="http://schemas.openxmlformats.org/officeDocument/2006/relationships/oleObject" Target="../embeddings/oleObject24.bin"/><Relationship Id="rId5" Type="http://schemas.openxmlformats.org/officeDocument/2006/relationships/oleObject" Target="../embeddings/oleObject18.bin"/><Relationship Id="rId10" Type="http://schemas.openxmlformats.org/officeDocument/2006/relationships/oleObject" Target="../embeddings/oleObject23.bin"/><Relationship Id="rId4" Type="http://schemas.openxmlformats.org/officeDocument/2006/relationships/oleObject" Target="../embeddings/oleObject17.bin"/><Relationship Id="rId9" Type="http://schemas.openxmlformats.org/officeDocument/2006/relationships/oleObject" Target="../embeddings/oleObject22.bin"/><Relationship Id="rId14" Type="http://schemas.openxmlformats.org/officeDocument/2006/relationships/oleObject" Target="../embeddings/oleObject27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.bin"/><Relationship Id="rId3" Type="http://schemas.openxmlformats.org/officeDocument/2006/relationships/oleObject" Target="../embeddings/oleObject28.bin"/><Relationship Id="rId7" Type="http://schemas.openxmlformats.org/officeDocument/2006/relationships/oleObject" Target="../embeddings/oleObject32.bin"/><Relationship Id="rId12" Type="http://schemas.openxmlformats.org/officeDocument/2006/relationships/oleObject" Target="../embeddings/oleObject37.bin"/><Relationship Id="rId2" Type="http://schemas.openxmlformats.org/officeDocument/2006/relationships/slideLayout" Target="../slideLayouts/slideLayout29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31.bin"/><Relationship Id="rId11" Type="http://schemas.openxmlformats.org/officeDocument/2006/relationships/oleObject" Target="../embeddings/oleObject36.bin"/><Relationship Id="rId5" Type="http://schemas.openxmlformats.org/officeDocument/2006/relationships/oleObject" Target="../embeddings/oleObject30.bin"/><Relationship Id="rId10" Type="http://schemas.openxmlformats.org/officeDocument/2006/relationships/oleObject" Target="../embeddings/oleObject35.bin"/><Relationship Id="rId4" Type="http://schemas.openxmlformats.org/officeDocument/2006/relationships/oleObject" Target="../embeddings/oleObject29.bin"/><Relationship Id="rId9" Type="http://schemas.openxmlformats.org/officeDocument/2006/relationships/oleObject" Target="../embeddings/oleObject34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3.bin"/><Relationship Id="rId13" Type="http://schemas.openxmlformats.org/officeDocument/2006/relationships/oleObject" Target="../embeddings/oleObject48.bin"/><Relationship Id="rId18" Type="http://schemas.openxmlformats.org/officeDocument/2006/relationships/oleObject" Target="../embeddings/oleObject53.bin"/><Relationship Id="rId3" Type="http://schemas.openxmlformats.org/officeDocument/2006/relationships/oleObject" Target="../embeddings/oleObject38.bin"/><Relationship Id="rId21" Type="http://schemas.openxmlformats.org/officeDocument/2006/relationships/oleObject" Target="../embeddings/oleObject56.bin"/><Relationship Id="rId7" Type="http://schemas.openxmlformats.org/officeDocument/2006/relationships/oleObject" Target="../embeddings/oleObject42.bin"/><Relationship Id="rId12" Type="http://schemas.openxmlformats.org/officeDocument/2006/relationships/oleObject" Target="../embeddings/oleObject47.bin"/><Relationship Id="rId17" Type="http://schemas.openxmlformats.org/officeDocument/2006/relationships/oleObject" Target="../embeddings/oleObject52.bin"/><Relationship Id="rId2" Type="http://schemas.openxmlformats.org/officeDocument/2006/relationships/slideLayout" Target="../slideLayouts/slideLayout29.xml"/><Relationship Id="rId16" Type="http://schemas.openxmlformats.org/officeDocument/2006/relationships/oleObject" Target="../embeddings/oleObject51.bin"/><Relationship Id="rId20" Type="http://schemas.openxmlformats.org/officeDocument/2006/relationships/oleObject" Target="../embeddings/oleObject55.bin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41.bin"/><Relationship Id="rId11" Type="http://schemas.openxmlformats.org/officeDocument/2006/relationships/oleObject" Target="../embeddings/oleObject46.bin"/><Relationship Id="rId24" Type="http://schemas.openxmlformats.org/officeDocument/2006/relationships/oleObject" Target="../embeddings/oleObject59.bin"/><Relationship Id="rId5" Type="http://schemas.openxmlformats.org/officeDocument/2006/relationships/oleObject" Target="../embeddings/oleObject40.bin"/><Relationship Id="rId15" Type="http://schemas.openxmlformats.org/officeDocument/2006/relationships/oleObject" Target="../embeddings/oleObject50.bin"/><Relationship Id="rId23" Type="http://schemas.openxmlformats.org/officeDocument/2006/relationships/oleObject" Target="../embeddings/oleObject58.bin"/><Relationship Id="rId10" Type="http://schemas.openxmlformats.org/officeDocument/2006/relationships/oleObject" Target="../embeddings/oleObject45.bin"/><Relationship Id="rId19" Type="http://schemas.openxmlformats.org/officeDocument/2006/relationships/oleObject" Target="../embeddings/oleObject54.bin"/><Relationship Id="rId4" Type="http://schemas.openxmlformats.org/officeDocument/2006/relationships/oleObject" Target="../embeddings/oleObject39.bin"/><Relationship Id="rId9" Type="http://schemas.openxmlformats.org/officeDocument/2006/relationships/oleObject" Target="../embeddings/oleObject44.bin"/><Relationship Id="rId14" Type="http://schemas.openxmlformats.org/officeDocument/2006/relationships/oleObject" Target="../embeddings/oleObject49.bin"/><Relationship Id="rId22" Type="http://schemas.openxmlformats.org/officeDocument/2006/relationships/oleObject" Target="../embeddings/oleObject57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5.bin"/><Relationship Id="rId13" Type="http://schemas.openxmlformats.org/officeDocument/2006/relationships/oleObject" Target="../embeddings/oleObject70.bin"/><Relationship Id="rId3" Type="http://schemas.openxmlformats.org/officeDocument/2006/relationships/oleObject" Target="../embeddings/oleObject60.bin"/><Relationship Id="rId7" Type="http://schemas.openxmlformats.org/officeDocument/2006/relationships/oleObject" Target="../embeddings/oleObject64.bin"/><Relationship Id="rId12" Type="http://schemas.openxmlformats.org/officeDocument/2006/relationships/oleObject" Target="../embeddings/oleObject69.bin"/><Relationship Id="rId2" Type="http://schemas.openxmlformats.org/officeDocument/2006/relationships/slideLayout" Target="../slideLayouts/slideLayout29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63.bin"/><Relationship Id="rId11" Type="http://schemas.openxmlformats.org/officeDocument/2006/relationships/oleObject" Target="../embeddings/oleObject68.bin"/><Relationship Id="rId5" Type="http://schemas.openxmlformats.org/officeDocument/2006/relationships/oleObject" Target="../embeddings/oleObject62.bin"/><Relationship Id="rId10" Type="http://schemas.openxmlformats.org/officeDocument/2006/relationships/oleObject" Target="../embeddings/oleObject67.bin"/><Relationship Id="rId4" Type="http://schemas.openxmlformats.org/officeDocument/2006/relationships/oleObject" Target="../embeddings/oleObject61.bin"/><Relationship Id="rId9" Type="http://schemas.openxmlformats.org/officeDocument/2006/relationships/oleObject" Target="../embeddings/oleObject66.bin"/><Relationship Id="rId14" Type="http://schemas.openxmlformats.org/officeDocument/2006/relationships/oleObject" Target="../embeddings/oleObject71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7.bin"/><Relationship Id="rId3" Type="http://schemas.openxmlformats.org/officeDocument/2006/relationships/oleObject" Target="../embeddings/oleObject72.bin"/><Relationship Id="rId7" Type="http://schemas.openxmlformats.org/officeDocument/2006/relationships/oleObject" Target="../embeddings/oleObject76.bin"/><Relationship Id="rId2" Type="http://schemas.openxmlformats.org/officeDocument/2006/relationships/slideLayout" Target="../slideLayouts/slideLayout29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75.bin"/><Relationship Id="rId5" Type="http://schemas.openxmlformats.org/officeDocument/2006/relationships/oleObject" Target="../embeddings/oleObject74.bin"/><Relationship Id="rId10" Type="http://schemas.openxmlformats.org/officeDocument/2006/relationships/oleObject" Target="../embeddings/oleObject79.bin"/><Relationship Id="rId4" Type="http://schemas.openxmlformats.org/officeDocument/2006/relationships/oleObject" Target="../embeddings/oleObject73.bin"/><Relationship Id="rId9" Type="http://schemas.openxmlformats.org/officeDocument/2006/relationships/oleObject" Target="../embeddings/oleObject78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4.bin"/><Relationship Id="rId3" Type="http://schemas.openxmlformats.org/officeDocument/2006/relationships/oleObject" Target="../embeddings/oleObject80.bin"/><Relationship Id="rId7" Type="http://schemas.openxmlformats.org/officeDocument/2006/relationships/image" Target="../media/image68.png"/><Relationship Id="rId2" Type="http://schemas.openxmlformats.org/officeDocument/2006/relationships/slideLayout" Target="../slideLayouts/slideLayout29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83.bin"/><Relationship Id="rId5" Type="http://schemas.openxmlformats.org/officeDocument/2006/relationships/oleObject" Target="../embeddings/oleObject82.bin"/><Relationship Id="rId10" Type="http://schemas.openxmlformats.org/officeDocument/2006/relationships/oleObject" Target="../embeddings/oleObject86.bin"/><Relationship Id="rId4" Type="http://schemas.openxmlformats.org/officeDocument/2006/relationships/oleObject" Target="../embeddings/oleObject81.bin"/><Relationship Id="rId9" Type="http://schemas.openxmlformats.org/officeDocument/2006/relationships/oleObject" Target="../embeddings/oleObject85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2.bin"/><Relationship Id="rId13" Type="http://schemas.openxmlformats.org/officeDocument/2006/relationships/oleObject" Target="../embeddings/oleObject97.bin"/><Relationship Id="rId18" Type="http://schemas.openxmlformats.org/officeDocument/2006/relationships/oleObject" Target="../embeddings/oleObject102.bin"/><Relationship Id="rId3" Type="http://schemas.openxmlformats.org/officeDocument/2006/relationships/oleObject" Target="../embeddings/oleObject87.bin"/><Relationship Id="rId21" Type="http://schemas.openxmlformats.org/officeDocument/2006/relationships/oleObject" Target="../embeddings/oleObject105.bin"/><Relationship Id="rId7" Type="http://schemas.openxmlformats.org/officeDocument/2006/relationships/oleObject" Target="../embeddings/oleObject91.bin"/><Relationship Id="rId12" Type="http://schemas.openxmlformats.org/officeDocument/2006/relationships/oleObject" Target="../embeddings/oleObject96.bin"/><Relationship Id="rId17" Type="http://schemas.openxmlformats.org/officeDocument/2006/relationships/oleObject" Target="../embeddings/oleObject101.bin"/><Relationship Id="rId2" Type="http://schemas.openxmlformats.org/officeDocument/2006/relationships/slideLayout" Target="../slideLayouts/slideLayout29.xml"/><Relationship Id="rId16" Type="http://schemas.openxmlformats.org/officeDocument/2006/relationships/oleObject" Target="../embeddings/oleObject100.bin"/><Relationship Id="rId20" Type="http://schemas.openxmlformats.org/officeDocument/2006/relationships/oleObject" Target="../embeddings/oleObject104.bin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90.bin"/><Relationship Id="rId11" Type="http://schemas.openxmlformats.org/officeDocument/2006/relationships/oleObject" Target="../embeddings/oleObject95.bin"/><Relationship Id="rId24" Type="http://schemas.openxmlformats.org/officeDocument/2006/relationships/oleObject" Target="../embeddings/oleObject108.bin"/><Relationship Id="rId5" Type="http://schemas.openxmlformats.org/officeDocument/2006/relationships/oleObject" Target="../embeddings/oleObject89.bin"/><Relationship Id="rId15" Type="http://schemas.openxmlformats.org/officeDocument/2006/relationships/oleObject" Target="../embeddings/oleObject99.bin"/><Relationship Id="rId23" Type="http://schemas.openxmlformats.org/officeDocument/2006/relationships/oleObject" Target="../embeddings/oleObject107.bin"/><Relationship Id="rId10" Type="http://schemas.openxmlformats.org/officeDocument/2006/relationships/oleObject" Target="../embeddings/oleObject94.bin"/><Relationship Id="rId19" Type="http://schemas.openxmlformats.org/officeDocument/2006/relationships/oleObject" Target="../embeddings/oleObject103.bin"/><Relationship Id="rId4" Type="http://schemas.openxmlformats.org/officeDocument/2006/relationships/oleObject" Target="../embeddings/oleObject88.bin"/><Relationship Id="rId9" Type="http://schemas.openxmlformats.org/officeDocument/2006/relationships/oleObject" Target="../embeddings/oleObject93.bin"/><Relationship Id="rId14" Type="http://schemas.openxmlformats.org/officeDocument/2006/relationships/oleObject" Target="../embeddings/oleObject98.bin"/><Relationship Id="rId22" Type="http://schemas.openxmlformats.org/officeDocument/2006/relationships/oleObject" Target="../embeddings/oleObject106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4.bin"/><Relationship Id="rId3" Type="http://schemas.openxmlformats.org/officeDocument/2006/relationships/oleObject" Target="../embeddings/oleObject109.bin"/><Relationship Id="rId7" Type="http://schemas.openxmlformats.org/officeDocument/2006/relationships/oleObject" Target="../embeddings/oleObject113.bin"/><Relationship Id="rId2" Type="http://schemas.openxmlformats.org/officeDocument/2006/relationships/slideLayout" Target="../slideLayouts/slideLayout40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112.bin"/><Relationship Id="rId5" Type="http://schemas.openxmlformats.org/officeDocument/2006/relationships/oleObject" Target="../embeddings/oleObject111.bin"/><Relationship Id="rId10" Type="http://schemas.openxmlformats.org/officeDocument/2006/relationships/oleObject" Target="../embeddings/oleObject116.bin"/><Relationship Id="rId4" Type="http://schemas.openxmlformats.org/officeDocument/2006/relationships/oleObject" Target="../embeddings/oleObject110.bin"/><Relationship Id="rId9" Type="http://schemas.openxmlformats.org/officeDocument/2006/relationships/oleObject" Target="../embeddings/oleObject115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2.bin"/><Relationship Id="rId3" Type="http://schemas.openxmlformats.org/officeDocument/2006/relationships/oleObject" Target="../embeddings/oleObject117.bin"/><Relationship Id="rId7" Type="http://schemas.openxmlformats.org/officeDocument/2006/relationships/oleObject" Target="../embeddings/oleObject121.bin"/><Relationship Id="rId12" Type="http://schemas.openxmlformats.org/officeDocument/2006/relationships/oleObject" Target="../embeddings/oleObject126.bin"/><Relationship Id="rId2" Type="http://schemas.openxmlformats.org/officeDocument/2006/relationships/slideLayout" Target="../slideLayouts/slideLayout40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120.bin"/><Relationship Id="rId11" Type="http://schemas.openxmlformats.org/officeDocument/2006/relationships/oleObject" Target="../embeddings/oleObject125.bin"/><Relationship Id="rId5" Type="http://schemas.openxmlformats.org/officeDocument/2006/relationships/oleObject" Target="../embeddings/oleObject119.bin"/><Relationship Id="rId10" Type="http://schemas.openxmlformats.org/officeDocument/2006/relationships/oleObject" Target="../embeddings/oleObject124.bin"/><Relationship Id="rId4" Type="http://schemas.openxmlformats.org/officeDocument/2006/relationships/oleObject" Target="../embeddings/oleObject118.bin"/><Relationship Id="rId9" Type="http://schemas.openxmlformats.org/officeDocument/2006/relationships/oleObject" Target="../embeddings/oleObject123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2.bin"/><Relationship Id="rId13" Type="http://schemas.openxmlformats.org/officeDocument/2006/relationships/oleObject" Target="../embeddings/oleObject137.bin"/><Relationship Id="rId3" Type="http://schemas.openxmlformats.org/officeDocument/2006/relationships/oleObject" Target="../embeddings/oleObject127.bin"/><Relationship Id="rId7" Type="http://schemas.openxmlformats.org/officeDocument/2006/relationships/oleObject" Target="../embeddings/oleObject131.bin"/><Relationship Id="rId12" Type="http://schemas.openxmlformats.org/officeDocument/2006/relationships/oleObject" Target="../embeddings/oleObject136.bin"/><Relationship Id="rId2" Type="http://schemas.openxmlformats.org/officeDocument/2006/relationships/slideLayout" Target="../slideLayouts/slideLayout40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130.bin"/><Relationship Id="rId11" Type="http://schemas.openxmlformats.org/officeDocument/2006/relationships/oleObject" Target="../embeddings/oleObject135.bin"/><Relationship Id="rId5" Type="http://schemas.openxmlformats.org/officeDocument/2006/relationships/oleObject" Target="../embeddings/oleObject129.bin"/><Relationship Id="rId15" Type="http://schemas.openxmlformats.org/officeDocument/2006/relationships/oleObject" Target="../embeddings/oleObject139.bin"/><Relationship Id="rId10" Type="http://schemas.openxmlformats.org/officeDocument/2006/relationships/oleObject" Target="../embeddings/oleObject134.bin"/><Relationship Id="rId4" Type="http://schemas.openxmlformats.org/officeDocument/2006/relationships/oleObject" Target="../embeddings/oleObject128.bin"/><Relationship Id="rId9" Type="http://schemas.openxmlformats.org/officeDocument/2006/relationships/oleObject" Target="../embeddings/oleObject133.bin"/><Relationship Id="rId14" Type="http://schemas.openxmlformats.org/officeDocument/2006/relationships/oleObject" Target="../embeddings/oleObject138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4.bin"/><Relationship Id="rId3" Type="http://schemas.openxmlformats.org/officeDocument/2006/relationships/notesSlide" Target="../notesSlides/notesSlide2.xml"/><Relationship Id="rId7" Type="http://schemas.openxmlformats.org/officeDocument/2006/relationships/oleObject" Target="../embeddings/oleObject143.bin"/><Relationship Id="rId2" Type="http://schemas.openxmlformats.org/officeDocument/2006/relationships/slideLayout" Target="../slideLayouts/slideLayout51.xml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142.bin"/><Relationship Id="rId5" Type="http://schemas.openxmlformats.org/officeDocument/2006/relationships/oleObject" Target="../embeddings/oleObject141.bin"/><Relationship Id="rId10" Type="http://schemas.openxmlformats.org/officeDocument/2006/relationships/oleObject" Target="../embeddings/oleObject146.bin"/><Relationship Id="rId4" Type="http://schemas.openxmlformats.org/officeDocument/2006/relationships/oleObject" Target="../embeddings/oleObject140.bin"/><Relationship Id="rId9" Type="http://schemas.openxmlformats.org/officeDocument/2006/relationships/oleObject" Target="../embeddings/oleObject145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EFEF064A-CBDF-480A-8A5C-EF33C8CCC5EE}" type="slidenum">
              <a:rPr lang="en-US" altLang="zh-CN" smtClean="0"/>
              <a:pPr/>
              <a:t>1</a:t>
            </a:fld>
            <a:endParaRPr lang="en-US" altLang="zh-CN" dirty="0" smtClean="0"/>
          </a:p>
        </p:txBody>
      </p:sp>
      <p:sp>
        <p:nvSpPr>
          <p:cNvPr id="11" name="Rectangle 7"/>
          <p:cNvSpPr>
            <a:spLocks noChangeArrowheads="1"/>
          </p:cNvSpPr>
          <p:nvPr/>
        </p:nvSpPr>
        <p:spPr bwMode="auto">
          <a:xfrm>
            <a:off x="2334257" y="116632"/>
            <a:ext cx="5622119" cy="1200329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342900" indent="-342900">
              <a:lnSpc>
                <a:spcPct val="200000"/>
              </a:lnSpc>
              <a:defRPr/>
            </a:pPr>
            <a:r>
              <a:rPr lang="zh-CN" altLang="en-US" sz="3600" dirty="0" smtClean="0"/>
              <a:t>第六章  热力学基础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31640" y="1268760"/>
            <a:ext cx="6624736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</a:pPr>
            <a:r>
              <a:rPr lang="en-US" altLang="zh-CN" sz="3200" b="1" dirty="0" smtClean="0">
                <a:solidFill>
                  <a:srgbClr val="0000FF"/>
                </a:solidFill>
              </a:rPr>
              <a:t>6-1 </a:t>
            </a:r>
            <a:r>
              <a:rPr lang="zh-CN" altLang="en-US" sz="3200" b="1" dirty="0" smtClean="0">
                <a:solidFill>
                  <a:srgbClr val="0000FF"/>
                </a:solidFill>
              </a:rPr>
              <a:t>热力学过程</a:t>
            </a:r>
            <a:endParaRPr lang="en-US" altLang="zh-CN" sz="3200" b="1" dirty="0" smtClean="0">
              <a:solidFill>
                <a:srgbClr val="0000FF"/>
              </a:solidFill>
            </a:endParaRPr>
          </a:p>
          <a:p>
            <a:pPr marL="342900" indent="-342900">
              <a:lnSpc>
                <a:spcPct val="200000"/>
              </a:lnSpc>
            </a:pPr>
            <a:r>
              <a:rPr lang="en-US" altLang="zh-CN" sz="3200" b="1" dirty="0" smtClean="0">
                <a:solidFill>
                  <a:srgbClr val="0000FF"/>
                </a:solidFill>
              </a:rPr>
              <a:t>6-2 </a:t>
            </a:r>
            <a:r>
              <a:rPr lang="zh-CN" altLang="en-US" sz="3200" b="1" dirty="0" smtClean="0">
                <a:solidFill>
                  <a:srgbClr val="0000FF"/>
                </a:solidFill>
              </a:rPr>
              <a:t>热力学第一定律及其应用</a:t>
            </a:r>
            <a:endParaRPr lang="en-US" altLang="zh-CN" sz="3200" b="1" dirty="0" smtClean="0">
              <a:solidFill>
                <a:srgbClr val="0000FF"/>
              </a:solidFill>
            </a:endParaRPr>
          </a:p>
          <a:p>
            <a:pPr marL="342900" indent="-342900">
              <a:lnSpc>
                <a:spcPct val="200000"/>
              </a:lnSpc>
            </a:pPr>
            <a:r>
              <a:rPr lang="en-US" altLang="zh-CN" sz="3200" b="1" dirty="0" smtClean="0">
                <a:solidFill>
                  <a:srgbClr val="0000FF"/>
                </a:solidFill>
              </a:rPr>
              <a:t>6-3 </a:t>
            </a:r>
            <a:r>
              <a:rPr lang="zh-CN" altLang="en-US" sz="3200" b="1" dirty="0" smtClean="0">
                <a:solidFill>
                  <a:srgbClr val="0000FF"/>
                </a:solidFill>
              </a:rPr>
              <a:t>循环过程</a:t>
            </a:r>
            <a:endParaRPr lang="en-US" altLang="zh-CN" sz="3200" b="1" dirty="0" smtClean="0">
              <a:solidFill>
                <a:srgbClr val="0000FF"/>
              </a:solidFill>
            </a:endParaRPr>
          </a:p>
          <a:p>
            <a:pPr marL="342900" indent="-342900">
              <a:lnSpc>
                <a:spcPct val="200000"/>
              </a:lnSpc>
            </a:pPr>
            <a:r>
              <a:rPr lang="en-US" altLang="zh-CN" sz="3200" b="1" dirty="0" smtClean="0">
                <a:solidFill>
                  <a:srgbClr val="0000FF"/>
                </a:solidFill>
              </a:rPr>
              <a:t>6-4 </a:t>
            </a:r>
            <a:r>
              <a:rPr lang="zh-CN" altLang="en-US" sz="3200" b="1" dirty="0" smtClean="0">
                <a:solidFill>
                  <a:srgbClr val="0000FF"/>
                </a:solidFill>
              </a:rPr>
              <a:t>热力学第二定律</a:t>
            </a:r>
            <a:endParaRPr lang="en-US" altLang="zh-CN" sz="3200" b="1" dirty="0" smtClean="0">
              <a:solidFill>
                <a:srgbClr val="0000FF"/>
              </a:solidFill>
            </a:endParaRPr>
          </a:p>
          <a:p>
            <a:pPr marL="342900" indent="-342900">
              <a:lnSpc>
                <a:spcPct val="200000"/>
              </a:lnSpc>
            </a:pPr>
            <a:r>
              <a:rPr lang="en-US" altLang="zh-CN" sz="3200" b="1" dirty="0" smtClean="0">
                <a:solidFill>
                  <a:srgbClr val="0000FF"/>
                </a:solidFill>
              </a:rPr>
              <a:t>6-5 </a:t>
            </a:r>
            <a:r>
              <a:rPr lang="zh-CN" altLang="en-US" sz="3200" b="1" dirty="0" smtClean="0">
                <a:solidFill>
                  <a:srgbClr val="0000FF"/>
                </a:solidFill>
              </a:rPr>
              <a:t>熵 熵增加原理</a:t>
            </a:r>
            <a:endParaRPr lang="zh-CN" altLang="en-US" sz="3200" b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17FDF069-580F-466D-9221-C228CFDFEE77}" type="slidenum">
              <a:rPr lang="en-US" altLang="zh-CN" smtClean="0"/>
              <a:pPr/>
              <a:t>2</a:t>
            </a:fld>
            <a:endParaRPr lang="en-US" altLang="zh-CN" smtClean="0"/>
          </a:p>
        </p:txBody>
      </p:sp>
      <p:sp>
        <p:nvSpPr>
          <p:cNvPr id="25609" name="TextBox 6"/>
          <p:cNvSpPr txBox="1">
            <a:spLocks noChangeArrowheads="1"/>
          </p:cNvSpPr>
          <p:nvPr/>
        </p:nvSpPr>
        <p:spPr bwMode="auto">
          <a:xfrm>
            <a:off x="1979835" y="260648"/>
            <a:ext cx="4824413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3600" dirty="0"/>
              <a:t>§6-1</a:t>
            </a:r>
            <a:r>
              <a:rPr lang="zh-CN" altLang="en-US" sz="3600" dirty="0"/>
              <a:t>热力学过程</a:t>
            </a:r>
          </a:p>
        </p:txBody>
      </p:sp>
      <p:sp>
        <p:nvSpPr>
          <p:cNvPr id="25610" name="Rectangle 68"/>
          <p:cNvSpPr>
            <a:spLocks noChangeArrowheads="1"/>
          </p:cNvSpPr>
          <p:nvPr/>
        </p:nvSpPr>
        <p:spPr bwMode="auto">
          <a:xfrm>
            <a:off x="107950" y="1052736"/>
            <a:ext cx="410401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1" hangingPunct="1"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zh-CN" altLang="en-US" sz="3600" dirty="0">
                <a:solidFill>
                  <a:srgbClr val="0000FF"/>
                </a:solidFill>
              </a:rPr>
              <a:t>一</a:t>
            </a:r>
            <a:r>
              <a:rPr kumimoji="1" lang="zh-CN" altLang="en-US" sz="3600" dirty="0" smtClean="0">
                <a:solidFill>
                  <a:srgbClr val="0000FF"/>
                </a:solidFill>
              </a:rPr>
              <a:t>、热力学过</a:t>
            </a:r>
            <a:r>
              <a:rPr kumimoji="1" lang="zh-CN" altLang="en-US" sz="3600" dirty="0">
                <a:solidFill>
                  <a:srgbClr val="0000FF"/>
                </a:solidFill>
              </a:rPr>
              <a:t>程</a:t>
            </a:r>
          </a:p>
        </p:txBody>
      </p:sp>
      <p:sp>
        <p:nvSpPr>
          <p:cNvPr id="23" name="Rectangle 66"/>
          <p:cNvSpPr>
            <a:spLocks noChangeArrowheads="1"/>
          </p:cNvSpPr>
          <p:nvPr/>
        </p:nvSpPr>
        <p:spPr bwMode="auto">
          <a:xfrm>
            <a:off x="467866" y="1700808"/>
            <a:ext cx="8496622" cy="216982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000" dirty="0">
                <a:solidFill>
                  <a:srgbClr val="000404"/>
                </a:solidFill>
              </a:rPr>
              <a:t>   </a:t>
            </a:r>
            <a:r>
              <a:rPr lang="en-US" altLang="zh-CN" sz="3000" dirty="0" smtClean="0">
                <a:solidFill>
                  <a:srgbClr val="000404"/>
                </a:solidFill>
              </a:rPr>
              <a:t>     </a:t>
            </a:r>
            <a:r>
              <a:rPr lang="zh-CN" altLang="en-US" sz="3000" dirty="0" smtClean="0">
                <a:solidFill>
                  <a:srgbClr val="000404"/>
                </a:solidFill>
              </a:rPr>
              <a:t>当</a:t>
            </a:r>
            <a:r>
              <a:rPr lang="zh-CN" altLang="en-US" sz="3000" dirty="0">
                <a:solidFill>
                  <a:srgbClr val="000404"/>
                </a:solidFill>
              </a:rPr>
              <a:t>系统的状态随时</a:t>
            </a:r>
            <a:r>
              <a:rPr lang="zh-CN" altLang="en-US" sz="3000" dirty="0" smtClean="0">
                <a:solidFill>
                  <a:srgbClr val="000404"/>
                </a:solidFill>
              </a:rPr>
              <a:t>间变</a:t>
            </a:r>
            <a:r>
              <a:rPr lang="zh-CN" altLang="en-US" sz="3000" dirty="0">
                <a:solidFill>
                  <a:srgbClr val="000404"/>
                </a:solidFill>
              </a:rPr>
              <a:t>化时，从一个平衡</a:t>
            </a:r>
            <a:r>
              <a:rPr lang="zh-CN" altLang="en-US" sz="3000" dirty="0" smtClean="0">
                <a:solidFill>
                  <a:srgbClr val="000404"/>
                </a:solidFill>
              </a:rPr>
              <a:t>态到</a:t>
            </a:r>
            <a:r>
              <a:rPr lang="zh-CN" altLang="en-US" sz="3000" dirty="0">
                <a:solidFill>
                  <a:srgbClr val="000404"/>
                </a:solidFill>
              </a:rPr>
              <a:t>另一个平衡态，系</a:t>
            </a:r>
            <a:r>
              <a:rPr lang="zh-CN" altLang="en-US" sz="3000" dirty="0" smtClean="0">
                <a:solidFill>
                  <a:srgbClr val="000404"/>
                </a:solidFill>
              </a:rPr>
              <a:t>统在</a:t>
            </a:r>
            <a:r>
              <a:rPr lang="zh-CN" altLang="en-US" sz="3000" dirty="0">
                <a:solidFill>
                  <a:srgbClr val="000404"/>
                </a:solidFill>
              </a:rPr>
              <a:t>经历</a:t>
            </a:r>
            <a:r>
              <a:rPr lang="zh-CN" altLang="en-US" sz="3000" dirty="0">
                <a:solidFill>
                  <a:srgbClr val="CC0000"/>
                </a:solidFill>
              </a:rPr>
              <a:t>一个热力学过程</a:t>
            </a:r>
            <a:r>
              <a:rPr lang="zh-CN" altLang="en-US" sz="3000" dirty="0" smtClean="0">
                <a:solidFill>
                  <a:srgbClr val="000404"/>
                </a:solidFill>
              </a:rPr>
              <a:t>，简</a:t>
            </a:r>
            <a:r>
              <a:rPr lang="zh-CN" altLang="en-US" sz="3000" dirty="0">
                <a:solidFill>
                  <a:srgbClr val="000404"/>
                </a:solidFill>
              </a:rPr>
              <a:t>称</a:t>
            </a:r>
            <a:r>
              <a:rPr lang="zh-CN" altLang="en-US" sz="3000" dirty="0">
                <a:solidFill>
                  <a:srgbClr val="CC0000"/>
                </a:solidFill>
              </a:rPr>
              <a:t>过程</a:t>
            </a:r>
            <a:r>
              <a:rPr lang="zh-CN" altLang="en-US" sz="3000" dirty="0" smtClean="0">
                <a:solidFill>
                  <a:srgbClr val="000404"/>
                </a:solidFill>
              </a:rPr>
              <a:t>。</a:t>
            </a:r>
            <a:endParaRPr lang="zh-CN" altLang="en-US" sz="3000" dirty="0">
              <a:solidFill>
                <a:srgbClr val="000404"/>
              </a:solidFill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3203724" y="3576786"/>
            <a:ext cx="4176588" cy="2876550"/>
            <a:chOff x="4787900" y="1773238"/>
            <a:chExt cx="4176588" cy="2876550"/>
          </a:xfrm>
        </p:grpSpPr>
        <p:sp>
          <p:nvSpPr>
            <p:cNvPr id="133255" name="Text Box 135"/>
            <p:cNvSpPr txBox="1">
              <a:spLocks noChangeArrowheads="1"/>
            </p:cNvSpPr>
            <p:nvPr/>
          </p:nvSpPr>
          <p:spPr bwMode="auto">
            <a:xfrm>
              <a:off x="7034783" y="3068960"/>
              <a:ext cx="1929705" cy="5965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2800" i="1" dirty="0">
                  <a:solidFill>
                    <a:srgbClr val="000404"/>
                  </a:solidFill>
                </a:rPr>
                <a:t>B</a:t>
              </a:r>
              <a:r>
                <a:rPr lang="en-US" altLang="zh-CN" sz="2800" dirty="0">
                  <a:solidFill>
                    <a:srgbClr val="000404"/>
                  </a:solidFill>
                </a:rPr>
                <a:t>(</a:t>
              </a:r>
              <a:r>
                <a:rPr lang="en-US" altLang="zh-CN" sz="2800" i="1" dirty="0">
                  <a:solidFill>
                    <a:srgbClr val="000404"/>
                  </a:solidFill>
                </a:rPr>
                <a:t>P</a:t>
              </a:r>
              <a:r>
                <a:rPr lang="en-US" altLang="zh-CN" sz="2800" baseline="-25000" dirty="0">
                  <a:solidFill>
                    <a:srgbClr val="000404"/>
                  </a:solidFill>
                </a:rPr>
                <a:t>2</a:t>
              </a:r>
              <a:r>
                <a:rPr lang="en-US" altLang="zh-CN" sz="2800" i="1" baseline="-25000" dirty="0">
                  <a:solidFill>
                    <a:srgbClr val="000404"/>
                  </a:solidFill>
                </a:rPr>
                <a:t> </a:t>
              </a:r>
              <a:r>
                <a:rPr lang="en-US" altLang="zh-CN" sz="2800" i="1" dirty="0">
                  <a:solidFill>
                    <a:srgbClr val="000404"/>
                  </a:solidFill>
                </a:rPr>
                <a:t>V</a:t>
              </a:r>
              <a:r>
                <a:rPr lang="en-US" altLang="zh-CN" sz="2800" baseline="-25000" dirty="0">
                  <a:solidFill>
                    <a:srgbClr val="000404"/>
                  </a:solidFill>
                </a:rPr>
                <a:t>2 </a:t>
              </a:r>
              <a:r>
                <a:rPr lang="en-US" altLang="zh-CN" sz="2800" i="1" dirty="0">
                  <a:solidFill>
                    <a:srgbClr val="000404"/>
                  </a:solidFill>
                </a:rPr>
                <a:t>T</a:t>
              </a:r>
              <a:r>
                <a:rPr lang="en-US" altLang="zh-CN" sz="2800" baseline="-25000" dirty="0">
                  <a:solidFill>
                    <a:srgbClr val="000404"/>
                  </a:solidFill>
                </a:rPr>
                <a:t>2</a:t>
              </a:r>
              <a:r>
                <a:rPr lang="en-US" altLang="zh-CN" sz="2800" i="1" baseline="-25000" dirty="0">
                  <a:solidFill>
                    <a:srgbClr val="000404"/>
                  </a:solidFill>
                </a:rPr>
                <a:t> </a:t>
              </a:r>
              <a:r>
                <a:rPr lang="en-US" altLang="zh-CN" sz="2800" dirty="0">
                  <a:solidFill>
                    <a:srgbClr val="000404"/>
                  </a:solidFill>
                </a:rPr>
                <a:t>)</a:t>
              </a:r>
            </a:p>
          </p:txBody>
        </p:sp>
        <p:sp>
          <p:nvSpPr>
            <p:cNvPr id="25605" name="Text Box 137"/>
            <p:cNvSpPr txBox="1">
              <a:spLocks noChangeArrowheads="1"/>
            </p:cNvSpPr>
            <p:nvPr/>
          </p:nvSpPr>
          <p:spPr bwMode="auto">
            <a:xfrm>
              <a:off x="5667053" y="2060848"/>
              <a:ext cx="2145307" cy="5965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2800" i="1" dirty="0">
                  <a:solidFill>
                    <a:srgbClr val="000404"/>
                  </a:solidFill>
                </a:rPr>
                <a:t>A</a:t>
              </a:r>
              <a:r>
                <a:rPr lang="en-US" altLang="zh-CN" sz="2800" dirty="0">
                  <a:solidFill>
                    <a:srgbClr val="000404"/>
                  </a:solidFill>
                </a:rPr>
                <a:t>(</a:t>
              </a:r>
              <a:r>
                <a:rPr lang="en-US" altLang="zh-CN" sz="2800" i="1" dirty="0">
                  <a:solidFill>
                    <a:srgbClr val="000404"/>
                  </a:solidFill>
                </a:rPr>
                <a:t>P</a:t>
              </a:r>
              <a:r>
                <a:rPr lang="en-US" altLang="zh-CN" sz="2800" baseline="-25000" dirty="0">
                  <a:solidFill>
                    <a:srgbClr val="000404"/>
                  </a:solidFill>
                </a:rPr>
                <a:t>1</a:t>
              </a:r>
              <a:r>
                <a:rPr lang="en-US" altLang="zh-CN" sz="2800" i="1" baseline="-25000" dirty="0">
                  <a:solidFill>
                    <a:srgbClr val="000404"/>
                  </a:solidFill>
                </a:rPr>
                <a:t> </a:t>
              </a:r>
              <a:r>
                <a:rPr lang="en-US" altLang="zh-CN" sz="2800" i="1" dirty="0">
                  <a:solidFill>
                    <a:srgbClr val="000404"/>
                  </a:solidFill>
                </a:rPr>
                <a:t>V</a:t>
              </a:r>
              <a:r>
                <a:rPr lang="en-US" altLang="zh-CN" sz="2800" baseline="-25000" dirty="0">
                  <a:solidFill>
                    <a:srgbClr val="000404"/>
                  </a:solidFill>
                </a:rPr>
                <a:t>1 </a:t>
              </a:r>
              <a:r>
                <a:rPr lang="en-US" altLang="zh-CN" sz="2800" i="1" baseline="-25000" dirty="0">
                  <a:solidFill>
                    <a:srgbClr val="000404"/>
                  </a:solidFill>
                </a:rPr>
                <a:t> </a:t>
              </a:r>
              <a:r>
                <a:rPr lang="en-US" altLang="zh-CN" sz="2800" i="1" dirty="0">
                  <a:solidFill>
                    <a:srgbClr val="000404"/>
                  </a:solidFill>
                </a:rPr>
                <a:t>T</a:t>
              </a:r>
              <a:r>
                <a:rPr lang="en-US" altLang="zh-CN" sz="2800" baseline="-25000" dirty="0">
                  <a:solidFill>
                    <a:srgbClr val="000404"/>
                  </a:solidFill>
                </a:rPr>
                <a:t>1 </a:t>
              </a:r>
              <a:r>
                <a:rPr lang="en-US" altLang="zh-CN" sz="2800" dirty="0">
                  <a:solidFill>
                    <a:srgbClr val="000404"/>
                  </a:solidFill>
                </a:rPr>
                <a:t>)</a:t>
              </a:r>
            </a:p>
          </p:txBody>
        </p:sp>
        <p:grpSp>
          <p:nvGrpSpPr>
            <p:cNvPr id="25606" name="Group 138"/>
            <p:cNvGrpSpPr>
              <a:grpSpLocks/>
            </p:cNvGrpSpPr>
            <p:nvPr/>
          </p:nvGrpSpPr>
          <p:grpSpPr bwMode="auto">
            <a:xfrm>
              <a:off x="4787900" y="1773238"/>
              <a:ext cx="2860675" cy="2876550"/>
              <a:chOff x="3622" y="1972"/>
              <a:chExt cx="1802" cy="1812"/>
            </a:xfrm>
          </p:grpSpPr>
          <p:sp>
            <p:nvSpPr>
              <p:cNvPr id="25612" name="Rectangle 139"/>
              <p:cNvSpPr>
                <a:spLocks noChangeArrowheads="1"/>
              </p:cNvSpPr>
              <p:nvPr/>
            </p:nvSpPr>
            <p:spPr bwMode="auto">
              <a:xfrm>
                <a:off x="5088" y="3408"/>
                <a:ext cx="336" cy="37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zh-CN" sz="2800" i="1">
                    <a:solidFill>
                      <a:srgbClr val="000404"/>
                    </a:solidFill>
                  </a:rPr>
                  <a:t>V</a:t>
                </a:r>
              </a:p>
            </p:txBody>
          </p:sp>
          <p:sp>
            <p:nvSpPr>
              <p:cNvPr id="25613" name="Line 140"/>
              <p:cNvSpPr>
                <a:spLocks noChangeShapeType="1"/>
              </p:cNvSpPr>
              <p:nvPr/>
            </p:nvSpPr>
            <p:spPr bwMode="auto">
              <a:xfrm>
                <a:off x="3888" y="3408"/>
                <a:ext cx="1392" cy="0"/>
              </a:xfrm>
              <a:prstGeom prst="line">
                <a:avLst/>
              </a:prstGeom>
              <a:noFill/>
              <a:ln w="28575">
                <a:solidFill>
                  <a:srgbClr val="000404"/>
                </a:solidFill>
                <a:round/>
                <a:headEnd/>
                <a:tailEnd type="stealth" w="med" len="med"/>
              </a:ln>
            </p:spPr>
            <p:txBody>
              <a:bodyPr/>
              <a:lstStyle/>
              <a:p>
                <a:endParaRPr lang="zh-CN" altLang="en-US" sz="2800"/>
              </a:p>
            </p:txBody>
          </p:sp>
          <p:sp>
            <p:nvSpPr>
              <p:cNvPr id="25614" name="Line 141"/>
              <p:cNvSpPr>
                <a:spLocks noChangeShapeType="1"/>
              </p:cNvSpPr>
              <p:nvPr/>
            </p:nvSpPr>
            <p:spPr bwMode="auto">
              <a:xfrm flipV="1">
                <a:off x="3888" y="2064"/>
                <a:ext cx="0" cy="1344"/>
              </a:xfrm>
              <a:prstGeom prst="line">
                <a:avLst/>
              </a:prstGeom>
              <a:noFill/>
              <a:ln w="28575">
                <a:solidFill>
                  <a:srgbClr val="000404"/>
                </a:solidFill>
                <a:round/>
                <a:headEnd/>
                <a:tailEnd type="stealth" w="med" len="med"/>
              </a:ln>
            </p:spPr>
            <p:txBody>
              <a:bodyPr/>
              <a:lstStyle/>
              <a:p>
                <a:endParaRPr lang="zh-CN" altLang="en-US" sz="2800"/>
              </a:p>
            </p:txBody>
          </p:sp>
          <p:sp>
            <p:nvSpPr>
              <p:cNvPr id="25615" name="Text Box 142"/>
              <p:cNvSpPr txBox="1">
                <a:spLocks noChangeArrowheads="1"/>
              </p:cNvSpPr>
              <p:nvPr/>
            </p:nvSpPr>
            <p:spPr bwMode="auto">
              <a:xfrm>
                <a:off x="3622" y="1972"/>
                <a:ext cx="336" cy="37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zh-CN" sz="2800" i="1">
                    <a:solidFill>
                      <a:srgbClr val="000404"/>
                    </a:solidFill>
                  </a:rPr>
                  <a:t>P</a:t>
                </a:r>
              </a:p>
            </p:txBody>
          </p:sp>
        </p:grpSp>
        <p:sp>
          <p:nvSpPr>
            <p:cNvPr id="133263" name="Oval 143"/>
            <p:cNvSpPr>
              <a:spLocks noChangeArrowheads="1"/>
            </p:cNvSpPr>
            <p:nvPr/>
          </p:nvSpPr>
          <p:spPr bwMode="auto">
            <a:xfrm>
              <a:off x="5659438" y="2570163"/>
              <a:ext cx="15240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000404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2800"/>
            </a:p>
          </p:txBody>
        </p:sp>
        <p:sp>
          <p:nvSpPr>
            <p:cNvPr id="133264" name="Oval 144"/>
            <p:cNvSpPr>
              <a:spLocks noChangeArrowheads="1"/>
            </p:cNvSpPr>
            <p:nvPr/>
          </p:nvSpPr>
          <p:spPr bwMode="auto">
            <a:xfrm>
              <a:off x="5659438" y="2574925"/>
              <a:ext cx="15240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000404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2800"/>
            </a:p>
          </p:txBody>
        </p:sp>
        <p:sp>
          <p:nvSpPr>
            <p:cNvPr id="16" name="Oval 144"/>
            <p:cNvSpPr>
              <a:spLocks noChangeArrowheads="1"/>
            </p:cNvSpPr>
            <p:nvPr/>
          </p:nvSpPr>
          <p:spPr bwMode="auto">
            <a:xfrm>
              <a:off x="6948264" y="3501008"/>
              <a:ext cx="15240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000404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2800"/>
            </a:p>
          </p:txBody>
        </p:sp>
      </p:grpSp>
    </p:spTree>
  </p:cSld>
  <p:clrMapOvr>
    <a:masterClrMapping/>
  </p:clrMapOvr>
  <p:transition spd="slow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75CD0FEB-37EB-471B-B92A-F9DA37579F59}" type="slidenum">
              <a:rPr lang="en-US" altLang="zh-CN" smtClean="0"/>
              <a:pPr/>
              <a:t>3</a:t>
            </a:fld>
            <a:endParaRPr lang="en-US" altLang="zh-CN" smtClean="0"/>
          </a:p>
        </p:txBody>
      </p:sp>
      <p:sp>
        <p:nvSpPr>
          <p:cNvPr id="48445" name="Rectangle 317"/>
          <p:cNvSpPr>
            <a:spLocks noChangeArrowheads="1"/>
          </p:cNvSpPr>
          <p:nvPr/>
        </p:nvSpPr>
        <p:spPr bwMode="auto">
          <a:xfrm>
            <a:off x="467544" y="1852744"/>
            <a:ext cx="8353300" cy="42934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just" fontAlgn="b">
              <a:lnSpc>
                <a:spcPct val="130000"/>
              </a:lnSpc>
            </a:pPr>
            <a:r>
              <a:rPr kumimoji="1" lang="en-US" altLang="zh-CN" sz="3000" dirty="0">
                <a:solidFill>
                  <a:srgbClr val="000404"/>
                </a:solidFill>
              </a:rPr>
              <a:t>        </a:t>
            </a:r>
            <a:r>
              <a:rPr kumimoji="1" lang="zh-CN" altLang="en-US" sz="3000" dirty="0">
                <a:solidFill>
                  <a:srgbClr val="000404"/>
                </a:solidFill>
              </a:rPr>
              <a:t>在热力学过程中，系统由一个平衡态经过一系列中间状态达到一个新的平衡态。从平衡态破坏到新平衡态建立需要一定的</a:t>
            </a:r>
            <a:r>
              <a:rPr kumimoji="1" lang="zh-CN" altLang="en-US" sz="3000" dirty="0">
                <a:solidFill>
                  <a:srgbClr val="FF0000"/>
                </a:solidFill>
              </a:rPr>
              <a:t>弛豫时间</a:t>
            </a:r>
            <a:r>
              <a:rPr kumimoji="1" lang="zh-CN" altLang="en-US" sz="3000" dirty="0">
                <a:solidFill>
                  <a:srgbClr val="000404"/>
                </a:solidFill>
              </a:rPr>
              <a:t>，而实际的过程往往进行的较快，在新平衡态达到之前系统</a:t>
            </a:r>
            <a:r>
              <a:rPr kumimoji="1" lang="zh-CN" altLang="en-US" sz="3000" dirty="0">
                <a:solidFill>
                  <a:srgbClr val="FF0000"/>
                </a:solidFill>
              </a:rPr>
              <a:t>又继续变化了</a:t>
            </a:r>
            <a:r>
              <a:rPr kumimoji="1" lang="zh-CN" altLang="en-US" sz="3000" dirty="0">
                <a:solidFill>
                  <a:srgbClr val="000404"/>
                </a:solidFill>
              </a:rPr>
              <a:t>。这意味着系统在过程中经历了一系列非平衡态，称为</a:t>
            </a:r>
            <a:r>
              <a:rPr kumimoji="1" lang="zh-CN" altLang="en-US" sz="3000" dirty="0">
                <a:solidFill>
                  <a:srgbClr val="CC0000"/>
                </a:solidFill>
              </a:rPr>
              <a:t>非静态过程</a:t>
            </a:r>
            <a:r>
              <a:rPr kumimoji="1" lang="zh-CN" altLang="en-US" sz="3000" dirty="0">
                <a:solidFill>
                  <a:srgbClr val="000404"/>
                </a:solidFill>
              </a:rPr>
              <a:t>。作为中间态的非平衡态通常不能用状态参量来描述。</a:t>
            </a:r>
          </a:p>
        </p:txBody>
      </p:sp>
      <p:sp>
        <p:nvSpPr>
          <p:cNvPr id="27652" name="Rectangle 318"/>
          <p:cNvSpPr>
            <a:spLocks noChangeArrowheads="1"/>
          </p:cNvSpPr>
          <p:nvPr/>
        </p:nvSpPr>
        <p:spPr bwMode="auto">
          <a:xfrm>
            <a:off x="467171" y="1171724"/>
            <a:ext cx="2894159" cy="673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just" eaLnBrk="1" hangingPunct="1">
              <a:lnSpc>
                <a:spcPct val="120000"/>
              </a:lnSpc>
              <a:spcBef>
                <a:spcPct val="20000"/>
              </a:spcBef>
            </a:pPr>
            <a:r>
              <a:rPr kumimoji="1" lang="en-US" altLang="zh-CN" sz="3000" dirty="0">
                <a:solidFill>
                  <a:srgbClr val="FF3300"/>
                </a:solidFill>
              </a:rPr>
              <a:t>1. </a:t>
            </a:r>
            <a:r>
              <a:rPr kumimoji="1" lang="zh-CN" altLang="en-US" sz="3000" dirty="0">
                <a:solidFill>
                  <a:srgbClr val="FF3300"/>
                </a:solidFill>
              </a:rPr>
              <a:t>非静态过程</a:t>
            </a:r>
          </a:p>
        </p:txBody>
      </p:sp>
      <p:sp>
        <p:nvSpPr>
          <p:cNvPr id="5" name="Rectangle 68"/>
          <p:cNvSpPr>
            <a:spLocks noChangeArrowheads="1"/>
          </p:cNvSpPr>
          <p:nvPr/>
        </p:nvSpPr>
        <p:spPr bwMode="auto">
          <a:xfrm>
            <a:off x="323528" y="406405"/>
            <a:ext cx="8352928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1" hangingPunct="1"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zh-CN" altLang="en-US" sz="3600" dirty="0" smtClean="0">
                <a:solidFill>
                  <a:srgbClr val="0000FF"/>
                </a:solidFill>
              </a:rPr>
              <a:t>二、准静态过程和非静态过程</a:t>
            </a:r>
            <a:endParaRPr kumimoji="1" lang="zh-CN" altLang="en-US" sz="3600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ransition spd="slow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48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445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弧形 16"/>
          <p:cNvSpPr/>
          <p:nvPr/>
        </p:nvSpPr>
        <p:spPr bwMode="auto">
          <a:xfrm rot="10449276">
            <a:off x="4137208" y="3067568"/>
            <a:ext cx="2917898" cy="2293051"/>
          </a:xfrm>
          <a:prstGeom prst="arc">
            <a:avLst>
              <a:gd name="adj1" fmla="val 17003776"/>
              <a:gd name="adj2" fmla="val 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3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8674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26C2FC11-5FA0-4844-B552-B497E43533A1}" type="slidenum">
              <a:rPr lang="en-US" altLang="zh-CN" smtClean="0"/>
              <a:pPr/>
              <a:t>4</a:t>
            </a:fld>
            <a:endParaRPr lang="en-US" altLang="zh-CN" dirty="0" smtClean="0"/>
          </a:p>
        </p:txBody>
      </p:sp>
      <p:sp>
        <p:nvSpPr>
          <p:cNvPr id="110893" name="Rectangle 301"/>
          <p:cNvSpPr>
            <a:spLocks noChangeArrowheads="1"/>
          </p:cNvSpPr>
          <p:nvPr/>
        </p:nvSpPr>
        <p:spPr bwMode="auto">
          <a:xfrm>
            <a:off x="251520" y="868996"/>
            <a:ext cx="8749159" cy="24284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en-US" altLang="zh-CN" sz="3000" dirty="0">
                <a:solidFill>
                  <a:srgbClr val="000404"/>
                </a:solidFill>
              </a:rPr>
              <a:t>    </a:t>
            </a:r>
            <a:r>
              <a:rPr kumimoji="1" lang="en-US" altLang="zh-CN" sz="3000" dirty="0" smtClean="0">
                <a:solidFill>
                  <a:srgbClr val="000404"/>
                </a:solidFill>
              </a:rPr>
              <a:t>     </a:t>
            </a:r>
            <a:r>
              <a:rPr kumimoji="1" lang="zh-CN" altLang="en-US" sz="3000" dirty="0" smtClean="0">
                <a:solidFill>
                  <a:srgbClr val="000404"/>
                </a:solidFill>
              </a:rPr>
              <a:t>一</a:t>
            </a:r>
            <a:r>
              <a:rPr kumimoji="1" lang="zh-CN" altLang="en-US" sz="3000" dirty="0">
                <a:solidFill>
                  <a:srgbClr val="000404"/>
                </a:solidFill>
              </a:rPr>
              <a:t>个过程，如果任意时刻的</a:t>
            </a:r>
            <a:r>
              <a:rPr kumimoji="1" lang="zh-CN" altLang="en-US" sz="3000" dirty="0">
                <a:solidFill>
                  <a:srgbClr val="FF0000"/>
                </a:solidFill>
              </a:rPr>
              <a:t>中间态都无限接近于一个平衡态，</a:t>
            </a:r>
            <a:r>
              <a:rPr kumimoji="1" lang="zh-CN" altLang="en-US" sz="3000" dirty="0">
                <a:solidFill>
                  <a:srgbClr val="000404"/>
                </a:solidFill>
              </a:rPr>
              <a:t>则此过程为</a:t>
            </a:r>
            <a:r>
              <a:rPr kumimoji="1" lang="zh-CN" altLang="en-US" sz="3000" dirty="0">
                <a:solidFill>
                  <a:srgbClr val="FF0000"/>
                </a:solidFill>
              </a:rPr>
              <a:t>准静态过程</a:t>
            </a:r>
            <a:r>
              <a:rPr kumimoji="1" lang="zh-CN" altLang="en-US" sz="3000" dirty="0">
                <a:solidFill>
                  <a:srgbClr val="000404"/>
                </a:solidFill>
              </a:rPr>
              <a:t>。显然，这种过程只有在进行的  “无限缓慢 ” 的条件下才可能实现</a:t>
            </a:r>
            <a:r>
              <a:rPr kumimoji="1" lang="zh-CN" altLang="en-US" sz="3000" dirty="0" smtClean="0">
                <a:solidFill>
                  <a:srgbClr val="000404"/>
                </a:solidFill>
              </a:rPr>
              <a:t>。</a:t>
            </a:r>
            <a:r>
              <a:rPr kumimoji="1" lang="zh-CN" altLang="en-US" sz="3000" dirty="0" smtClean="0">
                <a:solidFill>
                  <a:srgbClr val="FF0000"/>
                </a:solidFill>
              </a:rPr>
              <a:t>我们仅研究准静态变化过程！</a:t>
            </a:r>
          </a:p>
        </p:txBody>
      </p:sp>
      <p:sp>
        <p:nvSpPr>
          <p:cNvPr id="28676" name="Rectangle 302"/>
          <p:cNvSpPr>
            <a:spLocks noChangeArrowheads="1"/>
          </p:cNvSpPr>
          <p:nvPr/>
        </p:nvSpPr>
        <p:spPr bwMode="auto">
          <a:xfrm>
            <a:off x="468312" y="188640"/>
            <a:ext cx="3311599" cy="6636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1" hangingPunct="1">
              <a:lnSpc>
                <a:spcPct val="130000"/>
              </a:lnSpc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kumimoji="1" lang="en-US" altLang="zh-CN" dirty="0">
                <a:solidFill>
                  <a:srgbClr val="FF3300"/>
                </a:solidFill>
              </a:rPr>
              <a:t>2. </a:t>
            </a:r>
            <a:r>
              <a:rPr kumimoji="1" lang="zh-CN" altLang="en-US" dirty="0">
                <a:solidFill>
                  <a:srgbClr val="FF3300"/>
                </a:solidFill>
              </a:rPr>
              <a:t>准静态过程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3203724" y="3576786"/>
            <a:ext cx="4176588" cy="2876550"/>
            <a:chOff x="4787900" y="1773238"/>
            <a:chExt cx="4176588" cy="2876550"/>
          </a:xfrm>
        </p:grpSpPr>
        <p:sp>
          <p:nvSpPr>
            <p:cNvPr id="7" name="Text Box 135"/>
            <p:cNvSpPr txBox="1">
              <a:spLocks noChangeArrowheads="1"/>
            </p:cNvSpPr>
            <p:nvPr/>
          </p:nvSpPr>
          <p:spPr bwMode="auto">
            <a:xfrm>
              <a:off x="7034783" y="3068960"/>
              <a:ext cx="1929705" cy="5965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2800" i="1" dirty="0">
                  <a:solidFill>
                    <a:srgbClr val="000404"/>
                  </a:solidFill>
                </a:rPr>
                <a:t>B</a:t>
              </a:r>
              <a:r>
                <a:rPr lang="en-US" altLang="zh-CN" sz="2800" dirty="0">
                  <a:solidFill>
                    <a:srgbClr val="000404"/>
                  </a:solidFill>
                </a:rPr>
                <a:t>(</a:t>
              </a:r>
              <a:r>
                <a:rPr lang="en-US" altLang="zh-CN" sz="2800" i="1" dirty="0">
                  <a:solidFill>
                    <a:srgbClr val="000404"/>
                  </a:solidFill>
                </a:rPr>
                <a:t>P</a:t>
              </a:r>
              <a:r>
                <a:rPr lang="en-US" altLang="zh-CN" sz="2800" baseline="-25000" dirty="0">
                  <a:solidFill>
                    <a:srgbClr val="000404"/>
                  </a:solidFill>
                </a:rPr>
                <a:t>2</a:t>
              </a:r>
              <a:r>
                <a:rPr lang="en-US" altLang="zh-CN" sz="2800" i="1" baseline="-25000" dirty="0">
                  <a:solidFill>
                    <a:srgbClr val="000404"/>
                  </a:solidFill>
                </a:rPr>
                <a:t> </a:t>
              </a:r>
              <a:r>
                <a:rPr lang="en-US" altLang="zh-CN" sz="2800" i="1" dirty="0">
                  <a:solidFill>
                    <a:srgbClr val="000404"/>
                  </a:solidFill>
                </a:rPr>
                <a:t>V</a:t>
              </a:r>
              <a:r>
                <a:rPr lang="en-US" altLang="zh-CN" sz="2800" baseline="-25000" dirty="0">
                  <a:solidFill>
                    <a:srgbClr val="000404"/>
                  </a:solidFill>
                </a:rPr>
                <a:t>2 </a:t>
              </a:r>
              <a:r>
                <a:rPr lang="en-US" altLang="zh-CN" sz="2800" i="1" dirty="0">
                  <a:solidFill>
                    <a:srgbClr val="000404"/>
                  </a:solidFill>
                </a:rPr>
                <a:t>T</a:t>
              </a:r>
              <a:r>
                <a:rPr lang="en-US" altLang="zh-CN" sz="2800" baseline="-25000" dirty="0">
                  <a:solidFill>
                    <a:srgbClr val="000404"/>
                  </a:solidFill>
                </a:rPr>
                <a:t>2</a:t>
              </a:r>
              <a:r>
                <a:rPr lang="en-US" altLang="zh-CN" sz="2800" i="1" baseline="-25000" dirty="0">
                  <a:solidFill>
                    <a:srgbClr val="000404"/>
                  </a:solidFill>
                </a:rPr>
                <a:t> </a:t>
              </a:r>
              <a:r>
                <a:rPr lang="en-US" altLang="zh-CN" sz="2800" dirty="0">
                  <a:solidFill>
                    <a:srgbClr val="000404"/>
                  </a:solidFill>
                </a:rPr>
                <a:t>)</a:t>
              </a:r>
            </a:p>
          </p:txBody>
        </p:sp>
        <p:sp>
          <p:nvSpPr>
            <p:cNvPr id="8" name="Text Box 137"/>
            <p:cNvSpPr txBox="1">
              <a:spLocks noChangeArrowheads="1"/>
            </p:cNvSpPr>
            <p:nvPr/>
          </p:nvSpPr>
          <p:spPr bwMode="auto">
            <a:xfrm>
              <a:off x="5667053" y="1985492"/>
              <a:ext cx="2145307" cy="5965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2800" i="1" dirty="0">
                  <a:solidFill>
                    <a:srgbClr val="000404"/>
                  </a:solidFill>
                </a:rPr>
                <a:t>A</a:t>
              </a:r>
              <a:r>
                <a:rPr lang="en-US" altLang="zh-CN" sz="2800" dirty="0">
                  <a:solidFill>
                    <a:srgbClr val="000404"/>
                  </a:solidFill>
                </a:rPr>
                <a:t>(</a:t>
              </a:r>
              <a:r>
                <a:rPr lang="en-US" altLang="zh-CN" sz="2800" i="1" dirty="0">
                  <a:solidFill>
                    <a:srgbClr val="000404"/>
                  </a:solidFill>
                </a:rPr>
                <a:t>P</a:t>
              </a:r>
              <a:r>
                <a:rPr lang="en-US" altLang="zh-CN" sz="2800" baseline="-25000" dirty="0">
                  <a:solidFill>
                    <a:srgbClr val="000404"/>
                  </a:solidFill>
                </a:rPr>
                <a:t>1</a:t>
              </a:r>
              <a:r>
                <a:rPr lang="en-US" altLang="zh-CN" sz="2800" i="1" baseline="-25000" dirty="0">
                  <a:solidFill>
                    <a:srgbClr val="000404"/>
                  </a:solidFill>
                </a:rPr>
                <a:t> </a:t>
              </a:r>
              <a:r>
                <a:rPr lang="en-US" altLang="zh-CN" sz="2800" i="1" dirty="0">
                  <a:solidFill>
                    <a:srgbClr val="000404"/>
                  </a:solidFill>
                </a:rPr>
                <a:t>V</a:t>
              </a:r>
              <a:r>
                <a:rPr lang="en-US" altLang="zh-CN" sz="2800" baseline="-25000" dirty="0">
                  <a:solidFill>
                    <a:srgbClr val="000404"/>
                  </a:solidFill>
                </a:rPr>
                <a:t>1 </a:t>
              </a:r>
              <a:r>
                <a:rPr lang="en-US" altLang="zh-CN" sz="2800" i="1" baseline="-25000" dirty="0">
                  <a:solidFill>
                    <a:srgbClr val="000404"/>
                  </a:solidFill>
                </a:rPr>
                <a:t> </a:t>
              </a:r>
              <a:r>
                <a:rPr lang="en-US" altLang="zh-CN" sz="2800" i="1" dirty="0">
                  <a:solidFill>
                    <a:srgbClr val="000404"/>
                  </a:solidFill>
                </a:rPr>
                <a:t>T</a:t>
              </a:r>
              <a:r>
                <a:rPr lang="en-US" altLang="zh-CN" sz="2800" baseline="-25000" dirty="0">
                  <a:solidFill>
                    <a:srgbClr val="000404"/>
                  </a:solidFill>
                </a:rPr>
                <a:t>1 </a:t>
              </a:r>
              <a:r>
                <a:rPr lang="en-US" altLang="zh-CN" sz="2800" dirty="0">
                  <a:solidFill>
                    <a:srgbClr val="000404"/>
                  </a:solidFill>
                </a:rPr>
                <a:t>)</a:t>
              </a:r>
            </a:p>
          </p:txBody>
        </p:sp>
        <p:grpSp>
          <p:nvGrpSpPr>
            <p:cNvPr id="9" name="Group 138"/>
            <p:cNvGrpSpPr>
              <a:grpSpLocks/>
            </p:cNvGrpSpPr>
            <p:nvPr/>
          </p:nvGrpSpPr>
          <p:grpSpPr bwMode="auto">
            <a:xfrm>
              <a:off x="4787900" y="1773238"/>
              <a:ext cx="2860675" cy="2876550"/>
              <a:chOff x="3622" y="1972"/>
              <a:chExt cx="1802" cy="1812"/>
            </a:xfrm>
          </p:grpSpPr>
          <p:sp>
            <p:nvSpPr>
              <p:cNvPr id="13" name="Rectangle 139"/>
              <p:cNvSpPr>
                <a:spLocks noChangeArrowheads="1"/>
              </p:cNvSpPr>
              <p:nvPr/>
            </p:nvSpPr>
            <p:spPr bwMode="auto">
              <a:xfrm>
                <a:off x="5088" y="3408"/>
                <a:ext cx="336" cy="37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zh-CN" sz="2800" i="1">
                    <a:solidFill>
                      <a:srgbClr val="000404"/>
                    </a:solidFill>
                  </a:rPr>
                  <a:t>V</a:t>
                </a:r>
              </a:p>
            </p:txBody>
          </p:sp>
          <p:sp>
            <p:nvSpPr>
              <p:cNvPr id="14" name="Line 140"/>
              <p:cNvSpPr>
                <a:spLocks noChangeShapeType="1"/>
              </p:cNvSpPr>
              <p:nvPr/>
            </p:nvSpPr>
            <p:spPr bwMode="auto">
              <a:xfrm>
                <a:off x="3888" y="3408"/>
                <a:ext cx="1392" cy="0"/>
              </a:xfrm>
              <a:prstGeom prst="line">
                <a:avLst/>
              </a:prstGeom>
              <a:noFill/>
              <a:ln w="28575">
                <a:solidFill>
                  <a:srgbClr val="000404"/>
                </a:solidFill>
                <a:round/>
                <a:headEnd/>
                <a:tailEnd type="stealth" w="med" len="med"/>
              </a:ln>
            </p:spPr>
            <p:txBody>
              <a:bodyPr/>
              <a:lstStyle/>
              <a:p>
                <a:endParaRPr lang="zh-CN" altLang="en-US" sz="2800"/>
              </a:p>
            </p:txBody>
          </p:sp>
          <p:sp>
            <p:nvSpPr>
              <p:cNvPr id="15" name="Line 141"/>
              <p:cNvSpPr>
                <a:spLocks noChangeShapeType="1"/>
              </p:cNvSpPr>
              <p:nvPr/>
            </p:nvSpPr>
            <p:spPr bwMode="auto">
              <a:xfrm flipV="1">
                <a:off x="3888" y="2064"/>
                <a:ext cx="0" cy="1344"/>
              </a:xfrm>
              <a:prstGeom prst="line">
                <a:avLst/>
              </a:prstGeom>
              <a:noFill/>
              <a:ln w="28575">
                <a:solidFill>
                  <a:srgbClr val="000404"/>
                </a:solidFill>
                <a:round/>
                <a:headEnd/>
                <a:tailEnd type="stealth" w="med" len="med"/>
              </a:ln>
            </p:spPr>
            <p:txBody>
              <a:bodyPr/>
              <a:lstStyle/>
              <a:p>
                <a:endParaRPr lang="zh-CN" altLang="en-US" sz="2800"/>
              </a:p>
            </p:txBody>
          </p:sp>
          <p:sp>
            <p:nvSpPr>
              <p:cNvPr id="16" name="Text Box 142"/>
              <p:cNvSpPr txBox="1">
                <a:spLocks noChangeArrowheads="1"/>
              </p:cNvSpPr>
              <p:nvPr/>
            </p:nvSpPr>
            <p:spPr bwMode="auto">
              <a:xfrm>
                <a:off x="3622" y="1972"/>
                <a:ext cx="336" cy="37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zh-CN" sz="2800" i="1">
                    <a:solidFill>
                      <a:srgbClr val="000404"/>
                    </a:solidFill>
                  </a:rPr>
                  <a:t>P</a:t>
                </a:r>
              </a:p>
            </p:txBody>
          </p:sp>
        </p:grpSp>
        <p:sp>
          <p:nvSpPr>
            <p:cNvPr id="10" name="Oval 143"/>
            <p:cNvSpPr>
              <a:spLocks noChangeArrowheads="1"/>
            </p:cNvSpPr>
            <p:nvPr/>
          </p:nvSpPr>
          <p:spPr bwMode="auto">
            <a:xfrm>
              <a:off x="5659438" y="2570163"/>
              <a:ext cx="15240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000404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2800"/>
            </a:p>
          </p:txBody>
        </p:sp>
        <p:sp>
          <p:nvSpPr>
            <p:cNvPr id="11" name="Oval 144"/>
            <p:cNvSpPr>
              <a:spLocks noChangeArrowheads="1"/>
            </p:cNvSpPr>
            <p:nvPr/>
          </p:nvSpPr>
          <p:spPr bwMode="auto">
            <a:xfrm>
              <a:off x="5659438" y="2561556"/>
              <a:ext cx="15240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000404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2800"/>
            </a:p>
          </p:txBody>
        </p:sp>
        <p:sp>
          <p:nvSpPr>
            <p:cNvPr id="12" name="Oval 144"/>
            <p:cNvSpPr>
              <a:spLocks noChangeArrowheads="1"/>
            </p:cNvSpPr>
            <p:nvPr/>
          </p:nvSpPr>
          <p:spPr bwMode="auto">
            <a:xfrm>
              <a:off x="6948264" y="3501008"/>
              <a:ext cx="15240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000404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2800"/>
            </a:p>
          </p:txBody>
        </p:sp>
      </p:grpSp>
    </p:spTree>
  </p:cSld>
  <p:clrMapOvr>
    <a:masterClrMapping/>
  </p:clrMapOvr>
  <p:transition spd="slow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110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893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3011" name="Object 3"/>
          <p:cNvGraphicFramePr>
            <a:graphicFrameLocks noChangeAspect="1"/>
          </p:cNvGraphicFramePr>
          <p:nvPr/>
        </p:nvGraphicFramePr>
        <p:xfrm>
          <a:off x="753368" y="1464888"/>
          <a:ext cx="3505200" cy="606400"/>
        </p:xfrm>
        <a:graphic>
          <a:graphicData uri="http://schemas.openxmlformats.org/presentationml/2006/ole">
            <p:oleObj spid="_x0000_s51203" name="Equation" r:id="rId4" imgW="1803400" imgH="304800" progId="Equation.3">
              <p:embed/>
            </p:oleObj>
          </a:graphicData>
        </a:graphic>
      </p:graphicFrame>
      <p:graphicFrame>
        <p:nvGraphicFramePr>
          <p:cNvPr id="43012" name="Object 4"/>
          <p:cNvGraphicFramePr>
            <a:graphicFrameLocks noChangeAspect="1"/>
          </p:cNvGraphicFramePr>
          <p:nvPr/>
        </p:nvGraphicFramePr>
        <p:xfrm>
          <a:off x="755576" y="2608375"/>
          <a:ext cx="2046288" cy="604601"/>
        </p:xfrm>
        <a:graphic>
          <a:graphicData uri="http://schemas.openxmlformats.org/presentationml/2006/ole">
            <p:oleObj spid="_x0000_s51204" name="Equation" r:id="rId5" imgW="1143000" imgH="304800" progId="Equation.DSMT4">
              <p:embed/>
            </p:oleObj>
          </a:graphicData>
        </a:graphic>
      </p:graphicFrame>
      <p:graphicFrame>
        <p:nvGraphicFramePr>
          <p:cNvPr id="43013" name="Object 5"/>
          <p:cNvGraphicFramePr>
            <a:graphicFrameLocks noChangeAspect="1"/>
          </p:cNvGraphicFramePr>
          <p:nvPr/>
        </p:nvGraphicFramePr>
        <p:xfrm>
          <a:off x="806228" y="3645024"/>
          <a:ext cx="3405732" cy="1296144"/>
        </p:xfrm>
        <a:graphic>
          <a:graphicData uri="http://schemas.openxmlformats.org/presentationml/2006/ole">
            <p:oleObj spid="_x0000_s51205" name="Equation" r:id="rId6" imgW="812447" imgH="355446" progId="Equation.DSMT4">
              <p:embed/>
            </p:oleObj>
          </a:graphicData>
        </a:graphic>
      </p:graphicFrame>
      <p:sp>
        <p:nvSpPr>
          <p:cNvPr id="43014" name="Text Box 6"/>
          <p:cNvSpPr txBox="1">
            <a:spLocks noChangeArrowheads="1"/>
          </p:cNvSpPr>
          <p:nvPr/>
        </p:nvSpPr>
        <p:spPr bwMode="auto">
          <a:xfrm>
            <a:off x="323528" y="5589240"/>
            <a:ext cx="5328592" cy="486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kumimoji="1" lang="zh-CN" altLang="en-US" dirty="0">
                <a:solidFill>
                  <a:srgbClr val="CC0000"/>
                </a:solidFill>
                <a:ea typeface="宋体" charset="-122"/>
              </a:rPr>
              <a:t>注意</a:t>
            </a:r>
            <a:r>
              <a:rPr kumimoji="1" lang="zh-CN" altLang="en-US" dirty="0" smtClean="0">
                <a:solidFill>
                  <a:srgbClr val="CC0000"/>
                </a:solidFill>
                <a:ea typeface="宋体" charset="-122"/>
              </a:rPr>
              <a:t>：</a:t>
            </a:r>
            <a:r>
              <a:rPr kumimoji="1" lang="zh-CN" altLang="en-US" dirty="0" smtClean="0">
                <a:solidFill>
                  <a:srgbClr val="080808"/>
                </a:solidFill>
                <a:ea typeface="宋体" charset="-122"/>
              </a:rPr>
              <a:t>作</a:t>
            </a:r>
            <a:r>
              <a:rPr kumimoji="1" lang="zh-CN" altLang="en-US" dirty="0">
                <a:solidFill>
                  <a:srgbClr val="080808"/>
                </a:solidFill>
                <a:ea typeface="宋体" charset="-122"/>
              </a:rPr>
              <a:t>功与过程有关 </a:t>
            </a:r>
            <a:r>
              <a:rPr kumimoji="1" lang="en-US" altLang="zh-CN" dirty="0">
                <a:solidFill>
                  <a:srgbClr val="080808"/>
                </a:solidFill>
                <a:ea typeface="宋体" charset="-122"/>
              </a:rPr>
              <a:t>.</a:t>
            </a:r>
          </a:p>
        </p:txBody>
      </p:sp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467544" y="260648"/>
            <a:ext cx="8136904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3600" dirty="0" smtClean="0">
                <a:solidFill>
                  <a:srgbClr val="CC0000"/>
                </a:solidFill>
                <a:latin typeface="宋体" charset="-122"/>
                <a:ea typeface="宋体" charset="-122"/>
              </a:rPr>
              <a:t>三、功</a:t>
            </a:r>
            <a:r>
              <a:rPr kumimoji="1" lang="zh-CN" altLang="en-US" sz="3600" dirty="0" smtClean="0">
                <a:solidFill>
                  <a:srgbClr val="080808"/>
                </a:solidFill>
                <a:latin typeface="宋体" charset="-122"/>
                <a:ea typeface="宋体" charset="-122"/>
              </a:rPr>
              <a:t>（过程量，准静态过程的功）</a:t>
            </a:r>
            <a:endParaRPr kumimoji="1" lang="zh-CN" altLang="en-US" sz="3600" dirty="0">
              <a:solidFill>
                <a:srgbClr val="080808"/>
              </a:solidFill>
              <a:latin typeface="宋体" charset="-122"/>
              <a:ea typeface="宋体" charset="-122"/>
            </a:endParaRPr>
          </a:p>
        </p:txBody>
      </p:sp>
    </p:spTree>
    <p:controls>
      <p:control spid="51202" name="ShockwaveFlash1" r:id="rId2" imgW="4104061" imgH="4753280"/>
    </p:controls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43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43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43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43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4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0"/>
          <p:cNvSpPr>
            <a:spLocks noChangeArrowheads="1"/>
          </p:cNvSpPr>
          <p:nvPr/>
        </p:nvSpPr>
        <p:spPr bwMode="auto">
          <a:xfrm>
            <a:off x="467544" y="276471"/>
            <a:ext cx="4097597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dirty="0" smtClean="0">
                <a:solidFill>
                  <a:srgbClr val="CC0000"/>
                </a:solidFill>
                <a:ea typeface="宋体" charset="-122"/>
              </a:rPr>
              <a:t>四、 热 </a:t>
            </a:r>
            <a:r>
              <a:rPr kumimoji="1" lang="zh-CN" altLang="en-US" dirty="0">
                <a:solidFill>
                  <a:srgbClr val="CC0000"/>
                </a:solidFill>
                <a:ea typeface="宋体" charset="-122"/>
              </a:rPr>
              <a:t>量</a:t>
            </a:r>
            <a:r>
              <a:rPr kumimoji="1" lang="zh-CN" altLang="en-US" dirty="0" smtClean="0">
                <a:solidFill>
                  <a:srgbClr val="080808"/>
                </a:solidFill>
                <a:ea typeface="宋体" charset="-122"/>
              </a:rPr>
              <a:t>（</a:t>
            </a:r>
            <a:r>
              <a:rPr kumimoji="1" lang="zh-CN" altLang="en-US" dirty="0" smtClean="0">
                <a:solidFill>
                  <a:srgbClr val="000000"/>
                </a:solidFill>
                <a:ea typeface="宋体" charset="-122"/>
              </a:rPr>
              <a:t>过程量</a:t>
            </a:r>
            <a:r>
              <a:rPr kumimoji="1" lang="zh-CN" altLang="en-US" dirty="0" smtClean="0">
                <a:solidFill>
                  <a:srgbClr val="080808"/>
                </a:solidFill>
                <a:ea typeface="宋体" charset="-122"/>
              </a:rPr>
              <a:t>）</a:t>
            </a:r>
            <a:endParaRPr kumimoji="1" lang="zh-CN" altLang="en-US" dirty="0">
              <a:solidFill>
                <a:srgbClr val="080808"/>
              </a:solidFill>
              <a:ea typeface="宋体" charset="-122"/>
            </a:endParaRPr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432048" y="1086234"/>
            <a:ext cx="8388424" cy="121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kumimoji="1" lang="zh-CN" altLang="en-US" dirty="0" smtClean="0">
                <a:solidFill>
                  <a:srgbClr val="080808"/>
                </a:solidFill>
                <a:ea typeface="宋体" charset="-122"/>
              </a:rPr>
              <a:t>        由于系</a:t>
            </a:r>
            <a:r>
              <a:rPr kumimoji="1" lang="zh-CN" altLang="en-US" dirty="0">
                <a:solidFill>
                  <a:srgbClr val="080808"/>
                </a:solidFill>
                <a:ea typeface="宋体" charset="-122"/>
              </a:rPr>
              <a:t>统和外界之间存在</a:t>
            </a:r>
            <a:r>
              <a:rPr kumimoji="1" lang="zh-CN" altLang="en-US" dirty="0">
                <a:solidFill>
                  <a:srgbClr val="0000FF"/>
                </a:solidFill>
                <a:ea typeface="宋体" charset="-122"/>
              </a:rPr>
              <a:t>温差</a:t>
            </a:r>
            <a:r>
              <a:rPr kumimoji="1" lang="zh-CN" altLang="en-US" dirty="0" smtClean="0">
                <a:solidFill>
                  <a:srgbClr val="080808"/>
                </a:solidFill>
                <a:ea typeface="宋体" charset="-122"/>
              </a:rPr>
              <a:t>而传递的能量，</a:t>
            </a:r>
            <a:r>
              <a:rPr kumimoji="1" lang="zh-CN" altLang="en-US" dirty="0" smtClean="0">
                <a:solidFill>
                  <a:srgbClr val="FF0000"/>
                </a:solidFill>
                <a:ea typeface="宋体" charset="-122"/>
              </a:rPr>
              <a:t>与具体的过程有关</a:t>
            </a:r>
            <a:r>
              <a:rPr kumimoji="1" lang="zh-CN" altLang="en-US" dirty="0" smtClean="0">
                <a:solidFill>
                  <a:srgbClr val="080808"/>
                </a:solidFill>
                <a:ea typeface="宋体" charset="-122"/>
              </a:rPr>
              <a:t>。</a:t>
            </a:r>
            <a:endParaRPr kumimoji="1" lang="en-US" altLang="zh-CN" dirty="0">
              <a:solidFill>
                <a:srgbClr val="080808"/>
              </a:solidFill>
              <a:ea typeface="宋体" charset="-122"/>
            </a:endParaRPr>
          </a:p>
        </p:txBody>
      </p:sp>
      <p:sp>
        <p:nvSpPr>
          <p:cNvPr id="26" name="Rectangle 14"/>
          <p:cNvSpPr>
            <a:spLocks noChangeArrowheads="1"/>
          </p:cNvSpPr>
          <p:nvPr/>
        </p:nvSpPr>
        <p:spPr bwMode="auto">
          <a:xfrm>
            <a:off x="1583100" y="5724255"/>
            <a:ext cx="546417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3200" dirty="0">
                <a:solidFill>
                  <a:srgbClr val="080808"/>
                </a:solidFill>
                <a:latin typeface="Times New Roman" pitchFamily="18" charset="0"/>
              </a:rPr>
              <a:t>1 cal =  4.18 J  </a:t>
            </a:r>
            <a:r>
              <a:rPr kumimoji="1" lang="zh-CN" altLang="en-US" sz="3200" dirty="0">
                <a:solidFill>
                  <a:srgbClr val="080808"/>
                </a:solidFill>
                <a:latin typeface="Times New Roman" pitchFamily="18" charset="0"/>
              </a:rPr>
              <a:t>，  </a:t>
            </a:r>
            <a:r>
              <a:rPr kumimoji="1" lang="en-US" altLang="zh-CN" sz="3200" dirty="0">
                <a:solidFill>
                  <a:srgbClr val="080808"/>
                </a:solidFill>
                <a:latin typeface="Times New Roman" pitchFamily="18" charset="0"/>
              </a:rPr>
              <a:t>1 J = 0.24</a:t>
            </a:r>
            <a:r>
              <a:rPr kumimoji="1" lang="en-US" altLang="zh-CN" sz="3200" b="1" dirty="0">
                <a:solidFill>
                  <a:srgbClr val="080808"/>
                </a:solidFill>
                <a:latin typeface="Times New Roman" pitchFamily="18" charset="0"/>
              </a:rPr>
              <a:t> </a:t>
            </a:r>
            <a:r>
              <a:rPr kumimoji="1" lang="en-US" altLang="zh-CN" sz="3200" dirty="0">
                <a:solidFill>
                  <a:srgbClr val="080808"/>
                </a:solidFill>
                <a:latin typeface="Times New Roman" pitchFamily="18" charset="0"/>
              </a:rPr>
              <a:t>cal</a:t>
            </a:r>
          </a:p>
        </p:txBody>
      </p:sp>
      <p:sp>
        <p:nvSpPr>
          <p:cNvPr id="42" name="Text Box 21"/>
          <p:cNvSpPr txBox="1">
            <a:spLocks noChangeArrowheads="1"/>
          </p:cNvSpPr>
          <p:nvPr/>
        </p:nvSpPr>
        <p:spPr bwMode="auto">
          <a:xfrm>
            <a:off x="296525" y="5237968"/>
            <a:ext cx="8819703" cy="486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spcBef>
                <a:spcPct val="50000"/>
              </a:spcBef>
            </a:pPr>
            <a:r>
              <a:rPr kumimoji="1" lang="zh-CN" altLang="en-US" dirty="0" smtClean="0">
                <a:solidFill>
                  <a:srgbClr val="CC0000"/>
                </a:solidFill>
              </a:rPr>
              <a:t>注意</a:t>
            </a:r>
            <a:r>
              <a:rPr kumimoji="1" lang="en-US" altLang="zh-CN" dirty="0" smtClean="0">
                <a:solidFill>
                  <a:srgbClr val="CC0000"/>
                </a:solidFill>
              </a:rPr>
              <a:t>: </a:t>
            </a:r>
            <a:r>
              <a:rPr kumimoji="1" lang="zh-CN" altLang="en-US" sz="3200" b="1" dirty="0" smtClean="0">
                <a:solidFill>
                  <a:srgbClr val="080808"/>
                </a:solidFill>
                <a:latin typeface="Times New Roman" pitchFamily="18" charset="0"/>
              </a:rPr>
              <a:t>做功和热传递都可以改</a:t>
            </a:r>
            <a:r>
              <a:rPr kumimoji="1" lang="zh-CN" altLang="en-US" sz="3200" b="1" dirty="0">
                <a:solidFill>
                  <a:srgbClr val="080808"/>
                </a:solidFill>
                <a:latin typeface="Times New Roman" pitchFamily="18" charset="0"/>
              </a:rPr>
              <a:t>变系统热运动状</a:t>
            </a:r>
            <a:r>
              <a:rPr kumimoji="1" lang="zh-CN" altLang="en-US" sz="3200" b="1" dirty="0" smtClean="0">
                <a:solidFill>
                  <a:srgbClr val="080808"/>
                </a:solidFill>
                <a:latin typeface="Times New Roman" pitchFamily="18" charset="0"/>
              </a:rPr>
              <a:t>态</a:t>
            </a:r>
            <a:r>
              <a:rPr kumimoji="1" lang="zh-CN" altLang="en-US" sz="3200" b="1" dirty="0" smtClean="0">
                <a:latin typeface="Times New Roman" pitchFamily="18" charset="0"/>
              </a:rPr>
              <a:t>              </a:t>
            </a:r>
            <a:endParaRPr kumimoji="1" lang="zh-CN" altLang="en-US" sz="3200" b="1" dirty="0">
              <a:solidFill>
                <a:srgbClr val="080808"/>
              </a:solidFill>
              <a:latin typeface="Times New Roman" pitchFamily="18" charset="0"/>
            </a:endParaRPr>
          </a:p>
        </p:txBody>
      </p:sp>
      <p:sp>
        <p:nvSpPr>
          <p:cNvPr id="50" name="Rectangle 4"/>
          <p:cNvSpPr>
            <a:spLocks noChangeArrowheads="1"/>
          </p:cNvSpPr>
          <p:nvPr/>
        </p:nvSpPr>
        <p:spPr bwMode="auto">
          <a:xfrm>
            <a:off x="3918375" y="2982524"/>
            <a:ext cx="1787926" cy="752811"/>
          </a:xfrm>
          <a:prstGeom prst="rect">
            <a:avLst/>
          </a:prstGeom>
          <a:solidFill>
            <a:srgbClr val="97F4FB"/>
          </a:solidFill>
          <a:ln w="1905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" name="Rectangle 5"/>
          <p:cNvSpPr>
            <a:spLocks noChangeArrowheads="1"/>
          </p:cNvSpPr>
          <p:nvPr/>
        </p:nvSpPr>
        <p:spPr bwMode="auto">
          <a:xfrm>
            <a:off x="3918375" y="3592124"/>
            <a:ext cx="1787926" cy="752811"/>
          </a:xfrm>
          <a:prstGeom prst="rect">
            <a:avLst/>
          </a:prstGeom>
          <a:solidFill>
            <a:srgbClr val="FFCCFF"/>
          </a:solidFill>
          <a:ln w="1905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52" name="Object 6"/>
          <p:cNvGraphicFramePr>
            <a:graphicFrameLocks noChangeAspect="1"/>
          </p:cNvGraphicFramePr>
          <p:nvPr/>
        </p:nvGraphicFramePr>
        <p:xfrm>
          <a:off x="4223174" y="2982525"/>
          <a:ext cx="421197" cy="601960"/>
        </p:xfrm>
        <a:graphic>
          <a:graphicData uri="http://schemas.openxmlformats.org/presentationml/2006/ole">
            <p:oleObj spid="_x0000_s52243" name="公式" r:id="rId4" imgW="203024" imgH="317225" progId="Equation.3">
              <p:embed/>
            </p:oleObj>
          </a:graphicData>
        </a:graphic>
      </p:graphicFrame>
      <p:graphicFrame>
        <p:nvGraphicFramePr>
          <p:cNvPr id="53" name="Object 7"/>
          <p:cNvGraphicFramePr>
            <a:graphicFrameLocks noChangeAspect="1"/>
          </p:cNvGraphicFramePr>
          <p:nvPr/>
        </p:nvGraphicFramePr>
        <p:xfrm>
          <a:off x="4223175" y="3682135"/>
          <a:ext cx="477356" cy="601960"/>
        </p:xfrm>
        <a:graphic>
          <a:graphicData uri="http://schemas.openxmlformats.org/presentationml/2006/ole">
            <p:oleObj spid="_x0000_s52244" name="公式" r:id="rId5" imgW="228501" imgH="317362" progId="Equation.3">
              <p:embed/>
            </p:oleObj>
          </a:graphicData>
        </a:graphic>
      </p:graphicFrame>
      <p:graphicFrame>
        <p:nvGraphicFramePr>
          <p:cNvPr id="5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4210079362"/>
              </p:ext>
            </p:extLst>
          </p:nvPr>
        </p:nvGraphicFramePr>
        <p:xfrm>
          <a:off x="2546775" y="3509541"/>
          <a:ext cx="1154110" cy="639539"/>
        </p:xfrm>
        <a:graphic>
          <a:graphicData uri="http://schemas.openxmlformats.org/presentationml/2006/ole">
            <p:oleObj spid="_x0000_s52245" name="Equation" r:id="rId6" imgW="431640" imgH="228600" progId="Equation.DSMT4">
              <p:embed/>
            </p:oleObj>
          </a:graphicData>
        </a:graphic>
      </p:graphicFrame>
      <p:sp>
        <p:nvSpPr>
          <p:cNvPr id="55" name="Rectangle 9"/>
          <p:cNvSpPr>
            <a:spLocks noChangeArrowheads="1"/>
          </p:cNvSpPr>
          <p:nvPr/>
        </p:nvSpPr>
        <p:spPr bwMode="auto">
          <a:xfrm>
            <a:off x="3918375" y="2982525"/>
            <a:ext cx="1787926" cy="1505622"/>
          </a:xfrm>
          <a:prstGeom prst="rect">
            <a:avLst/>
          </a:prstGeom>
          <a:noFill/>
          <a:ln w="28575">
            <a:solidFill>
              <a:srgbClr val="996633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56" name="Group 12"/>
          <p:cNvGrpSpPr>
            <a:grpSpLocks/>
          </p:cNvGrpSpPr>
          <p:nvPr/>
        </p:nvGrpSpPr>
        <p:grpSpPr bwMode="auto">
          <a:xfrm>
            <a:off x="4942525" y="3068960"/>
            <a:ext cx="664590" cy="1035115"/>
            <a:chOff x="4704" y="1152"/>
            <a:chExt cx="339" cy="528"/>
          </a:xfrm>
        </p:grpSpPr>
        <p:sp>
          <p:nvSpPr>
            <p:cNvPr id="57" name="AutoShape 13"/>
            <p:cNvSpPr>
              <a:spLocks noChangeArrowheads="1"/>
            </p:cNvSpPr>
            <p:nvPr/>
          </p:nvSpPr>
          <p:spPr bwMode="auto">
            <a:xfrm>
              <a:off x="4704" y="1248"/>
              <a:ext cx="96" cy="432"/>
            </a:xfrm>
            <a:prstGeom prst="upArrow">
              <a:avLst>
                <a:gd name="adj1" fmla="val 50000"/>
                <a:gd name="adj2" fmla="val 112500"/>
              </a:avLst>
            </a:prstGeom>
            <a:solidFill>
              <a:srgbClr val="FF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eaVert" wrap="none" anchor="ctr"/>
            <a:lstStyle/>
            <a:p>
              <a:endParaRPr lang="zh-CN" altLang="en-US"/>
            </a:p>
          </p:txBody>
        </p:sp>
        <p:graphicFrame>
          <p:nvGraphicFramePr>
            <p:cNvPr id="58" name="Object 14"/>
            <p:cNvGraphicFramePr>
              <a:graphicFrameLocks noChangeAspect="1"/>
            </p:cNvGraphicFramePr>
            <p:nvPr/>
          </p:nvGraphicFramePr>
          <p:xfrm>
            <a:off x="4800" y="1152"/>
            <a:ext cx="243" cy="281"/>
          </p:xfrm>
          <a:graphic>
            <a:graphicData uri="http://schemas.openxmlformats.org/presentationml/2006/ole">
              <p:oleObj spid="_x0000_s52246" name="公式" r:id="rId7" imgW="4381556" imgH="5600664" progId="Equation.3">
                <p:embed/>
              </p:oleObj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utoUpdateAnimBg="0"/>
      <p:bldP spid="42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0"/>
          <p:cNvSpPr>
            <a:spLocks noChangeArrowheads="1"/>
          </p:cNvSpPr>
          <p:nvPr/>
        </p:nvSpPr>
        <p:spPr bwMode="auto">
          <a:xfrm>
            <a:off x="467544" y="348689"/>
            <a:ext cx="4734526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dirty="0" smtClean="0">
                <a:solidFill>
                  <a:srgbClr val="CC0000"/>
                </a:solidFill>
                <a:ea typeface="宋体" charset="-122"/>
              </a:rPr>
              <a:t>五、内能</a:t>
            </a:r>
            <a:r>
              <a:rPr kumimoji="1" lang="zh-CN" altLang="en-US" dirty="0" smtClean="0">
                <a:solidFill>
                  <a:srgbClr val="080808"/>
                </a:solidFill>
                <a:ea typeface="宋体" charset="-122"/>
              </a:rPr>
              <a:t>（状态</a:t>
            </a:r>
            <a:r>
              <a:rPr kumimoji="1" lang="zh-CN" altLang="en-US" dirty="0" smtClean="0">
                <a:solidFill>
                  <a:srgbClr val="000000"/>
                </a:solidFill>
                <a:ea typeface="宋体" charset="-122"/>
              </a:rPr>
              <a:t>量</a:t>
            </a:r>
            <a:r>
              <a:rPr kumimoji="1" lang="zh-CN" altLang="en-US" dirty="0" smtClean="0">
                <a:solidFill>
                  <a:srgbClr val="080808"/>
                </a:solidFill>
                <a:ea typeface="宋体" charset="-122"/>
              </a:rPr>
              <a:t>）</a:t>
            </a:r>
            <a:endParaRPr kumimoji="1" lang="zh-CN" altLang="en-US" dirty="0">
              <a:solidFill>
                <a:srgbClr val="080808"/>
              </a:solidFill>
              <a:ea typeface="宋体" charset="-122"/>
            </a:endParaRPr>
          </a:p>
        </p:txBody>
      </p:sp>
      <p:graphicFrame>
        <p:nvGraphicFramePr>
          <p:cNvPr id="88067" name="Object 3"/>
          <p:cNvGraphicFramePr>
            <a:graphicFrameLocks noChangeAspect="1"/>
          </p:cNvGraphicFramePr>
          <p:nvPr/>
        </p:nvGraphicFramePr>
        <p:xfrm>
          <a:off x="1961710" y="2357074"/>
          <a:ext cx="3955053" cy="1008280"/>
        </p:xfrm>
        <a:graphic>
          <a:graphicData uri="http://schemas.openxmlformats.org/presentationml/2006/ole">
            <p:oleObj spid="_x0000_s88067" name="Equation" r:id="rId3" imgW="1409400" imgH="393480" progId="Equation.DSMT4">
              <p:embed/>
            </p:oleObj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01570" y="1096934"/>
            <a:ext cx="8055895" cy="1217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 smtClean="0"/>
              <a:t>         理想气体内能 仅是</a:t>
            </a:r>
            <a:r>
              <a:rPr lang="zh-CN" altLang="en-US" dirty="0" smtClean="0">
                <a:solidFill>
                  <a:srgbClr val="0000FF"/>
                </a:solidFill>
              </a:rPr>
              <a:t>温度</a:t>
            </a:r>
            <a:r>
              <a:rPr lang="zh-CN" altLang="en-US" dirty="0" smtClean="0"/>
              <a:t>的函数 ，是表征系统</a:t>
            </a:r>
            <a:r>
              <a:rPr lang="zh-CN" altLang="en-US" dirty="0" smtClean="0">
                <a:solidFill>
                  <a:srgbClr val="0000FF"/>
                </a:solidFill>
              </a:rPr>
              <a:t>状态</a:t>
            </a:r>
            <a:r>
              <a:rPr lang="zh-CN" altLang="en-US" dirty="0" smtClean="0"/>
              <a:t>的物理量。</a:t>
            </a:r>
            <a:endParaRPr lang="zh-CN" altLang="en-US" sz="3000" dirty="0"/>
          </a:p>
        </p:txBody>
      </p:sp>
      <p:grpSp>
        <p:nvGrpSpPr>
          <p:cNvPr id="7" name="组合 6"/>
          <p:cNvGrpSpPr/>
          <p:nvPr/>
        </p:nvGrpSpPr>
        <p:grpSpPr>
          <a:xfrm>
            <a:off x="656565" y="3572209"/>
            <a:ext cx="8055895" cy="2512086"/>
            <a:chOff x="656565" y="3572209"/>
            <a:chExt cx="8055895" cy="2512086"/>
          </a:xfrm>
        </p:grpSpPr>
        <p:graphicFrame>
          <p:nvGraphicFramePr>
            <p:cNvPr id="3" name="Object 41"/>
            <p:cNvGraphicFramePr>
              <a:graphicFrameLocks noChangeAspect="1"/>
            </p:cNvGraphicFramePr>
            <p:nvPr/>
          </p:nvGraphicFramePr>
          <p:xfrm>
            <a:off x="1871699" y="5038513"/>
            <a:ext cx="5400601" cy="1045782"/>
          </p:xfrm>
          <a:graphic>
            <a:graphicData uri="http://schemas.openxmlformats.org/presentationml/2006/ole">
              <p:oleObj spid="_x0000_s88066" name="Equation" r:id="rId4" imgW="1699200" imgH="309960" progId="Equation.DSMT4">
                <p:embed/>
              </p:oleObj>
            </a:graphicData>
          </a:graphic>
        </p:graphicFrame>
        <p:sp>
          <p:nvSpPr>
            <p:cNvPr id="11" name="TextBox 10"/>
            <p:cNvSpPr txBox="1"/>
            <p:nvPr/>
          </p:nvSpPr>
          <p:spPr>
            <a:xfrm>
              <a:off x="656565" y="3572209"/>
              <a:ext cx="8055895" cy="12176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dirty="0" smtClean="0"/>
                <a:t>系统内能的</a:t>
              </a:r>
              <a:r>
                <a:rPr lang="zh-CN" altLang="en-US" dirty="0" smtClean="0">
                  <a:solidFill>
                    <a:srgbClr val="0000FF"/>
                  </a:solidFill>
                </a:rPr>
                <a:t>增量</a:t>
              </a:r>
              <a:r>
                <a:rPr lang="zh-CN" altLang="en-US" dirty="0" smtClean="0"/>
                <a:t>只与系统起始和终了状态有关，与系统所经历的过程无关。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BF25E500-6AC4-48F1-8E3F-3FADC5A6D4FC}" type="slidenum">
              <a:rPr lang="en-US" altLang="zh-CN" smtClean="0"/>
              <a:pPr/>
              <a:t>8</a:t>
            </a:fld>
            <a:endParaRPr lang="en-US" altLang="zh-CN" smtClean="0"/>
          </a:p>
        </p:txBody>
      </p:sp>
      <p:sp>
        <p:nvSpPr>
          <p:cNvPr id="9220" name="Rectangle 183"/>
          <p:cNvSpPr>
            <a:spLocks noChangeArrowheads="1"/>
          </p:cNvSpPr>
          <p:nvPr/>
        </p:nvSpPr>
        <p:spPr bwMode="auto">
          <a:xfrm>
            <a:off x="971550" y="740960"/>
            <a:ext cx="5991225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r>
              <a:rPr lang="zh-CN" altLang="en-US" dirty="0">
                <a:latin typeface="宋体" pitchFamily="2" charset="-122"/>
              </a:rPr>
              <a:t>一、热力学第一定律 </a:t>
            </a:r>
            <a:r>
              <a:rPr lang="en-US" altLang="zh-CN" dirty="0">
                <a:latin typeface="宋体" pitchFamily="2" charset="-122"/>
              </a:rPr>
              <a:t>(</a:t>
            </a:r>
            <a:r>
              <a:rPr lang="zh-CN" altLang="en-US" dirty="0">
                <a:latin typeface="宋体" pitchFamily="2" charset="-122"/>
              </a:rPr>
              <a:t>重点）</a:t>
            </a:r>
          </a:p>
        </p:txBody>
      </p:sp>
      <p:graphicFrame>
        <p:nvGraphicFramePr>
          <p:cNvPr id="114872" name="Object 184"/>
          <p:cNvGraphicFramePr>
            <a:graphicFrameLocks noChangeAspect="1"/>
          </p:cNvGraphicFramePr>
          <p:nvPr/>
        </p:nvGraphicFramePr>
        <p:xfrm>
          <a:off x="2186735" y="2483895"/>
          <a:ext cx="4950551" cy="691496"/>
        </p:xfrm>
        <a:graphic>
          <a:graphicData uri="http://schemas.openxmlformats.org/presentationml/2006/ole">
            <p:oleObj spid="_x0000_s9218" name="公式" r:id="rId3" imgW="1777680" imgH="253800" progId="Equation.DSMT4">
              <p:embed/>
            </p:oleObj>
          </a:graphicData>
        </a:graphic>
      </p:graphicFrame>
      <p:sp>
        <p:nvSpPr>
          <p:cNvPr id="114873" name="Rectangle 185"/>
          <p:cNvSpPr>
            <a:spLocks noChangeArrowheads="1"/>
          </p:cNvSpPr>
          <p:nvPr/>
        </p:nvSpPr>
        <p:spPr bwMode="auto">
          <a:xfrm>
            <a:off x="770752" y="1358770"/>
            <a:ext cx="7986713" cy="10769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dirty="0">
                <a:solidFill>
                  <a:srgbClr val="CC0000"/>
                </a:solidFill>
              </a:rPr>
              <a:t>        </a:t>
            </a:r>
            <a:r>
              <a:rPr lang="zh-CN" altLang="en-US" sz="2800" dirty="0">
                <a:solidFill>
                  <a:srgbClr val="CC0000"/>
                </a:solidFill>
              </a:rPr>
              <a:t>系统从外界吸收的热量，一部分使系统内能增加，另一部分使系统对外作功。</a:t>
            </a:r>
          </a:p>
        </p:txBody>
      </p:sp>
      <p:sp>
        <p:nvSpPr>
          <p:cNvPr id="114902" name="AutoShape 214"/>
          <p:cNvSpPr>
            <a:spLocks noChangeArrowheads="1"/>
          </p:cNvSpPr>
          <p:nvPr/>
        </p:nvSpPr>
        <p:spPr bwMode="auto">
          <a:xfrm>
            <a:off x="250825" y="683695"/>
            <a:ext cx="576263" cy="576263"/>
          </a:xfrm>
          <a:prstGeom prst="star5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/>
          </a:extLst>
        </p:spPr>
        <p:txBody>
          <a:bodyPr wrap="none" anchor="ctr"/>
          <a:lstStyle/>
          <a:p>
            <a:pPr eaLnBrk="1" hangingPunct="1">
              <a:defRPr/>
            </a:pPr>
            <a:endParaRPr lang="zh-CN" altLang="en-US"/>
          </a:p>
        </p:txBody>
      </p:sp>
      <p:sp>
        <p:nvSpPr>
          <p:cNvPr id="9246" name="TextBox 6"/>
          <p:cNvSpPr txBox="1">
            <a:spLocks noChangeArrowheads="1"/>
          </p:cNvSpPr>
          <p:nvPr/>
        </p:nvSpPr>
        <p:spPr bwMode="auto">
          <a:xfrm>
            <a:off x="900113" y="53625"/>
            <a:ext cx="7127875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dirty="0"/>
              <a:t>§6-2</a:t>
            </a:r>
            <a:r>
              <a:rPr lang="zh-CN" altLang="en-US" dirty="0"/>
              <a:t>热力学第一定律及应用</a:t>
            </a:r>
          </a:p>
        </p:txBody>
      </p:sp>
      <p:grpSp>
        <p:nvGrpSpPr>
          <p:cNvPr id="29" name="组合 28"/>
          <p:cNvGrpSpPr/>
          <p:nvPr/>
        </p:nvGrpSpPr>
        <p:grpSpPr>
          <a:xfrm>
            <a:off x="801470" y="4104075"/>
            <a:ext cx="8001000" cy="2503875"/>
            <a:chOff x="801470" y="3834045"/>
            <a:chExt cx="8001000" cy="2503875"/>
          </a:xfrm>
        </p:grpSpPr>
        <p:grpSp>
          <p:nvGrpSpPr>
            <p:cNvPr id="10" name="Group 28"/>
            <p:cNvGrpSpPr>
              <a:grpSpLocks/>
            </p:cNvGrpSpPr>
            <p:nvPr/>
          </p:nvGrpSpPr>
          <p:grpSpPr bwMode="auto">
            <a:xfrm>
              <a:off x="801470" y="4509120"/>
              <a:ext cx="8001000" cy="1828800"/>
              <a:chOff x="336" y="2272"/>
              <a:chExt cx="5040" cy="1152"/>
            </a:xfrm>
          </p:grpSpPr>
          <p:sp>
            <p:nvSpPr>
              <p:cNvPr id="11" name="Rectangle 9"/>
              <p:cNvSpPr>
                <a:spLocks noChangeArrowheads="1"/>
              </p:cNvSpPr>
              <p:nvPr/>
            </p:nvSpPr>
            <p:spPr bwMode="auto">
              <a:xfrm>
                <a:off x="336" y="2272"/>
                <a:ext cx="4848" cy="1152"/>
              </a:xfrm>
              <a:prstGeom prst="rect">
                <a:avLst/>
              </a:prstGeom>
              <a:noFill/>
              <a:ln w="19050">
                <a:solidFill>
                  <a:srgbClr val="0000FF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2" name="Line 10"/>
              <p:cNvSpPr>
                <a:spLocks noChangeShapeType="1"/>
              </p:cNvSpPr>
              <p:nvPr/>
            </p:nvSpPr>
            <p:spPr bwMode="auto">
              <a:xfrm>
                <a:off x="336" y="2656"/>
                <a:ext cx="4848" cy="0"/>
              </a:xfrm>
              <a:prstGeom prst="line">
                <a:avLst/>
              </a:prstGeom>
              <a:noFill/>
              <a:ln w="9525">
                <a:solidFill>
                  <a:srgbClr val="54547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3" name="Line 11"/>
              <p:cNvSpPr>
                <a:spLocks noChangeShapeType="1"/>
              </p:cNvSpPr>
              <p:nvPr/>
            </p:nvSpPr>
            <p:spPr bwMode="auto">
              <a:xfrm>
                <a:off x="336" y="3088"/>
                <a:ext cx="4848" cy="0"/>
              </a:xfrm>
              <a:prstGeom prst="line">
                <a:avLst/>
              </a:prstGeom>
              <a:noFill/>
              <a:ln w="9525">
                <a:solidFill>
                  <a:srgbClr val="54547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4" name="Line 12"/>
              <p:cNvSpPr>
                <a:spLocks noChangeShapeType="1"/>
              </p:cNvSpPr>
              <p:nvPr/>
            </p:nvSpPr>
            <p:spPr bwMode="auto">
              <a:xfrm>
                <a:off x="3360" y="2272"/>
                <a:ext cx="0" cy="1152"/>
              </a:xfrm>
              <a:prstGeom prst="line">
                <a:avLst/>
              </a:prstGeom>
              <a:noFill/>
              <a:ln w="19050">
                <a:solidFill>
                  <a:srgbClr val="6600CC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5" name="Text Box 13"/>
              <p:cNvSpPr txBox="1">
                <a:spLocks noChangeArrowheads="1"/>
              </p:cNvSpPr>
              <p:nvPr/>
            </p:nvSpPr>
            <p:spPr bwMode="auto">
              <a:xfrm>
                <a:off x="492" y="2656"/>
                <a:ext cx="298" cy="44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4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itchFamily="18" charset="0"/>
                  </a:rPr>
                  <a:t>+</a:t>
                </a:r>
              </a:p>
            </p:txBody>
          </p:sp>
          <p:graphicFrame>
            <p:nvGraphicFramePr>
              <p:cNvPr id="16" name="Object 15"/>
              <p:cNvGraphicFramePr>
                <a:graphicFrameLocks noChangeAspect="1"/>
              </p:cNvGraphicFramePr>
              <p:nvPr/>
            </p:nvGraphicFramePr>
            <p:xfrm>
              <a:off x="2493" y="2317"/>
              <a:ext cx="482" cy="301"/>
            </p:xfrm>
            <a:graphic>
              <a:graphicData uri="http://schemas.openxmlformats.org/presentationml/2006/ole">
                <p:oleObj spid="_x0000_s9219" name="Equation" r:id="rId4" imgW="241091" imgH="164957" progId="Equation.DSMT4">
                  <p:embed/>
                </p:oleObj>
              </a:graphicData>
            </a:graphic>
          </p:graphicFrame>
          <p:sp>
            <p:nvSpPr>
              <p:cNvPr id="17" name="Text Box 16"/>
              <p:cNvSpPr txBox="1">
                <a:spLocks noChangeArrowheads="1"/>
              </p:cNvSpPr>
              <p:nvPr/>
            </p:nvSpPr>
            <p:spPr bwMode="auto">
              <a:xfrm>
                <a:off x="1008" y="2752"/>
                <a:ext cx="1430" cy="32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800" b="1" i="0" u="none" strike="noStrike" kern="0" cap="none" spc="0" normalizeH="0" baseline="0" noProof="0">
                    <a:ln>
                      <a:noFill/>
                    </a:ln>
                    <a:solidFill>
                      <a:srgbClr val="040000"/>
                    </a:solidFill>
                    <a:effectLst/>
                    <a:uLnTx/>
                    <a:uFillTx/>
                    <a:latin typeface="Times New Roman" pitchFamily="18" charset="0"/>
                  </a:rPr>
                  <a:t>系统吸热</a:t>
                </a:r>
              </a:p>
            </p:txBody>
          </p:sp>
          <p:sp>
            <p:nvSpPr>
              <p:cNvPr id="18" name="Text Box 17"/>
              <p:cNvSpPr txBox="1">
                <a:spLocks noChangeArrowheads="1"/>
              </p:cNvSpPr>
              <p:nvPr/>
            </p:nvSpPr>
            <p:spPr bwMode="auto">
              <a:xfrm>
                <a:off x="1008" y="3088"/>
                <a:ext cx="1526" cy="32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800" b="1" i="0" u="none" strike="noStrike" kern="0" cap="none" spc="0" normalizeH="0" baseline="0" noProof="0">
                    <a:ln>
                      <a:noFill/>
                    </a:ln>
                    <a:solidFill>
                      <a:srgbClr val="040000"/>
                    </a:solidFill>
                    <a:effectLst/>
                    <a:uLnTx/>
                    <a:uFillTx/>
                    <a:latin typeface="Times New Roman" pitchFamily="18" charset="0"/>
                  </a:rPr>
                  <a:t>系统放热</a:t>
                </a:r>
              </a:p>
            </p:txBody>
          </p:sp>
          <p:sp>
            <p:nvSpPr>
              <p:cNvPr id="19" name="Text Box 18"/>
              <p:cNvSpPr txBox="1">
                <a:spLocks noChangeArrowheads="1"/>
              </p:cNvSpPr>
              <p:nvPr/>
            </p:nvSpPr>
            <p:spPr bwMode="auto">
              <a:xfrm>
                <a:off x="2208" y="2752"/>
                <a:ext cx="1283" cy="32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800" b="1" i="0" u="none" strike="noStrike" kern="0" cap="none" spc="0" normalizeH="0" baseline="0" noProof="0">
                    <a:ln>
                      <a:noFill/>
                    </a:ln>
                    <a:solidFill>
                      <a:srgbClr val="040000"/>
                    </a:solidFill>
                    <a:effectLst/>
                    <a:uLnTx/>
                    <a:uFillTx/>
                    <a:latin typeface="Times New Roman" pitchFamily="18" charset="0"/>
                  </a:rPr>
                  <a:t>内能增加</a:t>
                </a:r>
              </a:p>
            </p:txBody>
          </p:sp>
          <p:sp>
            <p:nvSpPr>
              <p:cNvPr id="20" name="Text Box 19"/>
              <p:cNvSpPr txBox="1">
                <a:spLocks noChangeArrowheads="1"/>
              </p:cNvSpPr>
              <p:nvPr/>
            </p:nvSpPr>
            <p:spPr bwMode="auto">
              <a:xfrm>
                <a:off x="2221" y="3088"/>
                <a:ext cx="1331" cy="32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800" b="1" i="0" u="none" strike="noStrike" kern="0" cap="none" spc="0" normalizeH="0" baseline="0" noProof="0">
                    <a:ln>
                      <a:noFill/>
                    </a:ln>
                    <a:solidFill>
                      <a:srgbClr val="040000"/>
                    </a:solidFill>
                    <a:effectLst/>
                    <a:uLnTx/>
                    <a:uFillTx/>
                    <a:latin typeface="Times New Roman" pitchFamily="18" charset="0"/>
                  </a:rPr>
                  <a:t>内能减少</a:t>
                </a:r>
              </a:p>
            </p:txBody>
          </p:sp>
          <p:sp>
            <p:nvSpPr>
              <p:cNvPr id="21" name="Text Box 20"/>
              <p:cNvSpPr txBox="1">
                <a:spLocks noChangeArrowheads="1"/>
              </p:cNvSpPr>
              <p:nvPr/>
            </p:nvSpPr>
            <p:spPr bwMode="auto">
              <a:xfrm>
                <a:off x="3408" y="2752"/>
                <a:ext cx="1968" cy="32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itchFamily="18" charset="0"/>
                  </a:rPr>
                  <a:t>系统</a:t>
                </a:r>
                <a:r>
                  <a:rPr kumimoji="0" lang="zh-CN" altLang="en-US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40000"/>
                    </a:solidFill>
                    <a:effectLst/>
                    <a:uLnTx/>
                    <a:uFillTx/>
                    <a:latin typeface="Times New Roman" pitchFamily="18" charset="0"/>
                  </a:rPr>
                  <a:t>对</a:t>
                </a:r>
                <a:r>
                  <a:rPr kumimoji="0" lang="zh-CN" altLang="en-US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itchFamily="18" charset="0"/>
                  </a:rPr>
                  <a:t>外界</a:t>
                </a:r>
                <a:r>
                  <a:rPr kumimoji="0" lang="zh-CN" altLang="en-US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40000"/>
                    </a:solidFill>
                    <a:effectLst/>
                    <a:uLnTx/>
                    <a:uFillTx/>
                    <a:latin typeface="Times New Roman" pitchFamily="18" charset="0"/>
                  </a:rPr>
                  <a:t>作功</a:t>
                </a:r>
              </a:p>
            </p:txBody>
          </p:sp>
          <p:sp>
            <p:nvSpPr>
              <p:cNvPr id="22" name="Rectangle 21"/>
              <p:cNvSpPr>
                <a:spLocks noChangeArrowheads="1"/>
              </p:cNvSpPr>
              <p:nvPr/>
            </p:nvSpPr>
            <p:spPr bwMode="auto">
              <a:xfrm>
                <a:off x="3408" y="3088"/>
                <a:ext cx="1920" cy="32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3333FF"/>
                    </a:solidFill>
                    <a:effectLst/>
                    <a:uLnTx/>
                    <a:uFillTx/>
                    <a:latin typeface="Times New Roman" pitchFamily="18" charset="0"/>
                  </a:rPr>
                  <a:t>外界</a:t>
                </a:r>
                <a:r>
                  <a:rPr kumimoji="0" lang="zh-CN" altLang="en-US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40000"/>
                    </a:solidFill>
                    <a:effectLst/>
                    <a:uLnTx/>
                    <a:uFillTx/>
                    <a:latin typeface="Times New Roman" pitchFamily="18" charset="0"/>
                  </a:rPr>
                  <a:t>对</a:t>
                </a:r>
                <a:r>
                  <a:rPr kumimoji="0" lang="zh-CN" altLang="en-US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3333FF"/>
                    </a:solidFill>
                    <a:effectLst/>
                    <a:uLnTx/>
                    <a:uFillTx/>
                    <a:latin typeface="Times New Roman" pitchFamily="18" charset="0"/>
                  </a:rPr>
                  <a:t>系统</a:t>
                </a:r>
                <a:r>
                  <a:rPr kumimoji="0" lang="zh-CN" altLang="en-US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40000"/>
                    </a:solidFill>
                    <a:effectLst/>
                    <a:uLnTx/>
                    <a:uFillTx/>
                    <a:latin typeface="Times New Roman" pitchFamily="18" charset="0"/>
                  </a:rPr>
                  <a:t>作功</a:t>
                </a:r>
              </a:p>
            </p:txBody>
          </p:sp>
          <p:sp>
            <p:nvSpPr>
              <p:cNvPr id="23" name="Line 22"/>
              <p:cNvSpPr>
                <a:spLocks noChangeShapeType="1"/>
              </p:cNvSpPr>
              <p:nvPr/>
            </p:nvSpPr>
            <p:spPr bwMode="auto">
              <a:xfrm>
                <a:off x="2108" y="2272"/>
                <a:ext cx="0" cy="1152"/>
              </a:xfrm>
              <a:prstGeom prst="line">
                <a:avLst/>
              </a:prstGeom>
              <a:noFill/>
              <a:ln w="19050">
                <a:solidFill>
                  <a:srgbClr val="6600CC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4" name="Line 23"/>
              <p:cNvSpPr>
                <a:spLocks noChangeShapeType="1"/>
              </p:cNvSpPr>
              <p:nvPr/>
            </p:nvSpPr>
            <p:spPr bwMode="auto">
              <a:xfrm>
                <a:off x="962" y="2272"/>
                <a:ext cx="0" cy="1152"/>
              </a:xfrm>
              <a:prstGeom prst="line">
                <a:avLst/>
              </a:prstGeom>
              <a:noFill/>
              <a:ln w="19050">
                <a:solidFill>
                  <a:srgbClr val="6600CC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graphicFrame>
            <p:nvGraphicFramePr>
              <p:cNvPr id="25" name="Object 24"/>
              <p:cNvGraphicFramePr>
                <a:graphicFrameLocks noChangeAspect="1"/>
              </p:cNvGraphicFramePr>
              <p:nvPr/>
            </p:nvGraphicFramePr>
            <p:xfrm>
              <a:off x="1402" y="2297"/>
              <a:ext cx="257" cy="344"/>
            </p:xfrm>
            <a:graphic>
              <a:graphicData uri="http://schemas.openxmlformats.org/presentationml/2006/ole">
                <p:oleObj spid="_x0000_s9220" name="Equation" r:id="rId5" imgW="152268" imgH="203024" progId="Equation.3">
                  <p:embed/>
                </p:oleObj>
              </a:graphicData>
            </a:graphic>
          </p:graphicFrame>
          <p:graphicFrame>
            <p:nvGraphicFramePr>
              <p:cNvPr id="26" name="Object 25"/>
              <p:cNvGraphicFramePr>
                <a:graphicFrameLocks noChangeAspect="1"/>
              </p:cNvGraphicFramePr>
              <p:nvPr/>
            </p:nvGraphicFramePr>
            <p:xfrm>
              <a:off x="4040" y="2324"/>
              <a:ext cx="292" cy="292"/>
            </p:xfrm>
            <a:graphic>
              <a:graphicData uri="http://schemas.openxmlformats.org/presentationml/2006/ole">
                <p:oleObj spid="_x0000_s9221" name="Equation" r:id="rId6" imgW="177492" imgH="177492" progId="Equation.3">
                  <p:embed/>
                </p:oleObj>
              </a:graphicData>
            </a:graphic>
          </p:graphicFrame>
          <p:graphicFrame>
            <p:nvGraphicFramePr>
              <p:cNvPr id="27" name="Object 27"/>
              <p:cNvGraphicFramePr>
                <a:graphicFrameLocks noChangeAspect="1"/>
              </p:cNvGraphicFramePr>
              <p:nvPr/>
            </p:nvGraphicFramePr>
            <p:xfrm>
              <a:off x="501" y="3083"/>
              <a:ext cx="240" cy="323"/>
            </p:xfrm>
            <a:graphic>
              <a:graphicData uri="http://schemas.openxmlformats.org/presentationml/2006/ole">
                <p:oleObj spid="_x0000_s9222" name="Equation" r:id="rId7" imgW="139639" imgH="101556" progId="Equation.DSMT4">
                  <p:embed/>
                </p:oleObj>
              </a:graphicData>
            </a:graphic>
          </p:graphicFrame>
        </p:grpSp>
        <p:sp>
          <p:nvSpPr>
            <p:cNvPr id="28" name="Rectangle 5"/>
            <p:cNvSpPr>
              <a:spLocks noChangeArrowheads="1"/>
            </p:cNvSpPr>
            <p:nvPr/>
          </p:nvSpPr>
          <p:spPr bwMode="auto">
            <a:xfrm>
              <a:off x="2231740" y="3834045"/>
              <a:ext cx="4608512" cy="584775"/>
            </a:xfrm>
            <a:prstGeom prst="rect">
              <a:avLst/>
            </a:prstGeom>
            <a:gradFill>
              <a:gsLst>
                <a:gs pos="0">
                  <a:schemeClr val="tx2">
                    <a:lumMod val="12000"/>
                    <a:lumOff val="88000"/>
                  </a:schemeClr>
                </a:gs>
                <a:gs pos="58000">
                  <a:schemeClr val="bg1"/>
                </a:gs>
                <a:gs pos="100000">
                  <a:schemeClr val="tx2">
                    <a:lumMod val="14000"/>
                    <a:lumOff val="86000"/>
                  </a:schemeClr>
                </a:gs>
              </a:gsLst>
              <a:lin ang="5400000" scaled="0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3200" b="1" dirty="0"/>
                <a:t>第一定律的符号规定</a:t>
              </a:r>
            </a:p>
          </p:txBody>
        </p:sp>
      </p:grpSp>
      <p:graphicFrame>
        <p:nvGraphicFramePr>
          <p:cNvPr id="30" name="Object 184"/>
          <p:cNvGraphicFramePr>
            <a:graphicFrameLocks noChangeAspect="1"/>
          </p:cNvGraphicFramePr>
          <p:nvPr/>
        </p:nvGraphicFramePr>
        <p:xfrm>
          <a:off x="2197643" y="3293985"/>
          <a:ext cx="4219562" cy="566989"/>
        </p:xfrm>
        <a:graphic>
          <a:graphicData uri="http://schemas.openxmlformats.org/presentationml/2006/ole">
            <p:oleObj spid="_x0000_s9223" name="公式" r:id="rId8" imgW="1574640" imgH="215640" progId="Equation.DSMT4">
              <p:embed/>
            </p:oleObj>
          </a:graphicData>
        </a:graphic>
      </p:graphicFrame>
    </p:spTree>
  </p:cSld>
  <p:clrMapOvr>
    <a:masterClrMapping/>
  </p:clrMapOvr>
  <p:transition spd="slow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4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14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873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D366623F-10AC-4134-961E-DE47FE7E16EB}" type="slidenum">
              <a:rPr lang="en-US" altLang="zh-CN" smtClean="0"/>
              <a:pPr/>
              <a:t>9</a:t>
            </a:fld>
            <a:endParaRPr lang="en-US" altLang="zh-CN" smtClean="0"/>
          </a:p>
        </p:txBody>
      </p:sp>
      <p:sp>
        <p:nvSpPr>
          <p:cNvPr id="6" name="Text Box 9"/>
          <p:cNvSpPr txBox="1">
            <a:spLocks noChangeArrowheads="1"/>
          </p:cNvSpPr>
          <p:nvPr/>
        </p:nvSpPr>
        <p:spPr bwMode="auto">
          <a:xfrm>
            <a:off x="1241630" y="98630"/>
            <a:ext cx="6984776" cy="15858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514350" indent="-514350" fontAlgn="auto">
              <a:lnSpc>
                <a:spcPct val="120000"/>
              </a:lnSpc>
              <a:spcBef>
                <a:spcPct val="50000"/>
              </a:spcBef>
              <a:spcAft>
                <a:spcPts val="0"/>
              </a:spcAft>
              <a:defRPr/>
            </a:pPr>
            <a:r>
              <a:rPr kumimoji="1" lang="en-US" altLang="zh-CN" sz="2800" b="1" kern="0" dirty="0" smtClean="0">
                <a:solidFill>
                  <a:srgbClr val="000000"/>
                </a:solidFill>
                <a:latin typeface="Tahoma" pitchFamily="34" charset="0"/>
                <a:ea typeface="宋体" pitchFamily="2" charset="-122"/>
              </a:rPr>
              <a:t>     1.</a:t>
            </a:r>
            <a:r>
              <a:rPr kumimoji="1" lang="zh-CN" altLang="en-US" sz="2800" b="1" kern="0" dirty="0" smtClean="0">
                <a:solidFill>
                  <a:srgbClr val="000000"/>
                </a:solidFill>
                <a:latin typeface="Tahoma" pitchFamily="34" charset="0"/>
                <a:ea typeface="宋体" pitchFamily="2" charset="-122"/>
              </a:rPr>
              <a:t>能量转换和守恒定律</a:t>
            </a:r>
            <a:r>
              <a:rPr kumimoji="1" lang="en-US" altLang="zh-CN" sz="2800" b="1" kern="0" dirty="0" smtClean="0">
                <a:solidFill>
                  <a:srgbClr val="000000"/>
                </a:solidFill>
                <a:latin typeface="Tahoma" pitchFamily="34" charset="0"/>
                <a:ea typeface="宋体" pitchFamily="2" charset="-122"/>
              </a:rPr>
              <a:t>.</a:t>
            </a:r>
            <a:br>
              <a:rPr kumimoji="1" lang="en-US" altLang="zh-CN" sz="2800" b="1" kern="0" dirty="0" smtClean="0">
                <a:solidFill>
                  <a:srgbClr val="000000"/>
                </a:solidFill>
                <a:latin typeface="Tahoma" pitchFamily="34" charset="0"/>
                <a:ea typeface="宋体" pitchFamily="2" charset="-122"/>
              </a:rPr>
            </a:br>
            <a:r>
              <a:rPr kumimoji="1" lang="en-US" altLang="zh-CN" sz="2800" b="1" kern="0" dirty="0" smtClean="0">
                <a:solidFill>
                  <a:srgbClr val="000000"/>
                </a:solidFill>
                <a:latin typeface="Tahoma" pitchFamily="34" charset="0"/>
                <a:ea typeface="宋体" pitchFamily="2" charset="-122"/>
              </a:rPr>
              <a:t>2.</a:t>
            </a:r>
            <a:r>
              <a:rPr kumimoji="1" lang="zh-CN" altLang="en-US" sz="2800" b="1" kern="0" dirty="0" smtClean="0">
                <a:solidFill>
                  <a:srgbClr val="0000FF"/>
                </a:solidFill>
                <a:latin typeface="Tahoma" pitchFamily="34" charset="0"/>
                <a:ea typeface="宋体" pitchFamily="2" charset="-122"/>
              </a:rPr>
              <a:t>第一类永动机</a:t>
            </a:r>
            <a:r>
              <a:rPr kumimoji="1" lang="zh-CN" altLang="en-US" sz="2800" b="1" kern="0" dirty="0" smtClean="0">
                <a:solidFill>
                  <a:srgbClr val="000000"/>
                </a:solidFill>
                <a:latin typeface="Tahoma" pitchFamily="34" charset="0"/>
                <a:ea typeface="宋体" pitchFamily="2" charset="-122"/>
              </a:rPr>
              <a:t>是不可能制成的</a:t>
            </a:r>
            <a:r>
              <a:rPr kumimoji="1" lang="en-US" altLang="zh-CN" sz="2800" b="1" kern="0" dirty="0" smtClean="0">
                <a:solidFill>
                  <a:srgbClr val="000000"/>
                </a:solidFill>
                <a:latin typeface="Tahoma" pitchFamily="34" charset="0"/>
                <a:ea typeface="宋体" pitchFamily="2" charset="-122"/>
              </a:rPr>
              <a:t>.</a:t>
            </a:r>
            <a:br>
              <a:rPr kumimoji="1" lang="en-US" altLang="zh-CN" sz="2800" b="1" kern="0" dirty="0" smtClean="0">
                <a:solidFill>
                  <a:srgbClr val="000000"/>
                </a:solidFill>
                <a:latin typeface="Tahoma" pitchFamily="34" charset="0"/>
                <a:ea typeface="宋体" pitchFamily="2" charset="-122"/>
              </a:rPr>
            </a:br>
            <a:r>
              <a:rPr kumimoji="1" lang="en-US" altLang="zh-CN" sz="2800" b="1" kern="0" dirty="0" smtClean="0">
                <a:solidFill>
                  <a:srgbClr val="000000"/>
                </a:solidFill>
                <a:latin typeface="Tahoma" pitchFamily="34" charset="0"/>
                <a:ea typeface="宋体" pitchFamily="2" charset="-122"/>
              </a:rPr>
              <a:t>3. </a:t>
            </a:r>
            <a:r>
              <a:rPr kumimoji="1" lang="zh-CN" altLang="en-US" sz="2800" b="1" kern="0" dirty="0" smtClean="0">
                <a:solidFill>
                  <a:srgbClr val="000000"/>
                </a:solidFill>
                <a:latin typeface="Tahoma" pitchFamily="34" charset="0"/>
                <a:ea typeface="宋体" pitchFamily="2" charset="-122"/>
              </a:rPr>
              <a:t>实验经验总结，自然界的普遍规律</a:t>
            </a:r>
            <a:r>
              <a:rPr kumimoji="1" lang="en-US" altLang="zh-CN" sz="2800" b="1" kern="0" dirty="0" smtClean="0">
                <a:solidFill>
                  <a:srgbClr val="000000"/>
                </a:solidFill>
                <a:latin typeface="Tahoma" pitchFamily="34" charset="0"/>
                <a:ea typeface="宋体" pitchFamily="2" charset="-122"/>
              </a:rPr>
              <a:t>.</a:t>
            </a:r>
          </a:p>
        </p:txBody>
      </p:sp>
      <p:sp>
        <p:nvSpPr>
          <p:cNvPr id="7" name="竖卷形 6"/>
          <p:cNvSpPr/>
          <p:nvPr/>
        </p:nvSpPr>
        <p:spPr>
          <a:xfrm>
            <a:off x="521550" y="98630"/>
            <a:ext cx="864096" cy="2304256"/>
          </a:xfrm>
          <a:prstGeom prst="verticalScroll">
            <a:avLst/>
          </a:prstGeom>
          <a:solidFill>
            <a:srgbClr val="F9E7F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 smtClean="0">
                <a:solidFill>
                  <a:schemeClr val="tx1"/>
                </a:solidFill>
              </a:rPr>
              <a:t>物理意义</a:t>
            </a:r>
            <a:endParaRPr lang="zh-CN" altLang="en-US" sz="2800" b="1" dirty="0">
              <a:solidFill>
                <a:schemeClr val="tx1"/>
              </a:solidFill>
            </a:endParaRPr>
          </a:p>
        </p:txBody>
      </p:sp>
    </p:spTree>
    <p:controls>
      <p:control spid="86017" name="ShockwaveFlash1" r:id="rId2" imgW="7110076" imgH="4905628"/>
    </p:controls>
  </p:cSld>
  <p:clrMapOvr>
    <a:masterClrMapping/>
  </p:clrMapOvr>
  <p:transition spd="slow">
    <p:dissolv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A4C6198B-16E6-4CF3-B30F-0743CDFC246D}" type="slidenum">
              <a:rPr lang="en-US" altLang="zh-CN" smtClean="0"/>
              <a:pPr/>
              <a:t>10</a:t>
            </a:fld>
            <a:endParaRPr lang="en-US" altLang="zh-CN" smtClean="0"/>
          </a:p>
        </p:txBody>
      </p:sp>
      <p:sp>
        <p:nvSpPr>
          <p:cNvPr id="15" name="左大括号 14"/>
          <p:cNvSpPr/>
          <p:nvPr/>
        </p:nvSpPr>
        <p:spPr bwMode="auto">
          <a:xfrm>
            <a:off x="3224132" y="1509955"/>
            <a:ext cx="259817" cy="2879725"/>
          </a:xfrm>
          <a:prstGeom prst="leftBrace">
            <a:avLst>
              <a:gd name="adj1" fmla="val 133467"/>
              <a:gd name="adj2" fmla="val 50000"/>
            </a:avLst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/>
          </a:extLst>
        </p:spPr>
        <p:txBody>
          <a:bodyPr/>
          <a:lstStyle/>
          <a:p>
            <a:pPr eaLnBrk="1" hangingPunct="1">
              <a:defRPr/>
            </a:pPr>
            <a:endParaRPr lang="zh-CN" altLang="en-US" sz="2800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3495895" y="1419945"/>
            <a:ext cx="216758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/>
              <a:t>1</a:t>
            </a:r>
            <a:r>
              <a:rPr lang="zh-CN" altLang="en-US" sz="2800"/>
              <a:t>、等体过程</a:t>
            </a:r>
          </a:p>
        </p:txBody>
      </p:sp>
      <p:sp>
        <p:nvSpPr>
          <p:cNvPr id="17" name="TextBox 16"/>
          <p:cNvSpPr txBox="1">
            <a:spLocks noChangeArrowheads="1"/>
          </p:cNvSpPr>
          <p:nvPr/>
        </p:nvSpPr>
        <p:spPr bwMode="auto">
          <a:xfrm>
            <a:off x="3494307" y="2260262"/>
            <a:ext cx="216758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/>
              <a:t>2</a:t>
            </a:r>
            <a:r>
              <a:rPr lang="zh-CN" altLang="en-US" sz="2800"/>
              <a:t>、等压过程</a:t>
            </a:r>
          </a:p>
        </p:txBody>
      </p:sp>
      <p:sp>
        <p:nvSpPr>
          <p:cNvPr id="18" name="TextBox 17"/>
          <p:cNvSpPr txBox="1">
            <a:spLocks noChangeArrowheads="1"/>
          </p:cNvSpPr>
          <p:nvPr/>
        </p:nvSpPr>
        <p:spPr bwMode="auto">
          <a:xfrm>
            <a:off x="3495895" y="3100579"/>
            <a:ext cx="216758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/>
              <a:t>3</a:t>
            </a:r>
            <a:r>
              <a:rPr lang="zh-CN" altLang="en-US" sz="2800"/>
              <a:t>、等温过程</a:t>
            </a:r>
          </a:p>
        </p:txBody>
      </p:sp>
      <p:sp>
        <p:nvSpPr>
          <p:cNvPr id="19" name="TextBox 18"/>
          <p:cNvSpPr txBox="1">
            <a:spLocks noChangeArrowheads="1"/>
          </p:cNvSpPr>
          <p:nvPr/>
        </p:nvSpPr>
        <p:spPr bwMode="auto">
          <a:xfrm>
            <a:off x="3495895" y="3940895"/>
            <a:ext cx="216758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 dirty="0"/>
              <a:t>4</a:t>
            </a:r>
            <a:r>
              <a:rPr lang="zh-CN" altLang="en-US" sz="2800" dirty="0"/>
              <a:t>、绝热过程</a:t>
            </a:r>
          </a:p>
        </p:txBody>
      </p:sp>
      <p:sp>
        <p:nvSpPr>
          <p:cNvPr id="20" name="TextBox 19"/>
          <p:cNvSpPr txBox="1">
            <a:spLocks noChangeArrowheads="1"/>
          </p:cNvSpPr>
          <p:nvPr/>
        </p:nvSpPr>
        <p:spPr bwMode="auto">
          <a:xfrm>
            <a:off x="909478" y="4824155"/>
            <a:ext cx="7487947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rgbClr val="0000FF"/>
                </a:solidFill>
              </a:rPr>
              <a:t>         需</a:t>
            </a:r>
            <a:r>
              <a:rPr lang="zh-CN" altLang="en-US" sz="2800" dirty="0">
                <a:solidFill>
                  <a:srgbClr val="0000FF"/>
                </a:solidFill>
              </a:rPr>
              <a:t>要掌握具体过程中，宏观量怎么变？</a:t>
            </a:r>
            <a:endParaRPr lang="en-US" altLang="zh-CN" sz="2800" dirty="0">
              <a:solidFill>
                <a:srgbClr val="0000FF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>
                <a:solidFill>
                  <a:srgbClr val="0000FF"/>
                </a:solidFill>
              </a:rPr>
              <a:t> </a:t>
            </a:r>
            <a:r>
              <a:rPr lang="zh-CN" altLang="en-US" sz="2800" dirty="0">
                <a:solidFill>
                  <a:srgbClr val="0000FF"/>
                </a:solidFill>
              </a:rPr>
              <a:t>做功多少？吸（放）热多少？内能改变多少？</a:t>
            </a:r>
          </a:p>
        </p:txBody>
      </p:sp>
      <p:sp>
        <p:nvSpPr>
          <p:cNvPr id="21" name="TextBox 6"/>
          <p:cNvSpPr txBox="1">
            <a:spLocks noChangeArrowheads="1"/>
          </p:cNvSpPr>
          <p:nvPr/>
        </p:nvSpPr>
        <p:spPr bwMode="auto">
          <a:xfrm>
            <a:off x="926595" y="278650"/>
            <a:ext cx="7127875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dirty="0" smtClean="0"/>
              <a:t>二、热</a:t>
            </a:r>
            <a:r>
              <a:rPr lang="zh-CN" altLang="en-US" dirty="0"/>
              <a:t>力学第一定</a:t>
            </a:r>
            <a:r>
              <a:rPr lang="zh-CN" altLang="en-US" dirty="0" smtClean="0"/>
              <a:t>律的应</a:t>
            </a:r>
            <a:r>
              <a:rPr lang="zh-CN" altLang="en-US" dirty="0"/>
              <a:t>用</a:t>
            </a:r>
          </a:p>
        </p:txBody>
      </p:sp>
    </p:spTree>
  </p:cSld>
  <p:clrMapOvr>
    <a:masterClrMapping/>
  </p:clrMapOvr>
  <p:transition spd="slow">
    <p:dissolv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2" name="Text Box 2"/>
          <p:cNvSpPr txBox="1">
            <a:spLocks noChangeArrowheads="1"/>
          </p:cNvSpPr>
          <p:nvPr/>
        </p:nvSpPr>
        <p:spPr bwMode="auto">
          <a:xfrm>
            <a:off x="476544" y="413665"/>
            <a:ext cx="7245805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dirty="0" smtClean="0">
                <a:solidFill>
                  <a:srgbClr val="CC0000"/>
                </a:solidFill>
                <a:ea typeface="宋体" charset="-122"/>
              </a:rPr>
              <a:t>一、   </a:t>
            </a:r>
            <a:r>
              <a:rPr kumimoji="1" lang="zh-CN" altLang="en-US" dirty="0">
                <a:solidFill>
                  <a:srgbClr val="CC0000"/>
                </a:solidFill>
                <a:ea typeface="宋体" charset="-122"/>
              </a:rPr>
              <a:t>等体过程  </a:t>
            </a:r>
            <a:r>
              <a:rPr kumimoji="1" lang="zh-CN" altLang="en-US" dirty="0">
                <a:solidFill>
                  <a:srgbClr val="CC0000"/>
                </a:solidFill>
                <a:latin typeface="Arial" charset="0"/>
                <a:ea typeface="宋体" charset="-122"/>
              </a:rPr>
              <a:t>摩尔</a:t>
            </a:r>
            <a:r>
              <a:rPr kumimoji="1" lang="zh-CN" altLang="en-US" dirty="0">
                <a:solidFill>
                  <a:srgbClr val="CC0000"/>
                </a:solidFill>
                <a:ea typeface="宋体" charset="-122"/>
              </a:rPr>
              <a:t>定体热容</a:t>
            </a:r>
          </a:p>
        </p:txBody>
      </p:sp>
      <p:graphicFrame>
        <p:nvGraphicFramePr>
          <p:cNvPr id="5734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1490318237"/>
              </p:ext>
            </p:extLst>
          </p:nvPr>
        </p:nvGraphicFramePr>
        <p:xfrm>
          <a:off x="971600" y="3573373"/>
          <a:ext cx="3213100" cy="620712"/>
        </p:xfrm>
        <a:graphic>
          <a:graphicData uri="http://schemas.openxmlformats.org/presentationml/2006/ole">
            <p:oleObj spid="_x0000_s104450" name="公式" r:id="rId3" imgW="1231366" imgH="215806" progId="Equation.3">
              <p:embed/>
            </p:oleObj>
          </a:graphicData>
        </a:graphic>
      </p:graphicFrame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584448" y="4421808"/>
            <a:ext cx="4419600" cy="1831976"/>
            <a:chOff x="550" y="2449"/>
            <a:chExt cx="2784" cy="1154"/>
          </a:xfrm>
        </p:grpSpPr>
        <p:sp>
          <p:nvSpPr>
            <p:cNvPr id="12316" name="Text Box 5"/>
            <p:cNvSpPr txBox="1">
              <a:spLocks noChangeArrowheads="1"/>
            </p:cNvSpPr>
            <p:nvPr/>
          </p:nvSpPr>
          <p:spPr bwMode="auto">
            <a:xfrm>
              <a:off x="550" y="2449"/>
              <a:ext cx="2784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1" lang="zh-CN" altLang="en-US" dirty="0" smtClean="0">
                  <a:solidFill>
                    <a:srgbClr val="000000"/>
                  </a:solidFill>
                  <a:ea typeface="宋体" charset="-122"/>
                </a:rPr>
                <a:t>热</a:t>
              </a:r>
              <a:r>
                <a:rPr kumimoji="1" lang="zh-CN" altLang="en-US" dirty="0">
                  <a:solidFill>
                    <a:srgbClr val="000000"/>
                  </a:solidFill>
                  <a:ea typeface="宋体" charset="-122"/>
                </a:rPr>
                <a:t>力学第一定</a:t>
              </a:r>
              <a:r>
                <a:rPr kumimoji="1" lang="zh-CN" altLang="en-US" dirty="0" smtClean="0">
                  <a:solidFill>
                    <a:srgbClr val="000000"/>
                  </a:solidFill>
                  <a:ea typeface="宋体" charset="-122"/>
                </a:rPr>
                <a:t>律：</a:t>
              </a:r>
              <a:endParaRPr kumimoji="1" lang="zh-CN" altLang="en-US" dirty="0">
                <a:solidFill>
                  <a:srgbClr val="000000"/>
                </a:solidFill>
                <a:ea typeface="宋体" charset="-122"/>
              </a:endParaRPr>
            </a:p>
          </p:txBody>
        </p:sp>
        <p:graphicFrame>
          <p:nvGraphicFramePr>
            <p:cNvPr id="12301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="" xmlns:p14="http://schemas.microsoft.com/office/powerpoint/2010/main" val="3078585382"/>
                </p:ext>
              </p:extLst>
            </p:nvPr>
          </p:nvGraphicFramePr>
          <p:xfrm>
            <a:off x="709" y="2901"/>
            <a:ext cx="975" cy="702"/>
          </p:xfrm>
          <a:graphic>
            <a:graphicData uri="http://schemas.openxmlformats.org/presentationml/2006/ole">
              <p:oleObj spid="_x0000_s104451" name="Equation" r:id="rId4" imgW="634680" imgH="457200" progId="Equation.DSMT4">
                <p:embed/>
              </p:oleObj>
            </a:graphicData>
          </a:graphic>
        </p:graphicFrame>
      </p:grp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1128142" y="1403775"/>
            <a:ext cx="4019550" cy="579438"/>
            <a:chOff x="720" y="720"/>
            <a:chExt cx="2160" cy="365"/>
          </a:xfrm>
        </p:grpSpPr>
        <p:sp>
          <p:nvSpPr>
            <p:cNvPr id="12315" name="Text Box 8"/>
            <p:cNvSpPr txBox="1">
              <a:spLocks noChangeArrowheads="1"/>
            </p:cNvSpPr>
            <p:nvPr/>
          </p:nvSpPr>
          <p:spPr bwMode="auto">
            <a:xfrm>
              <a:off x="720" y="720"/>
              <a:ext cx="2160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1" lang="zh-CN" altLang="en-US" dirty="0" smtClean="0">
                  <a:solidFill>
                    <a:srgbClr val="000000"/>
                  </a:solidFill>
                  <a:ea typeface="宋体" charset="-122"/>
                </a:rPr>
                <a:t>特征              </a:t>
              </a:r>
              <a:r>
                <a:rPr kumimoji="1" lang="zh-CN" altLang="en-US" dirty="0" smtClean="0">
                  <a:solidFill>
                    <a:srgbClr val="0000FF"/>
                  </a:solidFill>
                  <a:ea typeface="宋体" charset="-122"/>
                </a:rPr>
                <a:t>常</a:t>
              </a:r>
              <a:r>
                <a:rPr kumimoji="1" lang="zh-CN" altLang="en-US" dirty="0">
                  <a:solidFill>
                    <a:srgbClr val="0000FF"/>
                  </a:solidFill>
                  <a:ea typeface="宋体" charset="-122"/>
                </a:rPr>
                <a:t>量</a:t>
              </a:r>
            </a:p>
          </p:txBody>
        </p:sp>
        <p:graphicFrame>
          <p:nvGraphicFramePr>
            <p:cNvPr id="12300" name="Object 9"/>
            <p:cNvGraphicFramePr>
              <a:graphicFrameLocks noChangeAspect="1"/>
            </p:cNvGraphicFramePr>
            <p:nvPr/>
          </p:nvGraphicFramePr>
          <p:xfrm>
            <a:off x="1526" y="754"/>
            <a:ext cx="456" cy="284"/>
          </p:xfrm>
          <a:graphic>
            <a:graphicData uri="http://schemas.openxmlformats.org/presentationml/2006/ole">
              <p:oleObj spid="_x0000_s104452" name="Equation" r:id="rId5" imgW="266353" imgH="164885" progId="Equation.DSMT4">
                <p:embed/>
              </p:oleObj>
            </a:graphicData>
          </a:graphic>
        </p:graphicFrame>
      </p:grpSp>
      <p:sp>
        <p:nvSpPr>
          <p:cNvPr id="12305" name="Rectangle 11"/>
          <p:cNvSpPr>
            <a:spLocks noChangeArrowheads="1"/>
          </p:cNvSpPr>
          <p:nvPr/>
        </p:nvSpPr>
        <p:spPr bwMode="auto">
          <a:xfrm>
            <a:off x="5147692" y="3129880"/>
            <a:ext cx="3429000" cy="28194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 sz="1800" b="0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  <p:sp>
        <p:nvSpPr>
          <p:cNvPr id="12306" name="Line 12"/>
          <p:cNvSpPr>
            <a:spLocks noChangeShapeType="1"/>
          </p:cNvSpPr>
          <p:nvPr/>
        </p:nvSpPr>
        <p:spPr bwMode="auto">
          <a:xfrm>
            <a:off x="5757292" y="5492080"/>
            <a:ext cx="2667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sm" len="lg"/>
          </a:ln>
        </p:spPr>
        <p:txBody>
          <a:bodyPr wrap="none" anchor="ctr"/>
          <a:lstStyle/>
          <a:p>
            <a:pPr eaLnBrk="1" hangingPunct="1"/>
            <a:endParaRPr lang="zh-CN" altLang="en-US" sz="1800" b="0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  <p:sp>
        <p:nvSpPr>
          <p:cNvPr id="12307" name="Line 13"/>
          <p:cNvSpPr>
            <a:spLocks noChangeShapeType="1"/>
          </p:cNvSpPr>
          <p:nvPr/>
        </p:nvSpPr>
        <p:spPr bwMode="auto">
          <a:xfrm flipV="1">
            <a:off x="5757292" y="3282280"/>
            <a:ext cx="0" cy="2209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sm" len="lg"/>
          </a:ln>
        </p:spPr>
        <p:txBody>
          <a:bodyPr wrap="none" anchor="ctr"/>
          <a:lstStyle/>
          <a:p>
            <a:pPr eaLnBrk="1" hangingPunct="1"/>
            <a:endParaRPr lang="zh-CN" altLang="en-US" sz="1800" b="0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  <p:graphicFrame>
        <p:nvGraphicFramePr>
          <p:cNvPr id="12291" name="Object 14"/>
          <p:cNvGraphicFramePr>
            <a:graphicFrameLocks noChangeAspect="1"/>
          </p:cNvGraphicFramePr>
          <p:nvPr/>
        </p:nvGraphicFramePr>
        <p:xfrm>
          <a:off x="7092380" y="4796755"/>
          <a:ext cx="1147762" cy="398462"/>
        </p:xfrm>
        <a:graphic>
          <a:graphicData uri="http://schemas.openxmlformats.org/presentationml/2006/ole">
            <p:oleObj spid="_x0000_s104453" name="公式" r:id="rId6" imgW="609336" imgH="215806" progId="Equation.3">
              <p:embed/>
            </p:oleObj>
          </a:graphicData>
        </a:graphic>
      </p:graphicFrame>
      <p:graphicFrame>
        <p:nvGraphicFramePr>
          <p:cNvPr id="12292" name="Object 15"/>
          <p:cNvGraphicFramePr>
            <a:graphicFrameLocks noChangeAspect="1"/>
          </p:cNvGraphicFramePr>
          <p:nvPr/>
        </p:nvGraphicFramePr>
        <p:xfrm>
          <a:off x="7092380" y="3572792"/>
          <a:ext cx="1074737" cy="400050"/>
        </p:xfrm>
        <a:graphic>
          <a:graphicData uri="http://schemas.openxmlformats.org/presentationml/2006/ole">
            <p:oleObj spid="_x0000_s104454" name="公式" r:id="rId7" imgW="647419" imgH="215806" progId="Equation.3">
              <p:embed/>
            </p:oleObj>
          </a:graphicData>
        </a:graphic>
      </p:graphicFrame>
      <p:sp>
        <p:nvSpPr>
          <p:cNvPr id="12308" name="Line 16"/>
          <p:cNvSpPr>
            <a:spLocks noChangeShapeType="1"/>
          </p:cNvSpPr>
          <p:nvPr/>
        </p:nvSpPr>
        <p:spPr bwMode="auto">
          <a:xfrm>
            <a:off x="6824092" y="389188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 sz="1800" b="0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  <p:sp>
        <p:nvSpPr>
          <p:cNvPr id="12309" name="Line 17"/>
          <p:cNvSpPr>
            <a:spLocks noChangeShapeType="1"/>
          </p:cNvSpPr>
          <p:nvPr/>
        </p:nvSpPr>
        <p:spPr bwMode="auto">
          <a:xfrm flipH="1">
            <a:off x="5757292" y="381568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 sz="1800" b="0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  <p:graphicFrame>
        <p:nvGraphicFramePr>
          <p:cNvPr id="12293" name="Object 18"/>
          <p:cNvGraphicFramePr>
            <a:graphicFrameLocks noChangeAspect="1"/>
          </p:cNvGraphicFramePr>
          <p:nvPr/>
        </p:nvGraphicFramePr>
        <p:xfrm>
          <a:off x="5341367" y="3587080"/>
          <a:ext cx="385763" cy="417512"/>
        </p:xfrm>
        <a:graphic>
          <a:graphicData uri="http://schemas.openxmlformats.org/presentationml/2006/ole">
            <p:oleObj spid="_x0000_s104455" name="Equation" r:id="rId8" imgW="291847" imgH="317225" progId="Equation.3">
              <p:embed/>
            </p:oleObj>
          </a:graphicData>
        </a:graphic>
      </p:graphicFrame>
      <p:graphicFrame>
        <p:nvGraphicFramePr>
          <p:cNvPr id="12294" name="Object 19"/>
          <p:cNvGraphicFramePr>
            <a:graphicFrameLocks noChangeAspect="1"/>
          </p:cNvGraphicFramePr>
          <p:nvPr/>
        </p:nvGraphicFramePr>
        <p:xfrm>
          <a:off x="5309617" y="4730080"/>
          <a:ext cx="420688" cy="427037"/>
        </p:xfrm>
        <a:graphic>
          <a:graphicData uri="http://schemas.openxmlformats.org/presentationml/2006/ole">
            <p:oleObj spid="_x0000_s104456" name="Equation" r:id="rId9" imgW="266353" imgH="317087" progId="Equation.3">
              <p:embed/>
            </p:oleObj>
          </a:graphicData>
        </a:graphic>
      </p:graphicFrame>
      <p:graphicFrame>
        <p:nvGraphicFramePr>
          <p:cNvPr id="12295" name="Object 20"/>
          <p:cNvGraphicFramePr>
            <a:graphicFrameLocks noChangeAspect="1"/>
          </p:cNvGraphicFramePr>
          <p:nvPr/>
        </p:nvGraphicFramePr>
        <p:xfrm>
          <a:off x="6671692" y="5492080"/>
          <a:ext cx="330200" cy="384175"/>
        </p:xfrm>
        <a:graphic>
          <a:graphicData uri="http://schemas.openxmlformats.org/presentationml/2006/ole">
            <p:oleObj spid="_x0000_s104457" name="公式" r:id="rId10" imgW="152202" imgH="177569" progId="Equation.3">
              <p:embed/>
            </p:oleObj>
          </a:graphicData>
        </a:graphic>
      </p:graphicFrame>
      <p:sp>
        <p:nvSpPr>
          <p:cNvPr id="12310" name="Line 21"/>
          <p:cNvSpPr>
            <a:spLocks noChangeShapeType="1"/>
          </p:cNvSpPr>
          <p:nvPr/>
        </p:nvSpPr>
        <p:spPr bwMode="auto">
          <a:xfrm>
            <a:off x="5757292" y="503488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 sz="1800" b="0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  <p:sp>
        <p:nvSpPr>
          <p:cNvPr id="12311" name="Line 22"/>
          <p:cNvSpPr>
            <a:spLocks noChangeShapeType="1"/>
          </p:cNvSpPr>
          <p:nvPr/>
        </p:nvSpPr>
        <p:spPr bwMode="auto">
          <a:xfrm>
            <a:off x="6824092" y="3815680"/>
            <a:ext cx="0" cy="121920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 sz="1800" b="0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  <p:sp>
        <p:nvSpPr>
          <p:cNvPr id="12312" name="Line 23"/>
          <p:cNvSpPr>
            <a:spLocks noChangeShapeType="1"/>
          </p:cNvSpPr>
          <p:nvPr/>
        </p:nvSpPr>
        <p:spPr bwMode="auto">
          <a:xfrm flipV="1">
            <a:off x="6824092" y="4139530"/>
            <a:ext cx="0" cy="1524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sm" len="lg"/>
          </a:ln>
        </p:spPr>
        <p:txBody>
          <a:bodyPr wrap="none" anchor="ctr"/>
          <a:lstStyle/>
          <a:p>
            <a:pPr eaLnBrk="1" hangingPunct="1"/>
            <a:endParaRPr lang="zh-CN" altLang="en-US" sz="1800" b="0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  <p:graphicFrame>
        <p:nvGraphicFramePr>
          <p:cNvPr id="12296" name="Object 24"/>
          <p:cNvGraphicFramePr>
            <a:graphicFrameLocks noChangeAspect="1"/>
          </p:cNvGraphicFramePr>
          <p:nvPr/>
        </p:nvGraphicFramePr>
        <p:xfrm>
          <a:off x="5400105" y="3140992"/>
          <a:ext cx="301625" cy="358775"/>
        </p:xfrm>
        <a:graphic>
          <a:graphicData uri="http://schemas.openxmlformats.org/presentationml/2006/ole">
            <p:oleObj spid="_x0000_s104458" name="Equation" r:id="rId11" imgW="203112" imgH="241195" progId="Equation.3">
              <p:embed/>
            </p:oleObj>
          </a:graphicData>
        </a:graphic>
      </p:graphicFrame>
      <p:graphicFrame>
        <p:nvGraphicFramePr>
          <p:cNvPr id="12297" name="Object 25"/>
          <p:cNvGraphicFramePr>
            <a:graphicFrameLocks noChangeAspect="1"/>
          </p:cNvGraphicFramePr>
          <p:nvPr/>
        </p:nvGraphicFramePr>
        <p:xfrm>
          <a:off x="8171880" y="5563517"/>
          <a:ext cx="274637" cy="307975"/>
        </p:xfrm>
        <a:graphic>
          <a:graphicData uri="http://schemas.openxmlformats.org/presentationml/2006/ole">
            <p:oleObj spid="_x0000_s104459" name="Equation" r:id="rId12" imgW="215713" imgH="241091" progId="Equation.3">
              <p:embed/>
            </p:oleObj>
          </a:graphicData>
        </a:graphic>
      </p:graphicFrame>
      <p:graphicFrame>
        <p:nvGraphicFramePr>
          <p:cNvPr id="12298" name="Object 26"/>
          <p:cNvGraphicFramePr>
            <a:graphicFrameLocks noChangeAspect="1"/>
          </p:cNvGraphicFramePr>
          <p:nvPr/>
        </p:nvGraphicFramePr>
        <p:xfrm>
          <a:off x="5650930" y="5517480"/>
          <a:ext cx="271462" cy="312737"/>
        </p:xfrm>
        <a:graphic>
          <a:graphicData uri="http://schemas.openxmlformats.org/presentationml/2006/ole">
            <p:oleObj spid="_x0000_s104460" name="Equation" r:id="rId13" imgW="164957" imgH="190335" progId="Equation.3">
              <p:embed/>
            </p:oleObj>
          </a:graphicData>
        </a:graphic>
      </p:graphicFrame>
      <p:grpSp>
        <p:nvGrpSpPr>
          <p:cNvPr id="4" name="Group 31"/>
          <p:cNvGrpSpPr>
            <a:grpSpLocks/>
          </p:cNvGrpSpPr>
          <p:nvPr/>
        </p:nvGrpSpPr>
        <p:grpSpPr bwMode="auto">
          <a:xfrm>
            <a:off x="323281" y="2123456"/>
            <a:ext cx="4570412" cy="1223963"/>
            <a:chOff x="249" y="1247"/>
            <a:chExt cx="2879" cy="771"/>
          </a:xfrm>
        </p:grpSpPr>
        <p:sp>
          <p:nvSpPr>
            <p:cNvPr id="12314" name="Text Box 28"/>
            <p:cNvSpPr txBox="1">
              <a:spLocks noChangeArrowheads="1"/>
            </p:cNvSpPr>
            <p:nvPr/>
          </p:nvSpPr>
          <p:spPr bwMode="auto">
            <a:xfrm>
              <a:off x="249" y="1452"/>
              <a:ext cx="2879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1" lang="zh-CN" altLang="en-US" dirty="0">
                  <a:solidFill>
                    <a:srgbClr val="000000"/>
                  </a:solidFill>
                  <a:ea typeface="宋体" charset="-122"/>
                </a:rPr>
                <a:t>过程方程              </a:t>
              </a:r>
              <a:r>
                <a:rPr kumimoji="1" lang="zh-CN" altLang="en-US" dirty="0" smtClean="0">
                  <a:solidFill>
                    <a:srgbClr val="000000"/>
                  </a:solidFill>
                  <a:ea typeface="宋体" charset="-122"/>
                </a:rPr>
                <a:t>常</a:t>
              </a:r>
              <a:r>
                <a:rPr kumimoji="1" lang="zh-CN" altLang="en-US" dirty="0">
                  <a:solidFill>
                    <a:srgbClr val="000000"/>
                  </a:solidFill>
                  <a:ea typeface="宋体" charset="-122"/>
                </a:rPr>
                <a:t>量</a:t>
              </a:r>
            </a:p>
          </p:txBody>
        </p:sp>
        <p:graphicFrame>
          <p:nvGraphicFramePr>
            <p:cNvPr id="12299" name="Object 29"/>
            <p:cNvGraphicFramePr>
              <a:graphicFrameLocks noChangeAspect="1"/>
            </p:cNvGraphicFramePr>
            <p:nvPr/>
          </p:nvGraphicFramePr>
          <p:xfrm>
            <a:off x="1650" y="1247"/>
            <a:ext cx="571" cy="771"/>
          </p:xfrm>
          <a:graphic>
            <a:graphicData uri="http://schemas.openxmlformats.org/presentationml/2006/ole">
              <p:oleObj spid="_x0000_s104461" name="Equation" r:id="rId14" imgW="291960" imgH="393480" progId="Equation.DSMT4">
                <p:embed/>
              </p:oleObj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7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1" name="Text Box 6"/>
          <p:cNvSpPr txBox="1">
            <a:spLocks noChangeArrowheads="1"/>
          </p:cNvSpPr>
          <p:nvPr/>
        </p:nvSpPr>
        <p:spPr bwMode="auto">
          <a:xfrm>
            <a:off x="669553" y="8620"/>
            <a:ext cx="7862887" cy="18651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kumimoji="1" lang="en-US" altLang="zh-CN" dirty="0">
                <a:solidFill>
                  <a:srgbClr val="CC0000"/>
                </a:solidFill>
                <a:latin typeface="Arial" charset="0"/>
                <a:ea typeface="宋体" charset="-122"/>
              </a:rPr>
              <a:t>       </a:t>
            </a:r>
            <a:r>
              <a:rPr kumimoji="1" lang="zh-CN" altLang="en-US" dirty="0">
                <a:solidFill>
                  <a:srgbClr val="CC0000"/>
                </a:solidFill>
                <a:latin typeface="Arial" charset="0"/>
                <a:ea typeface="宋体" charset="-122"/>
              </a:rPr>
              <a:t>摩尔</a:t>
            </a:r>
            <a:r>
              <a:rPr kumimoji="1" lang="zh-CN" altLang="en-US" dirty="0" smtClean="0">
                <a:solidFill>
                  <a:srgbClr val="CC0000"/>
                </a:solidFill>
                <a:ea typeface="宋体" charset="-122"/>
              </a:rPr>
              <a:t>定容热</a:t>
            </a:r>
            <a:r>
              <a:rPr kumimoji="1" lang="zh-CN" altLang="en-US" dirty="0">
                <a:solidFill>
                  <a:srgbClr val="CC0000"/>
                </a:solidFill>
                <a:ea typeface="宋体" charset="-122"/>
              </a:rPr>
              <a:t>容</a:t>
            </a:r>
            <a:r>
              <a:rPr kumimoji="1" lang="en-US" altLang="zh-CN" dirty="0">
                <a:solidFill>
                  <a:srgbClr val="CC0000"/>
                </a:solidFill>
                <a:ea typeface="宋体" charset="-122"/>
              </a:rPr>
              <a:t>:</a:t>
            </a:r>
            <a:r>
              <a:rPr kumimoji="1" lang="en-US" altLang="zh-CN" dirty="0">
                <a:solidFill>
                  <a:srgbClr val="000000"/>
                </a:solidFill>
                <a:ea typeface="宋体" charset="-122"/>
              </a:rPr>
              <a:t>            </a:t>
            </a:r>
            <a:r>
              <a:rPr kumimoji="1" lang="zh-CN" altLang="en-US" dirty="0">
                <a:solidFill>
                  <a:srgbClr val="000000"/>
                </a:solidFill>
                <a:ea typeface="宋体" charset="-122"/>
              </a:rPr>
              <a:t>理想气体在等体过程中吸收热量        ，使温度升高      ，其</a:t>
            </a:r>
            <a:r>
              <a:rPr kumimoji="1" lang="zh-CN" altLang="en-US" dirty="0">
                <a:solidFill>
                  <a:srgbClr val="000000"/>
                </a:solidFill>
                <a:latin typeface="Arial" charset="0"/>
                <a:ea typeface="宋体" charset="-122"/>
              </a:rPr>
              <a:t>摩尔</a:t>
            </a:r>
            <a:r>
              <a:rPr kumimoji="1" lang="zh-CN" altLang="en-US" dirty="0" smtClean="0">
                <a:solidFill>
                  <a:srgbClr val="000000"/>
                </a:solidFill>
                <a:ea typeface="宋体" charset="-122"/>
              </a:rPr>
              <a:t>定容热</a:t>
            </a:r>
            <a:r>
              <a:rPr kumimoji="1" lang="zh-CN" altLang="en-US" dirty="0">
                <a:solidFill>
                  <a:srgbClr val="000000"/>
                </a:solidFill>
                <a:ea typeface="宋体" charset="-122"/>
              </a:rPr>
              <a:t>容为</a:t>
            </a:r>
            <a:r>
              <a:rPr kumimoji="1" lang="en-US" altLang="zh-CN" dirty="0">
                <a:solidFill>
                  <a:srgbClr val="000000"/>
                </a:solidFill>
                <a:ea typeface="宋体" charset="-122"/>
              </a:rPr>
              <a:t>:</a:t>
            </a:r>
          </a:p>
        </p:txBody>
      </p:sp>
      <p:graphicFrame>
        <p:nvGraphicFramePr>
          <p:cNvPr id="13314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4069495945"/>
              </p:ext>
            </p:extLst>
          </p:nvPr>
        </p:nvGraphicFramePr>
        <p:xfrm>
          <a:off x="4428753" y="197781"/>
          <a:ext cx="762000" cy="371475"/>
        </p:xfrm>
        <a:graphic>
          <a:graphicData uri="http://schemas.openxmlformats.org/presentationml/2006/ole">
            <p:oleObj spid="_x0000_s105474" name="Equation" r:id="rId3" imgW="520474" imgH="253890" progId="Equation.3">
              <p:embed/>
            </p:oleObj>
          </a:graphicData>
        </a:graphic>
      </p:graphicFrame>
      <p:graphicFrame>
        <p:nvGraphicFramePr>
          <p:cNvPr id="13315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1622033137"/>
              </p:ext>
            </p:extLst>
          </p:nvPr>
        </p:nvGraphicFramePr>
        <p:xfrm>
          <a:off x="3766765" y="701018"/>
          <a:ext cx="685800" cy="482600"/>
        </p:xfrm>
        <a:graphic>
          <a:graphicData uri="http://schemas.openxmlformats.org/presentationml/2006/ole">
            <p:oleObj spid="_x0000_s105475" name="Equation" r:id="rId4" imgW="469696" imgH="330057" progId="Equation.3">
              <p:embed/>
            </p:oleObj>
          </a:graphicData>
        </a:graphic>
      </p:graphicFrame>
      <p:graphicFrame>
        <p:nvGraphicFramePr>
          <p:cNvPr id="13316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984141699"/>
              </p:ext>
            </p:extLst>
          </p:nvPr>
        </p:nvGraphicFramePr>
        <p:xfrm>
          <a:off x="6935415" y="701018"/>
          <a:ext cx="552450" cy="409575"/>
        </p:xfrm>
        <a:graphic>
          <a:graphicData uri="http://schemas.openxmlformats.org/presentationml/2006/ole">
            <p:oleObj spid="_x0000_s105476" name="Equation" r:id="rId5" imgW="342751" imgH="253890" progId="Equation.3">
              <p:embed/>
            </p:oleObj>
          </a:graphicData>
        </a:graphic>
      </p:graphicFrame>
      <p:graphicFrame>
        <p:nvGraphicFramePr>
          <p:cNvPr id="5837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1715112359"/>
              </p:ext>
            </p:extLst>
          </p:nvPr>
        </p:nvGraphicFramePr>
        <p:xfrm>
          <a:off x="1185849" y="1900138"/>
          <a:ext cx="2203056" cy="1006833"/>
        </p:xfrm>
        <a:graphic>
          <a:graphicData uri="http://schemas.openxmlformats.org/presentationml/2006/ole">
            <p:oleObj spid="_x0000_s105477" name="公式" r:id="rId6" imgW="761669" imgH="393529" progId="Equation.3">
              <p:embed/>
            </p:oleObj>
          </a:graphicData>
        </a:graphic>
      </p:graphicFrame>
      <p:graphicFrame>
        <p:nvGraphicFramePr>
          <p:cNvPr id="5837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2585055229"/>
              </p:ext>
            </p:extLst>
          </p:nvPr>
        </p:nvGraphicFramePr>
        <p:xfrm>
          <a:off x="4714241" y="2043594"/>
          <a:ext cx="2753360" cy="584367"/>
        </p:xfrm>
        <a:graphic>
          <a:graphicData uri="http://schemas.openxmlformats.org/presentationml/2006/ole">
            <p:oleObj spid="_x0000_s105478" name="公式" r:id="rId7" imgW="901309" imgH="228501" progId="Equation.3">
              <p:embed/>
            </p:oleObj>
          </a:graphicData>
        </a:graphic>
      </p:graphicFrame>
      <p:graphicFrame>
        <p:nvGraphicFramePr>
          <p:cNvPr id="1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1872172159"/>
              </p:ext>
            </p:extLst>
          </p:nvPr>
        </p:nvGraphicFramePr>
        <p:xfrm>
          <a:off x="4162425" y="4119563"/>
          <a:ext cx="3824288" cy="620712"/>
        </p:xfrm>
        <a:graphic>
          <a:graphicData uri="http://schemas.openxmlformats.org/presentationml/2006/ole">
            <p:oleObj spid="_x0000_s105479" name="Equation" r:id="rId8" imgW="1269720" imgH="228600" progId="Equation.DSMT4">
              <p:embed/>
            </p:oleObj>
          </a:graphicData>
        </a:graphic>
      </p:graphicFrame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1598218" y="4129440"/>
            <a:ext cx="4475162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dirty="0">
                <a:solidFill>
                  <a:srgbClr val="000000"/>
                </a:solidFill>
                <a:ea typeface="宋体" charset="-122"/>
              </a:rPr>
              <a:t>积</a:t>
            </a:r>
            <a:r>
              <a:rPr kumimoji="1" lang="zh-CN" altLang="en-US" dirty="0" smtClean="0">
                <a:solidFill>
                  <a:srgbClr val="000000"/>
                </a:solidFill>
                <a:ea typeface="宋体" charset="-122"/>
              </a:rPr>
              <a:t>分形式：</a:t>
            </a:r>
            <a:endParaRPr kumimoji="1" lang="zh-CN" altLang="en-US" dirty="0">
              <a:solidFill>
                <a:srgbClr val="000000"/>
              </a:solidFill>
              <a:ea typeface="宋体" charset="-122"/>
            </a:endParaRPr>
          </a:p>
        </p:txBody>
      </p:sp>
      <p:grpSp>
        <p:nvGrpSpPr>
          <p:cNvPr id="2" name="组合 18"/>
          <p:cNvGrpSpPr/>
          <p:nvPr/>
        </p:nvGrpSpPr>
        <p:grpSpPr>
          <a:xfrm>
            <a:off x="683122" y="3127365"/>
            <a:ext cx="7352862" cy="728663"/>
            <a:chOff x="683122" y="3564433"/>
            <a:chExt cx="7352862" cy="728663"/>
          </a:xfrm>
        </p:grpSpPr>
        <p:graphicFrame>
          <p:nvGraphicFramePr>
            <p:cNvPr id="11" name="Object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="" xmlns:p14="http://schemas.microsoft.com/office/powerpoint/2010/main" val="956741028"/>
                </p:ext>
              </p:extLst>
            </p:nvPr>
          </p:nvGraphicFramePr>
          <p:xfrm>
            <a:off x="3998913" y="3619674"/>
            <a:ext cx="4037071" cy="611832"/>
          </p:xfrm>
          <a:graphic>
            <a:graphicData uri="http://schemas.openxmlformats.org/presentationml/2006/ole">
              <p:oleObj spid="_x0000_s105480" name="Equation" r:id="rId9" imgW="1307880" imgH="228600" progId="Equation.DSMT4">
                <p:embed/>
              </p:oleObj>
            </a:graphicData>
          </a:graphic>
        </p:graphicFrame>
        <p:grpSp>
          <p:nvGrpSpPr>
            <p:cNvPr id="3" name="Group 9"/>
            <p:cNvGrpSpPr>
              <a:grpSpLocks/>
            </p:cNvGrpSpPr>
            <p:nvPr/>
          </p:nvGrpSpPr>
          <p:grpSpPr bwMode="auto">
            <a:xfrm>
              <a:off x="683122" y="3564433"/>
              <a:ext cx="3170238" cy="728663"/>
              <a:chOff x="430" y="527"/>
              <a:chExt cx="1997" cy="459"/>
            </a:xfrm>
          </p:grpSpPr>
          <p:sp>
            <p:nvSpPr>
              <p:cNvPr id="17" name="Text Box 7"/>
              <p:cNvSpPr txBox="1">
                <a:spLocks noChangeArrowheads="1"/>
              </p:cNvSpPr>
              <p:nvPr/>
            </p:nvSpPr>
            <p:spPr bwMode="auto">
              <a:xfrm>
                <a:off x="1202" y="572"/>
                <a:ext cx="1225" cy="3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zh-CN" altLang="en-US" dirty="0">
                    <a:solidFill>
                      <a:srgbClr val="0000FF"/>
                    </a:solidFill>
                    <a:latin typeface="Arial" charset="0"/>
                    <a:ea typeface="宋体" charset="-122"/>
                  </a:rPr>
                  <a:t>理想</a:t>
                </a:r>
                <a:r>
                  <a:rPr lang="zh-CN" altLang="en-US" dirty="0" smtClean="0">
                    <a:solidFill>
                      <a:srgbClr val="0000FF"/>
                    </a:solidFill>
                    <a:latin typeface="Arial" charset="0"/>
                    <a:ea typeface="宋体" charset="-122"/>
                  </a:rPr>
                  <a:t>气体</a:t>
                </a:r>
                <a:endParaRPr lang="zh-CN" altLang="en-US" dirty="0">
                  <a:solidFill>
                    <a:srgbClr val="0000FF"/>
                  </a:solidFill>
                  <a:latin typeface="Arial" charset="0"/>
                  <a:ea typeface="宋体" charset="-122"/>
                </a:endParaRPr>
              </a:p>
            </p:txBody>
          </p:sp>
          <p:graphicFrame>
            <p:nvGraphicFramePr>
              <p:cNvPr id="18" name="Object 8"/>
              <p:cNvGraphicFramePr>
                <a:graphicFrameLocks noChangeAspect="1"/>
              </p:cNvGraphicFramePr>
              <p:nvPr/>
            </p:nvGraphicFramePr>
            <p:xfrm>
              <a:off x="430" y="527"/>
              <a:ext cx="816" cy="459"/>
            </p:xfrm>
            <a:graphic>
              <a:graphicData uri="http://schemas.openxmlformats.org/presentationml/2006/ole">
                <p:oleObj spid="_x0000_s105481" name="Equation" r:id="rId10" imgW="406224" imgH="228501" progId="Equation.DSMT4">
                  <p:embed/>
                </p:oleObj>
              </a:graphicData>
            </a:graphic>
          </p:graphicFrame>
        </p:grpSp>
      </p:grpSp>
      <p:grpSp>
        <p:nvGrpSpPr>
          <p:cNvPr id="4" name="组合 1"/>
          <p:cNvGrpSpPr/>
          <p:nvPr/>
        </p:nvGrpSpPr>
        <p:grpSpPr>
          <a:xfrm>
            <a:off x="675958" y="5645150"/>
            <a:ext cx="5426212" cy="1069975"/>
            <a:chOff x="675958" y="5255385"/>
            <a:chExt cx="5426212" cy="1069975"/>
          </a:xfrm>
        </p:grpSpPr>
        <p:graphicFrame>
          <p:nvGraphicFramePr>
            <p:cNvPr id="15" name="Object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="" xmlns:p14="http://schemas.microsoft.com/office/powerpoint/2010/main" val="2241565789"/>
                </p:ext>
              </p:extLst>
            </p:nvPr>
          </p:nvGraphicFramePr>
          <p:xfrm>
            <a:off x="3400245" y="5255385"/>
            <a:ext cx="2701925" cy="1069975"/>
          </p:xfrm>
          <a:graphic>
            <a:graphicData uri="http://schemas.openxmlformats.org/presentationml/2006/ole">
              <p:oleObj spid="_x0000_s105482" name="Equation" r:id="rId11" imgW="965160" imgH="393480" progId="Equation.DSMT4">
                <p:embed/>
              </p:oleObj>
            </a:graphicData>
          </a:graphic>
        </p:graphicFrame>
        <p:sp>
          <p:nvSpPr>
            <p:cNvPr id="20" name="Rectangle 4"/>
            <p:cNvSpPr>
              <a:spLocks noChangeArrowheads="1"/>
            </p:cNvSpPr>
            <p:nvPr/>
          </p:nvSpPr>
          <p:spPr bwMode="auto">
            <a:xfrm>
              <a:off x="675958" y="5454492"/>
              <a:ext cx="3489642" cy="584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1" lang="zh-CN" altLang="en-US" dirty="0" smtClean="0">
                  <a:solidFill>
                    <a:srgbClr val="000000"/>
                  </a:solidFill>
                  <a:ea typeface="宋体" charset="-122"/>
                </a:rPr>
                <a:t>由上一章可知：</a:t>
              </a:r>
              <a:endParaRPr kumimoji="1" lang="zh-CN" altLang="en-US" dirty="0">
                <a:solidFill>
                  <a:srgbClr val="000000"/>
                </a:solidFill>
                <a:ea typeface="宋体" charset="-122"/>
              </a:endParaRPr>
            </a:p>
          </p:txBody>
        </p:sp>
      </p:grpSp>
      <p:graphicFrame>
        <p:nvGraphicFramePr>
          <p:cNvPr id="2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3642393275"/>
              </p:ext>
            </p:extLst>
          </p:nvPr>
        </p:nvGraphicFramePr>
        <p:xfrm>
          <a:off x="6373178" y="5614228"/>
          <a:ext cx="2274887" cy="1069975"/>
        </p:xfrm>
        <a:graphic>
          <a:graphicData uri="http://schemas.openxmlformats.org/presentationml/2006/ole">
            <p:oleObj spid="_x0000_s105483" name="Equation" r:id="rId12" imgW="812520" imgH="393480" progId="Equation.DSMT4">
              <p:embed/>
            </p:oleObj>
          </a:graphicData>
        </a:graphic>
      </p:graphicFrame>
      <p:sp>
        <p:nvSpPr>
          <p:cNvPr id="19" name="Text Box 9"/>
          <p:cNvSpPr txBox="1">
            <a:spLocks noChangeArrowheads="1"/>
          </p:cNvSpPr>
          <p:nvPr/>
        </p:nvSpPr>
        <p:spPr bwMode="auto">
          <a:xfrm>
            <a:off x="2771403" y="4852175"/>
            <a:ext cx="5761037" cy="641350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3600" dirty="0">
                <a:solidFill>
                  <a:srgbClr val="CC0000"/>
                </a:solidFill>
              </a:rPr>
              <a:t>适应于理想气体的一切过程</a:t>
            </a:r>
          </a:p>
        </p:txBody>
      </p:sp>
      <p:sp>
        <p:nvSpPr>
          <p:cNvPr id="22" name="AutoShape 13"/>
          <p:cNvSpPr>
            <a:spLocks noChangeArrowheads="1"/>
          </p:cNvSpPr>
          <p:nvPr/>
        </p:nvSpPr>
        <p:spPr bwMode="auto">
          <a:xfrm>
            <a:off x="1979240" y="4806525"/>
            <a:ext cx="719138" cy="647700"/>
          </a:xfrm>
          <a:prstGeom prst="star5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/>
          </a:extLst>
        </p:spPr>
        <p:txBody>
          <a:bodyPr wrap="none" anchor="ctr"/>
          <a:lstStyle/>
          <a:p>
            <a:pPr eaLnBrk="1" hangingPunct="1">
              <a:defRPr/>
            </a:pP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8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58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9" grpId="0" animBg="1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1893888" y="4611688"/>
            <a:ext cx="762000" cy="762000"/>
            <a:chOff x="1296" y="3600"/>
            <a:chExt cx="480" cy="480"/>
          </a:xfrm>
        </p:grpSpPr>
        <p:sp>
          <p:nvSpPr>
            <p:cNvPr id="15423" name="Oval 3"/>
            <p:cNvSpPr>
              <a:spLocks noChangeArrowheads="1"/>
            </p:cNvSpPr>
            <p:nvPr/>
          </p:nvSpPr>
          <p:spPr bwMode="auto">
            <a:xfrm>
              <a:off x="1296" y="3600"/>
              <a:ext cx="480" cy="480"/>
            </a:xfrm>
            <a:prstGeom prst="ellips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  <a:ea typeface="宋体" charset="-122"/>
              </a:endParaRPr>
            </a:p>
          </p:txBody>
        </p:sp>
        <p:graphicFrame>
          <p:nvGraphicFramePr>
            <p:cNvPr id="15383" name="Object 4"/>
            <p:cNvGraphicFramePr>
              <a:graphicFrameLocks noChangeAspect="1"/>
            </p:cNvGraphicFramePr>
            <p:nvPr/>
          </p:nvGraphicFramePr>
          <p:xfrm>
            <a:off x="1392" y="3648"/>
            <a:ext cx="333" cy="404"/>
          </p:xfrm>
          <a:graphic>
            <a:graphicData uri="http://schemas.openxmlformats.org/presentationml/2006/ole">
              <p:oleObj spid="_x0000_s106498" name="公式" r:id="rId3" imgW="177569" imgH="215619" progId="Equation.3">
                <p:embed/>
              </p:oleObj>
            </a:graphicData>
          </a:graphic>
        </p:graphicFrame>
      </p:grpSp>
      <p:grpSp>
        <p:nvGrpSpPr>
          <p:cNvPr id="3" name="Group 5"/>
          <p:cNvGrpSpPr>
            <a:grpSpLocks/>
          </p:cNvGrpSpPr>
          <p:nvPr/>
        </p:nvGrpSpPr>
        <p:grpSpPr bwMode="auto">
          <a:xfrm>
            <a:off x="2503488" y="4306888"/>
            <a:ext cx="1600200" cy="762000"/>
            <a:chOff x="1680" y="3408"/>
            <a:chExt cx="1008" cy="480"/>
          </a:xfrm>
        </p:grpSpPr>
        <p:grpSp>
          <p:nvGrpSpPr>
            <p:cNvPr id="4" name="Group 6"/>
            <p:cNvGrpSpPr>
              <a:grpSpLocks/>
            </p:cNvGrpSpPr>
            <p:nvPr/>
          </p:nvGrpSpPr>
          <p:grpSpPr bwMode="auto">
            <a:xfrm>
              <a:off x="2208" y="3408"/>
              <a:ext cx="480" cy="480"/>
              <a:chOff x="2208" y="3408"/>
              <a:chExt cx="480" cy="480"/>
            </a:xfrm>
          </p:grpSpPr>
          <p:sp>
            <p:nvSpPr>
              <p:cNvPr id="15422" name="Oval 7"/>
              <p:cNvSpPr>
                <a:spLocks noChangeArrowheads="1"/>
              </p:cNvSpPr>
              <p:nvPr/>
            </p:nvSpPr>
            <p:spPr bwMode="auto">
              <a:xfrm>
                <a:off x="2208" y="3408"/>
                <a:ext cx="480" cy="480"/>
              </a:xfrm>
              <a:prstGeom prst="ellipse">
                <a:avLst/>
              </a:prstGeom>
              <a:noFill/>
              <a:ln w="12700">
                <a:solidFill>
                  <a:srgbClr val="9966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 sz="1800" b="0">
                  <a:solidFill>
                    <a:srgbClr val="000000"/>
                  </a:solidFill>
                  <a:latin typeface="Arial" charset="0"/>
                  <a:ea typeface="宋体" charset="-122"/>
                </a:endParaRPr>
              </a:p>
            </p:txBody>
          </p:sp>
          <p:graphicFrame>
            <p:nvGraphicFramePr>
              <p:cNvPr id="15382" name="Object 8"/>
              <p:cNvGraphicFramePr>
                <a:graphicFrameLocks noChangeAspect="1"/>
              </p:cNvGraphicFramePr>
              <p:nvPr/>
            </p:nvGraphicFramePr>
            <p:xfrm>
              <a:off x="2304" y="3456"/>
              <a:ext cx="317" cy="356"/>
            </p:xfrm>
            <a:graphic>
              <a:graphicData uri="http://schemas.openxmlformats.org/presentationml/2006/ole">
                <p:oleObj spid="_x0000_s106499" name="Equation" r:id="rId4" imgW="190335" imgH="215713" progId="Equation.DSMT4">
                  <p:embed/>
                </p:oleObj>
              </a:graphicData>
            </a:graphic>
          </p:graphicFrame>
        </p:grpSp>
        <p:sp>
          <p:nvSpPr>
            <p:cNvPr id="15421" name="AutoShape 9"/>
            <p:cNvSpPr>
              <a:spLocks noChangeArrowheads="1"/>
            </p:cNvSpPr>
            <p:nvPr/>
          </p:nvSpPr>
          <p:spPr bwMode="auto">
            <a:xfrm rot="-1310175">
              <a:off x="1680" y="3696"/>
              <a:ext cx="672" cy="119"/>
            </a:xfrm>
            <a:prstGeom prst="rightArrow">
              <a:avLst>
                <a:gd name="adj1" fmla="val 50000"/>
                <a:gd name="adj2" fmla="val 141176"/>
              </a:avLst>
            </a:prstGeom>
            <a:solidFill>
              <a:schemeClr val="accent1"/>
            </a:solidFill>
            <a:ln w="28575">
              <a:solidFill>
                <a:srgbClr val="CC00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  <a:ea typeface="宋体" charset="-122"/>
              </a:endParaRPr>
            </a:p>
          </p:txBody>
        </p:sp>
      </p:grpSp>
      <p:grpSp>
        <p:nvGrpSpPr>
          <p:cNvPr id="5" name="Group 10"/>
          <p:cNvGrpSpPr>
            <a:grpSpLocks/>
          </p:cNvGrpSpPr>
          <p:nvPr/>
        </p:nvGrpSpPr>
        <p:grpSpPr bwMode="auto">
          <a:xfrm>
            <a:off x="903288" y="4383088"/>
            <a:ext cx="1143000" cy="838200"/>
            <a:chOff x="672" y="3456"/>
            <a:chExt cx="720" cy="528"/>
          </a:xfrm>
        </p:grpSpPr>
        <p:sp>
          <p:nvSpPr>
            <p:cNvPr id="15419" name="AutoShape 11"/>
            <p:cNvSpPr>
              <a:spLocks noChangeArrowheads="1"/>
            </p:cNvSpPr>
            <p:nvPr/>
          </p:nvSpPr>
          <p:spPr bwMode="auto">
            <a:xfrm>
              <a:off x="768" y="3840"/>
              <a:ext cx="624" cy="144"/>
            </a:xfrm>
            <a:prstGeom prst="rightArrow">
              <a:avLst>
                <a:gd name="adj1" fmla="val 50000"/>
                <a:gd name="adj2" fmla="val 150704"/>
              </a:avLst>
            </a:prstGeom>
            <a:solidFill>
              <a:srgbClr val="FFCCFF"/>
            </a:solidFill>
            <a:ln w="2857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  <a:ea typeface="宋体" charset="-122"/>
              </a:endParaRPr>
            </a:p>
          </p:txBody>
        </p:sp>
        <p:graphicFrame>
          <p:nvGraphicFramePr>
            <p:cNvPr id="15381" name="Object 12"/>
            <p:cNvGraphicFramePr>
              <a:graphicFrameLocks noChangeAspect="1"/>
            </p:cNvGraphicFramePr>
            <p:nvPr/>
          </p:nvGraphicFramePr>
          <p:xfrm>
            <a:off x="672" y="3456"/>
            <a:ext cx="406" cy="432"/>
          </p:xfrm>
          <a:graphic>
            <a:graphicData uri="http://schemas.openxmlformats.org/presentationml/2006/ole">
              <p:oleObj spid="_x0000_s106500" name="公式" r:id="rId5" imgW="215806" imgH="228501" progId="Equation.3">
                <p:embed/>
              </p:oleObj>
            </a:graphicData>
          </a:graphic>
        </p:graphicFrame>
      </p:grpSp>
      <p:grpSp>
        <p:nvGrpSpPr>
          <p:cNvPr id="6" name="Group 13"/>
          <p:cNvGrpSpPr>
            <a:grpSpLocks/>
          </p:cNvGrpSpPr>
          <p:nvPr/>
        </p:nvGrpSpPr>
        <p:grpSpPr bwMode="auto">
          <a:xfrm>
            <a:off x="6161088" y="4302125"/>
            <a:ext cx="762000" cy="762000"/>
            <a:chOff x="3984" y="3408"/>
            <a:chExt cx="480" cy="480"/>
          </a:xfrm>
        </p:grpSpPr>
        <p:sp>
          <p:nvSpPr>
            <p:cNvPr id="15418" name="Oval 14"/>
            <p:cNvSpPr>
              <a:spLocks noChangeArrowheads="1"/>
            </p:cNvSpPr>
            <p:nvPr/>
          </p:nvSpPr>
          <p:spPr bwMode="auto">
            <a:xfrm>
              <a:off x="3984" y="3408"/>
              <a:ext cx="480" cy="480"/>
            </a:xfrm>
            <a:prstGeom prst="ellipse">
              <a:avLst/>
            </a:prstGeom>
            <a:noFill/>
            <a:ln w="9525">
              <a:solidFill>
                <a:srgbClr val="9966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  <a:ea typeface="宋体" charset="-122"/>
              </a:endParaRPr>
            </a:p>
          </p:txBody>
        </p:sp>
        <p:graphicFrame>
          <p:nvGraphicFramePr>
            <p:cNvPr id="15380" name="Object 15"/>
            <p:cNvGraphicFramePr>
              <a:graphicFrameLocks noChangeAspect="1"/>
            </p:cNvGraphicFramePr>
            <p:nvPr/>
          </p:nvGraphicFramePr>
          <p:xfrm>
            <a:off x="4080" y="3456"/>
            <a:ext cx="293" cy="356"/>
          </p:xfrm>
          <a:graphic>
            <a:graphicData uri="http://schemas.openxmlformats.org/presentationml/2006/ole">
              <p:oleObj spid="_x0000_s106501" name="公式" r:id="rId6" imgW="177569" imgH="215619" progId="Equation.3">
                <p:embed/>
              </p:oleObj>
            </a:graphicData>
          </a:graphic>
        </p:graphicFrame>
      </p:grpSp>
      <p:grpSp>
        <p:nvGrpSpPr>
          <p:cNvPr id="7" name="Group 16"/>
          <p:cNvGrpSpPr>
            <a:grpSpLocks/>
          </p:cNvGrpSpPr>
          <p:nvPr/>
        </p:nvGrpSpPr>
        <p:grpSpPr bwMode="auto">
          <a:xfrm>
            <a:off x="5246688" y="4606925"/>
            <a:ext cx="1066800" cy="838200"/>
            <a:chOff x="3408" y="3600"/>
            <a:chExt cx="672" cy="528"/>
          </a:xfrm>
        </p:grpSpPr>
        <p:graphicFrame>
          <p:nvGraphicFramePr>
            <p:cNvPr id="15379" name="Object 17"/>
            <p:cNvGraphicFramePr>
              <a:graphicFrameLocks noChangeAspect="1"/>
            </p:cNvGraphicFramePr>
            <p:nvPr/>
          </p:nvGraphicFramePr>
          <p:xfrm>
            <a:off x="3408" y="3696"/>
            <a:ext cx="406" cy="432"/>
          </p:xfrm>
          <a:graphic>
            <a:graphicData uri="http://schemas.openxmlformats.org/presentationml/2006/ole">
              <p:oleObj spid="_x0000_s106502" name="公式" r:id="rId7" imgW="215806" imgH="228501" progId="Equation.3">
                <p:embed/>
              </p:oleObj>
            </a:graphicData>
          </a:graphic>
        </p:graphicFrame>
        <p:sp>
          <p:nvSpPr>
            <p:cNvPr id="15417" name="AutoShape 18"/>
            <p:cNvSpPr>
              <a:spLocks noChangeArrowheads="1"/>
            </p:cNvSpPr>
            <p:nvPr/>
          </p:nvSpPr>
          <p:spPr bwMode="auto">
            <a:xfrm>
              <a:off x="3456" y="3600"/>
              <a:ext cx="624" cy="144"/>
            </a:xfrm>
            <a:prstGeom prst="leftArrow">
              <a:avLst>
                <a:gd name="adj1" fmla="val 50000"/>
                <a:gd name="adj2" fmla="val 130903"/>
              </a:avLst>
            </a:prstGeom>
            <a:solidFill>
              <a:srgbClr val="CCFFFF"/>
            </a:solidFill>
            <a:ln w="28575">
              <a:solidFill>
                <a:srgbClr val="0066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  <a:ea typeface="宋体" charset="-122"/>
              </a:endParaRPr>
            </a:p>
          </p:txBody>
        </p:sp>
      </p:grpSp>
      <p:grpSp>
        <p:nvGrpSpPr>
          <p:cNvPr id="8" name="Group 19"/>
          <p:cNvGrpSpPr>
            <a:grpSpLocks/>
          </p:cNvGrpSpPr>
          <p:nvPr/>
        </p:nvGrpSpPr>
        <p:grpSpPr bwMode="auto">
          <a:xfrm>
            <a:off x="6770688" y="4683125"/>
            <a:ext cx="1524000" cy="685800"/>
            <a:chOff x="4320" y="3648"/>
            <a:chExt cx="960" cy="432"/>
          </a:xfrm>
        </p:grpSpPr>
        <p:grpSp>
          <p:nvGrpSpPr>
            <p:cNvPr id="9" name="Group 20"/>
            <p:cNvGrpSpPr>
              <a:grpSpLocks/>
            </p:cNvGrpSpPr>
            <p:nvPr/>
          </p:nvGrpSpPr>
          <p:grpSpPr bwMode="auto">
            <a:xfrm>
              <a:off x="4848" y="3648"/>
              <a:ext cx="432" cy="432"/>
              <a:chOff x="4848" y="3696"/>
              <a:chExt cx="432" cy="432"/>
            </a:xfrm>
          </p:grpSpPr>
          <p:sp>
            <p:nvSpPr>
              <p:cNvPr id="15416" name="Oval 21"/>
              <p:cNvSpPr>
                <a:spLocks noChangeArrowheads="1"/>
              </p:cNvSpPr>
              <p:nvPr/>
            </p:nvSpPr>
            <p:spPr bwMode="auto">
              <a:xfrm>
                <a:off x="4848" y="3696"/>
                <a:ext cx="432" cy="432"/>
              </a:xfrm>
              <a:prstGeom prst="ellips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 sz="1800" b="0">
                  <a:solidFill>
                    <a:srgbClr val="000000"/>
                  </a:solidFill>
                  <a:latin typeface="Arial" charset="0"/>
                  <a:ea typeface="宋体" charset="-122"/>
                </a:endParaRPr>
              </a:p>
            </p:txBody>
          </p:sp>
          <p:graphicFrame>
            <p:nvGraphicFramePr>
              <p:cNvPr id="15378" name="Object 22"/>
              <p:cNvGraphicFramePr>
                <a:graphicFrameLocks noChangeAspect="1"/>
              </p:cNvGraphicFramePr>
              <p:nvPr/>
            </p:nvGraphicFramePr>
            <p:xfrm>
              <a:off x="4915" y="3724"/>
              <a:ext cx="317" cy="356"/>
            </p:xfrm>
            <a:graphic>
              <a:graphicData uri="http://schemas.openxmlformats.org/presentationml/2006/ole">
                <p:oleObj spid="_x0000_s106503" name="公式" r:id="rId8" imgW="190335" imgH="215713" progId="Equation.3">
                  <p:embed/>
                </p:oleObj>
              </a:graphicData>
            </a:graphic>
          </p:graphicFrame>
        </p:grpSp>
        <p:sp>
          <p:nvSpPr>
            <p:cNvPr id="15415" name="AutoShape 23"/>
            <p:cNvSpPr>
              <a:spLocks noChangeArrowheads="1"/>
            </p:cNvSpPr>
            <p:nvPr/>
          </p:nvSpPr>
          <p:spPr bwMode="auto">
            <a:xfrm rot="1204178">
              <a:off x="4320" y="3696"/>
              <a:ext cx="624" cy="144"/>
            </a:xfrm>
            <a:prstGeom prst="rightArrow">
              <a:avLst>
                <a:gd name="adj1" fmla="val 42426"/>
                <a:gd name="adj2" fmla="val 175580"/>
              </a:avLst>
            </a:prstGeom>
            <a:solidFill>
              <a:srgbClr val="99FFCC"/>
            </a:solidFill>
            <a:ln w="28575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  <a:ea typeface="宋体" charset="-122"/>
              </a:endParaRPr>
            </a:p>
          </p:txBody>
        </p:sp>
      </p:grpSp>
      <p:grpSp>
        <p:nvGrpSpPr>
          <p:cNvPr id="10" name="Group 65"/>
          <p:cNvGrpSpPr>
            <a:grpSpLocks/>
          </p:cNvGrpSpPr>
          <p:nvPr/>
        </p:nvGrpSpPr>
        <p:grpSpPr bwMode="auto">
          <a:xfrm>
            <a:off x="1370013" y="1341438"/>
            <a:ext cx="3124200" cy="2438400"/>
            <a:chOff x="863" y="845"/>
            <a:chExt cx="1968" cy="1536"/>
          </a:xfrm>
        </p:grpSpPr>
        <p:sp>
          <p:nvSpPr>
            <p:cNvPr id="15406" name="Rectangle 26"/>
            <p:cNvSpPr>
              <a:spLocks noChangeArrowheads="1"/>
            </p:cNvSpPr>
            <p:nvPr/>
          </p:nvSpPr>
          <p:spPr bwMode="auto">
            <a:xfrm>
              <a:off x="863" y="845"/>
              <a:ext cx="1968" cy="153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  <a:ea typeface="宋体" charset="-122"/>
              </a:endParaRPr>
            </a:p>
          </p:txBody>
        </p:sp>
        <p:sp>
          <p:nvSpPr>
            <p:cNvPr id="15407" name="Line 27"/>
            <p:cNvSpPr>
              <a:spLocks noChangeShapeType="1"/>
            </p:cNvSpPr>
            <p:nvPr/>
          </p:nvSpPr>
          <p:spPr bwMode="auto">
            <a:xfrm>
              <a:off x="1213" y="2132"/>
              <a:ext cx="153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  <a:ea typeface="宋体" charset="-122"/>
              </a:endParaRPr>
            </a:p>
          </p:txBody>
        </p:sp>
        <p:sp>
          <p:nvSpPr>
            <p:cNvPr id="15408" name="Line 28"/>
            <p:cNvSpPr>
              <a:spLocks noChangeShapeType="1"/>
            </p:cNvSpPr>
            <p:nvPr/>
          </p:nvSpPr>
          <p:spPr bwMode="auto">
            <a:xfrm flipV="1">
              <a:off x="1213" y="928"/>
              <a:ext cx="0" cy="120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  <a:ea typeface="宋体" charset="-122"/>
              </a:endParaRPr>
            </a:p>
          </p:txBody>
        </p:sp>
        <p:graphicFrame>
          <p:nvGraphicFramePr>
            <p:cNvPr id="15370" name="Object 29"/>
            <p:cNvGraphicFramePr>
              <a:graphicFrameLocks noChangeAspect="1"/>
            </p:cNvGraphicFramePr>
            <p:nvPr/>
          </p:nvGraphicFramePr>
          <p:xfrm>
            <a:off x="1869" y="1758"/>
            <a:ext cx="787" cy="232"/>
          </p:xfrm>
          <a:graphic>
            <a:graphicData uri="http://schemas.openxmlformats.org/presentationml/2006/ole">
              <p:oleObj spid="_x0000_s106504" name="Equation" r:id="rId9" imgW="1002865" imgH="317362" progId="Equation.3">
                <p:embed/>
              </p:oleObj>
            </a:graphicData>
          </a:graphic>
        </p:graphicFrame>
        <p:graphicFrame>
          <p:nvGraphicFramePr>
            <p:cNvPr id="15371" name="Object 30"/>
            <p:cNvGraphicFramePr>
              <a:graphicFrameLocks noChangeAspect="1"/>
            </p:cNvGraphicFramePr>
            <p:nvPr/>
          </p:nvGraphicFramePr>
          <p:xfrm>
            <a:off x="1869" y="1094"/>
            <a:ext cx="787" cy="248"/>
          </p:xfrm>
          <a:graphic>
            <a:graphicData uri="http://schemas.openxmlformats.org/presentationml/2006/ole">
              <p:oleObj spid="_x0000_s106505" name="Equation" r:id="rId10" imgW="1066337" imgH="317362" progId="Equation.3">
                <p:embed/>
              </p:oleObj>
            </a:graphicData>
          </a:graphic>
        </p:graphicFrame>
        <p:sp>
          <p:nvSpPr>
            <p:cNvPr id="15409" name="Line 31"/>
            <p:cNvSpPr>
              <a:spLocks noChangeShapeType="1"/>
            </p:cNvSpPr>
            <p:nvPr/>
          </p:nvSpPr>
          <p:spPr bwMode="auto">
            <a:xfrm>
              <a:off x="1825" y="1260"/>
              <a:ext cx="0" cy="8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  <a:ea typeface="宋体" charset="-122"/>
              </a:endParaRPr>
            </a:p>
          </p:txBody>
        </p:sp>
        <p:sp>
          <p:nvSpPr>
            <p:cNvPr id="15410" name="Line 32"/>
            <p:cNvSpPr>
              <a:spLocks noChangeShapeType="1"/>
            </p:cNvSpPr>
            <p:nvPr/>
          </p:nvSpPr>
          <p:spPr bwMode="auto">
            <a:xfrm flipH="1">
              <a:off x="1213" y="1219"/>
              <a:ext cx="6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  <a:ea typeface="宋体" charset="-122"/>
              </a:endParaRPr>
            </a:p>
          </p:txBody>
        </p:sp>
        <p:graphicFrame>
          <p:nvGraphicFramePr>
            <p:cNvPr id="15372" name="Object 33"/>
            <p:cNvGraphicFramePr>
              <a:graphicFrameLocks noChangeAspect="1"/>
            </p:cNvGraphicFramePr>
            <p:nvPr/>
          </p:nvGraphicFramePr>
          <p:xfrm>
            <a:off x="954" y="1094"/>
            <a:ext cx="242" cy="250"/>
          </p:xfrm>
          <a:graphic>
            <a:graphicData uri="http://schemas.openxmlformats.org/presentationml/2006/ole">
              <p:oleObj spid="_x0000_s106506" name="Equation" r:id="rId11" imgW="291847" imgH="317225" progId="Equation.3">
                <p:embed/>
              </p:oleObj>
            </a:graphicData>
          </a:graphic>
        </p:graphicFrame>
        <p:graphicFrame>
          <p:nvGraphicFramePr>
            <p:cNvPr id="15373" name="Object 34"/>
            <p:cNvGraphicFramePr>
              <a:graphicFrameLocks noChangeAspect="1"/>
            </p:cNvGraphicFramePr>
            <p:nvPr/>
          </p:nvGraphicFramePr>
          <p:xfrm>
            <a:off x="930" y="1717"/>
            <a:ext cx="267" cy="258"/>
          </p:xfrm>
          <a:graphic>
            <a:graphicData uri="http://schemas.openxmlformats.org/presentationml/2006/ole">
              <p:oleObj spid="_x0000_s106507" name="Equation" r:id="rId12" imgW="266353" imgH="317087" progId="Equation.3">
                <p:embed/>
              </p:oleObj>
            </a:graphicData>
          </a:graphic>
        </p:graphicFrame>
        <p:graphicFrame>
          <p:nvGraphicFramePr>
            <p:cNvPr id="15374" name="Object 35"/>
            <p:cNvGraphicFramePr>
              <a:graphicFrameLocks noChangeAspect="1"/>
            </p:cNvGraphicFramePr>
            <p:nvPr/>
          </p:nvGraphicFramePr>
          <p:xfrm>
            <a:off x="1780" y="2132"/>
            <a:ext cx="189" cy="209"/>
          </p:xfrm>
          <a:graphic>
            <a:graphicData uri="http://schemas.openxmlformats.org/presentationml/2006/ole">
              <p:oleObj spid="_x0000_s106508" name="公式" r:id="rId13" imgW="152202" imgH="177569" progId="Equation.3">
                <p:embed/>
              </p:oleObj>
            </a:graphicData>
          </a:graphic>
        </p:graphicFrame>
        <p:sp>
          <p:nvSpPr>
            <p:cNvPr id="15411" name="Line 36"/>
            <p:cNvSpPr>
              <a:spLocks noChangeShapeType="1"/>
            </p:cNvSpPr>
            <p:nvPr/>
          </p:nvSpPr>
          <p:spPr bwMode="auto">
            <a:xfrm>
              <a:off x="1213" y="1883"/>
              <a:ext cx="6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  <a:ea typeface="宋体" charset="-122"/>
              </a:endParaRPr>
            </a:p>
          </p:txBody>
        </p:sp>
        <p:sp>
          <p:nvSpPr>
            <p:cNvPr id="15412" name="Line 37"/>
            <p:cNvSpPr>
              <a:spLocks noChangeShapeType="1"/>
            </p:cNvSpPr>
            <p:nvPr/>
          </p:nvSpPr>
          <p:spPr bwMode="auto">
            <a:xfrm>
              <a:off x="1825" y="1219"/>
              <a:ext cx="0" cy="664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  <a:ea typeface="宋体" charset="-122"/>
              </a:endParaRPr>
            </a:p>
          </p:txBody>
        </p:sp>
        <p:sp>
          <p:nvSpPr>
            <p:cNvPr id="15413" name="Line 38"/>
            <p:cNvSpPr>
              <a:spLocks noChangeShapeType="1"/>
            </p:cNvSpPr>
            <p:nvPr/>
          </p:nvSpPr>
          <p:spPr bwMode="auto">
            <a:xfrm flipV="1">
              <a:off x="1825" y="1426"/>
              <a:ext cx="0" cy="83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  <a:ea typeface="宋体" charset="-122"/>
              </a:endParaRPr>
            </a:p>
          </p:txBody>
        </p:sp>
        <p:graphicFrame>
          <p:nvGraphicFramePr>
            <p:cNvPr id="15375" name="Object 39"/>
            <p:cNvGraphicFramePr>
              <a:graphicFrameLocks noChangeAspect="1"/>
            </p:cNvGraphicFramePr>
            <p:nvPr/>
          </p:nvGraphicFramePr>
          <p:xfrm>
            <a:off x="1013" y="888"/>
            <a:ext cx="194" cy="219"/>
          </p:xfrm>
          <a:graphic>
            <a:graphicData uri="http://schemas.openxmlformats.org/presentationml/2006/ole">
              <p:oleObj spid="_x0000_s106509" name="Equation" r:id="rId14" imgW="203112" imgH="241195" progId="Equation.3">
                <p:embed/>
              </p:oleObj>
            </a:graphicData>
          </a:graphic>
        </p:graphicFrame>
        <p:graphicFrame>
          <p:nvGraphicFramePr>
            <p:cNvPr id="15376" name="Object 40"/>
            <p:cNvGraphicFramePr>
              <a:graphicFrameLocks noChangeAspect="1"/>
            </p:cNvGraphicFramePr>
            <p:nvPr/>
          </p:nvGraphicFramePr>
          <p:xfrm>
            <a:off x="2562" y="2160"/>
            <a:ext cx="171" cy="181"/>
          </p:xfrm>
          <a:graphic>
            <a:graphicData uri="http://schemas.openxmlformats.org/presentationml/2006/ole">
              <p:oleObj spid="_x0000_s106510" name="Equation" r:id="rId15" imgW="215713" imgH="241091" progId="Equation.3">
                <p:embed/>
              </p:oleObj>
            </a:graphicData>
          </a:graphic>
        </p:graphicFrame>
        <p:graphicFrame>
          <p:nvGraphicFramePr>
            <p:cNvPr id="15377" name="Object 41"/>
            <p:cNvGraphicFramePr>
              <a:graphicFrameLocks noChangeAspect="1"/>
            </p:cNvGraphicFramePr>
            <p:nvPr/>
          </p:nvGraphicFramePr>
          <p:xfrm>
            <a:off x="1125" y="2156"/>
            <a:ext cx="151" cy="164"/>
          </p:xfrm>
          <a:graphic>
            <a:graphicData uri="http://schemas.openxmlformats.org/presentationml/2006/ole">
              <p:oleObj spid="_x0000_s106511" name="Equation" r:id="rId16" imgW="164957" imgH="190335" progId="Equation.3">
                <p:embed/>
              </p:oleObj>
            </a:graphicData>
          </a:graphic>
        </p:graphicFrame>
      </p:grpSp>
      <p:sp>
        <p:nvSpPr>
          <p:cNvPr id="15391" name="Text Box 42"/>
          <p:cNvSpPr txBox="1">
            <a:spLocks noChangeArrowheads="1"/>
          </p:cNvSpPr>
          <p:nvPr/>
        </p:nvSpPr>
        <p:spPr bwMode="auto">
          <a:xfrm>
            <a:off x="684213" y="1341438"/>
            <a:ext cx="681037" cy="2438400"/>
          </a:xfrm>
          <a:prstGeom prst="rect">
            <a:avLst/>
          </a:prstGeom>
          <a:solidFill>
            <a:srgbClr val="F9E7F3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vert="eaVert"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kumimoji="1" lang="en-US" altLang="zh-CN">
                <a:solidFill>
                  <a:srgbClr val="CC0000"/>
                </a:solidFill>
                <a:ea typeface="宋体" charset="-122"/>
              </a:rPr>
              <a:t> </a:t>
            </a:r>
            <a:r>
              <a:rPr kumimoji="1" lang="zh-CN" altLang="en-US">
                <a:solidFill>
                  <a:srgbClr val="000000"/>
                </a:solidFill>
                <a:ea typeface="宋体" charset="-122"/>
              </a:rPr>
              <a:t>等体</a:t>
            </a:r>
            <a:r>
              <a:rPr kumimoji="1" lang="zh-CN" altLang="en-US">
                <a:solidFill>
                  <a:srgbClr val="CC0000"/>
                </a:solidFill>
                <a:ea typeface="宋体" charset="-122"/>
              </a:rPr>
              <a:t>升</a:t>
            </a:r>
            <a:r>
              <a:rPr kumimoji="1" lang="zh-CN" altLang="en-US">
                <a:solidFill>
                  <a:srgbClr val="000000"/>
                </a:solidFill>
                <a:ea typeface="宋体" charset="-122"/>
              </a:rPr>
              <a:t>压</a:t>
            </a:r>
            <a:r>
              <a:rPr kumimoji="1" lang="zh-CN" altLang="en-US">
                <a:solidFill>
                  <a:srgbClr val="CC0000"/>
                </a:solidFill>
                <a:ea typeface="宋体" charset="-122"/>
              </a:rPr>
              <a:t> </a:t>
            </a:r>
          </a:p>
        </p:txBody>
      </p:sp>
      <p:sp>
        <p:nvSpPr>
          <p:cNvPr id="15392" name="Text Box 43"/>
          <p:cNvSpPr txBox="1">
            <a:spLocks noChangeArrowheads="1"/>
          </p:cNvSpPr>
          <p:nvPr/>
        </p:nvSpPr>
        <p:spPr bwMode="auto">
          <a:xfrm>
            <a:off x="2665413" y="2865438"/>
            <a:ext cx="3810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800">
                <a:solidFill>
                  <a:srgbClr val="CC0000"/>
                </a:solidFill>
                <a:ea typeface="宋体" charset="-122"/>
              </a:rPr>
              <a:t>1</a:t>
            </a:r>
          </a:p>
        </p:txBody>
      </p:sp>
      <p:sp>
        <p:nvSpPr>
          <p:cNvPr id="15393" name="Text Box 44"/>
          <p:cNvSpPr txBox="1">
            <a:spLocks noChangeArrowheads="1"/>
          </p:cNvSpPr>
          <p:nvPr/>
        </p:nvSpPr>
        <p:spPr bwMode="auto">
          <a:xfrm>
            <a:off x="2665413" y="1493838"/>
            <a:ext cx="4572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800">
                <a:solidFill>
                  <a:srgbClr val="CC0000"/>
                </a:solidFill>
                <a:ea typeface="宋体" charset="-122"/>
              </a:rPr>
              <a:t>2</a:t>
            </a:r>
          </a:p>
        </p:txBody>
      </p:sp>
      <p:grpSp>
        <p:nvGrpSpPr>
          <p:cNvPr id="11" name="Group 66"/>
          <p:cNvGrpSpPr>
            <a:grpSpLocks/>
          </p:cNvGrpSpPr>
          <p:nvPr/>
        </p:nvGrpSpPr>
        <p:grpSpPr bwMode="auto">
          <a:xfrm>
            <a:off x="4865688" y="1341438"/>
            <a:ext cx="3810000" cy="2438400"/>
            <a:chOff x="3065" y="845"/>
            <a:chExt cx="2400" cy="1536"/>
          </a:xfrm>
        </p:grpSpPr>
        <p:sp>
          <p:nvSpPr>
            <p:cNvPr id="15395" name="Rectangle 46"/>
            <p:cNvSpPr>
              <a:spLocks noChangeArrowheads="1"/>
            </p:cNvSpPr>
            <p:nvPr/>
          </p:nvSpPr>
          <p:spPr bwMode="auto">
            <a:xfrm>
              <a:off x="3497" y="845"/>
              <a:ext cx="1968" cy="153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  <a:ea typeface="宋体" charset="-122"/>
              </a:endParaRPr>
            </a:p>
          </p:txBody>
        </p:sp>
        <p:sp>
          <p:nvSpPr>
            <p:cNvPr id="15396" name="Line 47"/>
            <p:cNvSpPr>
              <a:spLocks noChangeShapeType="1"/>
            </p:cNvSpPr>
            <p:nvPr/>
          </p:nvSpPr>
          <p:spPr bwMode="auto">
            <a:xfrm>
              <a:off x="3847" y="2132"/>
              <a:ext cx="153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  <a:ea typeface="宋体" charset="-122"/>
              </a:endParaRPr>
            </a:p>
          </p:txBody>
        </p:sp>
        <p:sp>
          <p:nvSpPr>
            <p:cNvPr id="15397" name="Line 48"/>
            <p:cNvSpPr>
              <a:spLocks noChangeShapeType="1"/>
            </p:cNvSpPr>
            <p:nvPr/>
          </p:nvSpPr>
          <p:spPr bwMode="auto">
            <a:xfrm flipV="1">
              <a:off x="3847" y="928"/>
              <a:ext cx="0" cy="120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  <a:ea typeface="宋体" charset="-122"/>
              </a:endParaRPr>
            </a:p>
          </p:txBody>
        </p:sp>
        <p:graphicFrame>
          <p:nvGraphicFramePr>
            <p:cNvPr id="15362" name="Object 49"/>
            <p:cNvGraphicFramePr>
              <a:graphicFrameLocks noChangeAspect="1"/>
            </p:cNvGraphicFramePr>
            <p:nvPr/>
          </p:nvGraphicFramePr>
          <p:xfrm>
            <a:off x="4486" y="1085"/>
            <a:ext cx="787" cy="232"/>
          </p:xfrm>
          <a:graphic>
            <a:graphicData uri="http://schemas.openxmlformats.org/presentationml/2006/ole">
              <p:oleObj spid="_x0000_s106512" name="Equation" r:id="rId17" imgW="1002865" imgH="317362" progId="Equation.3">
                <p:embed/>
              </p:oleObj>
            </a:graphicData>
          </a:graphic>
        </p:graphicFrame>
        <p:graphicFrame>
          <p:nvGraphicFramePr>
            <p:cNvPr id="15363" name="Object 50"/>
            <p:cNvGraphicFramePr>
              <a:graphicFrameLocks noChangeAspect="1"/>
            </p:cNvGraphicFramePr>
            <p:nvPr/>
          </p:nvGraphicFramePr>
          <p:xfrm>
            <a:off x="4486" y="1757"/>
            <a:ext cx="787" cy="248"/>
          </p:xfrm>
          <a:graphic>
            <a:graphicData uri="http://schemas.openxmlformats.org/presentationml/2006/ole">
              <p:oleObj spid="_x0000_s106513" name="Equation" r:id="rId18" imgW="1066337" imgH="317362" progId="Equation.3">
                <p:embed/>
              </p:oleObj>
            </a:graphicData>
          </a:graphic>
        </p:graphicFrame>
        <p:sp>
          <p:nvSpPr>
            <p:cNvPr id="15398" name="Line 51"/>
            <p:cNvSpPr>
              <a:spLocks noChangeShapeType="1"/>
            </p:cNvSpPr>
            <p:nvPr/>
          </p:nvSpPr>
          <p:spPr bwMode="auto">
            <a:xfrm>
              <a:off x="4459" y="1260"/>
              <a:ext cx="0" cy="8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  <a:ea typeface="宋体" charset="-122"/>
              </a:endParaRPr>
            </a:p>
          </p:txBody>
        </p:sp>
        <p:sp>
          <p:nvSpPr>
            <p:cNvPr id="15399" name="Line 52"/>
            <p:cNvSpPr>
              <a:spLocks noChangeShapeType="1"/>
            </p:cNvSpPr>
            <p:nvPr/>
          </p:nvSpPr>
          <p:spPr bwMode="auto">
            <a:xfrm flipH="1">
              <a:off x="3847" y="1219"/>
              <a:ext cx="6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  <a:ea typeface="宋体" charset="-122"/>
              </a:endParaRPr>
            </a:p>
          </p:txBody>
        </p:sp>
        <p:graphicFrame>
          <p:nvGraphicFramePr>
            <p:cNvPr id="15364" name="Object 53"/>
            <p:cNvGraphicFramePr>
              <a:graphicFrameLocks noChangeAspect="1"/>
            </p:cNvGraphicFramePr>
            <p:nvPr/>
          </p:nvGraphicFramePr>
          <p:xfrm>
            <a:off x="3572" y="1709"/>
            <a:ext cx="262" cy="270"/>
          </p:xfrm>
          <a:graphic>
            <a:graphicData uri="http://schemas.openxmlformats.org/presentationml/2006/ole">
              <p:oleObj spid="_x0000_s106514" name="Equation" r:id="rId19" imgW="291847" imgH="317225" progId="Equation.3">
                <p:embed/>
              </p:oleObj>
            </a:graphicData>
          </a:graphic>
        </p:graphicFrame>
        <p:graphicFrame>
          <p:nvGraphicFramePr>
            <p:cNvPr id="15365" name="Object 54"/>
            <p:cNvGraphicFramePr>
              <a:graphicFrameLocks noChangeAspect="1"/>
            </p:cNvGraphicFramePr>
            <p:nvPr/>
          </p:nvGraphicFramePr>
          <p:xfrm>
            <a:off x="3560" y="1085"/>
            <a:ext cx="275" cy="265"/>
          </p:xfrm>
          <a:graphic>
            <a:graphicData uri="http://schemas.openxmlformats.org/presentationml/2006/ole">
              <p:oleObj spid="_x0000_s106515" name="Equation" r:id="rId20" imgW="266353" imgH="317087" progId="Equation.3">
                <p:embed/>
              </p:oleObj>
            </a:graphicData>
          </a:graphic>
        </p:graphicFrame>
        <p:graphicFrame>
          <p:nvGraphicFramePr>
            <p:cNvPr id="15366" name="Object 55"/>
            <p:cNvGraphicFramePr>
              <a:graphicFrameLocks noChangeAspect="1"/>
            </p:cNvGraphicFramePr>
            <p:nvPr/>
          </p:nvGraphicFramePr>
          <p:xfrm>
            <a:off x="4372" y="2132"/>
            <a:ext cx="189" cy="209"/>
          </p:xfrm>
          <a:graphic>
            <a:graphicData uri="http://schemas.openxmlformats.org/presentationml/2006/ole">
              <p:oleObj spid="_x0000_s106516" name="公式" r:id="rId21" imgW="152202" imgH="177569" progId="Equation.3">
                <p:embed/>
              </p:oleObj>
            </a:graphicData>
          </a:graphic>
        </p:graphicFrame>
        <p:sp>
          <p:nvSpPr>
            <p:cNvPr id="15400" name="Line 56"/>
            <p:cNvSpPr>
              <a:spLocks noChangeShapeType="1"/>
            </p:cNvSpPr>
            <p:nvPr/>
          </p:nvSpPr>
          <p:spPr bwMode="auto">
            <a:xfrm>
              <a:off x="3847" y="1883"/>
              <a:ext cx="6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  <a:ea typeface="宋体" charset="-122"/>
              </a:endParaRPr>
            </a:p>
          </p:txBody>
        </p:sp>
        <p:sp>
          <p:nvSpPr>
            <p:cNvPr id="15401" name="Line 57"/>
            <p:cNvSpPr>
              <a:spLocks noChangeShapeType="1"/>
            </p:cNvSpPr>
            <p:nvPr/>
          </p:nvSpPr>
          <p:spPr bwMode="auto">
            <a:xfrm>
              <a:off x="4459" y="1219"/>
              <a:ext cx="0" cy="664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  <a:ea typeface="宋体" charset="-122"/>
              </a:endParaRPr>
            </a:p>
          </p:txBody>
        </p:sp>
        <p:sp>
          <p:nvSpPr>
            <p:cNvPr id="15402" name="Line 58"/>
            <p:cNvSpPr>
              <a:spLocks noChangeShapeType="1"/>
            </p:cNvSpPr>
            <p:nvPr/>
          </p:nvSpPr>
          <p:spPr bwMode="auto">
            <a:xfrm flipV="1">
              <a:off x="4459" y="1578"/>
              <a:ext cx="0" cy="83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triangle" w="sm" len="lg"/>
              <a:tailEnd type="none" w="med" len="lg"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  <a:ea typeface="宋体" charset="-122"/>
              </a:endParaRPr>
            </a:p>
          </p:txBody>
        </p:sp>
        <p:graphicFrame>
          <p:nvGraphicFramePr>
            <p:cNvPr id="15367" name="Object 59"/>
            <p:cNvGraphicFramePr>
              <a:graphicFrameLocks noChangeAspect="1"/>
            </p:cNvGraphicFramePr>
            <p:nvPr/>
          </p:nvGraphicFramePr>
          <p:xfrm>
            <a:off x="3639" y="904"/>
            <a:ext cx="194" cy="219"/>
          </p:xfrm>
          <a:graphic>
            <a:graphicData uri="http://schemas.openxmlformats.org/presentationml/2006/ole">
              <p:oleObj spid="_x0000_s106517" name="Equation" r:id="rId22" imgW="203112" imgH="241195" progId="Equation.3">
                <p:embed/>
              </p:oleObj>
            </a:graphicData>
          </a:graphic>
        </p:graphicFrame>
        <p:graphicFrame>
          <p:nvGraphicFramePr>
            <p:cNvPr id="15368" name="Object 60"/>
            <p:cNvGraphicFramePr>
              <a:graphicFrameLocks noChangeAspect="1"/>
            </p:cNvGraphicFramePr>
            <p:nvPr/>
          </p:nvGraphicFramePr>
          <p:xfrm>
            <a:off x="5203" y="2173"/>
            <a:ext cx="158" cy="168"/>
          </p:xfrm>
          <a:graphic>
            <a:graphicData uri="http://schemas.openxmlformats.org/presentationml/2006/ole">
              <p:oleObj spid="_x0000_s106518" name="Equation" r:id="rId23" imgW="215713" imgH="241091" progId="Equation.3">
                <p:embed/>
              </p:oleObj>
            </a:graphicData>
          </a:graphic>
        </p:graphicFrame>
        <p:graphicFrame>
          <p:nvGraphicFramePr>
            <p:cNvPr id="15369" name="Object 61"/>
            <p:cNvGraphicFramePr>
              <a:graphicFrameLocks noChangeAspect="1"/>
            </p:cNvGraphicFramePr>
            <p:nvPr/>
          </p:nvGraphicFramePr>
          <p:xfrm>
            <a:off x="3759" y="2164"/>
            <a:ext cx="151" cy="164"/>
          </p:xfrm>
          <a:graphic>
            <a:graphicData uri="http://schemas.openxmlformats.org/presentationml/2006/ole">
              <p:oleObj spid="_x0000_s106519" name="Equation" r:id="rId24" imgW="164957" imgH="190335" progId="Equation.3">
                <p:embed/>
              </p:oleObj>
            </a:graphicData>
          </a:graphic>
        </p:graphicFrame>
        <p:sp>
          <p:nvSpPr>
            <p:cNvPr id="15403" name="Text Box 62"/>
            <p:cNvSpPr txBox="1">
              <a:spLocks noChangeArrowheads="1"/>
            </p:cNvSpPr>
            <p:nvPr/>
          </p:nvSpPr>
          <p:spPr bwMode="auto">
            <a:xfrm>
              <a:off x="3065" y="845"/>
              <a:ext cx="429" cy="1536"/>
            </a:xfrm>
            <a:prstGeom prst="rect">
              <a:avLst/>
            </a:prstGeom>
            <a:solidFill>
              <a:srgbClr val="F9E7F3"/>
            </a:solidFill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vert="eaVert"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>
                  <a:solidFill>
                    <a:srgbClr val="CC0000"/>
                  </a:solidFill>
                  <a:ea typeface="宋体" charset="-122"/>
                </a:rPr>
                <a:t> </a:t>
              </a:r>
              <a:r>
                <a:rPr kumimoji="1" lang="zh-CN" altLang="en-US">
                  <a:solidFill>
                    <a:srgbClr val="000000"/>
                  </a:solidFill>
                  <a:ea typeface="宋体" charset="-122"/>
                </a:rPr>
                <a:t>等体</a:t>
              </a:r>
              <a:r>
                <a:rPr kumimoji="1" lang="zh-CN" altLang="en-US">
                  <a:solidFill>
                    <a:srgbClr val="0000FF"/>
                  </a:solidFill>
                  <a:ea typeface="宋体" charset="-122"/>
                </a:rPr>
                <a:t>降</a:t>
              </a:r>
              <a:r>
                <a:rPr kumimoji="1" lang="zh-CN" altLang="en-US">
                  <a:solidFill>
                    <a:srgbClr val="000000"/>
                  </a:solidFill>
                  <a:ea typeface="宋体" charset="-122"/>
                </a:rPr>
                <a:t>压</a:t>
              </a:r>
              <a:r>
                <a:rPr kumimoji="1" lang="zh-CN" altLang="en-US">
                  <a:solidFill>
                    <a:srgbClr val="CC0000"/>
                  </a:solidFill>
                  <a:ea typeface="宋体" charset="-122"/>
                </a:rPr>
                <a:t> </a:t>
              </a:r>
            </a:p>
          </p:txBody>
        </p:sp>
        <p:sp>
          <p:nvSpPr>
            <p:cNvPr id="15404" name="Rectangle 63"/>
            <p:cNvSpPr>
              <a:spLocks noChangeArrowheads="1"/>
            </p:cNvSpPr>
            <p:nvPr/>
          </p:nvSpPr>
          <p:spPr bwMode="auto">
            <a:xfrm>
              <a:off x="4313" y="950"/>
              <a:ext cx="22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800">
                  <a:solidFill>
                    <a:srgbClr val="CC0000"/>
                  </a:solidFill>
                  <a:ea typeface="宋体" charset="-122"/>
                </a:rPr>
                <a:t>1</a:t>
              </a:r>
            </a:p>
          </p:txBody>
        </p:sp>
        <p:sp>
          <p:nvSpPr>
            <p:cNvPr id="15405" name="Rectangle 64"/>
            <p:cNvSpPr>
              <a:spLocks noChangeArrowheads="1"/>
            </p:cNvSpPr>
            <p:nvPr/>
          </p:nvSpPr>
          <p:spPr bwMode="auto">
            <a:xfrm>
              <a:off x="4313" y="1814"/>
              <a:ext cx="22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800">
                  <a:solidFill>
                    <a:srgbClr val="CC0000"/>
                  </a:solidFill>
                  <a:ea typeface="宋体" charset="-122"/>
                </a:rPr>
                <a:t>2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1"/>
          <p:cNvGrpSpPr>
            <a:grpSpLocks/>
          </p:cNvGrpSpPr>
          <p:nvPr/>
        </p:nvGrpSpPr>
        <p:grpSpPr bwMode="auto">
          <a:xfrm>
            <a:off x="5467672" y="2099628"/>
            <a:ext cx="3352800" cy="3124200"/>
            <a:chOff x="3216" y="1553"/>
            <a:chExt cx="2112" cy="1968"/>
          </a:xfrm>
        </p:grpSpPr>
        <p:sp>
          <p:nvSpPr>
            <p:cNvPr id="16413" name="Rectangle 3"/>
            <p:cNvSpPr>
              <a:spLocks noChangeArrowheads="1"/>
            </p:cNvSpPr>
            <p:nvPr/>
          </p:nvSpPr>
          <p:spPr bwMode="auto">
            <a:xfrm>
              <a:off x="3216" y="1553"/>
              <a:ext cx="2112" cy="19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  <a:ea typeface="宋体" charset="-122"/>
              </a:endParaRPr>
            </a:p>
          </p:txBody>
        </p:sp>
        <p:graphicFrame>
          <p:nvGraphicFramePr>
            <p:cNvPr id="16390" name="Object 4"/>
            <p:cNvGraphicFramePr>
              <a:graphicFrameLocks noChangeAspect="1"/>
            </p:cNvGraphicFramePr>
            <p:nvPr/>
          </p:nvGraphicFramePr>
          <p:xfrm>
            <a:off x="4550" y="3144"/>
            <a:ext cx="219" cy="286"/>
          </p:xfrm>
          <a:graphic>
            <a:graphicData uri="http://schemas.openxmlformats.org/presentationml/2006/ole">
              <p:oleObj spid="_x0000_s107522" name="公式" r:id="rId3" imgW="164885" imgH="215619" progId="Equation.3">
                <p:embed/>
              </p:oleObj>
            </a:graphicData>
          </a:graphic>
        </p:graphicFrame>
        <p:sp>
          <p:nvSpPr>
            <p:cNvPr id="16414" name="Line 5"/>
            <p:cNvSpPr>
              <a:spLocks noChangeShapeType="1"/>
            </p:cNvSpPr>
            <p:nvPr/>
          </p:nvSpPr>
          <p:spPr bwMode="auto">
            <a:xfrm>
              <a:off x="3504" y="3137"/>
              <a:ext cx="16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  <a:ea typeface="宋体" charset="-122"/>
              </a:endParaRPr>
            </a:p>
          </p:txBody>
        </p:sp>
        <p:sp>
          <p:nvSpPr>
            <p:cNvPr id="16415" name="Line 6"/>
            <p:cNvSpPr>
              <a:spLocks noChangeShapeType="1"/>
            </p:cNvSpPr>
            <p:nvPr/>
          </p:nvSpPr>
          <p:spPr bwMode="auto">
            <a:xfrm flipV="1">
              <a:off x="3494" y="1704"/>
              <a:ext cx="0" cy="14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  <a:ea typeface="宋体" charset="-122"/>
              </a:endParaRPr>
            </a:p>
          </p:txBody>
        </p:sp>
        <p:graphicFrame>
          <p:nvGraphicFramePr>
            <p:cNvPr id="16391" name="Object 7"/>
            <p:cNvGraphicFramePr>
              <a:graphicFrameLocks noChangeAspect="1"/>
            </p:cNvGraphicFramePr>
            <p:nvPr/>
          </p:nvGraphicFramePr>
          <p:xfrm>
            <a:off x="3600" y="1858"/>
            <a:ext cx="777" cy="276"/>
          </p:xfrm>
          <a:graphic>
            <a:graphicData uri="http://schemas.openxmlformats.org/presentationml/2006/ole">
              <p:oleObj spid="_x0000_s107523" name="Equation" r:id="rId4" imgW="964781" imgH="317362" progId="Equation.3">
                <p:embed/>
              </p:oleObj>
            </a:graphicData>
          </a:graphic>
        </p:graphicFrame>
        <p:graphicFrame>
          <p:nvGraphicFramePr>
            <p:cNvPr id="16392" name="Object 8"/>
            <p:cNvGraphicFramePr>
              <a:graphicFrameLocks noChangeAspect="1"/>
            </p:cNvGraphicFramePr>
            <p:nvPr/>
          </p:nvGraphicFramePr>
          <p:xfrm>
            <a:off x="4464" y="1841"/>
            <a:ext cx="729" cy="262"/>
          </p:xfrm>
          <a:graphic>
            <a:graphicData uri="http://schemas.openxmlformats.org/presentationml/2006/ole">
              <p:oleObj spid="_x0000_s107524" name="Equation" r:id="rId5" imgW="1028254" imgH="317362" progId="Equation.3">
                <p:embed/>
              </p:oleObj>
            </a:graphicData>
          </a:graphic>
        </p:graphicFrame>
        <p:sp>
          <p:nvSpPr>
            <p:cNvPr id="16416" name="Line 9"/>
            <p:cNvSpPr>
              <a:spLocks noChangeShapeType="1"/>
            </p:cNvSpPr>
            <p:nvPr/>
          </p:nvSpPr>
          <p:spPr bwMode="auto">
            <a:xfrm>
              <a:off x="3974" y="2184"/>
              <a:ext cx="0" cy="9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  <a:ea typeface="宋体" charset="-122"/>
              </a:endParaRPr>
            </a:p>
          </p:txBody>
        </p:sp>
        <p:sp>
          <p:nvSpPr>
            <p:cNvPr id="16417" name="Line 10"/>
            <p:cNvSpPr>
              <a:spLocks noChangeShapeType="1"/>
            </p:cNvSpPr>
            <p:nvPr/>
          </p:nvSpPr>
          <p:spPr bwMode="auto">
            <a:xfrm flipH="1">
              <a:off x="3494" y="2184"/>
              <a:ext cx="4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  <a:ea typeface="宋体" charset="-122"/>
              </a:endParaRPr>
            </a:p>
          </p:txBody>
        </p:sp>
        <p:graphicFrame>
          <p:nvGraphicFramePr>
            <p:cNvPr id="16393" name="Object 11"/>
            <p:cNvGraphicFramePr>
              <a:graphicFrameLocks noChangeAspect="1"/>
            </p:cNvGraphicFramePr>
            <p:nvPr/>
          </p:nvGraphicFramePr>
          <p:xfrm>
            <a:off x="3220" y="2040"/>
            <a:ext cx="217" cy="256"/>
          </p:xfrm>
          <a:graphic>
            <a:graphicData uri="http://schemas.openxmlformats.org/presentationml/2006/ole">
              <p:oleObj spid="_x0000_s107525" name="Equation" r:id="rId6" imgW="203112" imgH="241195" progId="Equation.3">
                <p:embed/>
              </p:oleObj>
            </a:graphicData>
          </a:graphic>
        </p:graphicFrame>
        <p:graphicFrame>
          <p:nvGraphicFramePr>
            <p:cNvPr id="16394" name="Object 12"/>
            <p:cNvGraphicFramePr>
              <a:graphicFrameLocks noChangeAspect="1"/>
            </p:cNvGraphicFramePr>
            <p:nvPr/>
          </p:nvGraphicFramePr>
          <p:xfrm>
            <a:off x="3870" y="3144"/>
            <a:ext cx="202" cy="286"/>
          </p:xfrm>
          <a:graphic>
            <a:graphicData uri="http://schemas.openxmlformats.org/presentationml/2006/ole">
              <p:oleObj spid="_x0000_s107526" name="公式" r:id="rId7" imgW="152268" imgH="215713" progId="Equation.3">
                <p:embed/>
              </p:oleObj>
            </a:graphicData>
          </a:graphic>
        </p:graphicFrame>
        <p:sp>
          <p:nvSpPr>
            <p:cNvPr id="16418" name="Line 13"/>
            <p:cNvSpPr>
              <a:spLocks noChangeShapeType="1"/>
            </p:cNvSpPr>
            <p:nvPr/>
          </p:nvSpPr>
          <p:spPr bwMode="auto">
            <a:xfrm>
              <a:off x="3974" y="2184"/>
              <a:ext cx="672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  <a:ea typeface="宋体" charset="-122"/>
              </a:endParaRPr>
            </a:p>
          </p:txBody>
        </p:sp>
        <p:sp>
          <p:nvSpPr>
            <p:cNvPr id="16419" name="Line 14"/>
            <p:cNvSpPr>
              <a:spLocks noChangeShapeType="1"/>
            </p:cNvSpPr>
            <p:nvPr/>
          </p:nvSpPr>
          <p:spPr bwMode="auto">
            <a:xfrm>
              <a:off x="4646" y="2184"/>
              <a:ext cx="0" cy="9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  <a:ea typeface="宋体" charset="-122"/>
              </a:endParaRPr>
            </a:p>
          </p:txBody>
        </p:sp>
        <p:sp>
          <p:nvSpPr>
            <p:cNvPr id="16420" name="Line 15"/>
            <p:cNvSpPr>
              <a:spLocks noChangeShapeType="1"/>
            </p:cNvSpPr>
            <p:nvPr/>
          </p:nvSpPr>
          <p:spPr bwMode="auto">
            <a:xfrm>
              <a:off x="4272" y="2177"/>
              <a:ext cx="96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lg"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  <a:ea typeface="宋体" charset="-122"/>
              </a:endParaRPr>
            </a:p>
          </p:txBody>
        </p:sp>
        <p:graphicFrame>
          <p:nvGraphicFramePr>
            <p:cNvPr id="16395" name="Object 16"/>
            <p:cNvGraphicFramePr>
              <a:graphicFrameLocks noChangeAspect="1"/>
            </p:cNvGraphicFramePr>
            <p:nvPr/>
          </p:nvGraphicFramePr>
          <p:xfrm>
            <a:off x="3222" y="1641"/>
            <a:ext cx="214" cy="254"/>
          </p:xfrm>
          <a:graphic>
            <a:graphicData uri="http://schemas.openxmlformats.org/presentationml/2006/ole">
              <p:oleObj spid="_x0000_s107527" name="Equation" r:id="rId8" imgW="203112" imgH="241195" progId="Equation.3">
                <p:embed/>
              </p:oleObj>
            </a:graphicData>
          </a:graphic>
        </p:graphicFrame>
        <p:graphicFrame>
          <p:nvGraphicFramePr>
            <p:cNvPr id="16396" name="Object 17"/>
            <p:cNvGraphicFramePr>
              <a:graphicFrameLocks noChangeAspect="1"/>
            </p:cNvGraphicFramePr>
            <p:nvPr/>
          </p:nvGraphicFramePr>
          <p:xfrm>
            <a:off x="5032" y="3192"/>
            <a:ext cx="173" cy="193"/>
          </p:xfrm>
          <a:graphic>
            <a:graphicData uri="http://schemas.openxmlformats.org/presentationml/2006/ole">
              <p:oleObj spid="_x0000_s107528" name="Equation" r:id="rId9" imgW="215713" imgH="241091" progId="Equation.3">
                <p:embed/>
              </p:oleObj>
            </a:graphicData>
          </a:graphic>
        </p:graphicFrame>
        <p:graphicFrame>
          <p:nvGraphicFramePr>
            <p:cNvPr id="16397" name="Object 18"/>
            <p:cNvGraphicFramePr>
              <a:graphicFrameLocks noChangeAspect="1"/>
            </p:cNvGraphicFramePr>
            <p:nvPr/>
          </p:nvGraphicFramePr>
          <p:xfrm>
            <a:off x="3408" y="3176"/>
            <a:ext cx="169" cy="195"/>
          </p:xfrm>
          <a:graphic>
            <a:graphicData uri="http://schemas.openxmlformats.org/presentationml/2006/ole">
              <p:oleObj spid="_x0000_s107529" name="Equation" r:id="rId10" imgW="164957" imgH="190335" progId="Equation.3">
                <p:embed/>
              </p:oleObj>
            </a:graphicData>
          </a:graphic>
        </p:graphicFrame>
        <p:sp>
          <p:nvSpPr>
            <p:cNvPr id="16421" name="Text Box 19"/>
            <p:cNvSpPr txBox="1">
              <a:spLocks noChangeArrowheads="1"/>
            </p:cNvSpPr>
            <p:nvPr/>
          </p:nvSpPr>
          <p:spPr bwMode="auto">
            <a:xfrm>
              <a:off x="3787" y="2115"/>
              <a:ext cx="240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>
                  <a:solidFill>
                    <a:srgbClr val="CC0000"/>
                  </a:solidFill>
                  <a:ea typeface="宋体" charset="-122"/>
                </a:rPr>
                <a:t>1</a:t>
              </a:r>
            </a:p>
          </p:txBody>
        </p:sp>
        <p:sp>
          <p:nvSpPr>
            <p:cNvPr id="16422" name="Text Box 20"/>
            <p:cNvSpPr txBox="1">
              <a:spLocks noChangeArrowheads="1"/>
            </p:cNvSpPr>
            <p:nvPr/>
          </p:nvSpPr>
          <p:spPr bwMode="auto">
            <a:xfrm>
              <a:off x="4640" y="2113"/>
              <a:ext cx="220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>
                  <a:solidFill>
                    <a:srgbClr val="CC0000"/>
                  </a:solidFill>
                  <a:ea typeface="宋体" charset="-122"/>
                </a:rPr>
                <a:t>2</a:t>
              </a:r>
            </a:p>
          </p:txBody>
        </p:sp>
      </p:grpSp>
      <p:sp>
        <p:nvSpPr>
          <p:cNvPr id="16399" name="Text Box 21"/>
          <p:cNvSpPr txBox="1">
            <a:spLocks noChangeArrowheads="1"/>
          </p:cNvSpPr>
          <p:nvPr/>
        </p:nvSpPr>
        <p:spPr bwMode="auto">
          <a:xfrm>
            <a:off x="539552" y="300514"/>
            <a:ext cx="62357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3600">
                <a:solidFill>
                  <a:srgbClr val="CC0000"/>
                </a:solidFill>
                <a:ea typeface="宋体" charset="-122"/>
              </a:rPr>
              <a:t>二   等压过程  </a:t>
            </a:r>
            <a:r>
              <a:rPr kumimoji="1" lang="zh-CN" altLang="en-US" sz="3600">
                <a:solidFill>
                  <a:srgbClr val="CC0000"/>
                </a:solidFill>
                <a:latin typeface="Arial" charset="0"/>
                <a:ea typeface="宋体" charset="-122"/>
              </a:rPr>
              <a:t>摩尔</a:t>
            </a:r>
            <a:r>
              <a:rPr kumimoji="1" lang="zh-CN" altLang="en-US" sz="3600">
                <a:solidFill>
                  <a:srgbClr val="CC0000"/>
                </a:solidFill>
                <a:ea typeface="宋体" charset="-122"/>
              </a:rPr>
              <a:t>定压热容</a:t>
            </a:r>
          </a:p>
        </p:txBody>
      </p:sp>
      <p:grpSp>
        <p:nvGrpSpPr>
          <p:cNvPr id="3" name="Group 22"/>
          <p:cNvGrpSpPr>
            <a:grpSpLocks/>
          </p:cNvGrpSpPr>
          <p:nvPr/>
        </p:nvGrpSpPr>
        <p:grpSpPr bwMode="auto">
          <a:xfrm>
            <a:off x="323528" y="1959296"/>
            <a:ext cx="4906962" cy="1109664"/>
            <a:chOff x="288" y="1377"/>
            <a:chExt cx="3091" cy="699"/>
          </a:xfrm>
        </p:grpSpPr>
        <p:sp>
          <p:nvSpPr>
            <p:cNvPr id="16412" name="Text Box 23"/>
            <p:cNvSpPr txBox="1">
              <a:spLocks noChangeArrowheads="1"/>
            </p:cNvSpPr>
            <p:nvPr/>
          </p:nvSpPr>
          <p:spPr bwMode="auto">
            <a:xfrm>
              <a:off x="288" y="1502"/>
              <a:ext cx="3091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/>
              <a:r>
                <a:rPr kumimoji="1" lang="zh-CN" altLang="en-US" dirty="0">
                  <a:solidFill>
                    <a:srgbClr val="000000"/>
                  </a:solidFill>
                  <a:ea typeface="宋体" charset="-122"/>
                </a:rPr>
                <a:t>过程方</a:t>
              </a:r>
              <a:r>
                <a:rPr kumimoji="1" lang="zh-CN" altLang="en-US" dirty="0" smtClean="0">
                  <a:solidFill>
                    <a:srgbClr val="000000"/>
                  </a:solidFill>
                  <a:ea typeface="宋体" charset="-122"/>
                </a:rPr>
                <a:t>程              常</a:t>
              </a:r>
              <a:r>
                <a:rPr kumimoji="1" lang="zh-CN" altLang="en-US" dirty="0">
                  <a:solidFill>
                    <a:srgbClr val="000000"/>
                  </a:solidFill>
                  <a:ea typeface="宋体" charset="-122"/>
                </a:rPr>
                <a:t>量</a:t>
              </a:r>
            </a:p>
          </p:txBody>
        </p:sp>
        <p:graphicFrame>
          <p:nvGraphicFramePr>
            <p:cNvPr id="16389" name="Object 24"/>
            <p:cNvGraphicFramePr>
              <a:graphicFrameLocks noChangeAspect="1"/>
            </p:cNvGraphicFramePr>
            <p:nvPr/>
          </p:nvGraphicFramePr>
          <p:xfrm>
            <a:off x="1660" y="1377"/>
            <a:ext cx="622" cy="699"/>
          </p:xfrm>
          <a:graphic>
            <a:graphicData uri="http://schemas.openxmlformats.org/presentationml/2006/ole">
              <p:oleObj spid="_x0000_s107530" name="Equation" r:id="rId11" imgW="291960" imgH="393480" progId="Equation.DSMT4">
                <p:embed/>
              </p:oleObj>
            </a:graphicData>
          </a:graphic>
        </p:graphicFrame>
      </p:grpSp>
      <p:sp>
        <p:nvSpPr>
          <p:cNvPr id="61465" name="Text Box 25"/>
          <p:cNvSpPr txBox="1">
            <a:spLocks noChangeArrowheads="1"/>
          </p:cNvSpPr>
          <p:nvPr/>
        </p:nvSpPr>
        <p:spPr bwMode="auto">
          <a:xfrm>
            <a:off x="971550" y="4247298"/>
            <a:ext cx="3457575" cy="588962"/>
          </a:xfrm>
          <a:prstGeom prst="rect">
            <a:avLst/>
          </a:prstGeom>
          <a:gradFill rotWithShape="0">
            <a:gsLst>
              <a:gs pos="0">
                <a:schemeClr val="accent1">
                  <a:alpha val="17000"/>
                </a:schemeClr>
              </a:gs>
              <a:gs pos="50000">
                <a:srgbClr val="FFFFFF"/>
              </a:gs>
              <a:gs pos="100000">
                <a:schemeClr val="accent1">
                  <a:alpha val="20000"/>
                </a:schemeClr>
              </a:gs>
            </a:gsLst>
            <a:lin ang="5400000" scaled="1"/>
          </a:gradFill>
          <a:ln w="952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 dirty="0" smtClean="0">
                <a:solidFill>
                  <a:srgbClr val="000000"/>
                </a:solidFill>
              </a:rPr>
              <a:t>热</a:t>
            </a:r>
            <a:r>
              <a:rPr kumimoji="1" lang="zh-CN" altLang="en-US" dirty="0">
                <a:solidFill>
                  <a:srgbClr val="000000"/>
                </a:solidFill>
              </a:rPr>
              <a:t>力学第一定</a:t>
            </a:r>
            <a:r>
              <a:rPr kumimoji="1" lang="zh-CN" altLang="en-US" dirty="0" smtClean="0">
                <a:solidFill>
                  <a:srgbClr val="000000"/>
                </a:solidFill>
              </a:rPr>
              <a:t>律：</a:t>
            </a:r>
            <a:endParaRPr kumimoji="1" lang="zh-CN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61466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239531214"/>
              </p:ext>
            </p:extLst>
          </p:nvPr>
        </p:nvGraphicFramePr>
        <p:xfrm>
          <a:off x="1421650" y="5229200"/>
          <a:ext cx="2586389" cy="1238779"/>
        </p:xfrm>
        <a:graphic>
          <a:graphicData uri="http://schemas.openxmlformats.org/presentationml/2006/ole">
            <p:oleObj spid="_x0000_s107531" name="Equation" r:id="rId12" imgW="1002960" imgH="482400" progId="Equation.DSMT4">
              <p:embed/>
            </p:oleObj>
          </a:graphicData>
        </a:graphic>
      </p:graphicFrame>
      <p:grpSp>
        <p:nvGrpSpPr>
          <p:cNvPr id="4" name="Group 27"/>
          <p:cNvGrpSpPr>
            <a:grpSpLocks/>
          </p:cNvGrpSpPr>
          <p:nvPr/>
        </p:nvGrpSpPr>
        <p:grpSpPr bwMode="auto">
          <a:xfrm>
            <a:off x="1287016" y="1088740"/>
            <a:ext cx="3429000" cy="647701"/>
            <a:chOff x="816" y="848"/>
            <a:chExt cx="2160" cy="408"/>
          </a:xfrm>
        </p:grpSpPr>
        <p:sp>
          <p:nvSpPr>
            <p:cNvPr id="16411" name="Text Box 28"/>
            <p:cNvSpPr txBox="1">
              <a:spLocks noChangeArrowheads="1"/>
            </p:cNvSpPr>
            <p:nvPr/>
          </p:nvSpPr>
          <p:spPr bwMode="auto">
            <a:xfrm>
              <a:off x="816" y="848"/>
              <a:ext cx="2160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1" lang="zh-CN" altLang="en-US" dirty="0" smtClean="0">
                  <a:solidFill>
                    <a:srgbClr val="000000"/>
                  </a:solidFill>
                  <a:ea typeface="宋体" charset="-122"/>
                </a:rPr>
                <a:t>特征            </a:t>
              </a:r>
              <a:r>
                <a:rPr kumimoji="1" lang="zh-CN" altLang="en-US" dirty="0">
                  <a:solidFill>
                    <a:srgbClr val="0000FF"/>
                  </a:solidFill>
                  <a:ea typeface="宋体" charset="-122"/>
                </a:rPr>
                <a:t>常量</a:t>
              </a:r>
            </a:p>
          </p:txBody>
        </p:sp>
        <p:graphicFrame>
          <p:nvGraphicFramePr>
            <p:cNvPr id="16388" name="Object 29"/>
            <p:cNvGraphicFramePr>
              <a:graphicFrameLocks noChangeAspect="1"/>
            </p:cNvGraphicFramePr>
            <p:nvPr/>
          </p:nvGraphicFramePr>
          <p:xfrm>
            <a:off x="1587" y="893"/>
            <a:ext cx="585" cy="363"/>
          </p:xfrm>
          <a:graphic>
            <a:graphicData uri="http://schemas.openxmlformats.org/presentationml/2006/ole">
              <p:oleObj spid="_x0000_s107532" name="Equation" r:id="rId13" imgW="266353" imgH="164885" progId="Equation.DSMT4">
                <p:embed/>
              </p:oleObj>
            </a:graphicData>
          </a:graphic>
        </p:graphicFrame>
      </p:grpSp>
      <p:grpSp>
        <p:nvGrpSpPr>
          <p:cNvPr id="5" name="Group 42"/>
          <p:cNvGrpSpPr>
            <a:grpSpLocks/>
          </p:cNvGrpSpPr>
          <p:nvPr/>
        </p:nvGrpSpPr>
        <p:grpSpPr bwMode="auto">
          <a:xfrm>
            <a:off x="1404044" y="3367952"/>
            <a:ext cx="3754439" cy="646113"/>
            <a:chOff x="476" y="2024"/>
            <a:chExt cx="2365" cy="407"/>
          </a:xfrm>
        </p:grpSpPr>
        <p:graphicFrame>
          <p:nvGraphicFramePr>
            <p:cNvPr id="16387" name="Object 31"/>
            <p:cNvGraphicFramePr>
              <a:graphicFrameLocks noChangeAspect="1"/>
            </p:cNvGraphicFramePr>
            <p:nvPr/>
          </p:nvGraphicFramePr>
          <p:xfrm>
            <a:off x="1159" y="2024"/>
            <a:ext cx="1682" cy="407"/>
          </p:xfrm>
          <a:graphic>
            <a:graphicData uri="http://schemas.openxmlformats.org/presentationml/2006/ole">
              <p:oleObj spid="_x0000_s107533" name="Equation" r:id="rId14" imgW="939800" imgH="228600" progId="Equation.DSMT4">
                <p:embed/>
              </p:oleObj>
            </a:graphicData>
          </a:graphic>
        </p:graphicFrame>
        <p:sp>
          <p:nvSpPr>
            <p:cNvPr id="16410" name="Text Box 32"/>
            <p:cNvSpPr txBox="1">
              <a:spLocks noChangeArrowheads="1"/>
            </p:cNvSpPr>
            <p:nvPr/>
          </p:nvSpPr>
          <p:spPr bwMode="auto">
            <a:xfrm>
              <a:off x="476" y="2024"/>
              <a:ext cx="720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dirty="0">
                  <a:solidFill>
                    <a:srgbClr val="1C1C1C"/>
                  </a:solidFill>
                  <a:ea typeface="宋体" charset="-122"/>
                </a:rPr>
                <a:t> </a:t>
              </a:r>
              <a:r>
                <a:rPr lang="zh-CN" altLang="en-US" dirty="0">
                  <a:solidFill>
                    <a:srgbClr val="1C1C1C"/>
                  </a:solidFill>
                  <a:ea typeface="宋体" charset="-122"/>
                </a:rPr>
                <a:t>功</a:t>
              </a:r>
            </a:p>
          </p:txBody>
        </p:sp>
      </p:grpSp>
      <p:grpSp>
        <p:nvGrpSpPr>
          <p:cNvPr id="6" name="Group 33"/>
          <p:cNvGrpSpPr>
            <a:grpSpLocks/>
          </p:cNvGrpSpPr>
          <p:nvPr/>
        </p:nvGrpSpPr>
        <p:grpSpPr bwMode="auto">
          <a:xfrm>
            <a:off x="6663060" y="3090228"/>
            <a:ext cx="1090612" cy="1524000"/>
            <a:chOff x="3984" y="1296"/>
            <a:chExt cx="672" cy="960"/>
          </a:xfrm>
        </p:grpSpPr>
        <p:grpSp>
          <p:nvGrpSpPr>
            <p:cNvPr id="7" name="Group 34"/>
            <p:cNvGrpSpPr>
              <a:grpSpLocks/>
            </p:cNvGrpSpPr>
            <p:nvPr/>
          </p:nvGrpSpPr>
          <p:grpSpPr bwMode="auto">
            <a:xfrm>
              <a:off x="3984" y="1296"/>
              <a:ext cx="672" cy="960"/>
              <a:chOff x="3984" y="1200"/>
              <a:chExt cx="672" cy="960"/>
            </a:xfrm>
          </p:grpSpPr>
          <p:sp>
            <p:nvSpPr>
              <p:cNvPr id="16408" name="Rectangle 35" descr="浅色下对角线"/>
              <p:cNvSpPr>
                <a:spLocks noChangeArrowheads="1"/>
              </p:cNvSpPr>
              <p:nvPr/>
            </p:nvSpPr>
            <p:spPr bwMode="auto">
              <a:xfrm>
                <a:off x="3984" y="1200"/>
                <a:ext cx="672" cy="960"/>
              </a:xfrm>
              <a:prstGeom prst="rect">
                <a:avLst/>
              </a:prstGeom>
              <a:pattFill prst="ltDnDiag">
                <a:fgClr>
                  <a:srgbClr val="CC00CC"/>
                </a:fgClr>
                <a:bgClr>
                  <a:schemeClr val="bg1"/>
                </a:bgClr>
              </a:pattFill>
              <a:ln w="12700">
                <a:solidFill>
                  <a:schemeClr val="tx1"/>
                </a:solidFill>
                <a:prstDash val="dash"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 sz="1800" b="0">
                  <a:solidFill>
                    <a:srgbClr val="000000"/>
                  </a:solidFill>
                  <a:latin typeface="Arial" charset="0"/>
                  <a:ea typeface="宋体" charset="-122"/>
                </a:endParaRPr>
              </a:p>
            </p:txBody>
          </p:sp>
          <p:sp>
            <p:nvSpPr>
              <p:cNvPr id="16409" name="Text Box 36"/>
              <p:cNvSpPr txBox="1">
                <a:spLocks noChangeArrowheads="1"/>
              </p:cNvSpPr>
              <p:nvPr/>
            </p:nvSpPr>
            <p:spPr bwMode="auto">
              <a:xfrm>
                <a:off x="4128" y="1536"/>
                <a:ext cx="384" cy="365"/>
              </a:xfrm>
              <a:prstGeom prst="rect">
                <a:avLst/>
              </a:prstGeom>
              <a:noFill/>
              <a:ln w="12700">
                <a:noFill/>
                <a:prstDash val="dash"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i="1">
                    <a:solidFill>
                      <a:srgbClr val="CC0000"/>
                    </a:solidFill>
                    <a:ea typeface="宋体" charset="-122"/>
                  </a:rPr>
                  <a:t>W</a:t>
                </a:r>
              </a:p>
            </p:txBody>
          </p:sp>
        </p:grpSp>
        <p:sp>
          <p:nvSpPr>
            <p:cNvPr id="16406" name="Line 37"/>
            <p:cNvSpPr>
              <a:spLocks noChangeShapeType="1"/>
            </p:cNvSpPr>
            <p:nvPr/>
          </p:nvSpPr>
          <p:spPr bwMode="auto">
            <a:xfrm>
              <a:off x="3984" y="1303"/>
              <a:ext cx="672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  <a:ea typeface="宋体" charset="-122"/>
              </a:endParaRPr>
            </a:p>
          </p:txBody>
        </p:sp>
        <p:sp>
          <p:nvSpPr>
            <p:cNvPr id="16407" name="Line 38"/>
            <p:cNvSpPr>
              <a:spLocks noChangeShapeType="1"/>
            </p:cNvSpPr>
            <p:nvPr/>
          </p:nvSpPr>
          <p:spPr bwMode="auto">
            <a:xfrm>
              <a:off x="4282" y="1296"/>
              <a:ext cx="96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  <a:ea typeface="宋体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1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61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5" name="Text Box 3"/>
          <p:cNvSpPr txBox="1">
            <a:spLocks noChangeArrowheads="1"/>
          </p:cNvSpPr>
          <p:nvPr/>
        </p:nvSpPr>
        <p:spPr bwMode="auto">
          <a:xfrm>
            <a:off x="684213" y="317800"/>
            <a:ext cx="7773987" cy="1844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kumimoji="1" lang="en-US" altLang="zh-CN" dirty="0">
                <a:solidFill>
                  <a:srgbClr val="CC0000"/>
                </a:solidFill>
                <a:latin typeface="Arial" charset="0"/>
                <a:ea typeface="宋体" charset="-122"/>
              </a:rPr>
              <a:t>       </a:t>
            </a:r>
            <a:r>
              <a:rPr kumimoji="1" lang="zh-CN" altLang="en-US" dirty="0">
                <a:solidFill>
                  <a:srgbClr val="CC0000"/>
                </a:solidFill>
                <a:latin typeface="Arial" charset="0"/>
                <a:ea typeface="宋体" charset="-122"/>
              </a:rPr>
              <a:t>摩尔</a:t>
            </a:r>
            <a:r>
              <a:rPr kumimoji="1" lang="zh-CN" altLang="en-US" dirty="0">
                <a:solidFill>
                  <a:srgbClr val="CC0000"/>
                </a:solidFill>
                <a:ea typeface="宋体" charset="-122"/>
              </a:rPr>
              <a:t>定压热容</a:t>
            </a:r>
            <a:r>
              <a:rPr kumimoji="1" lang="en-US" altLang="zh-CN" dirty="0">
                <a:solidFill>
                  <a:srgbClr val="CC0000"/>
                </a:solidFill>
                <a:ea typeface="宋体" charset="-122"/>
              </a:rPr>
              <a:t>:</a:t>
            </a:r>
            <a:r>
              <a:rPr kumimoji="1" lang="en-US" altLang="zh-CN" dirty="0">
                <a:solidFill>
                  <a:srgbClr val="000000"/>
                </a:solidFill>
                <a:ea typeface="宋体" charset="-122"/>
              </a:rPr>
              <a:t>             </a:t>
            </a:r>
            <a:r>
              <a:rPr kumimoji="1" lang="zh-CN" altLang="en-US" dirty="0">
                <a:solidFill>
                  <a:srgbClr val="000000"/>
                </a:solidFill>
                <a:ea typeface="宋体" charset="-122"/>
              </a:rPr>
              <a:t>理想气体在等压过程中吸收热量         ，温度升高      ，其摩尔</a:t>
            </a:r>
            <a:r>
              <a:rPr kumimoji="1" lang="zh-CN" altLang="en-US" dirty="0">
                <a:solidFill>
                  <a:srgbClr val="000000"/>
                </a:solidFill>
                <a:latin typeface="Arial" charset="0"/>
                <a:ea typeface="宋体" charset="-122"/>
              </a:rPr>
              <a:t>定压</a:t>
            </a:r>
            <a:r>
              <a:rPr kumimoji="1" lang="zh-CN" altLang="en-US" dirty="0">
                <a:solidFill>
                  <a:srgbClr val="000000"/>
                </a:solidFill>
                <a:ea typeface="宋体" charset="-122"/>
              </a:rPr>
              <a:t>热容为：</a:t>
            </a:r>
          </a:p>
        </p:txBody>
      </p:sp>
      <p:graphicFrame>
        <p:nvGraphicFramePr>
          <p:cNvPr id="1741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2632445182"/>
              </p:ext>
            </p:extLst>
          </p:nvPr>
        </p:nvGraphicFramePr>
        <p:xfrm>
          <a:off x="4475163" y="443783"/>
          <a:ext cx="931862" cy="466725"/>
        </p:xfrm>
        <a:graphic>
          <a:graphicData uri="http://schemas.openxmlformats.org/presentationml/2006/ole">
            <p:oleObj spid="_x0000_s108546" name="公式" r:id="rId3" imgW="355138" imgH="177569" progId="Equation.3">
              <p:embed/>
            </p:oleObj>
          </a:graphicData>
        </a:graphic>
      </p:graphicFrame>
      <p:graphicFrame>
        <p:nvGraphicFramePr>
          <p:cNvPr id="1741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955747552"/>
              </p:ext>
            </p:extLst>
          </p:nvPr>
        </p:nvGraphicFramePr>
        <p:xfrm>
          <a:off x="3779838" y="978771"/>
          <a:ext cx="752475" cy="608012"/>
        </p:xfrm>
        <a:graphic>
          <a:graphicData uri="http://schemas.openxmlformats.org/presentationml/2006/ole">
            <p:oleObj spid="_x0000_s108547" name="Equation" r:id="rId4" imgW="457200" imgH="368300" progId="Equation.3">
              <p:embed/>
            </p:oleObj>
          </a:graphicData>
        </a:graphic>
      </p:graphicFrame>
      <p:graphicFrame>
        <p:nvGraphicFramePr>
          <p:cNvPr id="1741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1297408371"/>
              </p:ext>
            </p:extLst>
          </p:nvPr>
        </p:nvGraphicFramePr>
        <p:xfrm>
          <a:off x="6659563" y="1010521"/>
          <a:ext cx="552450" cy="409575"/>
        </p:xfrm>
        <a:graphic>
          <a:graphicData uri="http://schemas.openxmlformats.org/presentationml/2006/ole">
            <p:oleObj spid="_x0000_s108548" name="Equation" r:id="rId5" imgW="342751" imgH="253890" progId="Equation.3">
              <p:embed/>
            </p:oleObj>
          </a:graphicData>
        </a:graphic>
      </p:graphicFrame>
      <p:graphicFrame>
        <p:nvGraphicFramePr>
          <p:cNvPr id="62471" name="Object 7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="" xmlns:p14="http://schemas.microsoft.com/office/powerpoint/2010/main" val="2219714011"/>
              </p:ext>
            </p:extLst>
          </p:nvPr>
        </p:nvGraphicFramePr>
        <p:xfrm>
          <a:off x="5292080" y="2478040"/>
          <a:ext cx="2448272" cy="655312"/>
        </p:xfrm>
        <a:graphic>
          <a:graphicData uri="http://schemas.openxmlformats.org/presentationml/2006/ole">
            <p:oleObj spid="_x0000_s108549" name="公式" r:id="rId6" imgW="901309" imgH="241195" progId="Equation.3">
              <p:embed/>
            </p:oleObj>
          </a:graphicData>
        </a:graphic>
      </p:graphicFrame>
      <p:graphicFrame>
        <p:nvGraphicFramePr>
          <p:cNvPr id="62472" name="Object 8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="" xmlns:p14="http://schemas.microsoft.com/office/powerpoint/2010/main" val="572548331"/>
              </p:ext>
            </p:extLst>
          </p:nvPr>
        </p:nvGraphicFramePr>
        <p:xfrm>
          <a:off x="1907704" y="2117999"/>
          <a:ext cx="2055750" cy="1130995"/>
        </p:xfrm>
        <a:graphic>
          <a:graphicData uri="http://schemas.openxmlformats.org/presentationml/2006/ole">
            <p:oleObj spid="_x0000_s108550" name="公式" r:id="rId7" imgW="761669" imgH="418918" progId="Equation.3">
              <p:embed/>
            </p:oleObj>
          </a:graphicData>
        </a:graphic>
      </p:graphicFrame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1637507" y="5257356"/>
            <a:ext cx="4475162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dirty="0" smtClean="0">
                <a:solidFill>
                  <a:srgbClr val="000000"/>
                </a:solidFill>
                <a:ea typeface="宋体" charset="-122"/>
              </a:rPr>
              <a:t>积分形式：</a:t>
            </a:r>
            <a:endParaRPr kumimoji="1" lang="zh-CN" altLang="en-US" dirty="0">
              <a:solidFill>
                <a:srgbClr val="000000"/>
              </a:solidFill>
              <a:ea typeface="宋体" charset="-122"/>
            </a:endParaRPr>
          </a:p>
        </p:txBody>
      </p:sp>
      <p:grpSp>
        <p:nvGrpSpPr>
          <p:cNvPr id="2" name="组合 13"/>
          <p:cNvGrpSpPr/>
          <p:nvPr/>
        </p:nvGrpSpPr>
        <p:grpSpPr>
          <a:xfrm>
            <a:off x="683122" y="3755582"/>
            <a:ext cx="7705303" cy="748664"/>
            <a:chOff x="683122" y="3554414"/>
            <a:chExt cx="7705303" cy="748664"/>
          </a:xfrm>
        </p:grpSpPr>
        <p:graphicFrame>
          <p:nvGraphicFramePr>
            <p:cNvPr id="8" name="Object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="" xmlns:p14="http://schemas.microsoft.com/office/powerpoint/2010/main" val="1766293427"/>
                </p:ext>
              </p:extLst>
            </p:nvPr>
          </p:nvGraphicFramePr>
          <p:xfrm>
            <a:off x="4884739" y="3554414"/>
            <a:ext cx="3503686" cy="748664"/>
          </p:xfrm>
          <a:graphic>
            <a:graphicData uri="http://schemas.openxmlformats.org/presentationml/2006/ole">
              <p:oleObj spid="_x0000_s108551" name="Equation" r:id="rId8" imgW="977760" imgH="241200" progId="Equation.DSMT4">
                <p:embed/>
              </p:oleObj>
            </a:graphicData>
          </a:graphic>
        </p:graphicFrame>
        <p:grpSp>
          <p:nvGrpSpPr>
            <p:cNvPr id="3" name="Group 9"/>
            <p:cNvGrpSpPr>
              <a:grpSpLocks/>
            </p:cNvGrpSpPr>
            <p:nvPr/>
          </p:nvGrpSpPr>
          <p:grpSpPr bwMode="auto">
            <a:xfrm>
              <a:off x="683122" y="3564433"/>
              <a:ext cx="3170238" cy="728663"/>
              <a:chOff x="430" y="527"/>
              <a:chExt cx="1997" cy="459"/>
            </a:xfrm>
          </p:grpSpPr>
          <p:sp>
            <p:nvSpPr>
              <p:cNvPr id="12" name="Text Box 7"/>
              <p:cNvSpPr txBox="1">
                <a:spLocks noChangeArrowheads="1"/>
              </p:cNvSpPr>
              <p:nvPr/>
            </p:nvSpPr>
            <p:spPr bwMode="auto">
              <a:xfrm>
                <a:off x="1202" y="572"/>
                <a:ext cx="1225" cy="3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zh-CN" altLang="en-US" dirty="0">
                    <a:solidFill>
                      <a:srgbClr val="0000FF"/>
                    </a:solidFill>
                    <a:latin typeface="Arial" charset="0"/>
                    <a:ea typeface="宋体" charset="-122"/>
                  </a:rPr>
                  <a:t>理想气体</a:t>
                </a:r>
              </a:p>
            </p:txBody>
          </p:sp>
          <p:graphicFrame>
            <p:nvGraphicFramePr>
              <p:cNvPr id="13" name="Object 8"/>
              <p:cNvGraphicFramePr>
                <a:graphicFrameLocks noChangeAspect="1"/>
              </p:cNvGraphicFramePr>
              <p:nvPr/>
            </p:nvGraphicFramePr>
            <p:xfrm>
              <a:off x="430" y="527"/>
              <a:ext cx="816" cy="459"/>
            </p:xfrm>
            <a:graphic>
              <a:graphicData uri="http://schemas.openxmlformats.org/presentationml/2006/ole">
                <p:oleObj spid="_x0000_s108552" name="Equation" r:id="rId9" imgW="406224" imgH="228501" progId="Equation.DSMT4">
                  <p:embed/>
                </p:oleObj>
              </a:graphicData>
            </a:graphic>
          </p:graphicFrame>
        </p:grpSp>
      </p:grpSp>
      <p:graphicFrame>
        <p:nvGraphicFramePr>
          <p:cNvPr id="1741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2948966141"/>
              </p:ext>
            </p:extLst>
          </p:nvPr>
        </p:nvGraphicFramePr>
        <p:xfrm>
          <a:off x="4977045" y="5168900"/>
          <a:ext cx="2790825" cy="647700"/>
        </p:xfrm>
        <a:graphic>
          <a:graphicData uri="http://schemas.openxmlformats.org/presentationml/2006/ole">
            <p:oleObj spid="_x0000_s108553" name="Equation" r:id="rId10" imgW="914400" imgH="24120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2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2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43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2073417133"/>
              </p:ext>
            </p:extLst>
          </p:nvPr>
        </p:nvGraphicFramePr>
        <p:xfrm>
          <a:off x="1319030" y="971819"/>
          <a:ext cx="5537200" cy="720725"/>
        </p:xfrm>
        <a:graphic>
          <a:graphicData uri="http://schemas.openxmlformats.org/presentationml/2006/ole">
            <p:oleObj spid="_x0000_s109570" name="Equation" r:id="rId3" imgW="1651000" imgH="241300" progId="Equation.DSMT4">
              <p:embed/>
            </p:oleObj>
          </a:graphicData>
        </a:graphic>
      </p:graphicFrame>
      <p:graphicFrame>
        <p:nvGraphicFramePr>
          <p:cNvPr id="6349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2863526891"/>
              </p:ext>
            </p:extLst>
          </p:nvPr>
        </p:nvGraphicFramePr>
        <p:xfrm>
          <a:off x="4754505" y="1840013"/>
          <a:ext cx="2480900" cy="648072"/>
        </p:xfrm>
        <a:graphic>
          <a:graphicData uri="http://schemas.openxmlformats.org/presentationml/2006/ole">
            <p:oleObj spid="_x0000_s109571" name="公式" r:id="rId4" imgW="761669" imgH="203112" progId="Equation.3">
              <p:embed/>
            </p:oleObj>
          </a:graphicData>
        </a:graphic>
      </p:graphicFrame>
      <p:graphicFrame>
        <p:nvGraphicFramePr>
          <p:cNvPr id="6349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3501775298"/>
              </p:ext>
            </p:extLst>
          </p:nvPr>
        </p:nvGraphicFramePr>
        <p:xfrm>
          <a:off x="3313577" y="3588490"/>
          <a:ext cx="3175019" cy="693785"/>
        </p:xfrm>
        <a:graphic>
          <a:graphicData uri="http://schemas.openxmlformats.org/presentationml/2006/ole">
            <p:oleObj spid="_x0000_s109572" name="公式" r:id="rId5" imgW="990170" imgH="241195" progId="Equation.3">
              <p:embed/>
            </p:oleObj>
          </a:graphicData>
        </a:graphic>
      </p:graphicFrame>
      <p:graphicFrame>
        <p:nvGraphicFramePr>
          <p:cNvPr id="6349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2127130107"/>
              </p:ext>
            </p:extLst>
          </p:nvPr>
        </p:nvGraphicFramePr>
        <p:xfrm>
          <a:off x="1370129" y="1840013"/>
          <a:ext cx="2592287" cy="644420"/>
        </p:xfrm>
        <a:graphic>
          <a:graphicData uri="http://schemas.openxmlformats.org/presentationml/2006/ole">
            <p:oleObj spid="_x0000_s109573" name="公式" r:id="rId6" imgW="825500" imgH="228600" progId="Equation.3">
              <p:embed/>
            </p:oleObj>
          </a:graphicData>
        </a:graphic>
      </p:graphicFrame>
      <p:sp>
        <p:nvSpPr>
          <p:cNvPr id="63494" name="Text Box 6"/>
          <p:cNvSpPr txBox="1">
            <a:spLocks noChangeArrowheads="1"/>
          </p:cNvSpPr>
          <p:nvPr/>
        </p:nvSpPr>
        <p:spPr bwMode="auto">
          <a:xfrm>
            <a:off x="566555" y="2869353"/>
            <a:ext cx="8435975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Tx/>
              <a:buBlip>
                <a:blip r:embed="rId7"/>
              </a:buBlip>
            </a:pPr>
            <a:r>
              <a:rPr lang="en-US" altLang="zh-CN" dirty="0">
                <a:solidFill>
                  <a:srgbClr val="1C1C1C"/>
                </a:solidFill>
                <a:ea typeface="宋体" charset="-122"/>
              </a:rPr>
              <a:t>  </a:t>
            </a:r>
            <a:r>
              <a:rPr lang="zh-CN" altLang="en-US" dirty="0">
                <a:solidFill>
                  <a:srgbClr val="1C1C1C"/>
                </a:solidFill>
                <a:ea typeface="宋体" charset="-122"/>
              </a:rPr>
              <a:t>可得摩尔</a:t>
            </a:r>
            <a:r>
              <a:rPr lang="zh-CN" altLang="en-US" dirty="0">
                <a:solidFill>
                  <a:srgbClr val="1C1C1C"/>
                </a:solidFill>
                <a:latin typeface="Arial" charset="0"/>
                <a:ea typeface="宋体" charset="-122"/>
              </a:rPr>
              <a:t>定压</a:t>
            </a:r>
            <a:r>
              <a:rPr lang="zh-CN" altLang="en-US" dirty="0">
                <a:solidFill>
                  <a:srgbClr val="1C1C1C"/>
                </a:solidFill>
                <a:ea typeface="宋体" charset="-122"/>
              </a:rPr>
              <a:t>热容和摩尔</a:t>
            </a:r>
            <a:r>
              <a:rPr lang="zh-CN" altLang="en-US" dirty="0">
                <a:solidFill>
                  <a:srgbClr val="1C1C1C"/>
                </a:solidFill>
                <a:latin typeface="Arial" charset="0"/>
                <a:ea typeface="宋体" charset="-122"/>
              </a:rPr>
              <a:t>定体</a:t>
            </a:r>
            <a:r>
              <a:rPr lang="zh-CN" altLang="en-US" dirty="0">
                <a:solidFill>
                  <a:srgbClr val="1C1C1C"/>
                </a:solidFill>
                <a:ea typeface="宋体" charset="-122"/>
              </a:rPr>
              <a:t>热容的关系</a:t>
            </a:r>
          </a:p>
        </p:txBody>
      </p:sp>
      <p:sp>
        <p:nvSpPr>
          <p:cNvPr id="63495" name="Text Box 7"/>
          <p:cNvSpPr txBox="1">
            <a:spLocks noChangeArrowheads="1"/>
          </p:cNvSpPr>
          <p:nvPr/>
        </p:nvSpPr>
        <p:spPr bwMode="auto">
          <a:xfrm>
            <a:off x="577668" y="5750425"/>
            <a:ext cx="35814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Tx/>
              <a:buBlip>
                <a:blip r:embed="rId7"/>
              </a:buBlip>
            </a:pPr>
            <a:r>
              <a:rPr kumimoji="1" lang="en-US" altLang="zh-CN">
                <a:solidFill>
                  <a:srgbClr val="000000"/>
                </a:solidFill>
                <a:ea typeface="宋体" charset="-122"/>
              </a:rPr>
              <a:t>  </a:t>
            </a:r>
            <a:r>
              <a:rPr kumimoji="1" lang="zh-CN" altLang="en-US">
                <a:solidFill>
                  <a:srgbClr val="000000"/>
                </a:solidFill>
                <a:ea typeface="宋体" charset="-122"/>
              </a:rPr>
              <a:t>摩尔热容比</a:t>
            </a:r>
            <a:r>
              <a:rPr kumimoji="1" lang="zh-CN" altLang="en-US">
                <a:solidFill>
                  <a:srgbClr val="CC0000"/>
                </a:solidFill>
                <a:ea typeface="宋体" charset="-122"/>
              </a:rPr>
              <a:t> </a:t>
            </a:r>
            <a:endParaRPr kumimoji="1" lang="zh-CN" altLang="en-US">
              <a:solidFill>
                <a:srgbClr val="A50021"/>
              </a:solidFill>
              <a:ea typeface="宋体" charset="-122"/>
            </a:endParaRPr>
          </a:p>
        </p:txBody>
      </p:sp>
      <p:graphicFrame>
        <p:nvGraphicFramePr>
          <p:cNvPr id="6349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633129637"/>
              </p:ext>
            </p:extLst>
          </p:nvPr>
        </p:nvGraphicFramePr>
        <p:xfrm>
          <a:off x="3503365" y="5719294"/>
          <a:ext cx="2159021" cy="680036"/>
        </p:xfrm>
        <a:graphic>
          <a:graphicData uri="http://schemas.openxmlformats.org/presentationml/2006/ole">
            <p:oleObj spid="_x0000_s109574" name="公式" r:id="rId8" imgW="914400" imgH="241300" progId="Equation.3">
              <p:embed/>
            </p:oleObj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3511675276"/>
              </p:ext>
            </p:extLst>
          </p:nvPr>
        </p:nvGraphicFramePr>
        <p:xfrm>
          <a:off x="2936693" y="4477972"/>
          <a:ext cx="2133679" cy="1003559"/>
        </p:xfrm>
        <a:graphic>
          <a:graphicData uri="http://schemas.openxmlformats.org/presentationml/2006/ole">
            <p:oleObj spid="_x0000_s109575" name="Equation" r:id="rId9" imgW="812520" imgH="393480" progId="Equation.DSMT4">
              <p:embed/>
            </p:oleObj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3246613382"/>
              </p:ext>
            </p:extLst>
          </p:nvPr>
        </p:nvGraphicFramePr>
        <p:xfrm>
          <a:off x="5858329" y="4477972"/>
          <a:ext cx="2599724" cy="1003559"/>
        </p:xfrm>
        <a:graphic>
          <a:graphicData uri="http://schemas.openxmlformats.org/presentationml/2006/ole">
            <p:oleObj spid="_x0000_s109576" name="Equation" r:id="rId10" imgW="990360" imgH="393480" progId="Equation.DSMT4">
              <p:embed/>
            </p:oleObj>
          </a:graphicData>
        </a:graphic>
      </p:graphicFrame>
      <p:sp>
        <p:nvSpPr>
          <p:cNvPr id="11" name="Text Box 6"/>
          <p:cNvSpPr txBox="1">
            <a:spLocks noChangeArrowheads="1"/>
          </p:cNvSpPr>
          <p:nvPr/>
        </p:nvSpPr>
        <p:spPr bwMode="auto">
          <a:xfrm>
            <a:off x="386535" y="188640"/>
            <a:ext cx="8435975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dirty="0" smtClean="0">
                <a:solidFill>
                  <a:srgbClr val="FF0000"/>
                </a:solidFill>
                <a:ea typeface="宋体" charset="-122"/>
              </a:rPr>
              <a:t>对于</a:t>
            </a:r>
            <a:r>
              <a:rPr lang="en-US" altLang="zh-CN" dirty="0" smtClean="0">
                <a:solidFill>
                  <a:srgbClr val="FF0000"/>
                </a:solidFill>
                <a:ea typeface="宋体" charset="-122"/>
              </a:rPr>
              <a:t>1mol</a:t>
            </a:r>
            <a:r>
              <a:rPr lang="zh-CN" altLang="en-US" dirty="0" smtClean="0">
                <a:solidFill>
                  <a:srgbClr val="FF0000"/>
                </a:solidFill>
                <a:ea typeface="宋体" charset="-122"/>
              </a:rPr>
              <a:t>理想气体：</a:t>
            </a:r>
            <a:endParaRPr lang="zh-CN" altLang="en-US" dirty="0">
              <a:solidFill>
                <a:srgbClr val="FF0000"/>
              </a:solidFill>
              <a:ea typeface="宋体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63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3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3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63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3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63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4" grpId="0" autoUpdateAnimBg="0"/>
      <p:bldP spid="6349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4" name="Rectangle 4"/>
          <p:cNvSpPr>
            <a:spLocks noChangeArrowheads="1"/>
          </p:cNvSpPr>
          <p:nvPr/>
        </p:nvSpPr>
        <p:spPr bwMode="auto">
          <a:xfrm>
            <a:off x="1370013" y="1125538"/>
            <a:ext cx="3048000" cy="2743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 sz="1800" b="0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  <p:graphicFrame>
        <p:nvGraphicFramePr>
          <p:cNvPr id="20482" name="Object 5"/>
          <p:cNvGraphicFramePr>
            <a:graphicFrameLocks noChangeAspect="1"/>
          </p:cNvGraphicFramePr>
          <p:nvPr/>
        </p:nvGraphicFramePr>
        <p:xfrm>
          <a:off x="3295650" y="3343275"/>
          <a:ext cx="352425" cy="446088"/>
        </p:xfrm>
        <a:graphic>
          <a:graphicData uri="http://schemas.openxmlformats.org/presentationml/2006/ole">
            <p:oleObj spid="_x0000_s110594" name="公式" r:id="rId3" imgW="164885" imgH="215619" progId="Equation.3">
              <p:embed/>
            </p:oleObj>
          </a:graphicData>
        </a:graphic>
      </p:graphicFrame>
      <p:sp>
        <p:nvSpPr>
          <p:cNvPr id="20505" name="Line 6"/>
          <p:cNvSpPr>
            <a:spLocks noChangeShapeType="1"/>
          </p:cNvSpPr>
          <p:nvPr/>
        </p:nvSpPr>
        <p:spPr bwMode="auto">
          <a:xfrm flipV="1">
            <a:off x="1771650" y="1336675"/>
            <a:ext cx="0" cy="2006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sm" len="lg"/>
          </a:ln>
        </p:spPr>
        <p:txBody>
          <a:bodyPr wrap="none" anchor="ctr"/>
          <a:lstStyle/>
          <a:p>
            <a:pPr eaLnBrk="1" hangingPunct="1"/>
            <a:endParaRPr lang="zh-CN" altLang="en-US" sz="1800" b="0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  <p:graphicFrame>
        <p:nvGraphicFramePr>
          <p:cNvPr id="20483" name="Object 7"/>
          <p:cNvGraphicFramePr>
            <a:graphicFrameLocks noChangeAspect="1"/>
          </p:cNvGraphicFramePr>
          <p:nvPr/>
        </p:nvGraphicFramePr>
        <p:xfrm>
          <a:off x="1763713" y="1471613"/>
          <a:ext cx="1079500" cy="406400"/>
        </p:xfrm>
        <a:graphic>
          <a:graphicData uri="http://schemas.openxmlformats.org/presentationml/2006/ole">
            <p:oleObj spid="_x0000_s110595" name="公式" r:id="rId4" imgW="596641" imgH="215806" progId="Equation.3">
              <p:embed/>
            </p:oleObj>
          </a:graphicData>
        </a:graphic>
      </p:graphicFrame>
      <p:graphicFrame>
        <p:nvGraphicFramePr>
          <p:cNvPr id="20484" name="Object 8"/>
          <p:cNvGraphicFramePr>
            <a:graphicFrameLocks noChangeAspect="1"/>
          </p:cNvGraphicFramePr>
          <p:nvPr/>
        </p:nvGraphicFramePr>
        <p:xfrm>
          <a:off x="2987675" y="1484313"/>
          <a:ext cx="1079500" cy="423862"/>
        </p:xfrm>
        <a:graphic>
          <a:graphicData uri="http://schemas.openxmlformats.org/presentationml/2006/ole">
            <p:oleObj spid="_x0000_s110596" name="公式" r:id="rId5" imgW="622030" imgH="215806" progId="Equation.3">
              <p:embed/>
            </p:oleObj>
          </a:graphicData>
        </a:graphic>
      </p:graphicFrame>
      <p:sp>
        <p:nvSpPr>
          <p:cNvPr id="20506" name="Line 9"/>
          <p:cNvSpPr>
            <a:spLocks noChangeShapeType="1"/>
          </p:cNvSpPr>
          <p:nvPr/>
        </p:nvSpPr>
        <p:spPr bwMode="auto">
          <a:xfrm>
            <a:off x="2463800" y="2005013"/>
            <a:ext cx="0" cy="1331912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 sz="1800" b="0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  <p:sp>
        <p:nvSpPr>
          <p:cNvPr id="20507" name="Line 10"/>
          <p:cNvSpPr>
            <a:spLocks noChangeShapeType="1"/>
          </p:cNvSpPr>
          <p:nvPr/>
        </p:nvSpPr>
        <p:spPr bwMode="auto">
          <a:xfrm flipH="1">
            <a:off x="1771650" y="2005013"/>
            <a:ext cx="69215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 sz="1800" b="0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  <p:graphicFrame>
        <p:nvGraphicFramePr>
          <p:cNvPr id="20485" name="Object 11"/>
          <p:cNvGraphicFramePr>
            <a:graphicFrameLocks noChangeAspect="1"/>
          </p:cNvGraphicFramePr>
          <p:nvPr/>
        </p:nvGraphicFramePr>
        <p:xfrm>
          <a:off x="1406525" y="1804988"/>
          <a:ext cx="288925" cy="328612"/>
        </p:xfrm>
        <a:graphic>
          <a:graphicData uri="http://schemas.openxmlformats.org/presentationml/2006/ole">
            <p:oleObj spid="_x0000_s110597" name="Equation" r:id="rId6" imgW="203112" imgH="241195" progId="Equation.3">
              <p:embed/>
            </p:oleObj>
          </a:graphicData>
        </a:graphic>
      </p:graphicFrame>
      <p:graphicFrame>
        <p:nvGraphicFramePr>
          <p:cNvPr id="20486" name="Object 12"/>
          <p:cNvGraphicFramePr>
            <a:graphicFrameLocks noChangeAspect="1"/>
          </p:cNvGraphicFramePr>
          <p:nvPr/>
        </p:nvGraphicFramePr>
        <p:xfrm>
          <a:off x="2255838" y="3343275"/>
          <a:ext cx="327025" cy="446088"/>
        </p:xfrm>
        <a:graphic>
          <a:graphicData uri="http://schemas.openxmlformats.org/presentationml/2006/ole">
            <p:oleObj spid="_x0000_s110598" name="公式" r:id="rId7" imgW="152268" imgH="215713" progId="Equation.3">
              <p:embed/>
            </p:oleObj>
          </a:graphicData>
        </a:graphic>
      </p:graphicFrame>
      <p:sp>
        <p:nvSpPr>
          <p:cNvPr id="20508" name="Line 13"/>
          <p:cNvSpPr>
            <a:spLocks noChangeShapeType="1"/>
          </p:cNvSpPr>
          <p:nvPr/>
        </p:nvSpPr>
        <p:spPr bwMode="auto">
          <a:xfrm>
            <a:off x="2463800" y="2005013"/>
            <a:ext cx="969963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 sz="1800" b="0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  <p:sp>
        <p:nvSpPr>
          <p:cNvPr id="20509" name="Line 14"/>
          <p:cNvSpPr>
            <a:spLocks noChangeShapeType="1"/>
          </p:cNvSpPr>
          <p:nvPr/>
        </p:nvSpPr>
        <p:spPr bwMode="auto">
          <a:xfrm>
            <a:off x="3433763" y="2005013"/>
            <a:ext cx="0" cy="1338262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 sz="1800" b="0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  <p:sp>
        <p:nvSpPr>
          <p:cNvPr id="20510" name="Line 15"/>
          <p:cNvSpPr>
            <a:spLocks noChangeShapeType="1"/>
          </p:cNvSpPr>
          <p:nvPr/>
        </p:nvSpPr>
        <p:spPr bwMode="auto">
          <a:xfrm>
            <a:off x="2894013" y="1995488"/>
            <a:ext cx="138112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lg"/>
          </a:ln>
        </p:spPr>
        <p:txBody>
          <a:bodyPr wrap="none" anchor="ctr"/>
          <a:lstStyle/>
          <a:p>
            <a:pPr eaLnBrk="1" hangingPunct="1"/>
            <a:endParaRPr lang="zh-CN" altLang="en-US" sz="1800" b="0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  <p:graphicFrame>
        <p:nvGraphicFramePr>
          <p:cNvPr id="20487" name="Object 16"/>
          <p:cNvGraphicFramePr>
            <a:graphicFrameLocks noChangeAspect="1"/>
          </p:cNvGraphicFramePr>
          <p:nvPr/>
        </p:nvGraphicFramePr>
        <p:xfrm>
          <a:off x="1377950" y="1325563"/>
          <a:ext cx="309563" cy="354012"/>
        </p:xfrm>
        <a:graphic>
          <a:graphicData uri="http://schemas.openxmlformats.org/presentationml/2006/ole">
            <p:oleObj spid="_x0000_s110599" name="Equation" r:id="rId8" imgW="203112" imgH="241195" progId="Equation.3">
              <p:embed/>
            </p:oleObj>
          </a:graphicData>
        </a:graphic>
      </p:graphicFrame>
      <p:graphicFrame>
        <p:nvGraphicFramePr>
          <p:cNvPr id="20488" name="Object 17"/>
          <p:cNvGraphicFramePr>
            <a:graphicFrameLocks noChangeAspect="1"/>
          </p:cNvGraphicFramePr>
          <p:nvPr/>
        </p:nvGraphicFramePr>
        <p:xfrm>
          <a:off x="3952875" y="3409950"/>
          <a:ext cx="282575" cy="306388"/>
        </p:xfrm>
        <a:graphic>
          <a:graphicData uri="http://schemas.openxmlformats.org/presentationml/2006/ole">
            <p:oleObj spid="_x0000_s110600" name="Equation" r:id="rId9" imgW="215713" imgH="241091" progId="Equation.3">
              <p:embed/>
            </p:oleObj>
          </a:graphicData>
        </a:graphic>
      </p:graphicFrame>
      <p:graphicFrame>
        <p:nvGraphicFramePr>
          <p:cNvPr id="20489" name="Object 18"/>
          <p:cNvGraphicFramePr>
            <a:graphicFrameLocks noChangeAspect="1"/>
          </p:cNvGraphicFramePr>
          <p:nvPr/>
        </p:nvGraphicFramePr>
        <p:xfrm>
          <a:off x="1647825" y="3381375"/>
          <a:ext cx="269875" cy="301625"/>
        </p:xfrm>
        <a:graphic>
          <a:graphicData uri="http://schemas.openxmlformats.org/presentationml/2006/ole">
            <p:oleObj spid="_x0000_s110601" name="Equation" r:id="rId10" imgW="164957" imgH="190335" progId="Equation.3">
              <p:embed/>
            </p:oleObj>
          </a:graphicData>
        </a:graphic>
      </p:graphicFrame>
      <p:sp>
        <p:nvSpPr>
          <p:cNvPr id="20511" name="Text Box 19"/>
          <p:cNvSpPr txBox="1">
            <a:spLocks noChangeArrowheads="1"/>
          </p:cNvSpPr>
          <p:nvPr/>
        </p:nvSpPr>
        <p:spPr bwMode="auto">
          <a:xfrm>
            <a:off x="2132013" y="1901825"/>
            <a:ext cx="34766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800">
                <a:solidFill>
                  <a:srgbClr val="CC0000"/>
                </a:solidFill>
                <a:ea typeface="宋体" charset="-122"/>
              </a:rPr>
              <a:t>1</a:t>
            </a:r>
          </a:p>
        </p:txBody>
      </p:sp>
      <p:sp>
        <p:nvSpPr>
          <p:cNvPr id="20512" name="Text Box 20"/>
          <p:cNvSpPr txBox="1">
            <a:spLocks noChangeArrowheads="1"/>
          </p:cNvSpPr>
          <p:nvPr/>
        </p:nvSpPr>
        <p:spPr bwMode="auto">
          <a:xfrm>
            <a:off x="3505200" y="1901825"/>
            <a:ext cx="34607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800">
                <a:solidFill>
                  <a:srgbClr val="CC0000"/>
                </a:solidFill>
                <a:ea typeface="宋体" charset="-122"/>
              </a:rPr>
              <a:t>2</a:t>
            </a:r>
          </a:p>
        </p:txBody>
      </p:sp>
      <p:grpSp>
        <p:nvGrpSpPr>
          <p:cNvPr id="2" name="Group 21"/>
          <p:cNvGrpSpPr>
            <a:grpSpLocks/>
          </p:cNvGrpSpPr>
          <p:nvPr/>
        </p:nvGrpSpPr>
        <p:grpSpPr bwMode="auto">
          <a:xfrm>
            <a:off x="2462213" y="1997075"/>
            <a:ext cx="969962" cy="1338263"/>
            <a:chOff x="3984" y="1296"/>
            <a:chExt cx="672" cy="960"/>
          </a:xfrm>
        </p:grpSpPr>
        <p:grpSp>
          <p:nvGrpSpPr>
            <p:cNvPr id="3" name="Group 22"/>
            <p:cNvGrpSpPr>
              <a:grpSpLocks/>
            </p:cNvGrpSpPr>
            <p:nvPr/>
          </p:nvGrpSpPr>
          <p:grpSpPr bwMode="auto">
            <a:xfrm>
              <a:off x="3984" y="1296"/>
              <a:ext cx="672" cy="960"/>
              <a:chOff x="3984" y="1200"/>
              <a:chExt cx="672" cy="960"/>
            </a:xfrm>
          </p:grpSpPr>
          <p:sp>
            <p:nvSpPr>
              <p:cNvPr id="20558" name="Rectangle 23" descr="浅色下对角线"/>
              <p:cNvSpPr>
                <a:spLocks noChangeArrowheads="1"/>
              </p:cNvSpPr>
              <p:nvPr/>
            </p:nvSpPr>
            <p:spPr bwMode="auto">
              <a:xfrm>
                <a:off x="3984" y="1200"/>
                <a:ext cx="672" cy="960"/>
              </a:xfrm>
              <a:prstGeom prst="rect">
                <a:avLst/>
              </a:prstGeom>
              <a:pattFill prst="ltDnDiag">
                <a:fgClr>
                  <a:srgbClr val="CC00CC"/>
                </a:fgClr>
                <a:bgClr>
                  <a:schemeClr val="bg1"/>
                </a:bgClr>
              </a:pattFill>
              <a:ln w="12700">
                <a:solidFill>
                  <a:schemeClr val="tx1"/>
                </a:solidFill>
                <a:prstDash val="dash"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 sz="1800" b="0">
                  <a:solidFill>
                    <a:srgbClr val="000000"/>
                  </a:solidFill>
                  <a:latin typeface="Arial" charset="0"/>
                  <a:ea typeface="宋体" charset="-122"/>
                </a:endParaRPr>
              </a:p>
            </p:txBody>
          </p:sp>
          <p:sp>
            <p:nvSpPr>
              <p:cNvPr id="20559" name="Text Box 24"/>
              <p:cNvSpPr txBox="1">
                <a:spLocks noChangeArrowheads="1"/>
              </p:cNvSpPr>
              <p:nvPr/>
            </p:nvSpPr>
            <p:spPr bwMode="auto">
              <a:xfrm>
                <a:off x="4128" y="1536"/>
                <a:ext cx="384" cy="416"/>
              </a:xfrm>
              <a:prstGeom prst="rect">
                <a:avLst/>
              </a:prstGeom>
              <a:noFill/>
              <a:ln w="12700">
                <a:noFill/>
                <a:prstDash val="dash"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i="1">
                    <a:solidFill>
                      <a:srgbClr val="CC0000"/>
                    </a:solidFill>
                    <a:ea typeface="宋体" charset="-122"/>
                  </a:rPr>
                  <a:t>W</a:t>
                </a:r>
              </a:p>
            </p:txBody>
          </p:sp>
        </p:grpSp>
        <p:sp>
          <p:nvSpPr>
            <p:cNvPr id="20556" name="Line 25"/>
            <p:cNvSpPr>
              <a:spLocks noChangeShapeType="1"/>
            </p:cNvSpPr>
            <p:nvPr/>
          </p:nvSpPr>
          <p:spPr bwMode="auto">
            <a:xfrm>
              <a:off x="3984" y="1303"/>
              <a:ext cx="672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  <a:ea typeface="宋体" charset="-122"/>
              </a:endParaRPr>
            </a:p>
          </p:txBody>
        </p:sp>
        <p:sp>
          <p:nvSpPr>
            <p:cNvPr id="20557" name="Line 26"/>
            <p:cNvSpPr>
              <a:spLocks noChangeShapeType="1"/>
            </p:cNvSpPr>
            <p:nvPr/>
          </p:nvSpPr>
          <p:spPr bwMode="auto">
            <a:xfrm>
              <a:off x="4282" y="1296"/>
              <a:ext cx="96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  <a:ea typeface="宋体" charset="-122"/>
              </a:endParaRPr>
            </a:p>
          </p:txBody>
        </p:sp>
      </p:grpSp>
      <p:sp>
        <p:nvSpPr>
          <p:cNvPr id="20514" name="Line 27"/>
          <p:cNvSpPr>
            <a:spLocks noChangeShapeType="1"/>
          </p:cNvSpPr>
          <p:nvPr/>
        </p:nvSpPr>
        <p:spPr bwMode="auto">
          <a:xfrm>
            <a:off x="1765300" y="3335338"/>
            <a:ext cx="242411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sm" len="lg"/>
          </a:ln>
        </p:spPr>
        <p:txBody>
          <a:bodyPr wrap="none" anchor="ctr"/>
          <a:lstStyle/>
          <a:p>
            <a:pPr eaLnBrk="1" hangingPunct="1"/>
            <a:endParaRPr lang="zh-CN" altLang="en-US" sz="1800" b="0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  <p:sp>
        <p:nvSpPr>
          <p:cNvPr id="65564" name="Text Box 28"/>
          <p:cNvSpPr txBox="1">
            <a:spLocks noChangeArrowheads="1"/>
          </p:cNvSpPr>
          <p:nvPr/>
        </p:nvSpPr>
        <p:spPr bwMode="auto">
          <a:xfrm>
            <a:off x="700088" y="1125538"/>
            <a:ext cx="681037" cy="2743200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50000">
                <a:srgbClr val="FFFFFF"/>
              </a:gs>
              <a:gs pos="100000">
                <a:schemeClr val="accent1"/>
              </a:gs>
            </a:gsLst>
            <a:lin ang="0" scaled="1"/>
          </a:gradFill>
          <a:ln w="952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vert="eaVert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kumimoji="1" lang="zh-CN" altLang="en-US">
                <a:solidFill>
                  <a:srgbClr val="000000"/>
                </a:solidFill>
              </a:rPr>
              <a:t>等 压 </a:t>
            </a:r>
            <a:r>
              <a:rPr kumimoji="1" lang="zh-CN" altLang="en-US">
                <a:solidFill>
                  <a:srgbClr val="CC0000"/>
                </a:solidFill>
              </a:rPr>
              <a:t>膨 胀</a:t>
            </a:r>
          </a:p>
        </p:txBody>
      </p:sp>
      <p:grpSp>
        <p:nvGrpSpPr>
          <p:cNvPr id="4" name="Group 53"/>
          <p:cNvGrpSpPr>
            <a:grpSpLocks/>
          </p:cNvGrpSpPr>
          <p:nvPr/>
        </p:nvGrpSpPr>
        <p:grpSpPr bwMode="auto">
          <a:xfrm>
            <a:off x="1827213" y="4767263"/>
            <a:ext cx="762000" cy="762000"/>
            <a:chOff x="1296" y="3600"/>
            <a:chExt cx="480" cy="480"/>
          </a:xfrm>
          <a:solidFill>
            <a:schemeClr val="bg1"/>
          </a:solidFill>
        </p:grpSpPr>
        <p:sp>
          <p:nvSpPr>
            <p:cNvPr id="20554" name="Oval 54"/>
            <p:cNvSpPr>
              <a:spLocks noChangeArrowheads="1"/>
            </p:cNvSpPr>
            <p:nvPr/>
          </p:nvSpPr>
          <p:spPr bwMode="auto">
            <a:xfrm>
              <a:off x="1296" y="3600"/>
              <a:ext cx="480" cy="480"/>
            </a:xfrm>
            <a:prstGeom prst="ellipse">
              <a:avLst/>
            </a:prstGeom>
            <a:grpFill/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  <a:ea typeface="宋体" charset="-122"/>
              </a:endParaRPr>
            </a:p>
          </p:txBody>
        </p:sp>
        <p:graphicFrame>
          <p:nvGraphicFramePr>
            <p:cNvPr id="20503" name="Object 55"/>
            <p:cNvGraphicFramePr>
              <a:graphicFrameLocks noChangeAspect="1"/>
            </p:cNvGraphicFramePr>
            <p:nvPr/>
          </p:nvGraphicFramePr>
          <p:xfrm>
            <a:off x="1392" y="3648"/>
            <a:ext cx="333" cy="404"/>
          </p:xfrm>
          <a:graphic>
            <a:graphicData uri="http://schemas.openxmlformats.org/presentationml/2006/ole">
              <p:oleObj spid="_x0000_s110602" name="公式" r:id="rId11" imgW="177569" imgH="215619" progId="Equation.3">
                <p:embed/>
              </p:oleObj>
            </a:graphicData>
          </a:graphic>
        </p:graphicFrame>
      </p:grpSp>
      <p:grpSp>
        <p:nvGrpSpPr>
          <p:cNvPr id="5" name="Group 56"/>
          <p:cNvGrpSpPr>
            <a:grpSpLocks/>
          </p:cNvGrpSpPr>
          <p:nvPr/>
        </p:nvGrpSpPr>
        <p:grpSpPr bwMode="auto">
          <a:xfrm>
            <a:off x="2436813" y="4233863"/>
            <a:ext cx="1600200" cy="762000"/>
            <a:chOff x="1680" y="3408"/>
            <a:chExt cx="1008" cy="480"/>
          </a:xfrm>
        </p:grpSpPr>
        <p:grpSp>
          <p:nvGrpSpPr>
            <p:cNvPr id="6" name="Group 57"/>
            <p:cNvGrpSpPr>
              <a:grpSpLocks/>
            </p:cNvGrpSpPr>
            <p:nvPr/>
          </p:nvGrpSpPr>
          <p:grpSpPr bwMode="auto">
            <a:xfrm>
              <a:off x="2208" y="3408"/>
              <a:ext cx="480" cy="480"/>
              <a:chOff x="2208" y="3408"/>
              <a:chExt cx="480" cy="480"/>
            </a:xfrm>
          </p:grpSpPr>
          <p:sp>
            <p:nvSpPr>
              <p:cNvPr id="20553" name="Oval 58"/>
              <p:cNvSpPr>
                <a:spLocks noChangeArrowheads="1"/>
              </p:cNvSpPr>
              <p:nvPr/>
            </p:nvSpPr>
            <p:spPr bwMode="auto">
              <a:xfrm>
                <a:off x="2208" y="3408"/>
                <a:ext cx="480" cy="48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9966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 sz="1800" b="0">
                  <a:solidFill>
                    <a:srgbClr val="000000"/>
                  </a:solidFill>
                  <a:latin typeface="Arial" charset="0"/>
                  <a:ea typeface="宋体" charset="-122"/>
                </a:endParaRPr>
              </a:p>
            </p:txBody>
          </p:sp>
          <p:graphicFrame>
            <p:nvGraphicFramePr>
              <p:cNvPr id="20502" name="Object 59"/>
              <p:cNvGraphicFramePr>
                <a:graphicFrameLocks noChangeAspect="1"/>
              </p:cNvGraphicFramePr>
              <p:nvPr/>
            </p:nvGraphicFramePr>
            <p:xfrm>
              <a:off x="2304" y="3456"/>
              <a:ext cx="317" cy="356"/>
            </p:xfrm>
            <a:graphic>
              <a:graphicData uri="http://schemas.openxmlformats.org/presentationml/2006/ole">
                <p:oleObj spid="_x0000_s110603" name="公式" r:id="rId12" imgW="190335" imgH="215713" progId="Equation.3">
                  <p:embed/>
                </p:oleObj>
              </a:graphicData>
            </a:graphic>
          </p:graphicFrame>
        </p:grpSp>
        <p:sp>
          <p:nvSpPr>
            <p:cNvPr id="20552" name="AutoShape 60"/>
            <p:cNvSpPr>
              <a:spLocks noChangeArrowheads="1"/>
            </p:cNvSpPr>
            <p:nvPr/>
          </p:nvSpPr>
          <p:spPr bwMode="auto">
            <a:xfrm rot="-1310175">
              <a:off x="1680" y="3696"/>
              <a:ext cx="672" cy="119"/>
            </a:xfrm>
            <a:prstGeom prst="rightArrow">
              <a:avLst>
                <a:gd name="adj1" fmla="val 50000"/>
                <a:gd name="adj2" fmla="val 141176"/>
              </a:avLst>
            </a:prstGeom>
            <a:solidFill>
              <a:schemeClr val="accent1"/>
            </a:solidFill>
            <a:ln w="28575">
              <a:solidFill>
                <a:srgbClr val="CC00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  <a:ea typeface="宋体" charset="-122"/>
              </a:endParaRPr>
            </a:p>
          </p:txBody>
        </p:sp>
      </p:grpSp>
      <p:grpSp>
        <p:nvGrpSpPr>
          <p:cNvPr id="7" name="Group 61"/>
          <p:cNvGrpSpPr>
            <a:grpSpLocks/>
          </p:cNvGrpSpPr>
          <p:nvPr/>
        </p:nvGrpSpPr>
        <p:grpSpPr bwMode="auto">
          <a:xfrm>
            <a:off x="760413" y="4386263"/>
            <a:ext cx="1219200" cy="838200"/>
            <a:chOff x="432" y="2352"/>
            <a:chExt cx="768" cy="528"/>
          </a:xfrm>
        </p:grpSpPr>
        <p:sp>
          <p:nvSpPr>
            <p:cNvPr id="20550" name="AutoShape 62"/>
            <p:cNvSpPr>
              <a:spLocks noChangeArrowheads="1"/>
            </p:cNvSpPr>
            <p:nvPr/>
          </p:nvSpPr>
          <p:spPr bwMode="auto">
            <a:xfrm>
              <a:off x="576" y="2736"/>
              <a:ext cx="624" cy="144"/>
            </a:xfrm>
            <a:prstGeom prst="rightArrow">
              <a:avLst>
                <a:gd name="adj1" fmla="val 50000"/>
                <a:gd name="adj2" fmla="val 150704"/>
              </a:avLst>
            </a:prstGeom>
            <a:solidFill>
              <a:srgbClr val="FFCCFF"/>
            </a:solidFill>
            <a:ln w="2857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  <a:ea typeface="宋体" charset="-122"/>
              </a:endParaRPr>
            </a:p>
          </p:txBody>
        </p:sp>
        <p:graphicFrame>
          <p:nvGraphicFramePr>
            <p:cNvPr id="20501" name="Object 63"/>
            <p:cNvGraphicFramePr>
              <a:graphicFrameLocks noChangeAspect="1"/>
            </p:cNvGraphicFramePr>
            <p:nvPr/>
          </p:nvGraphicFramePr>
          <p:xfrm>
            <a:off x="432" y="2352"/>
            <a:ext cx="367" cy="420"/>
          </p:xfrm>
          <a:graphic>
            <a:graphicData uri="http://schemas.openxmlformats.org/presentationml/2006/ole">
              <p:oleObj spid="_x0000_s110604" name="Equation" r:id="rId13" imgW="368300" imgH="419100" progId="Equation.3">
                <p:embed/>
              </p:oleObj>
            </a:graphicData>
          </a:graphic>
        </p:graphicFrame>
      </p:grpSp>
      <p:grpSp>
        <p:nvGrpSpPr>
          <p:cNvPr id="8" name="Group 64"/>
          <p:cNvGrpSpPr>
            <a:grpSpLocks/>
          </p:cNvGrpSpPr>
          <p:nvPr/>
        </p:nvGrpSpPr>
        <p:grpSpPr bwMode="auto">
          <a:xfrm>
            <a:off x="6094413" y="4518025"/>
            <a:ext cx="762000" cy="762000"/>
            <a:chOff x="3984" y="3408"/>
            <a:chExt cx="480" cy="480"/>
          </a:xfrm>
        </p:grpSpPr>
        <p:sp>
          <p:nvSpPr>
            <p:cNvPr id="20549" name="Oval 65"/>
            <p:cNvSpPr>
              <a:spLocks noChangeArrowheads="1"/>
            </p:cNvSpPr>
            <p:nvPr/>
          </p:nvSpPr>
          <p:spPr bwMode="auto">
            <a:xfrm>
              <a:off x="3984" y="3408"/>
              <a:ext cx="480" cy="480"/>
            </a:xfrm>
            <a:prstGeom prst="ellipse">
              <a:avLst/>
            </a:prstGeom>
            <a:noFill/>
            <a:ln w="9525">
              <a:solidFill>
                <a:srgbClr val="9966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  <a:ea typeface="宋体" charset="-122"/>
              </a:endParaRPr>
            </a:p>
          </p:txBody>
        </p:sp>
        <p:graphicFrame>
          <p:nvGraphicFramePr>
            <p:cNvPr id="20500" name="Object 66"/>
            <p:cNvGraphicFramePr>
              <a:graphicFrameLocks noChangeAspect="1"/>
            </p:cNvGraphicFramePr>
            <p:nvPr/>
          </p:nvGraphicFramePr>
          <p:xfrm>
            <a:off x="4080" y="3456"/>
            <a:ext cx="293" cy="356"/>
          </p:xfrm>
          <a:graphic>
            <a:graphicData uri="http://schemas.openxmlformats.org/presentationml/2006/ole">
              <p:oleObj spid="_x0000_s110605" name="公式" r:id="rId14" imgW="177569" imgH="215619" progId="Equation.3">
                <p:embed/>
              </p:oleObj>
            </a:graphicData>
          </a:graphic>
        </p:graphicFrame>
      </p:grpSp>
      <p:grpSp>
        <p:nvGrpSpPr>
          <p:cNvPr id="9" name="Group 67"/>
          <p:cNvGrpSpPr>
            <a:grpSpLocks/>
          </p:cNvGrpSpPr>
          <p:nvPr/>
        </p:nvGrpSpPr>
        <p:grpSpPr bwMode="auto">
          <a:xfrm>
            <a:off x="5256213" y="4746625"/>
            <a:ext cx="990600" cy="838200"/>
            <a:chOff x="3264" y="2640"/>
            <a:chExt cx="624" cy="528"/>
          </a:xfrm>
        </p:grpSpPr>
        <p:graphicFrame>
          <p:nvGraphicFramePr>
            <p:cNvPr id="20499" name="Object 68"/>
            <p:cNvGraphicFramePr>
              <a:graphicFrameLocks noChangeAspect="1"/>
            </p:cNvGraphicFramePr>
            <p:nvPr/>
          </p:nvGraphicFramePr>
          <p:xfrm>
            <a:off x="3264" y="2736"/>
            <a:ext cx="354" cy="432"/>
          </p:xfrm>
          <a:graphic>
            <a:graphicData uri="http://schemas.openxmlformats.org/presentationml/2006/ole">
              <p:oleObj spid="_x0000_s110606" name="Equation" r:id="rId15" imgW="368300" imgH="419100" progId="Equation.3">
                <p:embed/>
              </p:oleObj>
            </a:graphicData>
          </a:graphic>
        </p:graphicFrame>
        <p:sp>
          <p:nvSpPr>
            <p:cNvPr id="20548" name="AutoShape 69"/>
            <p:cNvSpPr>
              <a:spLocks noChangeArrowheads="1"/>
            </p:cNvSpPr>
            <p:nvPr/>
          </p:nvSpPr>
          <p:spPr bwMode="auto">
            <a:xfrm>
              <a:off x="3264" y="2640"/>
              <a:ext cx="624" cy="144"/>
            </a:xfrm>
            <a:prstGeom prst="leftArrow">
              <a:avLst>
                <a:gd name="adj1" fmla="val 50000"/>
                <a:gd name="adj2" fmla="val 130903"/>
              </a:avLst>
            </a:prstGeom>
            <a:solidFill>
              <a:srgbClr val="CCFFFF"/>
            </a:solidFill>
            <a:ln w="28575">
              <a:solidFill>
                <a:srgbClr val="0066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  <a:ea typeface="宋体" charset="-122"/>
              </a:endParaRPr>
            </a:p>
          </p:txBody>
        </p:sp>
      </p:grpSp>
      <p:grpSp>
        <p:nvGrpSpPr>
          <p:cNvPr id="10" name="Group 70"/>
          <p:cNvGrpSpPr>
            <a:grpSpLocks/>
          </p:cNvGrpSpPr>
          <p:nvPr/>
        </p:nvGrpSpPr>
        <p:grpSpPr bwMode="auto">
          <a:xfrm>
            <a:off x="6704013" y="5051425"/>
            <a:ext cx="1600200" cy="685800"/>
            <a:chOff x="4320" y="3648"/>
            <a:chExt cx="960" cy="432"/>
          </a:xfrm>
        </p:grpSpPr>
        <p:grpSp>
          <p:nvGrpSpPr>
            <p:cNvPr id="11" name="Group 71"/>
            <p:cNvGrpSpPr>
              <a:grpSpLocks/>
            </p:cNvGrpSpPr>
            <p:nvPr/>
          </p:nvGrpSpPr>
          <p:grpSpPr bwMode="auto">
            <a:xfrm>
              <a:off x="4848" y="3648"/>
              <a:ext cx="432" cy="432"/>
              <a:chOff x="4848" y="3696"/>
              <a:chExt cx="432" cy="432"/>
            </a:xfrm>
          </p:grpSpPr>
          <p:sp>
            <p:nvSpPr>
              <p:cNvPr id="20547" name="Oval 72"/>
              <p:cNvSpPr>
                <a:spLocks noChangeArrowheads="1"/>
              </p:cNvSpPr>
              <p:nvPr/>
            </p:nvSpPr>
            <p:spPr bwMode="auto">
              <a:xfrm>
                <a:off x="4848" y="3696"/>
                <a:ext cx="432" cy="432"/>
              </a:xfrm>
              <a:prstGeom prst="ellips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 sz="1800" b="0">
                  <a:solidFill>
                    <a:srgbClr val="000000"/>
                  </a:solidFill>
                  <a:latin typeface="Arial" charset="0"/>
                  <a:ea typeface="宋体" charset="-122"/>
                </a:endParaRPr>
              </a:p>
            </p:txBody>
          </p:sp>
          <p:graphicFrame>
            <p:nvGraphicFramePr>
              <p:cNvPr id="20498" name="Object 73"/>
              <p:cNvGraphicFramePr>
                <a:graphicFrameLocks noChangeAspect="1"/>
              </p:cNvGraphicFramePr>
              <p:nvPr/>
            </p:nvGraphicFramePr>
            <p:xfrm>
              <a:off x="4915" y="3724"/>
              <a:ext cx="317" cy="356"/>
            </p:xfrm>
            <a:graphic>
              <a:graphicData uri="http://schemas.openxmlformats.org/presentationml/2006/ole">
                <p:oleObj spid="_x0000_s110607" name="公式" r:id="rId16" imgW="190335" imgH="215713" progId="Equation.3">
                  <p:embed/>
                </p:oleObj>
              </a:graphicData>
            </a:graphic>
          </p:graphicFrame>
        </p:grpSp>
        <p:sp>
          <p:nvSpPr>
            <p:cNvPr id="20546" name="AutoShape 74"/>
            <p:cNvSpPr>
              <a:spLocks noChangeArrowheads="1"/>
            </p:cNvSpPr>
            <p:nvPr/>
          </p:nvSpPr>
          <p:spPr bwMode="auto">
            <a:xfrm rot="1204178">
              <a:off x="4320" y="3696"/>
              <a:ext cx="624" cy="144"/>
            </a:xfrm>
            <a:prstGeom prst="rightArrow">
              <a:avLst>
                <a:gd name="adj1" fmla="val 42426"/>
                <a:gd name="adj2" fmla="val 175580"/>
              </a:avLst>
            </a:prstGeom>
            <a:solidFill>
              <a:srgbClr val="99FFCC"/>
            </a:solidFill>
            <a:ln w="28575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  <a:ea typeface="宋体" charset="-122"/>
              </a:endParaRPr>
            </a:p>
          </p:txBody>
        </p:sp>
      </p:grpSp>
      <p:grpSp>
        <p:nvGrpSpPr>
          <p:cNvPr id="12" name="Group 75"/>
          <p:cNvGrpSpPr>
            <a:grpSpLocks/>
          </p:cNvGrpSpPr>
          <p:nvPr/>
        </p:nvGrpSpPr>
        <p:grpSpPr bwMode="auto">
          <a:xfrm>
            <a:off x="2513013" y="5072063"/>
            <a:ext cx="1828800" cy="588962"/>
            <a:chOff x="1632" y="2784"/>
            <a:chExt cx="1152" cy="371"/>
          </a:xfrm>
        </p:grpSpPr>
        <p:sp>
          <p:nvSpPr>
            <p:cNvPr id="20543" name="Text Box 76"/>
            <p:cNvSpPr txBox="1">
              <a:spLocks noChangeArrowheads="1"/>
            </p:cNvSpPr>
            <p:nvPr/>
          </p:nvSpPr>
          <p:spPr bwMode="auto">
            <a:xfrm>
              <a:off x="2304" y="2784"/>
              <a:ext cx="480" cy="371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rgbClr val="9966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i="1">
                  <a:solidFill>
                    <a:srgbClr val="1C1C1C"/>
                  </a:solidFill>
                  <a:ea typeface="宋体" charset="-122"/>
                </a:rPr>
                <a:t> </a:t>
              </a:r>
              <a:r>
                <a:rPr lang="en-US" altLang="zh-CN" i="1">
                  <a:solidFill>
                    <a:srgbClr val="CC0000"/>
                  </a:solidFill>
                  <a:ea typeface="宋体" charset="-122"/>
                </a:rPr>
                <a:t>W</a:t>
              </a:r>
            </a:p>
          </p:txBody>
        </p:sp>
        <p:sp>
          <p:nvSpPr>
            <p:cNvPr id="20544" name="AutoShape 77"/>
            <p:cNvSpPr>
              <a:spLocks noChangeArrowheads="1"/>
            </p:cNvSpPr>
            <p:nvPr/>
          </p:nvSpPr>
          <p:spPr bwMode="auto">
            <a:xfrm rot="-26979">
              <a:off x="1632" y="2832"/>
              <a:ext cx="720" cy="144"/>
            </a:xfrm>
            <a:prstGeom prst="rightArrow">
              <a:avLst>
                <a:gd name="adj1" fmla="val 50000"/>
                <a:gd name="adj2" fmla="val 125000"/>
              </a:avLst>
            </a:prstGeom>
            <a:solidFill>
              <a:srgbClr val="FFFFCC"/>
            </a:solidFill>
            <a:ln w="28575">
              <a:solidFill>
                <a:srgbClr val="9966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  <a:ea typeface="宋体" charset="-122"/>
              </a:endParaRPr>
            </a:p>
          </p:txBody>
        </p:sp>
      </p:grpSp>
      <p:grpSp>
        <p:nvGrpSpPr>
          <p:cNvPr id="13" name="Group 78"/>
          <p:cNvGrpSpPr>
            <a:grpSpLocks/>
          </p:cNvGrpSpPr>
          <p:nvPr/>
        </p:nvGrpSpPr>
        <p:grpSpPr bwMode="auto">
          <a:xfrm>
            <a:off x="6704013" y="4365625"/>
            <a:ext cx="1676400" cy="528638"/>
            <a:chOff x="4272" y="2400"/>
            <a:chExt cx="1056" cy="333"/>
          </a:xfrm>
        </p:grpSpPr>
        <p:sp>
          <p:nvSpPr>
            <p:cNvPr id="20541" name="Text Box 79"/>
            <p:cNvSpPr txBox="1">
              <a:spLocks noChangeArrowheads="1"/>
            </p:cNvSpPr>
            <p:nvPr/>
          </p:nvSpPr>
          <p:spPr bwMode="auto">
            <a:xfrm>
              <a:off x="4896" y="2400"/>
              <a:ext cx="432" cy="333"/>
            </a:xfrm>
            <a:prstGeom prst="rect">
              <a:avLst/>
            </a:prstGeom>
            <a:solidFill>
              <a:srgbClr val="E1F4FB"/>
            </a:solidFill>
            <a:ln w="9525">
              <a:solidFill>
                <a:srgbClr val="0000FF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800">
                  <a:solidFill>
                    <a:srgbClr val="1C1C1C"/>
                  </a:solidFill>
                  <a:ea typeface="宋体" charset="-122"/>
                </a:rPr>
                <a:t> </a:t>
              </a:r>
              <a:r>
                <a:rPr lang="en-US" altLang="zh-CN" sz="2800" i="1">
                  <a:solidFill>
                    <a:srgbClr val="1C1C1C"/>
                  </a:solidFill>
                  <a:ea typeface="宋体" charset="-122"/>
                </a:rPr>
                <a:t>W</a:t>
              </a:r>
            </a:p>
          </p:txBody>
        </p:sp>
        <p:sp>
          <p:nvSpPr>
            <p:cNvPr id="20542" name="AutoShape 80"/>
            <p:cNvSpPr>
              <a:spLocks noChangeArrowheads="1"/>
            </p:cNvSpPr>
            <p:nvPr/>
          </p:nvSpPr>
          <p:spPr bwMode="auto">
            <a:xfrm>
              <a:off x="4272" y="2544"/>
              <a:ext cx="672" cy="144"/>
            </a:xfrm>
            <a:prstGeom prst="leftArrow">
              <a:avLst>
                <a:gd name="adj1" fmla="val 50000"/>
                <a:gd name="adj2" fmla="val 116667"/>
              </a:avLst>
            </a:prstGeom>
            <a:solidFill>
              <a:srgbClr val="CCECFF"/>
            </a:solidFill>
            <a:ln w="28575">
              <a:solidFill>
                <a:srgbClr val="0000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 sz="1800" b="0">
                <a:solidFill>
                  <a:srgbClr val="000000"/>
                </a:solidFill>
                <a:latin typeface="Arial" charset="0"/>
                <a:ea typeface="宋体" charset="-122"/>
              </a:endParaRPr>
            </a:p>
          </p:txBody>
        </p:sp>
      </p:grpSp>
      <p:grpSp>
        <p:nvGrpSpPr>
          <p:cNvPr id="14" name="Group 88"/>
          <p:cNvGrpSpPr>
            <a:grpSpLocks/>
          </p:cNvGrpSpPr>
          <p:nvPr/>
        </p:nvGrpSpPr>
        <p:grpSpPr bwMode="auto">
          <a:xfrm>
            <a:off x="4716463" y="1196975"/>
            <a:ext cx="3622675" cy="2663825"/>
            <a:chOff x="3019" y="709"/>
            <a:chExt cx="2356" cy="1728"/>
          </a:xfrm>
        </p:grpSpPr>
        <p:grpSp>
          <p:nvGrpSpPr>
            <p:cNvPr id="15" name="Group 87"/>
            <p:cNvGrpSpPr>
              <a:grpSpLocks/>
            </p:cNvGrpSpPr>
            <p:nvPr/>
          </p:nvGrpSpPr>
          <p:grpSpPr bwMode="auto">
            <a:xfrm>
              <a:off x="3019" y="709"/>
              <a:ext cx="2356" cy="1728"/>
              <a:chOff x="3019" y="709"/>
              <a:chExt cx="2356" cy="1728"/>
            </a:xfrm>
          </p:grpSpPr>
          <p:grpSp>
            <p:nvGrpSpPr>
              <p:cNvPr id="16" name="Group 86"/>
              <p:cNvGrpSpPr>
                <a:grpSpLocks/>
              </p:cNvGrpSpPr>
              <p:nvPr/>
            </p:nvGrpSpPr>
            <p:grpSpPr bwMode="auto">
              <a:xfrm>
                <a:off x="3455" y="709"/>
                <a:ext cx="1920" cy="1728"/>
                <a:chOff x="3455" y="709"/>
                <a:chExt cx="1920" cy="1728"/>
              </a:xfrm>
            </p:grpSpPr>
            <p:sp>
              <p:nvSpPr>
                <p:cNvPr id="20528" name="Rectangle 31"/>
                <p:cNvSpPr>
                  <a:spLocks noChangeArrowheads="1"/>
                </p:cNvSpPr>
                <p:nvPr/>
              </p:nvSpPr>
              <p:spPr bwMode="auto">
                <a:xfrm>
                  <a:off x="3455" y="709"/>
                  <a:ext cx="1920" cy="1728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hangingPunct="1"/>
                  <a:endParaRPr lang="zh-CN" altLang="en-US" sz="1800" b="0">
                    <a:solidFill>
                      <a:srgbClr val="000000"/>
                    </a:solidFill>
                    <a:latin typeface="Arial" charset="0"/>
                    <a:ea typeface="宋体" charset="-122"/>
                  </a:endParaRPr>
                </a:p>
              </p:txBody>
            </p:sp>
            <p:graphicFrame>
              <p:nvGraphicFramePr>
                <p:cNvPr id="20492" name="Object 32"/>
                <p:cNvGraphicFramePr>
                  <a:graphicFrameLocks noChangeAspect="1"/>
                </p:cNvGraphicFramePr>
                <p:nvPr/>
              </p:nvGraphicFramePr>
              <p:xfrm>
                <a:off x="4031" y="2101"/>
                <a:ext cx="226" cy="286"/>
              </p:xfrm>
              <a:graphic>
                <a:graphicData uri="http://schemas.openxmlformats.org/presentationml/2006/ole">
                  <p:oleObj spid="_x0000_s110608" name="公式" r:id="rId17" imgW="164885" imgH="215619" progId="Equation.3">
                    <p:embed/>
                  </p:oleObj>
                </a:graphicData>
              </a:graphic>
            </p:graphicFrame>
            <p:sp>
              <p:nvSpPr>
                <p:cNvPr id="20529" name="Line 33"/>
                <p:cNvSpPr>
                  <a:spLocks noChangeShapeType="1"/>
                </p:cNvSpPr>
                <p:nvPr/>
              </p:nvSpPr>
              <p:spPr bwMode="auto">
                <a:xfrm flipV="1">
                  <a:off x="3708" y="842"/>
                  <a:ext cx="0" cy="126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sm" len="lg"/>
                </a:ln>
              </p:spPr>
              <p:txBody>
                <a:bodyPr wrap="none" anchor="ctr"/>
                <a:lstStyle/>
                <a:p>
                  <a:pPr eaLnBrk="1" hangingPunct="1"/>
                  <a:endParaRPr lang="zh-CN" altLang="en-US" sz="1800" b="0">
                    <a:solidFill>
                      <a:srgbClr val="000000"/>
                    </a:solidFill>
                    <a:latin typeface="Arial" charset="0"/>
                    <a:ea typeface="宋体" charset="-122"/>
                  </a:endParaRPr>
                </a:p>
              </p:txBody>
            </p:sp>
            <p:sp>
              <p:nvSpPr>
                <p:cNvPr id="20530" name="Line 36"/>
                <p:cNvSpPr>
                  <a:spLocks noChangeShapeType="1"/>
                </p:cNvSpPr>
                <p:nvPr/>
              </p:nvSpPr>
              <p:spPr bwMode="auto">
                <a:xfrm>
                  <a:off x="4144" y="1263"/>
                  <a:ext cx="0" cy="839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hangingPunct="1"/>
                  <a:endParaRPr lang="zh-CN" altLang="en-US" sz="1800" b="0">
                    <a:solidFill>
                      <a:srgbClr val="000000"/>
                    </a:solidFill>
                    <a:latin typeface="Arial" charset="0"/>
                    <a:ea typeface="宋体" charset="-122"/>
                  </a:endParaRPr>
                </a:p>
              </p:txBody>
            </p:sp>
            <p:sp>
              <p:nvSpPr>
                <p:cNvPr id="20531" name="Line 37"/>
                <p:cNvSpPr>
                  <a:spLocks noChangeShapeType="1"/>
                </p:cNvSpPr>
                <p:nvPr/>
              </p:nvSpPr>
              <p:spPr bwMode="auto">
                <a:xfrm flipH="1">
                  <a:off x="3708" y="1263"/>
                  <a:ext cx="436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hangingPunct="1"/>
                  <a:endParaRPr lang="zh-CN" altLang="en-US" sz="1800" b="0">
                    <a:solidFill>
                      <a:srgbClr val="000000"/>
                    </a:solidFill>
                    <a:latin typeface="Arial" charset="0"/>
                    <a:ea typeface="宋体" charset="-122"/>
                  </a:endParaRPr>
                </a:p>
              </p:txBody>
            </p:sp>
            <p:graphicFrame>
              <p:nvGraphicFramePr>
                <p:cNvPr id="20493" name="Object 38"/>
                <p:cNvGraphicFramePr>
                  <a:graphicFrameLocks noChangeAspect="1"/>
                </p:cNvGraphicFramePr>
                <p:nvPr/>
              </p:nvGraphicFramePr>
              <p:xfrm>
                <a:off x="3462" y="1145"/>
                <a:ext cx="182" cy="207"/>
              </p:xfrm>
              <a:graphic>
                <a:graphicData uri="http://schemas.openxmlformats.org/presentationml/2006/ole">
                  <p:oleObj spid="_x0000_s110609" name="Equation" r:id="rId18" imgW="203112" imgH="241195" progId="Equation.3">
                    <p:embed/>
                  </p:oleObj>
                </a:graphicData>
              </a:graphic>
            </p:graphicFrame>
            <p:graphicFrame>
              <p:nvGraphicFramePr>
                <p:cNvPr id="20494" name="Object 39"/>
                <p:cNvGraphicFramePr>
                  <a:graphicFrameLocks noChangeAspect="1"/>
                </p:cNvGraphicFramePr>
                <p:nvPr/>
              </p:nvGraphicFramePr>
              <p:xfrm>
                <a:off x="4655" y="2101"/>
                <a:ext cx="210" cy="286"/>
              </p:xfrm>
              <a:graphic>
                <a:graphicData uri="http://schemas.openxmlformats.org/presentationml/2006/ole">
                  <p:oleObj spid="_x0000_s110610" name="公式" r:id="rId19" imgW="152268" imgH="215713" progId="Equation.3">
                    <p:embed/>
                  </p:oleObj>
                </a:graphicData>
              </a:graphic>
            </p:graphicFrame>
            <p:sp>
              <p:nvSpPr>
                <p:cNvPr id="20532" name="Line 40"/>
                <p:cNvSpPr>
                  <a:spLocks noChangeShapeType="1"/>
                </p:cNvSpPr>
                <p:nvPr/>
              </p:nvSpPr>
              <p:spPr bwMode="auto">
                <a:xfrm>
                  <a:off x="4144" y="1263"/>
                  <a:ext cx="611" cy="0"/>
                </a:xfrm>
                <a:prstGeom prst="line">
                  <a:avLst/>
                </a:prstGeom>
                <a:noFill/>
                <a:ln w="3810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hangingPunct="1"/>
                  <a:endParaRPr lang="zh-CN" altLang="en-US" sz="1800" b="0">
                    <a:solidFill>
                      <a:srgbClr val="000000"/>
                    </a:solidFill>
                    <a:latin typeface="Arial" charset="0"/>
                    <a:ea typeface="宋体" charset="-122"/>
                  </a:endParaRPr>
                </a:p>
              </p:txBody>
            </p:sp>
            <p:sp>
              <p:nvSpPr>
                <p:cNvPr id="20533" name="Line 41"/>
                <p:cNvSpPr>
                  <a:spLocks noChangeShapeType="1"/>
                </p:cNvSpPr>
                <p:nvPr/>
              </p:nvSpPr>
              <p:spPr bwMode="auto">
                <a:xfrm>
                  <a:off x="4755" y="1263"/>
                  <a:ext cx="0" cy="843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hangingPunct="1"/>
                  <a:endParaRPr lang="zh-CN" altLang="en-US" sz="1800" b="0">
                    <a:solidFill>
                      <a:srgbClr val="000000"/>
                    </a:solidFill>
                    <a:latin typeface="Arial" charset="0"/>
                    <a:ea typeface="宋体" charset="-122"/>
                  </a:endParaRPr>
                </a:p>
              </p:txBody>
            </p:sp>
            <p:graphicFrame>
              <p:nvGraphicFramePr>
                <p:cNvPr id="20495" name="Object 42"/>
                <p:cNvGraphicFramePr>
                  <a:graphicFrameLocks noChangeAspect="1"/>
                </p:cNvGraphicFramePr>
                <p:nvPr/>
              </p:nvGraphicFramePr>
              <p:xfrm>
                <a:off x="3460" y="835"/>
                <a:ext cx="195" cy="223"/>
              </p:xfrm>
              <a:graphic>
                <a:graphicData uri="http://schemas.openxmlformats.org/presentationml/2006/ole">
                  <p:oleObj spid="_x0000_s110611" name="Equation" r:id="rId20" imgW="203112" imgH="241195" progId="Equation.3">
                    <p:embed/>
                  </p:oleObj>
                </a:graphicData>
              </a:graphic>
            </p:graphicFrame>
            <p:graphicFrame>
              <p:nvGraphicFramePr>
                <p:cNvPr id="20496" name="Object 43"/>
                <p:cNvGraphicFramePr>
                  <a:graphicFrameLocks noChangeAspect="1"/>
                </p:cNvGraphicFramePr>
                <p:nvPr/>
              </p:nvGraphicFramePr>
              <p:xfrm>
                <a:off x="5058" y="2148"/>
                <a:ext cx="178" cy="193"/>
              </p:xfrm>
              <a:graphic>
                <a:graphicData uri="http://schemas.openxmlformats.org/presentationml/2006/ole">
                  <p:oleObj spid="_x0000_s110612" name="Equation" r:id="rId21" imgW="215713" imgH="241091" progId="Equation.3">
                    <p:embed/>
                  </p:oleObj>
                </a:graphicData>
              </a:graphic>
            </p:graphicFrame>
            <p:graphicFrame>
              <p:nvGraphicFramePr>
                <p:cNvPr id="20497" name="Object 44"/>
                <p:cNvGraphicFramePr>
                  <a:graphicFrameLocks noChangeAspect="1"/>
                </p:cNvGraphicFramePr>
                <p:nvPr/>
              </p:nvGraphicFramePr>
              <p:xfrm>
                <a:off x="3630" y="2138"/>
                <a:ext cx="170" cy="190"/>
              </p:xfrm>
              <a:graphic>
                <a:graphicData uri="http://schemas.openxmlformats.org/presentationml/2006/ole">
                  <p:oleObj spid="_x0000_s110613" name="Equation" r:id="rId22" imgW="164957" imgH="190335" progId="Equation.3">
                    <p:embed/>
                  </p:oleObj>
                </a:graphicData>
              </a:graphic>
            </p:graphicFrame>
            <p:sp>
              <p:nvSpPr>
                <p:cNvPr id="20534" name="Text Box 45"/>
                <p:cNvSpPr txBox="1">
                  <a:spLocks noChangeArrowheads="1"/>
                </p:cNvSpPr>
                <p:nvPr/>
              </p:nvSpPr>
              <p:spPr bwMode="auto">
                <a:xfrm>
                  <a:off x="4752" y="1181"/>
                  <a:ext cx="218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2800">
                      <a:solidFill>
                        <a:srgbClr val="CC0000"/>
                      </a:solidFill>
                      <a:ea typeface="宋体" charset="-122"/>
                    </a:rPr>
                    <a:t>1</a:t>
                  </a:r>
                </a:p>
              </p:txBody>
            </p:sp>
            <p:sp>
              <p:nvSpPr>
                <p:cNvPr id="20535" name="Text Box 46"/>
                <p:cNvSpPr txBox="1">
                  <a:spLocks noChangeArrowheads="1"/>
                </p:cNvSpPr>
                <p:nvPr/>
              </p:nvSpPr>
              <p:spPr bwMode="auto">
                <a:xfrm>
                  <a:off x="3888" y="1211"/>
                  <a:ext cx="217" cy="3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2800">
                      <a:solidFill>
                        <a:srgbClr val="CC0000"/>
                      </a:solidFill>
                      <a:ea typeface="宋体" charset="-122"/>
                    </a:rPr>
                    <a:t>2</a:t>
                  </a:r>
                </a:p>
              </p:txBody>
            </p:sp>
            <p:sp>
              <p:nvSpPr>
                <p:cNvPr id="20536" name="Rectangle 47" descr="浅色下对角线"/>
                <p:cNvSpPr>
                  <a:spLocks noChangeArrowheads="1"/>
                </p:cNvSpPr>
                <p:nvPr/>
              </p:nvSpPr>
              <p:spPr bwMode="auto">
                <a:xfrm>
                  <a:off x="4150" y="1258"/>
                  <a:ext cx="611" cy="843"/>
                </a:xfrm>
                <a:prstGeom prst="rect">
                  <a:avLst/>
                </a:prstGeom>
                <a:pattFill prst="ltDnDiag">
                  <a:fgClr>
                    <a:srgbClr val="0066FF"/>
                  </a:fgClr>
                  <a:bgClr>
                    <a:schemeClr val="bg1"/>
                  </a:bgClr>
                </a:pattFill>
                <a:ln w="12700">
                  <a:solidFill>
                    <a:schemeClr val="tx1"/>
                  </a:solidFill>
                  <a:prstDash val="dash"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hangingPunct="1"/>
                  <a:endParaRPr lang="zh-CN" altLang="en-US" sz="1800" b="0">
                    <a:solidFill>
                      <a:srgbClr val="000000"/>
                    </a:solidFill>
                    <a:latin typeface="Arial" charset="0"/>
                    <a:ea typeface="宋体" charset="-122"/>
                  </a:endParaRPr>
                </a:p>
              </p:txBody>
            </p:sp>
            <p:sp>
              <p:nvSpPr>
                <p:cNvPr id="20537" name="Text Box 48"/>
                <p:cNvSpPr txBox="1">
                  <a:spLocks noChangeArrowheads="1"/>
                </p:cNvSpPr>
                <p:nvPr/>
              </p:nvSpPr>
              <p:spPr bwMode="auto">
                <a:xfrm>
                  <a:off x="4272" y="1553"/>
                  <a:ext cx="348" cy="376"/>
                </a:xfrm>
                <a:prstGeom prst="rect">
                  <a:avLst/>
                </a:prstGeom>
                <a:noFill/>
                <a:ln w="12700">
                  <a:noFill/>
                  <a:prstDash val="dash"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</a:pPr>
                  <a:r>
                    <a:rPr kumimoji="1" lang="en-US" altLang="zh-CN" i="1">
                      <a:solidFill>
                        <a:srgbClr val="000000"/>
                      </a:solidFill>
                      <a:ea typeface="宋体" charset="-122"/>
                    </a:rPr>
                    <a:t>W</a:t>
                  </a:r>
                </a:p>
              </p:txBody>
            </p:sp>
            <p:sp>
              <p:nvSpPr>
                <p:cNvPr id="20538" name="Line 49"/>
                <p:cNvSpPr>
                  <a:spLocks noChangeShapeType="1"/>
                </p:cNvSpPr>
                <p:nvPr/>
              </p:nvSpPr>
              <p:spPr bwMode="auto">
                <a:xfrm>
                  <a:off x="4140" y="1264"/>
                  <a:ext cx="611" cy="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hangingPunct="1"/>
                  <a:endParaRPr lang="zh-CN" altLang="en-US" sz="1800" b="0">
                    <a:solidFill>
                      <a:srgbClr val="000000"/>
                    </a:solidFill>
                    <a:latin typeface="Arial" charset="0"/>
                    <a:ea typeface="宋体" charset="-122"/>
                  </a:endParaRPr>
                </a:p>
              </p:txBody>
            </p:sp>
            <p:sp>
              <p:nvSpPr>
                <p:cNvPr id="20539" name="Line 50"/>
                <p:cNvSpPr>
                  <a:spLocks noChangeShapeType="1"/>
                </p:cNvSpPr>
                <p:nvPr/>
              </p:nvSpPr>
              <p:spPr bwMode="auto">
                <a:xfrm>
                  <a:off x="4319" y="1258"/>
                  <a:ext cx="87" cy="0"/>
                </a:xfrm>
                <a:prstGeom prst="line">
                  <a:avLst/>
                </a:prstGeom>
                <a:noFill/>
                <a:ln w="38100">
                  <a:solidFill>
                    <a:srgbClr val="0000FF"/>
                  </a:solidFill>
                  <a:round/>
                  <a:headEnd type="triangle" w="sm" len="lg"/>
                  <a:tailEnd type="none" w="med" len="lg"/>
                </a:ln>
              </p:spPr>
              <p:txBody>
                <a:bodyPr wrap="none" anchor="ctr"/>
                <a:lstStyle/>
                <a:p>
                  <a:pPr eaLnBrk="1" hangingPunct="1"/>
                  <a:endParaRPr lang="zh-CN" altLang="en-US" sz="1800" b="0">
                    <a:solidFill>
                      <a:srgbClr val="000000"/>
                    </a:solidFill>
                    <a:latin typeface="Arial" charset="0"/>
                    <a:ea typeface="宋体" charset="-122"/>
                  </a:endParaRPr>
                </a:p>
              </p:txBody>
            </p:sp>
            <p:sp>
              <p:nvSpPr>
                <p:cNvPr id="20540" name="Line 51"/>
                <p:cNvSpPr>
                  <a:spLocks noChangeShapeType="1"/>
                </p:cNvSpPr>
                <p:nvPr/>
              </p:nvSpPr>
              <p:spPr bwMode="auto">
                <a:xfrm>
                  <a:off x="3695" y="2101"/>
                  <a:ext cx="1527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sm" len="lg"/>
                </a:ln>
              </p:spPr>
              <p:txBody>
                <a:bodyPr wrap="none" anchor="ctr"/>
                <a:lstStyle/>
                <a:p>
                  <a:pPr eaLnBrk="1" hangingPunct="1"/>
                  <a:endParaRPr lang="zh-CN" altLang="en-US" sz="1800" b="0">
                    <a:solidFill>
                      <a:srgbClr val="000000"/>
                    </a:solidFill>
                    <a:latin typeface="Arial" charset="0"/>
                    <a:ea typeface="宋体" charset="-122"/>
                  </a:endParaRPr>
                </a:p>
              </p:txBody>
            </p:sp>
          </p:grpSp>
          <p:sp>
            <p:nvSpPr>
              <p:cNvPr id="65588" name="Text Box 52"/>
              <p:cNvSpPr txBox="1">
                <a:spLocks noChangeArrowheads="1"/>
              </p:cNvSpPr>
              <p:nvPr/>
            </p:nvSpPr>
            <p:spPr bwMode="auto">
              <a:xfrm>
                <a:off x="3019" y="709"/>
                <a:ext cx="443" cy="1728"/>
              </a:xfrm>
              <a:prstGeom prst="rect">
                <a:avLst/>
              </a:prstGeom>
              <a:gradFill rotWithShape="0">
                <a:gsLst>
                  <a:gs pos="0">
                    <a:schemeClr val="accent1"/>
                  </a:gs>
                  <a:gs pos="50000">
                    <a:srgbClr val="FFFFFF"/>
                  </a:gs>
                  <a:gs pos="100000">
                    <a:schemeClr val="accent1"/>
                  </a:gs>
                </a:gsLst>
                <a:lin ang="0" scaled="1"/>
              </a:gradFill>
              <a:ln w="9525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vert="eaVert"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  <a:defRPr/>
                </a:pPr>
                <a:r>
                  <a:rPr kumimoji="1" lang="zh-CN" altLang="en-US">
                    <a:solidFill>
                      <a:srgbClr val="000000"/>
                    </a:solidFill>
                  </a:rPr>
                  <a:t>等 压 </a:t>
                </a:r>
                <a:r>
                  <a:rPr kumimoji="1" lang="zh-CN" altLang="en-US">
                    <a:solidFill>
                      <a:srgbClr val="0000FF"/>
                    </a:solidFill>
                  </a:rPr>
                  <a:t>压 缩</a:t>
                </a:r>
              </a:p>
            </p:txBody>
          </p:sp>
        </p:grpSp>
        <p:graphicFrame>
          <p:nvGraphicFramePr>
            <p:cNvPr id="20490" name="Object 84"/>
            <p:cNvGraphicFramePr>
              <a:graphicFrameLocks noChangeAspect="1"/>
            </p:cNvGraphicFramePr>
            <p:nvPr/>
          </p:nvGraphicFramePr>
          <p:xfrm>
            <a:off x="4649" y="935"/>
            <a:ext cx="680" cy="256"/>
          </p:xfrm>
          <a:graphic>
            <a:graphicData uri="http://schemas.openxmlformats.org/presentationml/2006/ole">
              <p:oleObj spid="_x0000_s110614" name="公式" r:id="rId23" imgW="596641" imgH="215806" progId="Equation.3">
                <p:embed/>
              </p:oleObj>
            </a:graphicData>
          </a:graphic>
        </p:graphicFrame>
        <p:graphicFrame>
          <p:nvGraphicFramePr>
            <p:cNvPr id="20491" name="Object 85"/>
            <p:cNvGraphicFramePr>
              <a:graphicFrameLocks noChangeAspect="1"/>
            </p:cNvGraphicFramePr>
            <p:nvPr/>
          </p:nvGraphicFramePr>
          <p:xfrm>
            <a:off x="3788" y="943"/>
            <a:ext cx="680" cy="267"/>
          </p:xfrm>
          <a:graphic>
            <a:graphicData uri="http://schemas.openxmlformats.org/presentationml/2006/ole">
              <p:oleObj spid="_x0000_s110615" name="公式" r:id="rId24" imgW="622030" imgH="215806" progId="Equation.3">
                <p:embed/>
              </p:oleObj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7" name="Text Box 3"/>
          <p:cNvSpPr txBox="1">
            <a:spLocks noChangeArrowheads="1"/>
          </p:cNvSpPr>
          <p:nvPr/>
        </p:nvSpPr>
        <p:spPr bwMode="auto">
          <a:xfrm>
            <a:off x="251520" y="368300"/>
            <a:ext cx="8515473" cy="56938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>
              <a:lnSpc>
                <a:spcPct val="130000"/>
              </a:lnSpc>
            </a:pPr>
            <a:r>
              <a:rPr kumimoji="1" lang="zh-CN" altLang="en-US" sz="2800" dirty="0" smtClean="0">
                <a:solidFill>
                  <a:srgbClr val="CC0000"/>
                </a:solidFill>
              </a:rPr>
              <a:t>例</a:t>
            </a:r>
            <a:r>
              <a:rPr kumimoji="1" lang="en-US" altLang="zh-CN" sz="2800" dirty="0" smtClean="0">
                <a:solidFill>
                  <a:srgbClr val="CC0000"/>
                </a:solidFill>
              </a:rPr>
              <a:t>1   </a:t>
            </a:r>
            <a:r>
              <a:rPr kumimoji="1" lang="en-US" altLang="zh-CN" sz="2800" dirty="0" smtClean="0">
                <a:solidFill>
                  <a:srgbClr val="000000"/>
                </a:solidFill>
              </a:rPr>
              <a:t>  </a:t>
            </a:r>
            <a:r>
              <a:rPr kumimoji="1" lang="zh-CN" altLang="en-US" sz="2800" dirty="0" smtClean="0">
                <a:solidFill>
                  <a:srgbClr val="000000"/>
                </a:solidFill>
              </a:rPr>
              <a:t>一系统由图中所示的状态</a:t>
            </a:r>
            <a:r>
              <a:rPr kumimoji="1" lang="en-US" altLang="zh-CN" sz="2800" i="1" dirty="0" smtClean="0">
                <a:solidFill>
                  <a:srgbClr val="000000"/>
                </a:solidFill>
              </a:rPr>
              <a:t>a</a:t>
            </a:r>
            <a:r>
              <a:rPr kumimoji="1" lang="zh-CN" altLang="en-US" sz="2800" dirty="0" smtClean="0">
                <a:solidFill>
                  <a:srgbClr val="000000"/>
                </a:solidFill>
              </a:rPr>
              <a:t>沿</a:t>
            </a:r>
            <a:r>
              <a:rPr kumimoji="1" lang="en-US" altLang="zh-CN" sz="2800" i="1" dirty="0" err="1" smtClean="0">
                <a:solidFill>
                  <a:srgbClr val="000000"/>
                </a:solidFill>
              </a:rPr>
              <a:t>acb</a:t>
            </a:r>
            <a:r>
              <a:rPr kumimoji="1" lang="zh-CN" altLang="en-US" sz="2800" dirty="0" smtClean="0">
                <a:solidFill>
                  <a:srgbClr val="000000"/>
                </a:solidFill>
              </a:rPr>
              <a:t>到达状态</a:t>
            </a:r>
            <a:r>
              <a:rPr kumimoji="1" lang="en-US" altLang="zh-CN" sz="2800" i="1" dirty="0" smtClean="0">
                <a:solidFill>
                  <a:srgbClr val="000000"/>
                </a:solidFill>
              </a:rPr>
              <a:t>b</a:t>
            </a:r>
            <a:r>
              <a:rPr kumimoji="1" lang="zh-CN" altLang="en-US" sz="2800" dirty="0" smtClean="0">
                <a:solidFill>
                  <a:srgbClr val="000000"/>
                </a:solidFill>
              </a:rPr>
              <a:t>，</a:t>
            </a:r>
          </a:p>
          <a:p>
            <a:pPr eaLnBrk="1" hangingPunct="1">
              <a:lnSpc>
                <a:spcPct val="130000"/>
              </a:lnSpc>
            </a:pPr>
            <a:r>
              <a:rPr kumimoji="1" lang="zh-CN" altLang="en-US" sz="2800" dirty="0" smtClean="0">
                <a:solidFill>
                  <a:srgbClr val="000000"/>
                </a:solidFill>
              </a:rPr>
              <a:t>有</a:t>
            </a:r>
            <a:r>
              <a:rPr kumimoji="1" lang="en-US" altLang="zh-CN" sz="2800" dirty="0" smtClean="0">
                <a:solidFill>
                  <a:srgbClr val="000000"/>
                </a:solidFill>
              </a:rPr>
              <a:t>334 </a:t>
            </a:r>
            <a:r>
              <a:rPr kumimoji="1" lang="en-US" altLang="zh-CN" sz="2800" i="1" dirty="0" smtClean="0">
                <a:solidFill>
                  <a:srgbClr val="000000"/>
                </a:solidFill>
              </a:rPr>
              <a:t>J</a:t>
            </a:r>
            <a:r>
              <a:rPr kumimoji="1" lang="zh-CN" altLang="en-US" sz="2800" dirty="0" smtClean="0">
                <a:solidFill>
                  <a:srgbClr val="000000"/>
                </a:solidFill>
              </a:rPr>
              <a:t>热量传入系统，而系统做工</a:t>
            </a:r>
            <a:r>
              <a:rPr kumimoji="1" lang="en-US" altLang="zh-CN" sz="2800" dirty="0" smtClean="0">
                <a:solidFill>
                  <a:srgbClr val="000000"/>
                </a:solidFill>
              </a:rPr>
              <a:t>126 </a:t>
            </a:r>
            <a:r>
              <a:rPr kumimoji="1" lang="en-US" altLang="zh-CN" sz="2800" i="1" dirty="0" smtClean="0">
                <a:solidFill>
                  <a:srgbClr val="000000"/>
                </a:solidFill>
              </a:rPr>
              <a:t>J</a:t>
            </a:r>
            <a:r>
              <a:rPr kumimoji="1" lang="zh-CN" altLang="en-US" sz="2800" dirty="0" smtClean="0">
                <a:solidFill>
                  <a:srgbClr val="000000"/>
                </a:solidFill>
              </a:rPr>
              <a:t>，</a:t>
            </a:r>
          </a:p>
          <a:p>
            <a:pPr eaLnBrk="1" hangingPunct="1">
              <a:lnSpc>
                <a:spcPct val="130000"/>
              </a:lnSpc>
            </a:pPr>
            <a:r>
              <a:rPr kumimoji="1" lang="zh-CN" altLang="en-US" sz="2800" dirty="0" smtClean="0">
                <a:solidFill>
                  <a:srgbClr val="FF0000"/>
                </a:solidFill>
              </a:rPr>
              <a:t>（</a:t>
            </a:r>
            <a:r>
              <a:rPr kumimoji="1" lang="en-US" altLang="zh-CN" sz="2800" dirty="0" smtClean="0">
                <a:solidFill>
                  <a:srgbClr val="FF0000"/>
                </a:solidFill>
              </a:rPr>
              <a:t>1</a:t>
            </a:r>
            <a:r>
              <a:rPr kumimoji="1" lang="zh-CN" altLang="en-US" sz="2800" dirty="0" smtClean="0">
                <a:solidFill>
                  <a:srgbClr val="FF0000"/>
                </a:solidFill>
              </a:rPr>
              <a:t>）</a:t>
            </a:r>
            <a:r>
              <a:rPr kumimoji="1" lang="zh-CN" altLang="en-US" sz="2800" dirty="0" smtClean="0">
                <a:solidFill>
                  <a:srgbClr val="000000"/>
                </a:solidFill>
              </a:rPr>
              <a:t>经</a:t>
            </a:r>
            <a:r>
              <a:rPr kumimoji="1" lang="en-US" altLang="zh-CN" sz="2800" i="1" dirty="0" err="1" smtClean="0">
                <a:solidFill>
                  <a:srgbClr val="000000"/>
                </a:solidFill>
              </a:rPr>
              <a:t>adb</a:t>
            </a:r>
            <a:r>
              <a:rPr kumimoji="1" lang="zh-CN" altLang="en-US" sz="2800" dirty="0" smtClean="0">
                <a:solidFill>
                  <a:srgbClr val="000000"/>
                </a:solidFill>
              </a:rPr>
              <a:t>过程，系统作功</a:t>
            </a:r>
            <a:r>
              <a:rPr kumimoji="1" lang="en-US" altLang="zh-CN" sz="2800" dirty="0" smtClean="0">
                <a:solidFill>
                  <a:srgbClr val="000000"/>
                </a:solidFill>
              </a:rPr>
              <a:t>42 </a:t>
            </a:r>
            <a:r>
              <a:rPr kumimoji="1" lang="en-US" altLang="zh-CN" sz="2800" i="1" dirty="0" smtClean="0">
                <a:solidFill>
                  <a:srgbClr val="000000"/>
                </a:solidFill>
              </a:rPr>
              <a:t>J</a:t>
            </a:r>
            <a:r>
              <a:rPr kumimoji="1" lang="zh-CN" altLang="en-US" sz="2800" dirty="0" smtClean="0">
                <a:solidFill>
                  <a:srgbClr val="000000"/>
                </a:solidFill>
              </a:rPr>
              <a:t>，问有多少热量传入</a:t>
            </a:r>
          </a:p>
          <a:p>
            <a:pPr eaLnBrk="1" hangingPunct="1">
              <a:lnSpc>
                <a:spcPct val="130000"/>
              </a:lnSpc>
            </a:pPr>
            <a:r>
              <a:rPr kumimoji="1" lang="zh-CN" altLang="en-US" sz="2800" dirty="0" smtClean="0">
                <a:solidFill>
                  <a:srgbClr val="000000"/>
                </a:solidFill>
              </a:rPr>
              <a:t>系统？</a:t>
            </a:r>
          </a:p>
          <a:p>
            <a:pPr eaLnBrk="1" hangingPunct="1">
              <a:lnSpc>
                <a:spcPct val="130000"/>
              </a:lnSpc>
            </a:pPr>
            <a:r>
              <a:rPr kumimoji="1" lang="zh-CN" altLang="en-US" sz="2800" dirty="0" smtClean="0">
                <a:solidFill>
                  <a:srgbClr val="FF0000"/>
                </a:solidFill>
              </a:rPr>
              <a:t>（</a:t>
            </a:r>
            <a:r>
              <a:rPr kumimoji="1" lang="en-US" altLang="zh-CN" sz="2800" dirty="0" smtClean="0">
                <a:solidFill>
                  <a:srgbClr val="FF0000"/>
                </a:solidFill>
              </a:rPr>
              <a:t>2</a:t>
            </a:r>
            <a:r>
              <a:rPr kumimoji="1" lang="zh-CN" altLang="en-US" sz="2800" dirty="0" smtClean="0">
                <a:solidFill>
                  <a:srgbClr val="FF0000"/>
                </a:solidFill>
              </a:rPr>
              <a:t>）</a:t>
            </a:r>
            <a:r>
              <a:rPr kumimoji="1" lang="zh-CN" altLang="en-US" sz="2800" dirty="0" smtClean="0">
                <a:solidFill>
                  <a:srgbClr val="000000"/>
                </a:solidFill>
              </a:rPr>
              <a:t>当系统由状态</a:t>
            </a:r>
            <a:r>
              <a:rPr kumimoji="1" lang="en-US" altLang="zh-CN" sz="2800" i="1" dirty="0" smtClean="0">
                <a:solidFill>
                  <a:srgbClr val="000000"/>
                </a:solidFill>
              </a:rPr>
              <a:t>b</a:t>
            </a:r>
            <a:r>
              <a:rPr kumimoji="1" lang="zh-CN" altLang="en-US" sz="2800" dirty="0" smtClean="0">
                <a:solidFill>
                  <a:srgbClr val="000000"/>
                </a:solidFill>
              </a:rPr>
              <a:t>沿曲线</a:t>
            </a:r>
          </a:p>
          <a:p>
            <a:pPr eaLnBrk="1" hangingPunct="1">
              <a:lnSpc>
                <a:spcPct val="130000"/>
              </a:lnSpc>
            </a:pPr>
            <a:r>
              <a:rPr kumimoji="1" lang="en-US" altLang="zh-CN" sz="2800" i="1" dirty="0" err="1" smtClean="0">
                <a:solidFill>
                  <a:srgbClr val="000000"/>
                </a:solidFill>
              </a:rPr>
              <a:t>ba</a:t>
            </a:r>
            <a:r>
              <a:rPr kumimoji="1" lang="zh-CN" altLang="en-US" sz="2800" dirty="0" smtClean="0">
                <a:solidFill>
                  <a:srgbClr val="000000"/>
                </a:solidFill>
              </a:rPr>
              <a:t>返回状态</a:t>
            </a:r>
            <a:r>
              <a:rPr kumimoji="1" lang="en-US" altLang="zh-CN" sz="2800" dirty="0" smtClean="0">
                <a:solidFill>
                  <a:srgbClr val="000000"/>
                </a:solidFill>
              </a:rPr>
              <a:t>a</a:t>
            </a:r>
            <a:r>
              <a:rPr kumimoji="1" lang="zh-CN" altLang="en-US" sz="2800" dirty="0" smtClean="0">
                <a:solidFill>
                  <a:srgbClr val="000000"/>
                </a:solidFill>
              </a:rPr>
              <a:t>时，外界对系统</a:t>
            </a:r>
          </a:p>
          <a:p>
            <a:pPr eaLnBrk="1" hangingPunct="1">
              <a:lnSpc>
                <a:spcPct val="130000"/>
              </a:lnSpc>
            </a:pPr>
            <a:r>
              <a:rPr kumimoji="1" lang="zh-CN" altLang="en-US" sz="2800" dirty="0" smtClean="0">
                <a:solidFill>
                  <a:srgbClr val="000000"/>
                </a:solidFill>
              </a:rPr>
              <a:t>做工为</a:t>
            </a:r>
            <a:r>
              <a:rPr kumimoji="1" lang="en-US" altLang="zh-CN" sz="2800" dirty="0" smtClean="0">
                <a:solidFill>
                  <a:srgbClr val="000000"/>
                </a:solidFill>
              </a:rPr>
              <a:t>84 </a:t>
            </a:r>
            <a:r>
              <a:rPr kumimoji="1" lang="en-US" altLang="zh-CN" sz="2800" i="1" dirty="0" smtClean="0">
                <a:solidFill>
                  <a:srgbClr val="000000"/>
                </a:solidFill>
              </a:rPr>
              <a:t>J</a:t>
            </a:r>
            <a:r>
              <a:rPr kumimoji="1" lang="zh-CN" altLang="en-US" sz="2800" dirty="0" smtClean="0">
                <a:solidFill>
                  <a:srgbClr val="000000"/>
                </a:solidFill>
              </a:rPr>
              <a:t>，问系统是吸热还</a:t>
            </a:r>
          </a:p>
          <a:p>
            <a:pPr eaLnBrk="1" hangingPunct="1">
              <a:lnSpc>
                <a:spcPct val="130000"/>
              </a:lnSpc>
            </a:pPr>
            <a:r>
              <a:rPr kumimoji="1" lang="zh-CN" altLang="en-US" sz="2800" dirty="0" smtClean="0">
                <a:solidFill>
                  <a:srgbClr val="000000"/>
                </a:solidFill>
              </a:rPr>
              <a:t>是放热？热量传递多少？</a:t>
            </a:r>
          </a:p>
          <a:p>
            <a:pPr eaLnBrk="1" hangingPunct="1">
              <a:lnSpc>
                <a:spcPct val="130000"/>
              </a:lnSpc>
            </a:pPr>
            <a:r>
              <a:rPr kumimoji="1" lang="zh-CN" altLang="en-US" sz="2800" dirty="0" smtClean="0">
                <a:solidFill>
                  <a:srgbClr val="FF0000"/>
                </a:solidFill>
              </a:rPr>
              <a:t>（</a:t>
            </a:r>
            <a:r>
              <a:rPr kumimoji="1" lang="en-US" altLang="zh-CN" sz="2800" dirty="0" smtClean="0">
                <a:solidFill>
                  <a:srgbClr val="FF0000"/>
                </a:solidFill>
              </a:rPr>
              <a:t>3</a:t>
            </a:r>
            <a:r>
              <a:rPr kumimoji="1" lang="zh-CN" altLang="en-US" sz="2800" dirty="0" smtClean="0">
                <a:solidFill>
                  <a:srgbClr val="FF0000"/>
                </a:solidFill>
              </a:rPr>
              <a:t>）</a:t>
            </a:r>
            <a:r>
              <a:rPr kumimoji="1" lang="zh-CN" altLang="en-US" sz="2800" dirty="0" smtClean="0">
                <a:solidFill>
                  <a:srgbClr val="000000"/>
                </a:solidFill>
              </a:rPr>
              <a:t>若                        ，</a:t>
            </a:r>
          </a:p>
          <a:p>
            <a:pPr eaLnBrk="1" hangingPunct="1">
              <a:lnSpc>
                <a:spcPct val="130000"/>
              </a:lnSpc>
            </a:pPr>
            <a:r>
              <a:rPr kumimoji="1" lang="zh-CN" altLang="en-US" sz="2800" dirty="0" smtClean="0">
                <a:solidFill>
                  <a:srgbClr val="000000"/>
                </a:solidFill>
              </a:rPr>
              <a:t>问沿</a:t>
            </a:r>
            <a:r>
              <a:rPr kumimoji="1" lang="en-US" altLang="zh-CN" sz="2800" i="1" dirty="0" smtClean="0">
                <a:solidFill>
                  <a:srgbClr val="000000"/>
                </a:solidFill>
              </a:rPr>
              <a:t>ad</a:t>
            </a:r>
            <a:r>
              <a:rPr kumimoji="1" lang="zh-CN" altLang="en-US" sz="2800" dirty="0" smtClean="0">
                <a:solidFill>
                  <a:srgbClr val="000000"/>
                </a:solidFill>
              </a:rPr>
              <a:t>及</a:t>
            </a:r>
            <a:r>
              <a:rPr kumimoji="1" lang="en-US" altLang="zh-CN" sz="2800" i="1" dirty="0" smtClean="0">
                <a:solidFill>
                  <a:srgbClr val="000000"/>
                </a:solidFill>
              </a:rPr>
              <a:t>db</a:t>
            </a:r>
            <a:r>
              <a:rPr kumimoji="1" lang="zh-CN" altLang="en-US" sz="2800" dirty="0" smtClean="0">
                <a:solidFill>
                  <a:srgbClr val="000000"/>
                </a:solidFill>
              </a:rPr>
              <a:t>各吸收热量多少？</a:t>
            </a:r>
          </a:p>
        </p:txBody>
      </p:sp>
      <p:graphicFrame>
        <p:nvGraphicFramePr>
          <p:cNvPr id="113668" name="Object 4"/>
          <p:cNvGraphicFramePr>
            <a:graphicFrameLocks noChangeAspect="1"/>
          </p:cNvGraphicFramePr>
          <p:nvPr/>
        </p:nvGraphicFramePr>
        <p:xfrm>
          <a:off x="1630625" y="4886063"/>
          <a:ext cx="2006600" cy="512762"/>
        </p:xfrm>
        <a:graphic>
          <a:graphicData uri="http://schemas.openxmlformats.org/presentationml/2006/ole">
            <p:oleObj spid="_x0000_s112642" name="Equation" r:id="rId3" imgW="1066800" imgH="241300" progId="Equation.DSMT4">
              <p:embed/>
            </p:oleObj>
          </a:graphicData>
        </a:graphic>
      </p:graphicFrame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5229671" y="2708920"/>
            <a:ext cx="3806825" cy="2989263"/>
            <a:chOff x="3096" y="2244"/>
            <a:chExt cx="2398" cy="1883"/>
          </a:xfrm>
        </p:grpSpPr>
        <p:grpSp>
          <p:nvGrpSpPr>
            <p:cNvPr id="3" name="Group 6"/>
            <p:cNvGrpSpPr>
              <a:grpSpLocks/>
            </p:cNvGrpSpPr>
            <p:nvPr/>
          </p:nvGrpSpPr>
          <p:grpSpPr bwMode="auto">
            <a:xfrm>
              <a:off x="3390" y="2244"/>
              <a:ext cx="2034" cy="1560"/>
              <a:chOff x="3390" y="2244"/>
              <a:chExt cx="2034" cy="1560"/>
            </a:xfrm>
          </p:grpSpPr>
          <p:sp>
            <p:nvSpPr>
              <p:cNvPr id="113671" name="Line 7"/>
              <p:cNvSpPr>
                <a:spLocks noChangeShapeType="1"/>
              </p:cNvSpPr>
              <p:nvPr/>
            </p:nvSpPr>
            <p:spPr bwMode="auto">
              <a:xfrm flipV="1">
                <a:off x="3390" y="2244"/>
                <a:ext cx="0" cy="156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stealth" w="lg" len="lg"/>
              </a:ln>
              <a:effectLst/>
            </p:spPr>
            <p:txBody>
              <a:bodyPr wrap="none" anchor="ctr">
                <a:spAutoFit/>
              </a:bodyPr>
              <a:lstStyle/>
              <a:p>
                <a:pPr eaLnBrk="1" hangingPunct="1"/>
                <a:endParaRPr kumimoji="1" lang="zh-CN" altLang="en-US" sz="2800" b="0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13672" name="Line 8"/>
              <p:cNvSpPr>
                <a:spLocks noChangeShapeType="1"/>
              </p:cNvSpPr>
              <p:nvPr/>
            </p:nvSpPr>
            <p:spPr bwMode="auto">
              <a:xfrm rot="5400000" flipV="1">
                <a:off x="4407" y="2780"/>
                <a:ext cx="0" cy="203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stealth" w="lg" len="lg"/>
              </a:ln>
              <a:effectLst/>
            </p:spPr>
            <p:txBody>
              <a:bodyPr anchor="ctr">
                <a:spAutoFit/>
              </a:bodyPr>
              <a:lstStyle/>
              <a:p>
                <a:pPr eaLnBrk="1" hangingPunct="1"/>
                <a:endParaRPr kumimoji="1" lang="zh-CN" altLang="en-US" sz="2800" b="0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13673" name="Rectangle 9"/>
              <p:cNvSpPr>
                <a:spLocks noChangeArrowheads="1"/>
              </p:cNvSpPr>
              <p:nvPr/>
            </p:nvSpPr>
            <p:spPr bwMode="auto">
              <a:xfrm>
                <a:off x="3844" y="2642"/>
                <a:ext cx="992" cy="7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pPr eaLnBrk="1" hangingPunct="1"/>
                <a:endParaRPr kumimoji="1" lang="zh-CN" altLang="en-US" sz="2800" b="0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13674" name="Freeform 10"/>
              <p:cNvSpPr>
                <a:spLocks/>
              </p:cNvSpPr>
              <p:nvPr/>
            </p:nvSpPr>
            <p:spPr bwMode="auto">
              <a:xfrm rot="-1496482">
                <a:off x="3730" y="2897"/>
                <a:ext cx="1219" cy="328"/>
              </a:xfrm>
              <a:custGeom>
                <a:avLst/>
                <a:gdLst/>
                <a:ahLst/>
                <a:cxnLst>
                  <a:cxn ang="0">
                    <a:pos x="0" y="227"/>
                  </a:cxn>
                  <a:cxn ang="0">
                    <a:pos x="340" y="227"/>
                  </a:cxn>
                  <a:cxn ang="0">
                    <a:pos x="652" y="57"/>
                  </a:cxn>
                  <a:cxn ang="0">
                    <a:pos x="964" y="0"/>
                  </a:cxn>
                </a:cxnLst>
                <a:rect l="0" t="0" r="r" b="b"/>
                <a:pathLst>
                  <a:path w="964" h="255">
                    <a:moveTo>
                      <a:pt x="0" y="227"/>
                    </a:moveTo>
                    <a:cubicBezTo>
                      <a:pt x="115" y="241"/>
                      <a:pt x="231" y="255"/>
                      <a:pt x="340" y="227"/>
                    </a:cubicBezTo>
                    <a:cubicBezTo>
                      <a:pt x="449" y="199"/>
                      <a:pt x="548" y="95"/>
                      <a:pt x="652" y="57"/>
                    </a:cubicBezTo>
                    <a:cubicBezTo>
                      <a:pt x="756" y="19"/>
                      <a:pt x="860" y="9"/>
                      <a:pt x="964" y="0"/>
                    </a:cubicBezTo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pPr eaLnBrk="1" hangingPunct="1"/>
                <a:endParaRPr kumimoji="1" lang="zh-CN" altLang="en-US" sz="2800" b="0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13675" name="Line 11"/>
              <p:cNvSpPr>
                <a:spLocks noChangeShapeType="1"/>
              </p:cNvSpPr>
              <p:nvPr/>
            </p:nvSpPr>
            <p:spPr bwMode="auto">
              <a:xfrm flipV="1">
                <a:off x="3844" y="2840"/>
                <a:ext cx="0" cy="37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stealth" w="lg" len="lg"/>
              </a:ln>
              <a:effectLst/>
            </p:spPr>
            <p:txBody>
              <a:bodyPr anchor="ctr">
                <a:spAutoFit/>
              </a:bodyPr>
              <a:lstStyle/>
              <a:p>
                <a:pPr eaLnBrk="1" hangingPunct="1"/>
                <a:endParaRPr kumimoji="1" lang="zh-CN" altLang="en-US" sz="2800" b="0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13676" name="Line 12"/>
              <p:cNvSpPr>
                <a:spLocks noChangeShapeType="1"/>
              </p:cNvSpPr>
              <p:nvPr/>
            </p:nvSpPr>
            <p:spPr bwMode="auto">
              <a:xfrm flipV="1">
                <a:off x="4836" y="2869"/>
                <a:ext cx="0" cy="37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stealth" w="lg" len="lg"/>
              </a:ln>
              <a:effectLst/>
            </p:spPr>
            <p:txBody>
              <a:bodyPr anchor="ctr">
                <a:spAutoFit/>
              </a:bodyPr>
              <a:lstStyle/>
              <a:p>
                <a:pPr eaLnBrk="1" hangingPunct="1"/>
                <a:endParaRPr kumimoji="1" lang="zh-CN" altLang="en-US" sz="2800" b="0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13677" name="Line 13"/>
              <p:cNvSpPr>
                <a:spLocks noChangeShapeType="1"/>
              </p:cNvSpPr>
              <p:nvPr/>
            </p:nvSpPr>
            <p:spPr bwMode="auto">
              <a:xfrm rot="5400000" flipV="1">
                <a:off x="4397" y="3251"/>
                <a:ext cx="0" cy="37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stealth" w="lg" len="lg"/>
              </a:ln>
              <a:effectLst/>
            </p:spPr>
            <p:txBody>
              <a:bodyPr anchor="ctr">
                <a:spAutoFit/>
              </a:bodyPr>
              <a:lstStyle/>
              <a:p>
                <a:pPr eaLnBrk="1" hangingPunct="1"/>
                <a:endParaRPr kumimoji="1" lang="zh-CN" altLang="en-US" sz="2800" b="0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13678" name="Line 14"/>
              <p:cNvSpPr>
                <a:spLocks noChangeShapeType="1"/>
              </p:cNvSpPr>
              <p:nvPr/>
            </p:nvSpPr>
            <p:spPr bwMode="auto">
              <a:xfrm rot="5400000" flipV="1">
                <a:off x="4312" y="2457"/>
                <a:ext cx="0" cy="37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stealth" w="lg" len="lg"/>
              </a:ln>
              <a:effectLst/>
            </p:spPr>
            <p:txBody>
              <a:bodyPr anchor="ctr">
                <a:spAutoFit/>
              </a:bodyPr>
              <a:lstStyle/>
              <a:p>
                <a:pPr eaLnBrk="1" hangingPunct="1"/>
                <a:endParaRPr kumimoji="1" lang="zh-CN" altLang="en-US" sz="2800" b="0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13679" name="Line 15"/>
              <p:cNvSpPr>
                <a:spLocks noChangeShapeType="1"/>
              </p:cNvSpPr>
              <p:nvPr/>
            </p:nvSpPr>
            <p:spPr bwMode="auto">
              <a:xfrm rot="-8090252" flipH="1" flipV="1">
                <a:off x="4360" y="2989"/>
                <a:ext cx="15" cy="1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stealth" w="lg" len="lg"/>
              </a:ln>
              <a:effectLst/>
            </p:spPr>
            <p:txBody>
              <a:bodyPr anchor="ctr">
                <a:spAutoFit/>
              </a:bodyPr>
              <a:lstStyle/>
              <a:p>
                <a:pPr eaLnBrk="1" hangingPunct="1"/>
                <a:endParaRPr kumimoji="1" lang="zh-CN" altLang="en-US" sz="2800" b="0" smtClean="0">
                  <a:solidFill>
                    <a:srgbClr val="000000"/>
                  </a:solidFill>
                </a:endParaRPr>
              </a:p>
            </p:txBody>
          </p:sp>
        </p:grpSp>
        <p:graphicFrame>
          <p:nvGraphicFramePr>
            <p:cNvPr id="113680" name="Object 16"/>
            <p:cNvGraphicFramePr>
              <a:graphicFrameLocks noChangeAspect="1"/>
            </p:cNvGraphicFramePr>
            <p:nvPr/>
          </p:nvGraphicFramePr>
          <p:xfrm>
            <a:off x="3129" y="2246"/>
            <a:ext cx="261" cy="283"/>
          </p:xfrm>
          <a:graphic>
            <a:graphicData uri="http://schemas.openxmlformats.org/presentationml/2006/ole">
              <p:oleObj spid="_x0000_s112643" name="公式" r:id="rId4" imgW="152268" imgH="164957" progId="Equation.3">
                <p:embed/>
              </p:oleObj>
            </a:graphicData>
          </a:graphic>
        </p:graphicFrame>
        <p:graphicFrame>
          <p:nvGraphicFramePr>
            <p:cNvPr id="113681" name="Object 17"/>
            <p:cNvGraphicFramePr>
              <a:graphicFrameLocks noChangeAspect="1"/>
            </p:cNvGraphicFramePr>
            <p:nvPr/>
          </p:nvGraphicFramePr>
          <p:xfrm>
            <a:off x="3096" y="3566"/>
            <a:ext cx="283" cy="305"/>
          </p:xfrm>
          <a:graphic>
            <a:graphicData uri="http://schemas.openxmlformats.org/presentationml/2006/ole">
              <p:oleObj spid="_x0000_s112644" name="公式" r:id="rId5" imgW="164814" imgH="177492" progId="Equation.3">
                <p:embed/>
              </p:oleObj>
            </a:graphicData>
          </a:graphic>
        </p:graphicFrame>
        <p:graphicFrame>
          <p:nvGraphicFramePr>
            <p:cNvPr id="113682" name="Object 18"/>
            <p:cNvGraphicFramePr>
              <a:graphicFrameLocks noChangeAspect="1"/>
            </p:cNvGraphicFramePr>
            <p:nvPr/>
          </p:nvGraphicFramePr>
          <p:xfrm>
            <a:off x="5233" y="3822"/>
            <a:ext cx="261" cy="305"/>
          </p:xfrm>
          <a:graphic>
            <a:graphicData uri="http://schemas.openxmlformats.org/presentationml/2006/ole">
              <p:oleObj spid="_x0000_s112645" name="公式" r:id="rId6" imgW="152202" imgH="177569" progId="Equation.3">
                <p:embed/>
              </p:oleObj>
            </a:graphicData>
          </a:graphic>
        </p:graphicFrame>
        <p:graphicFrame>
          <p:nvGraphicFramePr>
            <p:cNvPr id="113683" name="Object 19"/>
            <p:cNvGraphicFramePr>
              <a:graphicFrameLocks noChangeAspect="1"/>
            </p:cNvGraphicFramePr>
            <p:nvPr/>
          </p:nvGraphicFramePr>
          <p:xfrm>
            <a:off x="3603" y="2476"/>
            <a:ext cx="196" cy="239"/>
          </p:xfrm>
          <a:graphic>
            <a:graphicData uri="http://schemas.openxmlformats.org/presentationml/2006/ole">
              <p:oleObj spid="_x0000_s112646" name="公式" r:id="rId7" imgW="114201" imgH="139579" progId="Equation.3">
                <p:embed/>
              </p:oleObj>
            </a:graphicData>
          </a:graphic>
        </p:graphicFrame>
        <p:graphicFrame>
          <p:nvGraphicFramePr>
            <p:cNvPr id="113684" name="Object 20"/>
            <p:cNvGraphicFramePr>
              <a:graphicFrameLocks noChangeAspect="1"/>
            </p:cNvGraphicFramePr>
            <p:nvPr/>
          </p:nvGraphicFramePr>
          <p:xfrm>
            <a:off x="3578" y="3294"/>
            <a:ext cx="218" cy="239"/>
          </p:xfrm>
          <a:graphic>
            <a:graphicData uri="http://schemas.openxmlformats.org/presentationml/2006/ole">
              <p:oleObj spid="_x0000_s112647" name="公式" r:id="rId8" imgW="126835" imgH="139518" progId="Equation.3">
                <p:embed/>
              </p:oleObj>
            </a:graphicData>
          </a:graphic>
        </p:graphicFrame>
        <p:graphicFrame>
          <p:nvGraphicFramePr>
            <p:cNvPr id="113685" name="Object 21"/>
            <p:cNvGraphicFramePr>
              <a:graphicFrameLocks noChangeAspect="1"/>
            </p:cNvGraphicFramePr>
            <p:nvPr/>
          </p:nvGraphicFramePr>
          <p:xfrm>
            <a:off x="4843" y="3234"/>
            <a:ext cx="239" cy="304"/>
          </p:xfrm>
          <a:graphic>
            <a:graphicData uri="http://schemas.openxmlformats.org/presentationml/2006/ole">
              <p:oleObj spid="_x0000_s112648" name="公式" r:id="rId9" imgW="139579" imgH="177646" progId="Equation.3">
                <p:embed/>
              </p:oleObj>
            </a:graphicData>
          </a:graphic>
        </p:graphicFrame>
        <p:graphicFrame>
          <p:nvGraphicFramePr>
            <p:cNvPr id="113686" name="Object 22"/>
            <p:cNvGraphicFramePr>
              <a:graphicFrameLocks noChangeAspect="1"/>
            </p:cNvGraphicFramePr>
            <p:nvPr/>
          </p:nvGraphicFramePr>
          <p:xfrm>
            <a:off x="4853" y="2440"/>
            <a:ext cx="218" cy="304"/>
          </p:xfrm>
          <a:graphic>
            <a:graphicData uri="http://schemas.openxmlformats.org/presentationml/2006/ole">
              <p:oleObj spid="_x0000_s112649" name="公式" r:id="rId10" imgW="126725" imgH="177415" progId="Equation.3">
                <p:embed/>
              </p:oleObj>
            </a:graphicData>
          </a:graphic>
        </p:graphicFrame>
      </p:grpSp>
      <p:sp>
        <p:nvSpPr>
          <p:cNvPr id="24" name="灯片编号占位符 21"/>
          <p:cNvSpPr>
            <a:spLocks noGrp="1"/>
          </p:cNvSpPr>
          <p:nvPr>
            <p:ph type="sldNum" sz="quarter" idx="12"/>
          </p:nvPr>
        </p:nvSpPr>
        <p:spPr>
          <a:xfrm>
            <a:off x="7275512" y="6572200"/>
            <a:ext cx="1905000" cy="457200"/>
          </a:xfrm>
        </p:spPr>
        <p:txBody>
          <a:bodyPr/>
          <a:lstStyle/>
          <a:p>
            <a:fld id="{6C956EC0-8506-4482-8E3C-76F37D92AB6E}" type="slidenum">
              <a:rPr lang="en-US" altLang="zh-CN" smtClean="0">
                <a:solidFill>
                  <a:srgbClr val="000000"/>
                </a:solidFill>
              </a:rPr>
              <a:pPr/>
              <a:t>18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271805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-36512" y="548680"/>
            <a:ext cx="8285163" cy="1295400"/>
            <a:chOff x="281" y="443"/>
            <a:chExt cx="5219" cy="816"/>
          </a:xfrm>
        </p:grpSpPr>
        <p:sp>
          <p:nvSpPr>
            <p:cNvPr id="114691" name="Text Box 3"/>
            <p:cNvSpPr txBox="1">
              <a:spLocks noChangeArrowheads="1"/>
            </p:cNvSpPr>
            <p:nvPr/>
          </p:nvSpPr>
          <p:spPr bwMode="auto">
            <a:xfrm>
              <a:off x="281" y="443"/>
              <a:ext cx="5219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/>
              <a:r>
                <a:rPr kumimoji="1" lang="zh-CN" altLang="en-US" dirty="0" smtClean="0">
                  <a:solidFill>
                    <a:srgbClr val="990000"/>
                  </a:solidFill>
                </a:rPr>
                <a:t>解</a:t>
              </a:r>
              <a:r>
                <a:rPr kumimoji="1" lang="zh-CN" altLang="en-US" dirty="0" smtClean="0">
                  <a:solidFill>
                    <a:srgbClr val="0000FF"/>
                  </a:solidFill>
                  <a:sym typeface="Wingdings" pitchFamily="2" charset="2"/>
                </a:rPr>
                <a:t>（ </a:t>
              </a:r>
              <a:r>
                <a:rPr kumimoji="1" lang="en-US" altLang="zh-CN" dirty="0" smtClean="0">
                  <a:solidFill>
                    <a:srgbClr val="0000FF"/>
                  </a:solidFill>
                  <a:sym typeface="Wingdings" pitchFamily="2" charset="2"/>
                </a:rPr>
                <a:t>1</a:t>
              </a:r>
              <a:r>
                <a:rPr kumimoji="1" lang="en-US" altLang="zh-CN" b="0" dirty="0" smtClean="0">
                  <a:solidFill>
                    <a:srgbClr val="0000FF"/>
                  </a:solidFill>
                  <a:sym typeface="Wingdings" pitchFamily="2" charset="2"/>
                </a:rPr>
                <a:t> </a:t>
              </a:r>
              <a:r>
                <a:rPr kumimoji="1" lang="zh-CN" altLang="en-US" dirty="0" smtClean="0">
                  <a:solidFill>
                    <a:srgbClr val="0000FF"/>
                  </a:solidFill>
                </a:rPr>
                <a:t>）对于</a:t>
              </a:r>
              <a:r>
                <a:rPr kumimoji="1" lang="en-US" altLang="zh-CN" i="1" dirty="0" err="1" smtClean="0">
                  <a:solidFill>
                    <a:srgbClr val="0000FF"/>
                  </a:solidFill>
                </a:rPr>
                <a:t>acb</a:t>
              </a:r>
              <a:r>
                <a:rPr kumimoji="1" lang="zh-CN" altLang="en-US" dirty="0" smtClean="0">
                  <a:solidFill>
                    <a:srgbClr val="0000FF"/>
                  </a:solidFill>
                </a:rPr>
                <a:t>过程</a:t>
              </a:r>
              <a:r>
                <a:rPr kumimoji="1" lang="en-US" altLang="zh-CN" dirty="0" smtClean="0">
                  <a:solidFill>
                    <a:srgbClr val="0000FF"/>
                  </a:solidFill>
                </a:rPr>
                <a:t>:</a:t>
              </a:r>
            </a:p>
          </p:txBody>
        </p:sp>
        <p:graphicFrame>
          <p:nvGraphicFramePr>
            <p:cNvPr id="114692" name="Object 4"/>
            <p:cNvGraphicFramePr>
              <a:graphicFrameLocks noChangeAspect="1"/>
            </p:cNvGraphicFramePr>
            <p:nvPr/>
          </p:nvGraphicFramePr>
          <p:xfrm>
            <a:off x="833" y="886"/>
            <a:ext cx="4145" cy="373"/>
          </p:xfrm>
          <a:graphic>
            <a:graphicData uri="http://schemas.openxmlformats.org/presentationml/2006/ole">
              <p:oleObj spid="_x0000_s113666" name="Equation" r:id="rId3" imgW="2540000" imgH="228600" progId="Equation.DSMT4">
                <p:embed/>
              </p:oleObj>
            </a:graphicData>
          </a:graphic>
        </p:graphicFrame>
      </p:grpSp>
      <p:grpSp>
        <p:nvGrpSpPr>
          <p:cNvPr id="3" name="Group 5"/>
          <p:cNvGrpSpPr>
            <a:grpSpLocks/>
          </p:cNvGrpSpPr>
          <p:nvPr/>
        </p:nvGrpSpPr>
        <p:grpSpPr bwMode="auto">
          <a:xfrm>
            <a:off x="817886" y="2124075"/>
            <a:ext cx="6745288" cy="1296988"/>
            <a:chOff x="697" y="1338"/>
            <a:chExt cx="4249" cy="817"/>
          </a:xfrm>
        </p:grpSpPr>
        <p:sp>
          <p:nvSpPr>
            <p:cNvPr id="114694" name="Text Box 6"/>
            <p:cNvSpPr txBox="1">
              <a:spLocks noChangeArrowheads="1"/>
            </p:cNvSpPr>
            <p:nvPr/>
          </p:nvSpPr>
          <p:spPr bwMode="auto">
            <a:xfrm>
              <a:off x="697" y="1338"/>
              <a:ext cx="2750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/>
              <a:r>
                <a:rPr kumimoji="1" lang="zh-CN" altLang="en-US" smtClean="0">
                  <a:solidFill>
                    <a:srgbClr val="0000FF"/>
                  </a:solidFill>
                </a:rPr>
                <a:t>对于</a:t>
              </a:r>
              <a:r>
                <a:rPr kumimoji="1" lang="en-US" altLang="zh-CN" i="1" smtClean="0">
                  <a:solidFill>
                    <a:srgbClr val="0000FF"/>
                  </a:solidFill>
                </a:rPr>
                <a:t>adb</a:t>
              </a:r>
              <a:r>
                <a:rPr kumimoji="1" lang="zh-CN" altLang="en-US" smtClean="0">
                  <a:solidFill>
                    <a:srgbClr val="0000FF"/>
                  </a:solidFill>
                </a:rPr>
                <a:t>过程</a:t>
              </a:r>
              <a:r>
                <a:rPr kumimoji="1" lang="en-US" altLang="zh-CN" smtClean="0">
                  <a:solidFill>
                    <a:srgbClr val="0000FF"/>
                  </a:solidFill>
                </a:rPr>
                <a:t>:</a:t>
              </a:r>
            </a:p>
          </p:txBody>
        </p:sp>
        <p:graphicFrame>
          <p:nvGraphicFramePr>
            <p:cNvPr id="114695" name="Object 7"/>
            <p:cNvGraphicFramePr>
              <a:graphicFrameLocks noChangeAspect="1"/>
            </p:cNvGraphicFramePr>
            <p:nvPr/>
          </p:nvGraphicFramePr>
          <p:xfrm>
            <a:off x="843" y="1782"/>
            <a:ext cx="4103" cy="373"/>
          </p:xfrm>
          <a:graphic>
            <a:graphicData uri="http://schemas.openxmlformats.org/presentationml/2006/ole">
              <p:oleObj spid="_x0000_s113667" name="Equation" r:id="rId4" imgW="2514600" imgH="228600" progId="Equation.DSMT4">
                <p:embed/>
              </p:oleObj>
            </a:graphicData>
          </a:graphic>
        </p:graphicFrame>
      </p:grpSp>
      <p:grpSp>
        <p:nvGrpSpPr>
          <p:cNvPr id="4" name="Group 8"/>
          <p:cNvGrpSpPr>
            <a:grpSpLocks/>
          </p:cNvGrpSpPr>
          <p:nvPr/>
        </p:nvGrpSpPr>
        <p:grpSpPr bwMode="auto">
          <a:xfrm>
            <a:off x="-36512" y="3570288"/>
            <a:ext cx="8285162" cy="1809750"/>
            <a:chOff x="383" y="2249"/>
            <a:chExt cx="5219" cy="1140"/>
          </a:xfrm>
        </p:grpSpPr>
        <p:sp>
          <p:nvSpPr>
            <p:cNvPr id="114697" name="Text Box 9"/>
            <p:cNvSpPr txBox="1">
              <a:spLocks noChangeArrowheads="1"/>
            </p:cNvSpPr>
            <p:nvPr/>
          </p:nvSpPr>
          <p:spPr bwMode="auto">
            <a:xfrm>
              <a:off x="383" y="2249"/>
              <a:ext cx="5219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/>
              <a:r>
                <a:rPr kumimoji="1" lang="zh-CN" altLang="en-US" dirty="0" smtClean="0">
                  <a:solidFill>
                    <a:srgbClr val="0000FF"/>
                  </a:solidFill>
                  <a:sym typeface="Wingdings" pitchFamily="2" charset="2"/>
                </a:rPr>
                <a:t>（ </a:t>
              </a:r>
              <a:r>
                <a:rPr kumimoji="1" lang="en-US" altLang="zh-CN" dirty="0" smtClean="0">
                  <a:solidFill>
                    <a:srgbClr val="0000FF"/>
                  </a:solidFill>
                  <a:sym typeface="Wingdings" pitchFamily="2" charset="2"/>
                </a:rPr>
                <a:t>2</a:t>
              </a:r>
              <a:r>
                <a:rPr kumimoji="1" lang="zh-CN" altLang="en-US" dirty="0" smtClean="0">
                  <a:solidFill>
                    <a:srgbClr val="0000FF"/>
                  </a:solidFill>
                </a:rPr>
                <a:t>）对于</a:t>
              </a:r>
              <a:r>
                <a:rPr kumimoji="1" lang="en-US" altLang="zh-CN" i="1" dirty="0" err="1" smtClean="0">
                  <a:solidFill>
                    <a:srgbClr val="0000FF"/>
                  </a:solidFill>
                </a:rPr>
                <a:t>ba</a:t>
              </a:r>
              <a:r>
                <a:rPr kumimoji="1" lang="zh-CN" altLang="en-US" dirty="0" smtClean="0">
                  <a:solidFill>
                    <a:srgbClr val="0000FF"/>
                  </a:solidFill>
                </a:rPr>
                <a:t>过程</a:t>
              </a:r>
              <a:r>
                <a:rPr kumimoji="1" lang="en-US" altLang="zh-CN" dirty="0" smtClean="0">
                  <a:solidFill>
                    <a:srgbClr val="0000FF"/>
                  </a:solidFill>
                </a:rPr>
                <a:t>:</a:t>
              </a:r>
            </a:p>
          </p:txBody>
        </p:sp>
        <p:graphicFrame>
          <p:nvGraphicFramePr>
            <p:cNvPr id="114698" name="Object 10"/>
            <p:cNvGraphicFramePr>
              <a:graphicFrameLocks noChangeAspect="1"/>
            </p:cNvGraphicFramePr>
            <p:nvPr/>
          </p:nvGraphicFramePr>
          <p:xfrm>
            <a:off x="754" y="2677"/>
            <a:ext cx="3129" cy="712"/>
          </p:xfrm>
          <a:graphic>
            <a:graphicData uri="http://schemas.openxmlformats.org/presentationml/2006/ole">
              <p:oleObj spid="_x0000_s113668" name="Equation" r:id="rId5" imgW="2006600" imgH="457200" progId="Equation.DSMT4">
                <p:embed/>
              </p:oleObj>
            </a:graphicData>
          </a:graphic>
        </p:graphicFrame>
      </p:grpSp>
      <p:sp>
        <p:nvSpPr>
          <p:cNvPr id="114699" name="Text Box 11"/>
          <p:cNvSpPr txBox="1">
            <a:spLocks noChangeArrowheads="1"/>
          </p:cNvSpPr>
          <p:nvPr/>
        </p:nvSpPr>
        <p:spPr bwMode="auto">
          <a:xfrm>
            <a:off x="552451" y="5505450"/>
            <a:ext cx="589597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kumimoji="1" lang="zh-CN" altLang="en-US" smtClean="0">
                <a:solidFill>
                  <a:srgbClr val="CC0000"/>
                </a:solidFill>
                <a:sym typeface="Wingdings" pitchFamily="2" charset="2"/>
              </a:rPr>
              <a:t>负号表示系统放热</a:t>
            </a:r>
            <a:endParaRPr kumimoji="1" lang="zh-CN" altLang="en-US" smtClean="0">
              <a:solidFill>
                <a:srgbClr val="CC0000"/>
              </a:solidFill>
            </a:endParaRPr>
          </a:p>
        </p:txBody>
      </p:sp>
      <p:grpSp>
        <p:nvGrpSpPr>
          <p:cNvPr id="5" name="Group 5"/>
          <p:cNvGrpSpPr>
            <a:grpSpLocks/>
          </p:cNvGrpSpPr>
          <p:nvPr/>
        </p:nvGrpSpPr>
        <p:grpSpPr bwMode="auto">
          <a:xfrm>
            <a:off x="6084168" y="4328169"/>
            <a:ext cx="3073208" cy="2413199"/>
            <a:chOff x="3096" y="2244"/>
            <a:chExt cx="2398" cy="1883"/>
          </a:xfrm>
        </p:grpSpPr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3390" y="2244"/>
              <a:ext cx="2034" cy="1560"/>
              <a:chOff x="3390" y="2244"/>
              <a:chExt cx="2034" cy="1560"/>
            </a:xfrm>
          </p:grpSpPr>
          <p:sp>
            <p:nvSpPr>
              <p:cNvPr id="41" name="Line 7"/>
              <p:cNvSpPr>
                <a:spLocks noChangeShapeType="1"/>
              </p:cNvSpPr>
              <p:nvPr/>
            </p:nvSpPr>
            <p:spPr bwMode="auto">
              <a:xfrm flipV="1">
                <a:off x="3390" y="2244"/>
                <a:ext cx="0" cy="156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stealth" w="lg" len="lg"/>
              </a:ln>
              <a:effectLst/>
            </p:spPr>
            <p:txBody>
              <a:bodyPr wrap="none" anchor="ctr">
                <a:spAutoFit/>
              </a:bodyPr>
              <a:lstStyle/>
              <a:p>
                <a:pPr eaLnBrk="1" hangingPunct="1"/>
                <a:endParaRPr kumimoji="1" lang="zh-CN" altLang="en-US" sz="2800" b="0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2" name="Line 8"/>
              <p:cNvSpPr>
                <a:spLocks noChangeShapeType="1"/>
              </p:cNvSpPr>
              <p:nvPr/>
            </p:nvSpPr>
            <p:spPr bwMode="auto">
              <a:xfrm rot="5400000" flipV="1">
                <a:off x="4407" y="2780"/>
                <a:ext cx="0" cy="203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stealth" w="lg" len="lg"/>
              </a:ln>
              <a:effectLst/>
            </p:spPr>
            <p:txBody>
              <a:bodyPr anchor="ctr">
                <a:spAutoFit/>
              </a:bodyPr>
              <a:lstStyle/>
              <a:p>
                <a:pPr eaLnBrk="1" hangingPunct="1"/>
                <a:endParaRPr kumimoji="1" lang="zh-CN" altLang="en-US" sz="2800" b="0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3" name="Rectangle 9"/>
              <p:cNvSpPr>
                <a:spLocks noChangeArrowheads="1"/>
              </p:cNvSpPr>
              <p:nvPr/>
            </p:nvSpPr>
            <p:spPr bwMode="auto">
              <a:xfrm>
                <a:off x="3844" y="2642"/>
                <a:ext cx="992" cy="7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pPr eaLnBrk="1" hangingPunct="1"/>
                <a:endParaRPr kumimoji="1" lang="zh-CN" altLang="en-US" sz="2800" b="0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4" name="Freeform 10"/>
              <p:cNvSpPr>
                <a:spLocks/>
              </p:cNvSpPr>
              <p:nvPr/>
            </p:nvSpPr>
            <p:spPr bwMode="auto">
              <a:xfrm rot="-1496482">
                <a:off x="3730" y="2897"/>
                <a:ext cx="1219" cy="328"/>
              </a:xfrm>
              <a:custGeom>
                <a:avLst/>
                <a:gdLst/>
                <a:ahLst/>
                <a:cxnLst>
                  <a:cxn ang="0">
                    <a:pos x="0" y="227"/>
                  </a:cxn>
                  <a:cxn ang="0">
                    <a:pos x="340" y="227"/>
                  </a:cxn>
                  <a:cxn ang="0">
                    <a:pos x="652" y="57"/>
                  </a:cxn>
                  <a:cxn ang="0">
                    <a:pos x="964" y="0"/>
                  </a:cxn>
                </a:cxnLst>
                <a:rect l="0" t="0" r="r" b="b"/>
                <a:pathLst>
                  <a:path w="964" h="255">
                    <a:moveTo>
                      <a:pt x="0" y="227"/>
                    </a:moveTo>
                    <a:cubicBezTo>
                      <a:pt x="115" y="241"/>
                      <a:pt x="231" y="255"/>
                      <a:pt x="340" y="227"/>
                    </a:cubicBezTo>
                    <a:cubicBezTo>
                      <a:pt x="449" y="199"/>
                      <a:pt x="548" y="95"/>
                      <a:pt x="652" y="57"/>
                    </a:cubicBezTo>
                    <a:cubicBezTo>
                      <a:pt x="756" y="19"/>
                      <a:pt x="860" y="9"/>
                      <a:pt x="964" y="0"/>
                    </a:cubicBezTo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pPr eaLnBrk="1" hangingPunct="1"/>
                <a:endParaRPr kumimoji="1" lang="zh-CN" altLang="en-US" sz="2800" b="0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5" name="Line 11"/>
              <p:cNvSpPr>
                <a:spLocks noChangeShapeType="1"/>
              </p:cNvSpPr>
              <p:nvPr/>
            </p:nvSpPr>
            <p:spPr bwMode="auto">
              <a:xfrm flipV="1">
                <a:off x="3844" y="2840"/>
                <a:ext cx="0" cy="37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stealth" w="lg" len="lg"/>
              </a:ln>
              <a:effectLst/>
            </p:spPr>
            <p:txBody>
              <a:bodyPr anchor="ctr">
                <a:spAutoFit/>
              </a:bodyPr>
              <a:lstStyle/>
              <a:p>
                <a:pPr eaLnBrk="1" hangingPunct="1"/>
                <a:endParaRPr kumimoji="1" lang="zh-CN" altLang="en-US" sz="2800" b="0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6" name="Line 12"/>
              <p:cNvSpPr>
                <a:spLocks noChangeShapeType="1"/>
              </p:cNvSpPr>
              <p:nvPr/>
            </p:nvSpPr>
            <p:spPr bwMode="auto">
              <a:xfrm flipV="1">
                <a:off x="4836" y="2869"/>
                <a:ext cx="0" cy="37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stealth" w="lg" len="lg"/>
              </a:ln>
              <a:effectLst/>
            </p:spPr>
            <p:txBody>
              <a:bodyPr anchor="ctr">
                <a:spAutoFit/>
              </a:bodyPr>
              <a:lstStyle/>
              <a:p>
                <a:pPr eaLnBrk="1" hangingPunct="1"/>
                <a:endParaRPr kumimoji="1" lang="zh-CN" altLang="en-US" sz="2800" b="0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7" name="Line 13"/>
              <p:cNvSpPr>
                <a:spLocks noChangeShapeType="1"/>
              </p:cNvSpPr>
              <p:nvPr/>
            </p:nvSpPr>
            <p:spPr bwMode="auto">
              <a:xfrm rot="5400000" flipV="1">
                <a:off x="4397" y="3251"/>
                <a:ext cx="0" cy="37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stealth" w="lg" len="lg"/>
              </a:ln>
              <a:effectLst/>
            </p:spPr>
            <p:txBody>
              <a:bodyPr anchor="ctr">
                <a:spAutoFit/>
              </a:bodyPr>
              <a:lstStyle/>
              <a:p>
                <a:pPr eaLnBrk="1" hangingPunct="1"/>
                <a:endParaRPr kumimoji="1" lang="zh-CN" altLang="en-US" sz="2800" b="0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8" name="Line 14"/>
              <p:cNvSpPr>
                <a:spLocks noChangeShapeType="1"/>
              </p:cNvSpPr>
              <p:nvPr/>
            </p:nvSpPr>
            <p:spPr bwMode="auto">
              <a:xfrm rot="5400000" flipV="1">
                <a:off x="4312" y="2457"/>
                <a:ext cx="0" cy="37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stealth" w="lg" len="lg"/>
              </a:ln>
              <a:effectLst/>
            </p:spPr>
            <p:txBody>
              <a:bodyPr anchor="ctr">
                <a:spAutoFit/>
              </a:bodyPr>
              <a:lstStyle/>
              <a:p>
                <a:pPr eaLnBrk="1" hangingPunct="1"/>
                <a:endParaRPr kumimoji="1" lang="zh-CN" altLang="en-US" sz="2800" b="0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9" name="Line 15"/>
              <p:cNvSpPr>
                <a:spLocks noChangeShapeType="1"/>
              </p:cNvSpPr>
              <p:nvPr/>
            </p:nvSpPr>
            <p:spPr bwMode="auto">
              <a:xfrm rot="-8090252" flipH="1" flipV="1">
                <a:off x="4360" y="2989"/>
                <a:ext cx="15" cy="1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stealth" w="lg" len="lg"/>
              </a:ln>
              <a:effectLst/>
            </p:spPr>
            <p:txBody>
              <a:bodyPr anchor="ctr">
                <a:spAutoFit/>
              </a:bodyPr>
              <a:lstStyle/>
              <a:p>
                <a:pPr eaLnBrk="1" hangingPunct="1"/>
                <a:endParaRPr kumimoji="1" lang="zh-CN" altLang="en-US" sz="2800" b="0" smtClean="0">
                  <a:solidFill>
                    <a:srgbClr val="000000"/>
                  </a:solidFill>
                </a:endParaRPr>
              </a:p>
            </p:txBody>
          </p:sp>
        </p:grpSp>
        <p:graphicFrame>
          <p:nvGraphicFramePr>
            <p:cNvPr id="34" name="Object 16"/>
            <p:cNvGraphicFramePr>
              <a:graphicFrameLocks noChangeAspect="1"/>
            </p:cNvGraphicFramePr>
            <p:nvPr/>
          </p:nvGraphicFramePr>
          <p:xfrm>
            <a:off x="3129" y="2246"/>
            <a:ext cx="261" cy="283"/>
          </p:xfrm>
          <a:graphic>
            <a:graphicData uri="http://schemas.openxmlformats.org/presentationml/2006/ole">
              <p:oleObj spid="_x0000_s113669" name="公式" r:id="rId6" imgW="152268" imgH="164957" progId="Equation.3">
                <p:embed/>
              </p:oleObj>
            </a:graphicData>
          </a:graphic>
        </p:graphicFrame>
        <p:graphicFrame>
          <p:nvGraphicFramePr>
            <p:cNvPr id="35" name="Object 17"/>
            <p:cNvGraphicFramePr>
              <a:graphicFrameLocks noChangeAspect="1"/>
            </p:cNvGraphicFramePr>
            <p:nvPr/>
          </p:nvGraphicFramePr>
          <p:xfrm>
            <a:off x="3096" y="3566"/>
            <a:ext cx="283" cy="305"/>
          </p:xfrm>
          <a:graphic>
            <a:graphicData uri="http://schemas.openxmlformats.org/presentationml/2006/ole">
              <p:oleObj spid="_x0000_s113670" name="公式" r:id="rId7" imgW="164814" imgH="177492" progId="Equation.3">
                <p:embed/>
              </p:oleObj>
            </a:graphicData>
          </a:graphic>
        </p:graphicFrame>
        <p:graphicFrame>
          <p:nvGraphicFramePr>
            <p:cNvPr id="36" name="Object 18"/>
            <p:cNvGraphicFramePr>
              <a:graphicFrameLocks noChangeAspect="1"/>
            </p:cNvGraphicFramePr>
            <p:nvPr/>
          </p:nvGraphicFramePr>
          <p:xfrm>
            <a:off x="5233" y="3822"/>
            <a:ext cx="261" cy="305"/>
          </p:xfrm>
          <a:graphic>
            <a:graphicData uri="http://schemas.openxmlformats.org/presentationml/2006/ole">
              <p:oleObj spid="_x0000_s113671" name="公式" r:id="rId8" imgW="152202" imgH="177569" progId="Equation.3">
                <p:embed/>
              </p:oleObj>
            </a:graphicData>
          </a:graphic>
        </p:graphicFrame>
        <p:graphicFrame>
          <p:nvGraphicFramePr>
            <p:cNvPr id="37" name="Object 19"/>
            <p:cNvGraphicFramePr>
              <a:graphicFrameLocks noChangeAspect="1"/>
            </p:cNvGraphicFramePr>
            <p:nvPr/>
          </p:nvGraphicFramePr>
          <p:xfrm>
            <a:off x="3603" y="2476"/>
            <a:ext cx="196" cy="239"/>
          </p:xfrm>
          <a:graphic>
            <a:graphicData uri="http://schemas.openxmlformats.org/presentationml/2006/ole">
              <p:oleObj spid="_x0000_s113672" name="公式" r:id="rId9" imgW="114201" imgH="139579" progId="Equation.3">
                <p:embed/>
              </p:oleObj>
            </a:graphicData>
          </a:graphic>
        </p:graphicFrame>
        <p:graphicFrame>
          <p:nvGraphicFramePr>
            <p:cNvPr id="38" name="Object 20"/>
            <p:cNvGraphicFramePr>
              <a:graphicFrameLocks noChangeAspect="1"/>
            </p:cNvGraphicFramePr>
            <p:nvPr/>
          </p:nvGraphicFramePr>
          <p:xfrm>
            <a:off x="3578" y="3294"/>
            <a:ext cx="218" cy="239"/>
          </p:xfrm>
          <a:graphic>
            <a:graphicData uri="http://schemas.openxmlformats.org/presentationml/2006/ole">
              <p:oleObj spid="_x0000_s113673" name="公式" r:id="rId10" imgW="126835" imgH="139518" progId="Equation.3">
                <p:embed/>
              </p:oleObj>
            </a:graphicData>
          </a:graphic>
        </p:graphicFrame>
        <p:graphicFrame>
          <p:nvGraphicFramePr>
            <p:cNvPr id="39" name="Object 21"/>
            <p:cNvGraphicFramePr>
              <a:graphicFrameLocks noChangeAspect="1"/>
            </p:cNvGraphicFramePr>
            <p:nvPr/>
          </p:nvGraphicFramePr>
          <p:xfrm>
            <a:off x="4843" y="3234"/>
            <a:ext cx="239" cy="304"/>
          </p:xfrm>
          <a:graphic>
            <a:graphicData uri="http://schemas.openxmlformats.org/presentationml/2006/ole">
              <p:oleObj spid="_x0000_s113674" name="公式" r:id="rId11" imgW="139579" imgH="177646" progId="Equation.3">
                <p:embed/>
              </p:oleObj>
            </a:graphicData>
          </a:graphic>
        </p:graphicFrame>
        <p:graphicFrame>
          <p:nvGraphicFramePr>
            <p:cNvPr id="40" name="Object 22"/>
            <p:cNvGraphicFramePr>
              <a:graphicFrameLocks noChangeAspect="1"/>
            </p:cNvGraphicFramePr>
            <p:nvPr/>
          </p:nvGraphicFramePr>
          <p:xfrm>
            <a:off x="4853" y="2440"/>
            <a:ext cx="218" cy="304"/>
          </p:xfrm>
          <a:graphic>
            <a:graphicData uri="http://schemas.openxmlformats.org/presentationml/2006/ole">
              <p:oleObj spid="_x0000_s113675" name="公式" r:id="rId12" imgW="126725" imgH="177415" progId="Equation.3">
                <p:embed/>
              </p:oleObj>
            </a:graphicData>
          </a:graphic>
        </p:graphicFrame>
      </p:grpSp>
    </p:spTree>
    <p:extLst>
      <p:ext uri="{BB962C8B-B14F-4D97-AF65-F5344CB8AC3E}">
        <p14:creationId xmlns="" xmlns:p14="http://schemas.microsoft.com/office/powerpoint/2010/main" val="2419809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4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69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5714" name="Object 2"/>
          <p:cNvGraphicFramePr>
            <a:graphicFrameLocks noChangeAspect="1"/>
          </p:cNvGraphicFramePr>
          <p:nvPr/>
        </p:nvGraphicFramePr>
        <p:xfrm>
          <a:off x="179512" y="2431802"/>
          <a:ext cx="3200400" cy="565150"/>
        </p:xfrm>
        <a:graphic>
          <a:graphicData uri="http://schemas.openxmlformats.org/presentationml/2006/ole">
            <p:oleObj spid="_x0000_s114690" name="Equation" r:id="rId3" imgW="1397000" imgH="228600" progId="Equation.DSMT4">
              <p:embed/>
            </p:oleObj>
          </a:graphicData>
        </a:graphic>
      </p:graphicFrame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323279" y="4221088"/>
            <a:ext cx="4176713" cy="1941515"/>
            <a:chOff x="496" y="2321"/>
            <a:chExt cx="2631" cy="1223"/>
          </a:xfrm>
        </p:grpSpPr>
        <p:sp>
          <p:nvSpPr>
            <p:cNvPr id="115716" name="Text Box 4"/>
            <p:cNvSpPr txBox="1">
              <a:spLocks noChangeArrowheads="1"/>
            </p:cNvSpPr>
            <p:nvPr/>
          </p:nvSpPr>
          <p:spPr bwMode="auto">
            <a:xfrm>
              <a:off x="496" y="2321"/>
              <a:ext cx="2551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/>
              <a:r>
                <a:rPr kumimoji="1" lang="zh-CN" altLang="en-US" sz="2800" dirty="0" smtClean="0">
                  <a:solidFill>
                    <a:srgbClr val="0000FF"/>
                  </a:solidFill>
                </a:rPr>
                <a:t>对于</a:t>
              </a:r>
              <a:r>
                <a:rPr kumimoji="1" lang="en-US" altLang="zh-CN" sz="2800" i="1" dirty="0" smtClean="0">
                  <a:solidFill>
                    <a:srgbClr val="0000FF"/>
                  </a:solidFill>
                </a:rPr>
                <a:t>db</a:t>
              </a:r>
              <a:r>
                <a:rPr kumimoji="1" lang="zh-CN" altLang="en-US" sz="2800" dirty="0" smtClean="0">
                  <a:solidFill>
                    <a:srgbClr val="0000FF"/>
                  </a:solidFill>
                </a:rPr>
                <a:t>过程</a:t>
              </a:r>
              <a:r>
                <a:rPr kumimoji="1" lang="en-US" altLang="zh-CN" sz="2800" dirty="0" smtClean="0">
                  <a:solidFill>
                    <a:srgbClr val="0000FF"/>
                  </a:solidFill>
                </a:rPr>
                <a:t>:</a:t>
              </a:r>
            </a:p>
          </p:txBody>
        </p:sp>
        <p:graphicFrame>
          <p:nvGraphicFramePr>
            <p:cNvPr id="115717" name="Object 5"/>
            <p:cNvGraphicFramePr>
              <a:graphicFrameLocks noChangeAspect="1"/>
            </p:cNvGraphicFramePr>
            <p:nvPr/>
          </p:nvGraphicFramePr>
          <p:xfrm>
            <a:off x="768" y="2729"/>
            <a:ext cx="1558" cy="356"/>
          </p:xfrm>
          <a:graphic>
            <a:graphicData uri="http://schemas.openxmlformats.org/presentationml/2006/ole">
              <p:oleObj spid="_x0000_s114691" name="Equation" r:id="rId4" imgW="1079500" imgH="228600" progId="Equation.DSMT4">
                <p:embed/>
              </p:oleObj>
            </a:graphicData>
          </a:graphic>
        </p:graphicFrame>
        <p:graphicFrame>
          <p:nvGraphicFramePr>
            <p:cNvPr id="32" name="Object 5"/>
            <p:cNvGraphicFramePr>
              <a:graphicFrameLocks noChangeAspect="1"/>
            </p:cNvGraphicFramePr>
            <p:nvPr/>
          </p:nvGraphicFramePr>
          <p:xfrm>
            <a:off x="1074" y="3228"/>
            <a:ext cx="2053" cy="316"/>
          </p:xfrm>
          <a:graphic>
            <a:graphicData uri="http://schemas.openxmlformats.org/presentationml/2006/ole">
              <p:oleObj spid="_x0000_s114692" name="Equation" r:id="rId5" imgW="1422400" imgH="203200" progId="Equation.DSMT4">
                <p:embed/>
              </p:oleObj>
            </a:graphicData>
          </a:graphic>
        </p:graphicFrame>
      </p:grpSp>
      <p:grpSp>
        <p:nvGrpSpPr>
          <p:cNvPr id="3" name="Group 6"/>
          <p:cNvGrpSpPr>
            <a:grpSpLocks/>
          </p:cNvGrpSpPr>
          <p:nvPr/>
        </p:nvGrpSpPr>
        <p:grpSpPr bwMode="auto">
          <a:xfrm>
            <a:off x="107504" y="211412"/>
            <a:ext cx="8464550" cy="1849436"/>
            <a:chOff x="187" y="2860"/>
            <a:chExt cx="5332" cy="1165"/>
          </a:xfrm>
        </p:grpSpPr>
        <p:sp>
          <p:nvSpPr>
            <p:cNvPr id="115719" name="Text Box 7"/>
            <p:cNvSpPr txBox="1">
              <a:spLocks noChangeArrowheads="1"/>
            </p:cNvSpPr>
            <p:nvPr/>
          </p:nvSpPr>
          <p:spPr bwMode="auto">
            <a:xfrm>
              <a:off x="187" y="2860"/>
              <a:ext cx="5219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/>
              <a:r>
                <a:rPr kumimoji="1" lang="zh-CN" altLang="en-US" sz="2800" smtClean="0">
                  <a:solidFill>
                    <a:srgbClr val="0000FF"/>
                  </a:solidFill>
                  <a:sym typeface="Wingdings" pitchFamily="2" charset="2"/>
                </a:rPr>
                <a:t>（ </a:t>
              </a:r>
              <a:r>
                <a:rPr kumimoji="1" lang="en-US" altLang="zh-CN" sz="2800" smtClean="0">
                  <a:solidFill>
                    <a:srgbClr val="0000FF"/>
                  </a:solidFill>
                  <a:sym typeface="Wingdings" pitchFamily="2" charset="2"/>
                </a:rPr>
                <a:t>3</a:t>
              </a:r>
              <a:r>
                <a:rPr kumimoji="1" lang="zh-CN" altLang="en-US" sz="2800" smtClean="0">
                  <a:solidFill>
                    <a:srgbClr val="0000FF"/>
                  </a:solidFill>
                </a:rPr>
                <a:t>）对于</a:t>
              </a:r>
              <a:r>
                <a:rPr kumimoji="1" lang="en-US" altLang="zh-CN" sz="2800" i="1" smtClean="0">
                  <a:solidFill>
                    <a:srgbClr val="0000FF"/>
                  </a:solidFill>
                </a:rPr>
                <a:t>ad</a:t>
              </a:r>
              <a:r>
                <a:rPr kumimoji="1" lang="zh-CN" altLang="en-US" sz="2800" smtClean="0">
                  <a:solidFill>
                    <a:srgbClr val="0000FF"/>
                  </a:solidFill>
                </a:rPr>
                <a:t>过程</a:t>
              </a:r>
              <a:r>
                <a:rPr kumimoji="1" lang="en-US" altLang="zh-CN" sz="2800" smtClean="0">
                  <a:solidFill>
                    <a:srgbClr val="0000FF"/>
                  </a:solidFill>
                </a:rPr>
                <a:t>:</a:t>
              </a:r>
            </a:p>
          </p:txBody>
        </p:sp>
        <p:sp>
          <p:nvSpPr>
            <p:cNvPr id="115720" name="Text Box 8"/>
            <p:cNvSpPr txBox="1">
              <a:spLocks noChangeArrowheads="1"/>
            </p:cNvSpPr>
            <p:nvPr/>
          </p:nvSpPr>
          <p:spPr bwMode="auto">
            <a:xfrm>
              <a:off x="300" y="3237"/>
              <a:ext cx="5219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/>
              <a:r>
                <a:rPr kumimoji="1" lang="zh-CN" altLang="en-US" sz="2800" smtClean="0">
                  <a:solidFill>
                    <a:srgbClr val="000000"/>
                  </a:solidFill>
                  <a:sym typeface="Wingdings" pitchFamily="2" charset="2"/>
                </a:rPr>
                <a:t>因为过程</a:t>
              </a:r>
              <a:r>
                <a:rPr kumimoji="1" lang="en-US" altLang="zh-CN" sz="2800" smtClean="0">
                  <a:solidFill>
                    <a:srgbClr val="000000"/>
                  </a:solidFill>
                  <a:sym typeface="Wingdings" pitchFamily="2" charset="2"/>
                </a:rPr>
                <a:t>db</a:t>
              </a:r>
              <a:r>
                <a:rPr kumimoji="1" lang="zh-CN" altLang="en-US" sz="2800" smtClean="0">
                  <a:solidFill>
                    <a:srgbClr val="000000"/>
                  </a:solidFill>
                  <a:sym typeface="Wingdings" pitchFamily="2" charset="2"/>
                </a:rPr>
                <a:t>的体积不发生变化，           ，所以</a:t>
              </a:r>
              <a:endParaRPr kumimoji="1" lang="zh-CN" altLang="en-US" sz="2800" smtClean="0">
                <a:solidFill>
                  <a:srgbClr val="000000"/>
                </a:solidFill>
              </a:endParaRPr>
            </a:p>
          </p:txBody>
        </p:sp>
        <p:graphicFrame>
          <p:nvGraphicFramePr>
            <p:cNvPr id="115721" name="Object 9"/>
            <p:cNvGraphicFramePr>
              <a:graphicFrameLocks noChangeAspect="1"/>
            </p:cNvGraphicFramePr>
            <p:nvPr/>
          </p:nvGraphicFramePr>
          <p:xfrm>
            <a:off x="3436" y="3265"/>
            <a:ext cx="719" cy="265"/>
          </p:xfrm>
          <a:graphic>
            <a:graphicData uri="http://schemas.openxmlformats.org/presentationml/2006/ole">
              <p:oleObj spid="_x0000_s114693" name="公式" r:id="rId6" imgW="482181" imgH="177646" progId="Equation.3">
                <p:embed/>
              </p:oleObj>
            </a:graphicData>
          </a:graphic>
        </p:graphicFrame>
        <p:graphicFrame>
          <p:nvGraphicFramePr>
            <p:cNvPr id="115722" name="Object 10"/>
            <p:cNvGraphicFramePr>
              <a:graphicFrameLocks noChangeAspect="1"/>
            </p:cNvGraphicFramePr>
            <p:nvPr/>
          </p:nvGraphicFramePr>
          <p:xfrm>
            <a:off x="719" y="3662"/>
            <a:ext cx="3111" cy="363"/>
          </p:xfrm>
          <a:graphic>
            <a:graphicData uri="http://schemas.openxmlformats.org/presentationml/2006/ole">
              <p:oleObj spid="_x0000_s114694" name="Equation" r:id="rId7" imgW="1955800" imgH="228600" progId="Equation.DSMT4">
                <p:embed/>
              </p:oleObj>
            </a:graphicData>
          </a:graphic>
        </p:graphicFrame>
      </p:grpSp>
      <p:graphicFrame>
        <p:nvGraphicFramePr>
          <p:cNvPr id="12" name="Object 2"/>
          <p:cNvGraphicFramePr>
            <a:graphicFrameLocks noChangeAspect="1"/>
          </p:cNvGraphicFramePr>
          <p:nvPr/>
        </p:nvGraphicFramePr>
        <p:xfrm>
          <a:off x="1475656" y="3284984"/>
          <a:ext cx="3057525" cy="501650"/>
        </p:xfrm>
        <a:graphic>
          <a:graphicData uri="http://schemas.openxmlformats.org/presentationml/2006/ole">
            <p:oleObj spid="_x0000_s114695" name="Equation" r:id="rId8" imgW="1333500" imgH="203200" progId="Equation.DSMT4">
              <p:embed/>
            </p:oleObj>
          </a:graphicData>
        </a:graphic>
      </p:graphicFrame>
      <p:grpSp>
        <p:nvGrpSpPr>
          <p:cNvPr id="4" name="Group 5"/>
          <p:cNvGrpSpPr>
            <a:grpSpLocks/>
          </p:cNvGrpSpPr>
          <p:nvPr/>
        </p:nvGrpSpPr>
        <p:grpSpPr bwMode="auto">
          <a:xfrm>
            <a:off x="5345272" y="3789039"/>
            <a:ext cx="3668088" cy="2880321"/>
            <a:chOff x="3096" y="2244"/>
            <a:chExt cx="2398" cy="1883"/>
          </a:xfrm>
        </p:grpSpPr>
        <p:grpSp>
          <p:nvGrpSpPr>
            <p:cNvPr id="5" name="Group 6"/>
            <p:cNvGrpSpPr>
              <a:grpSpLocks/>
            </p:cNvGrpSpPr>
            <p:nvPr/>
          </p:nvGrpSpPr>
          <p:grpSpPr bwMode="auto">
            <a:xfrm>
              <a:off x="3390" y="2244"/>
              <a:ext cx="2034" cy="1560"/>
              <a:chOff x="3390" y="2244"/>
              <a:chExt cx="2034" cy="1560"/>
            </a:xfrm>
          </p:grpSpPr>
          <p:sp>
            <p:nvSpPr>
              <p:cNvPr id="23" name="Line 7"/>
              <p:cNvSpPr>
                <a:spLocks noChangeShapeType="1"/>
              </p:cNvSpPr>
              <p:nvPr/>
            </p:nvSpPr>
            <p:spPr bwMode="auto">
              <a:xfrm flipV="1">
                <a:off x="3390" y="2244"/>
                <a:ext cx="0" cy="156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stealth" w="lg" len="lg"/>
              </a:ln>
              <a:effectLst/>
            </p:spPr>
            <p:txBody>
              <a:bodyPr wrap="none" anchor="ctr">
                <a:spAutoFit/>
              </a:bodyPr>
              <a:lstStyle/>
              <a:p>
                <a:pPr eaLnBrk="1" hangingPunct="1"/>
                <a:endParaRPr kumimoji="1" lang="zh-CN" altLang="en-US" sz="2800" b="0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4" name="Line 8"/>
              <p:cNvSpPr>
                <a:spLocks noChangeShapeType="1"/>
              </p:cNvSpPr>
              <p:nvPr/>
            </p:nvSpPr>
            <p:spPr bwMode="auto">
              <a:xfrm rot="5400000" flipV="1">
                <a:off x="4407" y="2780"/>
                <a:ext cx="0" cy="203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stealth" w="lg" len="lg"/>
              </a:ln>
              <a:effectLst/>
            </p:spPr>
            <p:txBody>
              <a:bodyPr anchor="ctr">
                <a:spAutoFit/>
              </a:bodyPr>
              <a:lstStyle/>
              <a:p>
                <a:pPr eaLnBrk="1" hangingPunct="1"/>
                <a:endParaRPr kumimoji="1" lang="zh-CN" altLang="en-US" sz="2800" b="0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5" name="Rectangle 9"/>
              <p:cNvSpPr>
                <a:spLocks noChangeArrowheads="1"/>
              </p:cNvSpPr>
              <p:nvPr/>
            </p:nvSpPr>
            <p:spPr bwMode="auto">
              <a:xfrm>
                <a:off x="3844" y="2642"/>
                <a:ext cx="992" cy="7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pPr eaLnBrk="1" hangingPunct="1"/>
                <a:endParaRPr kumimoji="1" lang="zh-CN" altLang="en-US" sz="2800" b="0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6" name="Freeform 10"/>
              <p:cNvSpPr>
                <a:spLocks/>
              </p:cNvSpPr>
              <p:nvPr/>
            </p:nvSpPr>
            <p:spPr bwMode="auto">
              <a:xfrm rot="-1496482">
                <a:off x="3730" y="2897"/>
                <a:ext cx="1219" cy="328"/>
              </a:xfrm>
              <a:custGeom>
                <a:avLst/>
                <a:gdLst/>
                <a:ahLst/>
                <a:cxnLst>
                  <a:cxn ang="0">
                    <a:pos x="0" y="227"/>
                  </a:cxn>
                  <a:cxn ang="0">
                    <a:pos x="340" y="227"/>
                  </a:cxn>
                  <a:cxn ang="0">
                    <a:pos x="652" y="57"/>
                  </a:cxn>
                  <a:cxn ang="0">
                    <a:pos x="964" y="0"/>
                  </a:cxn>
                </a:cxnLst>
                <a:rect l="0" t="0" r="r" b="b"/>
                <a:pathLst>
                  <a:path w="964" h="255">
                    <a:moveTo>
                      <a:pt x="0" y="227"/>
                    </a:moveTo>
                    <a:cubicBezTo>
                      <a:pt x="115" y="241"/>
                      <a:pt x="231" y="255"/>
                      <a:pt x="340" y="227"/>
                    </a:cubicBezTo>
                    <a:cubicBezTo>
                      <a:pt x="449" y="199"/>
                      <a:pt x="548" y="95"/>
                      <a:pt x="652" y="57"/>
                    </a:cubicBezTo>
                    <a:cubicBezTo>
                      <a:pt x="756" y="19"/>
                      <a:pt x="860" y="9"/>
                      <a:pt x="964" y="0"/>
                    </a:cubicBezTo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pPr eaLnBrk="1" hangingPunct="1"/>
                <a:endParaRPr kumimoji="1" lang="zh-CN" altLang="en-US" sz="2800" b="0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7" name="Line 11"/>
              <p:cNvSpPr>
                <a:spLocks noChangeShapeType="1"/>
              </p:cNvSpPr>
              <p:nvPr/>
            </p:nvSpPr>
            <p:spPr bwMode="auto">
              <a:xfrm flipV="1">
                <a:off x="3844" y="2840"/>
                <a:ext cx="0" cy="37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stealth" w="lg" len="lg"/>
              </a:ln>
              <a:effectLst/>
            </p:spPr>
            <p:txBody>
              <a:bodyPr anchor="ctr">
                <a:spAutoFit/>
              </a:bodyPr>
              <a:lstStyle/>
              <a:p>
                <a:pPr eaLnBrk="1" hangingPunct="1"/>
                <a:endParaRPr kumimoji="1" lang="zh-CN" altLang="en-US" sz="2800" b="0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8" name="Line 12"/>
              <p:cNvSpPr>
                <a:spLocks noChangeShapeType="1"/>
              </p:cNvSpPr>
              <p:nvPr/>
            </p:nvSpPr>
            <p:spPr bwMode="auto">
              <a:xfrm flipV="1">
                <a:off x="4836" y="2869"/>
                <a:ext cx="0" cy="37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stealth" w="lg" len="lg"/>
              </a:ln>
              <a:effectLst/>
            </p:spPr>
            <p:txBody>
              <a:bodyPr anchor="ctr">
                <a:spAutoFit/>
              </a:bodyPr>
              <a:lstStyle/>
              <a:p>
                <a:pPr eaLnBrk="1" hangingPunct="1"/>
                <a:endParaRPr kumimoji="1" lang="zh-CN" altLang="en-US" sz="2800" b="0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9" name="Line 13"/>
              <p:cNvSpPr>
                <a:spLocks noChangeShapeType="1"/>
              </p:cNvSpPr>
              <p:nvPr/>
            </p:nvSpPr>
            <p:spPr bwMode="auto">
              <a:xfrm rot="5400000" flipV="1">
                <a:off x="4397" y="3251"/>
                <a:ext cx="0" cy="37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stealth" w="lg" len="lg"/>
              </a:ln>
              <a:effectLst/>
            </p:spPr>
            <p:txBody>
              <a:bodyPr anchor="ctr">
                <a:spAutoFit/>
              </a:bodyPr>
              <a:lstStyle/>
              <a:p>
                <a:pPr eaLnBrk="1" hangingPunct="1"/>
                <a:endParaRPr kumimoji="1" lang="zh-CN" altLang="en-US" sz="2800" b="0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0" name="Line 14"/>
              <p:cNvSpPr>
                <a:spLocks noChangeShapeType="1"/>
              </p:cNvSpPr>
              <p:nvPr/>
            </p:nvSpPr>
            <p:spPr bwMode="auto">
              <a:xfrm rot="5400000" flipV="1">
                <a:off x="4312" y="2457"/>
                <a:ext cx="0" cy="37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stealth" w="lg" len="lg"/>
              </a:ln>
              <a:effectLst/>
            </p:spPr>
            <p:txBody>
              <a:bodyPr anchor="ctr">
                <a:spAutoFit/>
              </a:bodyPr>
              <a:lstStyle/>
              <a:p>
                <a:pPr eaLnBrk="1" hangingPunct="1"/>
                <a:endParaRPr kumimoji="1" lang="zh-CN" altLang="en-US" sz="2800" b="0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1" name="Line 15"/>
              <p:cNvSpPr>
                <a:spLocks noChangeShapeType="1"/>
              </p:cNvSpPr>
              <p:nvPr/>
            </p:nvSpPr>
            <p:spPr bwMode="auto">
              <a:xfrm rot="-8090252" flipH="1" flipV="1">
                <a:off x="4360" y="2989"/>
                <a:ext cx="15" cy="1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stealth" w="lg" len="lg"/>
              </a:ln>
              <a:effectLst/>
            </p:spPr>
            <p:txBody>
              <a:bodyPr anchor="ctr">
                <a:spAutoFit/>
              </a:bodyPr>
              <a:lstStyle/>
              <a:p>
                <a:pPr eaLnBrk="1" hangingPunct="1"/>
                <a:endParaRPr kumimoji="1" lang="zh-CN" altLang="en-US" sz="2800" b="0" smtClean="0">
                  <a:solidFill>
                    <a:srgbClr val="000000"/>
                  </a:solidFill>
                </a:endParaRPr>
              </a:p>
            </p:txBody>
          </p:sp>
        </p:grpSp>
        <p:graphicFrame>
          <p:nvGraphicFramePr>
            <p:cNvPr id="16" name="Object 16"/>
            <p:cNvGraphicFramePr>
              <a:graphicFrameLocks noChangeAspect="1"/>
            </p:cNvGraphicFramePr>
            <p:nvPr/>
          </p:nvGraphicFramePr>
          <p:xfrm>
            <a:off x="3129" y="2246"/>
            <a:ext cx="261" cy="283"/>
          </p:xfrm>
          <a:graphic>
            <a:graphicData uri="http://schemas.openxmlformats.org/presentationml/2006/ole">
              <p:oleObj spid="_x0000_s114696" name="公式" r:id="rId9" imgW="152268" imgH="164957" progId="Equation.3">
                <p:embed/>
              </p:oleObj>
            </a:graphicData>
          </a:graphic>
        </p:graphicFrame>
        <p:graphicFrame>
          <p:nvGraphicFramePr>
            <p:cNvPr id="17" name="Object 17"/>
            <p:cNvGraphicFramePr>
              <a:graphicFrameLocks noChangeAspect="1"/>
            </p:cNvGraphicFramePr>
            <p:nvPr/>
          </p:nvGraphicFramePr>
          <p:xfrm>
            <a:off x="3096" y="3566"/>
            <a:ext cx="283" cy="305"/>
          </p:xfrm>
          <a:graphic>
            <a:graphicData uri="http://schemas.openxmlformats.org/presentationml/2006/ole">
              <p:oleObj spid="_x0000_s114697" name="公式" r:id="rId10" imgW="164814" imgH="177492" progId="Equation.3">
                <p:embed/>
              </p:oleObj>
            </a:graphicData>
          </a:graphic>
        </p:graphicFrame>
        <p:graphicFrame>
          <p:nvGraphicFramePr>
            <p:cNvPr id="18" name="Object 18"/>
            <p:cNvGraphicFramePr>
              <a:graphicFrameLocks noChangeAspect="1"/>
            </p:cNvGraphicFramePr>
            <p:nvPr/>
          </p:nvGraphicFramePr>
          <p:xfrm>
            <a:off x="5233" y="3822"/>
            <a:ext cx="261" cy="305"/>
          </p:xfrm>
          <a:graphic>
            <a:graphicData uri="http://schemas.openxmlformats.org/presentationml/2006/ole">
              <p:oleObj spid="_x0000_s114698" name="公式" r:id="rId11" imgW="152202" imgH="177569" progId="Equation.3">
                <p:embed/>
              </p:oleObj>
            </a:graphicData>
          </a:graphic>
        </p:graphicFrame>
        <p:graphicFrame>
          <p:nvGraphicFramePr>
            <p:cNvPr id="19" name="Object 19"/>
            <p:cNvGraphicFramePr>
              <a:graphicFrameLocks noChangeAspect="1"/>
            </p:cNvGraphicFramePr>
            <p:nvPr/>
          </p:nvGraphicFramePr>
          <p:xfrm>
            <a:off x="3603" y="2476"/>
            <a:ext cx="196" cy="239"/>
          </p:xfrm>
          <a:graphic>
            <a:graphicData uri="http://schemas.openxmlformats.org/presentationml/2006/ole">
              <p:oleObj spid="_x0000_s114699" name="公式" r:id="rId12" imgW="114201" imgH="139579" progId="Equation.3">
                <p:embed/>
              </p:oleObj>
            </a:graphicData>
          </a:graphic>
        </p:graphicFrame>
        <p:graphicFrame>
          <p:nvGraphicFramePr>
            <p:cNvPr id="20" name="Object 20"/>
            <p:cNvGraphicFramePr>
              <a:graphicFrameLocks noChangeAspect="1"/>
            </p:cNvGraphicFramePr>
            <p:nvPr/>
          </p:nvGraphicFramePr>
          <p:xfrm>
            <a:off x="3578" y="3294"/>
            <a:ext cx="218" cy="239"/>
          </p:xfrm>
          <a:graphic>
            <a:graphicData uri="http://schemas.openxmlformats.org/presentationml/2006/ole">
              <p:oleObj spid="_x0000_s114700" name="公式" r:id="rId13" imgW="126835" imgH="139518" progId="Equation.3">
                <p:embed/>
              </p:oleObj>
            </a:graphicData>
          </a:graphic>
        </p:graphicFrame>
        <p:graphicFrame>
          <p:nvGraphicFramePr>
            <p:cNvPr id="21" name="Object 21"/>
            <p:cNvGraphicFramePr>
              <a:graphicFrameLocks noChangeAspect="1"/>
            </p:cNvGraphicFramePr>
            <p:nvPr/>
          </p:nvGraphicFramePr>
          <p:xfrm>
            <a:off x="4843" y="3234"/>
            <a:ext cx="239" cy="304"/>
          </p:xfrm>
          <a:graphic>
            <a:graphicData uri="http://schemas.openxmlformats.org/presentationml/2006/ole">
              <p:oleObj spid="_x0000_s114701" name="公式" r:id="rId14" imgW="139579" imgH="177646" progId="Equation.3">
                <p:embed/>
              </p:oleObj>
            </a:graphicData>
          </a:graphic>
        </p:graphicFrame>
        <p:graphicFrame>
          <p:nvGraphicFramePr>
            <p:cNvPr id="22" name="Object 22"/>
            <p:cNvGraphicFramePr>
              <a:graphicFrameLocks noChangeAspect="1"/>
            </p:cNvGraphicFramePr>
            <p:nvPr/>
          </p:nvGraphicFramePr>
          <p:xfrm>
            <a:off x="4853" y="2440"/>
            <a:ext cx="218" cy="304"/>
          </p:xfrm>
          <a:graphic>
            <a:graphicData uri="http://schemas.openxmlformats.org/presentationml/2006/ole">
              <p:oleObj spid="_x0000_s114702" name="公式" r:id="rId15" imgW="126725" imgH="177415" progId="Equation.3">
                <p:embed/>
              </p:oleObj>
            </a:graphicData>
          </a:graphic>
        </p:graphicFrame>
      </p:grpSp>
    </p:spTree>
    <p:extLst>
      <p:ext uri="{BB962C8B-B14F-4D97-AF65-F5344CB8AC3E}">
        <p14:creationId xmlns="" xmlns:p14="http://schemas.microsoft.com/office/powerpoint/2010/main" val="1523705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5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CD43D05-5E4F-459E-B96E-F5ED9F5DD973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21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106" name="Text Box 2"/>
          <p:cNvSpPr txBox="1">
            <a:spLocks noChangeArrowheads="1"/>
          </p:cNvSpPr>
          <p:nvPr/>
        </p:nvSpPr>
        <p:spPr bwMode="auto">
          <a:xfrm>
            <a:off x="684212" y="116632"/>
            <a:ext cx="8208267" cy="116955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kumimoji="1" lang="zh-CN" altLang="en-US" sz="2800" dirty="0" smtClean="0">
                <a:solidFill>
                  <a:srgbClr val="000000"/>
                </a:solidFill>
                <a:ea typeface="宋体" charset="-122"/>
              </a:rPr>
              <a:t>质量为 </a:t>
            </a:r>
            <a:r>
              <a:rPr kumimoji="1" lang="en-US" altLang="zh-CN" sz="2800" dirty="0" smtClean="0">
                <a:solidFill>
                  <a:srgbClr val="000000"/>
                </a:solidFill>
                <a:ea typeface="宋体" charset="-122"/>
              </a:rPr>
              <a:t>2.8 g </a:t>
            </a:r>
            <a:r>
              <a:rPr kumimoji="1" lang="zh-CN" altLang="en-US" sz="2800" dirty="0" smtClean="0">
                <a:solidFill>
                  <a:srgbClr val="000000"/>
                </a:solidFill>
                <a:ea typeface="宋体" charset="-122"/>
              </a:rPr>
              <a:t>，温度为 </a:t>
            </a:r>
            <a:r>
              <a:rPr kumimoji="1" lang="en-US" altLang="zh-CN" sz="2800" dirty="0" smtClean="0">
                <a:solidFill>
                  <a:srgbClr val="000000"/>
                </a:solidFill>
                <a:ea typeface="宋体" charset="-122"/>
              </a:rPr>
              <a:t>300 K</a:t>
            </a:r>
            <a:r>
              <a:rPr kumimoji="1" lang="zh-CN" altLang="en-US" sz="2800" dirty="0" smtClean="0">
                <a:solidFill>
                  <a:srgbClr val="000000"/>
                </a:solidFill>
                <a:ea typeface="宋体" charset="-122"/>
              </a:rPr>
              <a:t>，压强为</a:t>
            </a:r>
            <a:r>
              <a:rPr kumimoji="1" lang="en-US" altLang="zh-CN" sz="2800" dirty="0" smtClean="0">
                <a:solidFill>
                  <a:srgbClr val="000000"/>
                </a:solidFill>
                <a:ea typeface="宋体" charset="-122"/>
              </a:rPr>
              <a:t>1 </a:t>
            </a:r>
            <a:r>
              <a:rPr kumimoji="1" lang="en-US" altLang="zh-CN" sz="2800" dirty="0" err="1" smtClean="0">
                <a:solidFill>
                  <a:srgbClr val="000000"/>
                </a:solidFill>
                <a:ea typeface="宋体" charset="-122"/>
              </a:rPr>
              <a:t>atm</a:t>
            </a:r>
            <a:r>
              <a:rPr kumimoji="1" lang="en-US" altLang="zh-CN" sz="2800" dirty="0" smtClean="0">
                <a:solidFill>
                  <a:srgbClr val="000000"/>
                </a:solidFill>
                <a:ea typeface="宋体" charset="-122"/>
              </a:rPr>
              <a:t> </a:t>
            </a:r>
            <a:r>
              <a:rPr kumimoji="1" lang="zh-CN" altLang="en-US" sz="2800" dirty="0" smtClean="0">
                <a:solidFill>
                  <a:srgbClr val="000000"/>
                </a:solidFill>
                <a:ea typeface="宋体" charset="-122"/>
              </a:rPr>
              <a:t>的</a:t>
            </a:r>
            <a:r>
              <a:rPr kumimoji="1" lang="zh-CN" altLang="en-US" sz="2800" dirty="0" smtClean="0">
                <a:solidFill>
                  <a:srgbClr val="3333FF"/>
                </a:solidFill>
                <a:ea typeface="宋体" charset="-122"/>
              </a:rPr>
              <a:t>氮气</a:t>
            </a:r>
            <a:r>
              <a:rPr kumimoji="1" lang="zh-CN" altLang="en-US" sz="2800" dirty="0" smtClean="0">
                <a:solidFill>
                  <a:srgbClr val="000000"/>
                </a:solidFill>
                <a:ea typeface="宋体" charset="-122"/>
              </a:rPr>
              <a:t>， </a:t>
            </a:r>
            <a:r>
              <a:rPr kumimoji="1" lang="zh-CN" altLang="en-US" sz="2800" dirty="0" smtClean="0">
                <a:solidFill>
                  <a:srgbClr val="0000FF"/>
                </a:solidFill>
                <a:ea typeface="宋体" charset="-122"/>
              </a:rPr>
              <a:t>等压膨胀</a:t>
            </a:r>
            <a:r>
              <a:rPr kumimoji="1" lang="zh-CN" altLang="en-US" sz="2800" dirty="0" smtClean="0">
                <a:solidFill>
                  <a:srgbClr val="000000"/>
                </a:solidFill>
                <a:ea typeface="宋体" charset="-122"/>
              </a:rPr>
              <a:t>到原来体积的 </a:t>
            </a:r>
            <a:r>
              <a:rPr kumimoji="1" lang="en-US" altLang="zh-CN" sz="2800" dirty="0" smtClean="0">
                <a:solidFill>
                  <a:srgbClr val="000000"/>
                </a:solidFill>
                <a:ea typeface="宋体" charset="-122"/>
              </a:rPr>
              <a:t>2 </a:t>
            </a:r>
            <a:r>
              <a:rPr kumimoji="1" lang="zh-CN" altLang="en-US" sz="2800" dirty="0" smtClean="0">
                <a:solidFill>
                  <a:srgbClr val="000000"/>
                </a:solidFill>
                <a:ea typeface="宋体" charset="-122"/>
              </a:rPr>
              <a:t>倍。</a:t>
            </a:r>
          </a:p>
        </p:txBody>
      </p:sp>
      <p:sp>
        <p:nvSpPr>
          <p:cNvPr id="4107" name="Rectangle 3"/>
          <p:cNvSpPr>
            <a:spLocks noChangeArrowheads="1"/>
          </p:cNvSpPr>
          <p:nvPr/>
        </p:nvSpPr>
        <p:spPr bwMode="auto">
          <a:xfrm>
            <a:off x="683568" y="1201400"/>
            <a:ext cx="784887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/>
            <a:r>
              <a:rPr kumimoji="1" lang="zh-CN" altLang="en-US" sz="2800" dirty="0" smtClean="0">
                <a:solidFill>
                  <a:srgbClr val="000000"/>
                </a:solidFill>
                <a:ea typeface="宋体" charset="-122"/>
              </a:rPr>
              <a:t>氮气对外所做的</a:t>
            </a:r>
            <a:r>
              <a:rPr kumimoji="1" lang="zh-CN" altLang="en-US" sz="2800" dirty="0" smtClean="0">
                <a:solidFill>
                  <a:srgbClr val="3333FF"/>
                </a:solidFill>
                <a:ea typeface="宋体" charset="-122"/>
              </a:rPr>
              <a:t>功</a:t>
            </a:r>
            <a:r>
              <a:rPr kumimoji="1" lang="zh-CN" altLang="en-US" sz="2800" dirty="0" smtClean="0">
                <a:solidFill>
                  <a:srgbClr val="000000"/>
                </a:solidFill>
                <a:ea typeface="宋体" charset="-122"/>
              </a:rPr>
              <a:t>，内能的</a:t>
            </a:r>
            <a:r>
              <a:rPr kumimoji="1" lang="zh-CN" altLang="en-US" sz="2800" dirty="0" smtClean="0">
                <a:solidFill>
                  <a:srgbClr val="3333FF"/>
                </a:solidFill>
                <a:ea typeface="宋体" charset="-122"/>
              </a:rPr>
              <a:t>增量</a:t>
            </a:r>
            <a:r>
              <a:rPr kumimoji="1" lang="zh-CN" altLang="en-US" sz="2800" dirty="0" smtClean="0">
                <a:solidFill>
                  <a:srgbClr val="000000"/>
                </a:solidFill>
                <a:ea typeface="宋体" charset="-122"/>
              </a:rPr>
              <a:t>以及吸收的</a:t>
            </a:r>
            <a:r>
              <a:rPr kumimoji="1" lang="zh-CN" altLang="en-US" sz="2800" dirty="0" smtClean="0">
                <a:solidFill>
                  <a:srgbClr val="3333FF"/>
                </a:solidFill>
                <a:ea typeface="宋体" charset="-122"/>
              </a:rPr>
              <a:t>热量</a:t>
            </a:r>
            <a:r>
              <a:rPr kumimoji="1" lang="zh-CN" altLang="en-US" sz="2800" dirty="0" smtClean="0">
                <a:solidFill>
                  <a:srgbClr val="000000"/>
                </a:solidFill>
                <a:ea typeface="宋体" charset="-122"/>
              </a:rPr>
              <a:t>     </a:t>
            </a:r>
          </a:p>
        </p:txBody>
      </p:sp>
      <p:sp>
        <p:nvSpPr>
          <p:cNvPr id="4108" name="Text Box 4"/>
          <p:cNvSpPr txBox="1">
            <a:spLocks noChangeArrowheads="1"/>
          </p:cNvSpPr>
          <p:nvPr/>
        </p:nvSpPr>
        <p:spPr bwMode="auto">
          <a:xfrm>
            <a:off x="251520" y="1702396"/>
            <a:ext cx="1104900" cy="52322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eaLnBrk="1" hangingPunct="1"/>
            <a:r>
              <a:rPr kumimoji="1" lang="zh-CN" altLang="en-US" sz="2800" dirty="0" smtClean="0">
                <a:solidFill>
                  <a:srgbClr val="FF0000"/>
                </a:solidFill>
                <a:ea typeface="宋体" charset="-122"/>
              </a:rPr>
              <a:t>解</a:t>
            </a:r>
            <a:endParaRPr kumimoji="1" lang="zh-CN" altLang="en-US" sz="2800" i="1" dirty="0" smtClean="0">
              <a:solidFill>
                <a:srgbClr val="FF0000"/>
              </a:solidFill>
              <a:ea typeface="宋体" charset="-122"/>
            </a:endParaRPr>
          </a:p>
        </p:txBody>
      </p:sp>
      <p:sp>
        <p:nvSpPr>
          <p:cNvPr id="4109" name="Text Box 5"/>
          <p:cNvSpPr txBox="1">
            <a:spLocks noChangeArrowheads="1"/>
          </p:cNvSpPr>
          <p:nvPr/>
        </p:nvSpPr>
        <p:spPr bwMode="auto">
          <a:xfrm>
            <a:off x="80566" y="168757"/>
            <a:ext cx="106291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/>
            <a:r>
              <a:rPr kumimoji="1" lang="zh-CN" altLang="en-US" sz="2800" dirty="0" smtClean="0">
                <a:solidFill>
                  <a:srgbClr val="FF0000"/>
                </a:solidFill>
                <a:latin typeface="Arial" charset="0"/>
                <a:ea typeface="宋体" charset="-122"/>
              </a:rPr>
              <a:t>例</a:t>
            </a:r>
            <a:r>
              <a:rPr kumimoji="1" lang="en-US" altLang="zh-CN" sz="2800" dirty="0" smtClean="0">
                <a:solidFill>
                  <a:srgbClr val="FF0000"/>
                </a:solidFill>
                <a:latin typeface="Arial" charset="0"/>
                <a:ea typeface="宋体" charset="-122"/>
              </a:rPr>
              <a:t>2</a:t>
            </a:r>
          </a:p>
        </p:txBody>
      </p:sp>
      <p:sp>
        <p:nvSpPr>
          <p:cNvPr id="4110" name="Rectangle 6"/>
          <p:cNvSpPr>
            <a:spLocks noChangeArrowheads="1"/>
          </p:cNvSpPr>
          <p:nvPr/>
        </p:nvSpPr>
        <p:spPr bwMode="auto">
          <a:xfrm>
            <a:off x="251520" y="1176000"/>
            <a:ext cx="54534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kumimoji="1" lang="zh-CN" altLang="en-US" sz="2800" dirty="0" smtClean="0">
                <a:solidFill>
                  <a:srgbClr val="FF0000"/>
                </a:solidFill>
                <a:latin typeface="Arial" charset="0"/>
                <a:ea typeface="宋体" charset="-122"/>
              </a:rPr>
              <a:t>求</a:t>
            </a:r>
          </a:p>
        </p:txBody>
      </p:sp>
      <p:graphicFrame>
        <p:nvGraphicFramePr>
          <p:cNvPr id="57351" name="Object 7"/>
          <p:cNvGraphicFramePr>
            <a:graphicFrameLocks noChangeAspect="1"/>
          </p:cNvGraphicFramePr>
          <p:nvPr/>
        </p:nvGraphicFramePr>
        <p:xfrm>
          <a:off x="3814764" y="3295015"/>
          <a:ext cx="4343083" cy="591191"/>
        </p:xfrm>
        <a:graphic>
          <a:graphicData uri="http://schemas.openxmlformats.org/presentationml/2006/ole">
            <p:oleObj spid="_x0000_s115714" name="Equation" r:id="rId4" imgW="32179316" imgH="4381560" progId="Equation.DSMT4">
              <p:embed/>
            </p:oleObj>
          </a:graphicData>
        </a:graphic>
      </p:graphicFrame>
      <p:graphicFrame>
        <p:nvGraphicFramePr>
          <p:cNvPr id="57352" name="Object 8"/>
          <p:cNvGraphicFramePr>
            <a:graphicFrameLocks noChangeAspect="1"/>
          </p:cNvGraphicFramePr>
          <p:nvPr/>
        </p:nvGraphicFramePr>
        <p:xfrm>
          <a:off x="1115616" y="2132857"/>
          <a:ext cx="1317297" cy="1119702"/>
        </p:xfrm>
        <a:graphic>
          <a:graphicData uri="http://schemas.openxmlformats.org/presentationml/2006/ole">
            <p:oleObj spid="_x0000_s115715" name="公式" r:id="rId5" imgW="9745964" imgH="8282952" progId="Equation.3">
              <p:embed/>
            </p:oleObj>
          </a:graphicData>
        </a:graphic>
      </p:graphicFrame>
      <p:graphicFrame>
        <p:nvGraphicFramePr>
          <p:cNvPr id="57353" name="Object 9"/>
          <p:cNvGraphicFramePr>
            <a:graphicFrameLocks noChangeAspect="1"/>
          </p:cNvGraphicFramePr>
          <p:nvPr/>
        </p:nvGraphicFramePr>
        <p:xfrm>
          <a:off x="1056959" y="5939842"/>
          <a:ext cx="5045211" cy="594503"/>
        </p:xfrm>
        <a:graphic>
          <a:graphicData uri="http://schemas.openxmlformats.org/presentationml/2006/ole">
            <p:oleObj spid="_x0000_s115716" name="Equation" r:id="rId6" imgW="39250532" imgH="4625424" progId="Equation.DSMT4">
              <p:embed/>
            </p:oleObj>
          </a:graphicData>
        </a:graphic>
      </p:graphicFrame>
      <p:graphicFrame>
        <p:nvGraphicFramePr>
          <p:cNvPr id="57354" name="Object 10"/>
          <p:cNvGraphicFramePr>
            <a:graphicFrameLocks noChangeAspect="1"/>
          </p:cNvGraphicFramePr>
          <p:nvPr/>
        </p:nvGraphicFramePr>
        <p:xfrm>
          <a:off x="1019494" y="5169506"/>
          <a:ext cx="5667742" cy="599753"/>
        </p:xfrm>
        <a:graphic>
          <a:graphicData uri="http://schemas.openxmlformats.org/presentationml/2006/ole">
            <p:oleObj spid="_x0000_s115717" name="Equation" r:id="rId7" imgW="39738284" imgH="4625424" progId="Equation.DSMT4">
              <p:embed/>
            </p:oleObj>
          </a:graphicData>
        </a:graphic>
      </p:graphicFrame>
      <p:graphicFrame>
        <p:nvGraphicFramePr>
          <p:cNvPr id="57355" name="Object 11"/>
          <p:cNvGraphicFramePr>
            <a:graphicFrameLocks noChangeAspect="1"/>
          </p:cNvGraphicFramePr>
          <p:nvPr/>
        </p:nvGraphicFramePr>
        <p:xfrm>
          <a:off x="3563889" y="2348880"/>
          <a:ext cx="1795018" cy="545525"/>
        </p:xfrm>
        <a:graphic>
          <a:graphicData uri="http://schemas.openxmlformats.org/presentationml/2006/ole">
            <p:oleObj spid="_x0000_s115718" name="公式" r:id="rId8" imgW="13647332" imgH="4137696" progId="Equation.3">
              <p:embed/>
            </p:oleObj>
          </a:graphicData>
        </a:graphic>
      </p:graphicFrame>
      <p:sp>
        <p:nvSpPr>
          <p:cNvPr id="57356" name="Text Box 12"/>
          <p:cNvSpPr txBox="1">
            <a:spLocks noChangeArrowheads="1"/>
          </p:cNvSpPr>
          <p:nvPr/>
        </p:nvSpPr>
        <p:spPr bwMode="auto">
          <a:xfrm>
            <a:off x="755005" y="1700808"/>
            <a:ext cx="453707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800" smtClean="0">
                <a:solidFill>
                  <a:srgbClr val="000000"/>
                </a:solidFill>
                <a:ea typeface="宋体" charset="-122"/>
              </a:rPr>
              <a:t>根据</a:t>
            </a:r>
            <a:r>
              <a:rPr kumimoji="1" lang="zh-CN" altLang="en-US" sz="2800" smtClean="0">
                <a:solidFill>
                  <a:srgbClr val="000000"/>
                </a:solidFill>
                <a:ea typeface="宋体" charset="-122"/>
              </a:rPr>
              <a:t>等压过程方程，有</a:t>
            </a:r>
          </a:p>
        </p:txBody>
      </p:sp>
      <p:sp>
        <p:nvSpPr>
          <p:cNvPr id="57357" name="AutoShape 13"/>
          <p:cNvSpPr>
            <a:spLocks noChangeArrowheads="1"/>
          </p:cNvSpPr>
          <p:nvPr/>
        </p:nvSpPr>
        <p:spPr bwMode="auto">
          <a:xfrm>
            <a:off x="2555776" y="2564904"/>
            <a:ext cx="737633" cy="218292"/>
          </a:xfrm>
          <a:prstGeom prst="rightArrow">
            <a:avLst>
              <a:gd name="adj1" fmla="val 50000"/>
              <a:gd name="adj2" fmla="val 8447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lang="zh-CN" altLang="en-US" sz="2400" smtClean="0">
              <a:solidFill>
                <a:srgbClr val="FFFFFF"/>
              </a:solidFill>
              <a:ea typeface="宋体" charset="-122"/>
            </a:endParaRPr>
          </a:p>
        </p:txBody>
      </p:sp>
      <p:sp>
        <p:nvSpPr>
          <p:cNvPr id="57358" name="Text Box 14"/>
          <p:cNvSpPr txBox="1">
            <a:spLocks noChangeArrowheads="1"/>
          </p:cNvSpPr>
          <p:nvPr/>
        </p:nvSpPr>
        <p:spPr bwMode="auto">
          <a:xfrm>
            <a:off x="701675" y="4311098"/>
            <a:ext cx="415209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 smtClean="0">
                <a:solidFill>
                  <a:srgbClr val="000000"/>
                </a:solidFill>
                <a:ea typeface="宋体" charset="-122"/>
              </a:rPr>
              <a:t>因为是双原子气体</a:t>
            </a:r>
            <a:r>
              <a:rPr kumimoji="1" lang="zh-CN" altLang="en-US" sz="2800" smtClean="0">
                <a:solidFill>
                  <a:srgbClr val="000000"/>
                </a:solidFill>
                <a:ea typeface="宋体" charset="-122"/>
              </a:rPr>
              <a:t>，所以</a:t>
            </a:r>
          </a:p>
        </p:txBody>
      </p:sp>
      <p:graphicFrame>
        <p:nvGraphicFramePr>
          <p:cNvPr id="57359" name="Object 15"/>
          <p:cNvGraphicFramePr>
            <a:graphicFrameLocks noChangeAspect="1"/>
          </p:cNvGraphicFramePr>
          <p:nvPr/>
        </p:nvGraphicFramePr>
        <p:xfrm>
          <a:off x="4752021" y="4104075"/>
          <a:ext cx="1815200" cy="990110"/>
        </p:xfrm>
        <a:graphic>
          <a:graphicData uri="http://schemas.openxmlformats.org/presentationml/2006/ole">
            <p:oleObj spid="_x0000_s115719" name="公式" r:id="rId9" imgW="685800" imgH="393480" progId="Equation.DSMT4">
              <p:embed/>
            </p:oleObj>
          </a:graphicData>
        </a:graphic>
      </p:graphicFrame>
      <p:graphicFrame>
        <p:nvGraphicFramePr>
          <p:cNvPr id="57360" name="Object 16"/>
          <p:cNvGraphicFramePr>
            <a:graphicFrameLocks noChangeAspect="1"/>
          </p:cNvGraphicFramePr>
          <p:nvPr/>
        </p:nvGraphicFramePr>
        <p:xfrm>
          <a:off x="1181166" y="3293985"/>
          <a:ext cx="2470527" cy="578988"/>
        </p:xfrm>
        <a:graphic>
          <a:graphicData uri="http://schemas.openxmlformats.org/presentationml/2006/ole">
            <p:oleObj spid="_x0000_s115720" name="Equation" r:id="rId10" imgW="18767972" imgH="4381560" progId="Equation.DSMT4">
              <p:embed/>
            </p:oleObj>
          </a:graphicData>
        </a:graphic>
      </p:graphicFrame>
    </p:spTree>
    <p:extLst>
      <p:ext uri="{BB962C8B-B14F-4D97-AF65-F5344CB8AC3E}">
        <p14:creationId xmlns="" xmlns:p14="http://schemas.microsoft.com/office/powerpoint/2010/main" val="380449048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7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7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7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7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7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7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7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7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7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7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56" grpId="0"/>
      <p:bldP spid="57357" grpId="0" animBg="1"/>
      <p:bldP spid="57358" grpId="0"/>
    </p:bldLst>
  </p:timing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3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3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第六版母版">
  <a:themeElements>
    <a:clrScheme name="2_第六版母版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2_第六版母版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第六版母版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4_第六版母版">
  <a:themeElements>
    <a:clrScheme name="2_第六版母版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2_第六版母版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第六版母版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默认设计模板">
  <a:themeElements>
    <a:clrScheme name="默认设计模板 8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FF"/>
      </a:hlink>
      <a:folHlink>
        <a:srgbClr val="FF0000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74053" dir="8942175" algn="ctr" rotWithShape="0">
            <a:srgbClr val="111111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outerShdw dist="74053" dir="8942175" algn="ctr" rotWithShape="0">
            <a:srgbClr val="111111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2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3263</TotalTime>
  <Words>1329</Words>
  <Application>Microsoft Office PowerPoint</Application>
  <PresentationFormat>全屏显示(4:3)</PresentationFormat>
  <Paragraphs>127</Paragraphs>
  <Slides>21</Slides>
  <Notes>2</Notes>
  <HiddenSlides>0</HiddenSlides>
  <MMClips>0</MMClips>
  <ScaleCrop>false</ScaleCrop>
  <HeadingPairs>
    <vt:vector size="6" baseType="variant">
      <vt:variant>
        <vt:lpstr>主题</vt:lpstr>
      </vt:variant>
      <vt:variant>
        <vt:i4>5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21</vt:i4>
      </vt:variant>
    </vt:vector>
  </HeadingPairs>
  <TitlesOfParts>
    <vt:vector size="28" baseType="lpstr">
      <vt:lpstr>默认设计模板</vt:lpstr>
      <vt:lpstr>2_第六版母版</vt:lpstr>
      <vt:lpstr>4_第六版母版</vt:lpstr>
      <vt:lpstr>1_默认设计模板</vt:lpstr>
      <vt:lpstr>2_默认设计模板</vt:lpstr>
      <vt:lpstr>Equation</vt:lpstr>
      <vt:lpstr>公式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  <vt:lpstr>幻灯片 13</vt:lpstr>
      <vt:lpstr>幻灯片 14</vt:lpstr>
      <vt:lpstr>幻灯片 15</vt:lpstr>
      <vt:lpstr>幻灯片 16</vt:lpstr>
      <vt:lpstr>幻灯片 17</vt:lpstr>
      <vt:lpstr>幻灯片 18</vt:lpstr>
      <vt:lpstr>幻灯片 19</vt:lpstr>
      <vt:lpstr>幻灯片 20</vt:lpstr>
      <vt:lpstr>幻灯片 21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热力学1</dc:title>
  <dc:subject>第九章热力学</dc:subject>
  <dc:creator>曹钢</dc:creator>
  <cp:lastModifiedBy>Administrator</cp:lastModifiedBy>
  <cp:revision>281</cp:revision>
  <dcterms:created xsi:type="dcterms:W3CDTF">2011-01-18T01:02:35Z</dcterms:created>
  <dcterms:modified xsi:type="dcterms:W3CDTF">2018-10-15T13:06:50Z</dcterms:modified>
</cp:coreProperties>
</file>